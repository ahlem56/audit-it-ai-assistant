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9" r:id="rId5"/>
    <p:sldMasterId id="2147483750" r:id="rId6"/>
  </p:sldMasterIdLst>
  <p:notesMasterIdLst>
    <p:notesMasterId r:id="rId31"/>
  </p:notesMasterIdLst>
  <p:sldIdLst>
    <p:sldId id="286" r:id="rId7"/>
    <p:sldId id="287" r:id="rId8"/>
    <p:sldId id="2147471543" r:id="rId9"/>
    <p:sldId id="2147471538" r:id="rId10"/>
    <p:sldId id="2147471544" r:id="rId11"/>
    <p:sldId id="2147471542" r:id="rId12"/>
    <p:sldId id="2147471545" r:id="rId13"/>
    <p:sldId id="288" r:id="rId14"/>
    <p:sldId id="2147471546" r:id="rId15"/>
    <p:sldId id="2147471556" r:id="rId16"/>
    <p:sldId id="2147471557" r:id="rId17"/>
    <p:sldId id="2147471548" r:id="rId18"/>
    <p:sldId id="486" r:id="rId19"/>
    <p:sldId id="290" r:id="rId20"/>
    <p:sldId id="2147471564" r:id="rId21"/>
    <p:sldId id="2147471572" r:id="rId22"/>
    <p:sldId id="2147471571" r:id="rId23"/>
    <p:sldId id="2147471570" r:id="rId24"/>
    <p:sldId id="2147471569" r:id="rId25"/>
    <p:sldId id="2147471568" r:id="rId26"/>
    <p:sldId id="2147471567" r:id="rId27"/>
    <p:sldId id="2147471566" r:id="rId28"/>
    <p:sldId id="2147471565" r:id="rId29"/>
    <p:sldId id="2147471550" r:id="rId30"/>
  </p:sldIdLst>
  <p:sldSz cx="9144000" cy="5143500" type="screen16x9"/>
  <p:notesSz cx="6858000" cy="9144000"/>
  <p:embeddedFontLst>
    <p:embeddedFont>
      <p:font typeface="Georgia" panose="02040502050405020303" pitchFamily="18" charset="0"/>
      <p:regular r:id="rId32"/>
      <p:bold r:id="rId33"/>
      <p:italic r:id="rId34"/>
      <p:boldItalic r:id="rId35"/>
    </p:embeddedFont>
    <p:embeddedFont>
      <p:font typeface="Helvetica Neue" panose="020B0604020202020204" charset="0"/>
      <p:regular r:id="rId36"/>
      <p:bold r:id="rId37"/>
      <p:italic r:id="rId38"/>
      <p:boldItalic r:id="rId39"/>
    </p:embeddedFont>
    <p:embeddedFont>
      <p:font typeface="Helvetica Neue Light" panose="020B0604020202020204" charset="0"/>
      <p:regular r:id="rId40"/>
      <p:bold r:id="rId41"/>
      <p:italic r:id="rId42"/>
      <p:boldItalic r:id="rId43"/>
    </p:embeddedFont>
  </p:embeddedFontLst>
  <p:custDataLst>
    <p:tags r:id="rId4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301E"/>
    <a:srgbClr val="FFB600"/>
    <a:srgbClr val="EB8C00"/>
    <a:srgbClr val="FFD391"/>
    <a:srgbClr val="ED8278"/>
    <a:srgbClr val="FFFFFF"/>
    <a:srgbClr val="FFAA72"/>
    <a:srgbClr val="D04A02"/>
    <a:srgbClr val="FC5108"/>
    <a:srgbClr val="A25F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5150A4-1039-42B2-9A32-7799FDAB53B5}" v="740" dt="2025-06-12T11:14:04.373"/>
    <p1510:client id="{1E8791AF-ED57-47EB-A979-97AEE8CFC83C}" v="297" dt="2025-06-12T11:15:32.034"/>
    <p1510:client id="{7B91BC3D-8B6B-8733-8E5B-8B42AD3E6B62}" v="31" dt="2025-06-12T08:45:21.222"/>
    <p1510:client id="{C0FF9C42-4D58-495C-984B-097AA3AF0E47}" v="747" dt="2025-06-12T10:21:23.441"/>
  </p1510:revLst>
</p1510:revInfo>
</file>

<file path=ppt/tableStyles.xml><?xml version="1.0" encoding="utf-8"?>
<a:tblStyleLst xmlns:a="http://schemas.openxmlformats.org/drawingml/2006/main" def="{73734612-505C-44F7-90CF-F3AAC29208FF}">
  <a:tblStyle styleId="{73734612-505C-44F7-90CF-F3AAC29208F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654" y="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5.fntdata"/><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4"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a:p>
        </p:txBody>
      </p:sp>
    </p:spTree>
    <p:extLst>
      <p:ext uri="{BB962C8B-B14F-4D97-AF65-F5344CB8AC3E}">
        <p14:creationId xmlns:p14="http://schemas.microsoft.com/office/powerpoint/2010/main" val="30255444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All Grey">
  <p:cSld name="Title Slide All Grey">
    <p:bg>
      <p:bgPr>
        <a:solidFill>
          <a:srgbClr val="464646"/>
        </a:solidFill>
        <a:effectLst/>
      </p:bgPr>
    </p:bg>
    <p:spTree>
      <p:nvGrpSpPr>
        <p:cNvPr id="1" name="Shape 85"/>
        <p:cNvGrpSpPr/>
        <p:nvPr/>
      </p:nvGrpSpPr>
      <p:grpSpPr>
        <a:xfrm>
          <a:off x="0" y="0"/>
          <a:ext cx="0" cy="0"/>
          <a:chOff x="0" y="0"/>
          <a:chExt cx="0" cy="0"/>
        </a:xfrm>
      </p:grpSpPr>
      <p:sp>
        <p:nvSpPr>
          <p:cNvPr id="86" name="Google Shape;86;p17"/>
          <p:cNvSpPr txBox="1">
            <a:spLocks noGrp="1"/>
          </p:cNvSpPr>
          <p:nvPr>
            <p:ph type="ctrTitle"/>
          </p:nvPr>
        </p:nvSpPr>
        <p:spPr>
          <a:xfrm>
            <a:off x="332184" y="2008800"/>
            <a:ext cx="5563875" cy="1988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5400"/>
              <a:buFont typeface="Georgia"/>
              <a:buNone/>
              <a:defRPr sz="45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87" name="Google Shape;87;p17"/>
          <p:cNvSpPr txBox="1">
            <a:spLocks noGrp="1"/>
          </p:cNvSpPr>
          <p:nvPr>
            <p:ph type="subTitle" idx="1"/>
          </p:nvPr>
        </p:nvSpPr>
        <p:spPr>
          <a:xfrm>
            <a:off x="332185" y="4499111"/>
            <a:ext cx="410531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pic>
        <p:nvPicPr>
          <p:cNvPr id="88" name="Google Shape;88;p17"/>
          <p:cNvPicPr preferRelativeResize="0"/>
          <p:nvPr/>
        </p:nvPicPr>
        <p:blipFill rotWithShape="1">
          <a:blip r:embed="rId2">
            <a:alphaModFix/>
          </a:blip>
          <a:srcRect/>
          <a:stretch/>
        </p:blipFill>
        <p:spPr>
          <a:xfrm>
            <a:off x="196005" y="226801"/>
            <a:ext cx="1227582" cy="1013388"/>
          </a:xfrm>
          <a:prstGeom prst="rect">
            <a:avLst/>
          </a:prstGeom>
          <a:noFill/>
          <a:ln>
            <a:noFill/>
          </a:ln>
        </p:spPr>
      </p:pic>
      <p:sp>
        <p:nvSpPr>
          <p:cNvPr id="89" name="Google Shape;89;p1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Logo Shape Orange">
  <p:cSld name="Title Slide Logo Shape Orange">
    <p:spTree>
      <p:nvGrpSpPr>
        <p:cNvPr id="1" name="Shape 90"/>
        <p:cNvGrpSpPr/>
        <p:nvPr/>
      </p:nvGrpSpPr>
      <p:grpSpPr>
        <a:xfrm>
          <a:off x="0" y="0"/>
          <a:ext cx="0" cy="0"/>
          <a:chOff x="0" y="0"/>
          <a:chExt cx="0" cy="0"/>
        </a:xfrm>
      </p:grpSpPr>
      <p:grpSp>
        <p:nvGrpSpPr>
          <p:cNvPr id="91" name="Google Shape;91;p18"/>
          <p:cNvGrpSpPr/>
          <p:nvPr/>
        </p:nvGrpSpPr>
        <p:grpSpPr>
          <a:xfrm>
            <a:off x="0" y="0"/>
            <a:ext cx="6685577" cy="5143501"/>
            <a:chOff x="0" y="0"/>
            <a:chExt cx="8914102" cy="6858001"/>
          </a:xfrm>
        </p:grpSpPr>
        <p:sp>
          <p:nvSpPr>
            <p:cNvPr id="92" name="Google Shape;92;p18"/>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rgbClr val="D04A02"/>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3" name="Google Shape;93;p18"/>
            <p:cNvPicPr preferRelativeResize="0"/>
            <p:nvPr/>
          </p:nvPicPr>
          <p:blipFill rotWithShape="1">
            <a:blip r:embed="rId2">
              <a:alphaModFix/>
            </a:blip>
            <a:srcRect/>
            <a:stretch/>
          </p:blipFill>
          <p:spPr>
            <a:xfrm>
              <a:off x="261339" y="301752"/>
              <a:ext cx="1636775" cy="1351183"/>
            </a:xfrm>
            <a:prstGeom prst="rect">
              <a:avLst/>
            </a:prstGeom>
            <a:noFill/>
            <a:ln>
              <a:noFill/>
            </a:ln>
          </p:spPr>
        </p:pic>
      </p:grpSp>
      <p:sp>
        <p:nvSpPr>
          <p:cNvPr id="94" name="Google Shape;94;p18"/>
          <p:cNvSpPr txBox="1">
            <a:spLocks noGrp="1"/>
          </p:cNvSpPr>
          <p:nvPr>
            <p:ph type="ctrTitle"/>
          </p:nvPr>
        </p:nvSpPr>
        <p:spPr>
          <a:xfrm>
            <a:off x="332185" y="2010007"/>
            <a:ext cx="3944063" cy="1819125"/>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95" name="Google Shape;95;p18"/>
          <p:cNvSpPr txBox="1">
            <a:spLocks noGrp="1"/>
          </p:cNvSpPr>
          <p:nvPr>
            <p:ph type="subTitle" idx="1"/>
          </p:nvPr>
        </p:nvSpPr>
        <p:spPr>
          <a:xfrm>
            <a:off x="332185" y="40690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96" name="Google Shape;96;p18"/>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Logo Shape Grey">
  <p:cSld name="Title Slide Logo Shape Grey 2">
    <p:spTree>
      <p:nvGrpSpPr>
        <p:cNvPr id="1" name="Shape 97"/>
        <p:cNvGrpSpPr/>
        <p:nvPr/>
      </p:nvGrpSpPr>
      <p:grpSpPr>
        <a:xfrm>
          <a:off x="0" y="0"/>
          <a:ext cx="0" cy="0"/>
          <a:chOff x="0" y="0"/>
          <a:chExt cx="0" cy="0"/>
        </a:xfrm>
      </p:grpSpPr>
      <p:pic>
        <p:nvPicPr>
          <p:cNvPr id="98" name="Google Shape;98;p19"/>
          <p:cNvPicPr preferRelativeResize="0"/>
          <p:nvPr/>
        </p:nvPicPr>
        <p:blipFill rotWithShape="1">
          <a:blip r:embed="rId2">
            <a:alphaModFix/>
          </a:blip>
          <a:srcRect l="26634" t="118" r="-1127" b="-1"/>
          <a:stretch/>
        </p:blipFill>
        <p:spPr>
          <a:xfrm flipH="1">
            <a:off x="3393356" y="1"/>
            <a:ext cx="5750643" cy="5143500"/>
          </a:xfrm>
          <a:prstGeom prst="rect">
            <a:avLst/>
          </a:prstGeom>
          <a:noFill/>
          <a:ln>
            <a:noFill/>
          </a:ln>
        </p:spPr>
      </p:pic>
      <p:sp>
        <p:nvSpPr>
          <p:cNvPr id="99" name="Google Shape;99;p19"/>
          <p:cNvSpPr/>
          <p:nvPr/>
        </p:nvSpPr>
        <p:spPr>
          <a:xfrm>
            <a:off x="1" y="0"/>
            <a:ext cx="6225368" cy="5143501"/>
          </a:xfrm>
          <a:custGeom>
            <a:avLst/>
            <a:gdLst/>
            <a:ahLst/>
            <a:cxnLst/>
            <a:rect l="l" t="t" r="r" b="b"/>
            <a:pathLst>
              <a:path w="8300491" h="6858001" extrusionOk="0">
                <a:moveTo>
                  <a:pt x="647153" y="0"/>
                </a:moveTo>
                <a:lnTo>
                  <a:pt x="4555578" y="0"/>
                </a:lnTo>
                <a:lnTo>
                  <a:pt x="4555578" y="765175"/>
                </a:lnTo>
                <a:lnTo>
                  <a:pt x="5323929" y="765175"/>
                </a:lnTo>
                <a:lnTo>
                  <a:pt x="5323929" y="1957388"/>
                </a:lnTo>
                <a:lnTo>
                  <a:pt x="7306716" y="1957388"/>
                </a:lnTo>
                <a:lnTo>
                  <a:pt x="7306716" y="4899025"/>
                </a:lnTo>
                <a:lnTo>
                  <a:pt x="8300491" y="4899025"/>
                </a:lnTo>
                <a:lnTo>
                  <a:pt x="8300491" y="6858000"/>
                </a:lnTo>
                <a:lnTo>
                  <a:pt x="7306716" y="6858000"/>
                </a:lnTo>
                <a:lnTo>
                  <a:pt x="5323929" y="6858000"/>
                </a:lnTo>
                <a:lnTo>
                  <a:pt x="4555578" y="6858000"/>
                </a:lnTo>
                <a:lnTo>
                  <a:pt x="3091904" y="6858000"/>
                </a:lnTo>
                <a:lnTo>
                  <a:pt x="647153" y="6858000"/>
                </a:lnTo>
                <a:lnTo>
                  <a:pt x="647153" y="6858001"/>
                </a:lnTo>
                <a:lnTo>
                  <a:pt x="0" y="6858001"/>
                </a:lnTo>
                <a:lnTo>
                  <a:pt x="0" y="1"/>
                </a:lnTo>
                <a:lnTo>
                  <a:pt x="647153" y="1"/>
                </a:lnTo>
                <a:close/>
              </a:path>
            </a:pathLst>
          </a:custGeom>
          <a:solidFill>
            <a:schemeClr val="l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0" name="Google Shape;100;p19"/>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01" name="Google Shape;101;p19"/>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02" name="Google Shape;102;p19"/>
          <p:cNvSpPr/>
          <p:nvPr/>
        </p:nvSpPr>
        <p:spPr>
          <a:xfrm>
            <a:off x="3414712" y="566737"/>
            <a:ext cx="581026" cy="904875"/>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3" name="Google Shape;103;p19"/>
          <p:cNvSpPr/>
          <p:nvPr/>
        </p:nvSpPr>
        <p:spPr>
          <a:xfrm>
            <a:off x="4805363" y="1466850"/>
            <a:ext cx="676275" cy="676275"/>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04" name="Google Shape;104;p19"/>
          <p:cNvSpPr/>
          <p:nvPr/>
        </p:nvSpPr>
        <p:spPr>
          <a:xfrm>
            <a:off x="5924550" y="3671888"/>
            <a:ext cx="300819" cy="685800"/>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105" name="Google Shape;105;p19" descr="Chart, histogram&#10;&#10;Description automatically generated"/>
          <p:cNvPicPr preferRelativeResize="0"/>
          <p:nvPr/>
        </p:nvPicPr>
        <p:blipFill rotWithShape="1">
          <a:blip r:embed="rId3">
            <a:alphaModFix/>
          </a:blip>
          <a:srcRect/>
          <a:stretch/>
        </p:blipFill>
        <p:spPr>
          <a:xfrm>
            <a:off x="232309" y="114300"/>
            <a:ext cx="1448361" cy="122503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Logo Shape White 1">
  <p:cSld name="Title Slide Logo Shape White 1">
    <p:spTree>
      <p:nvGrpSpPr>
        <p:cNvPr id="1" name="Shape 106"/>
        <p:cNvGrpSpPr/>
        <p:nvPr/>
      </p:nvGrpSpPr>
      <p:grpSpPr>
        <a:xfrm>
          <a:off x="0" y="0"/>
          <a:ext cx="0" cy="0"/>
          <a:chOff x="0" y="0"/>
          <a:chExt cx="0" cy="0"/>
        </a:xfrm>
      </p:grpSpPr>
      <p:sp>
        <p:nvSpPr>
          <p:cNvPr id="107" name="Google Shape;107;p20"/>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8" name="Google Shape;108;p20"/>
          <p:cNvSpPr txBox="1">
            <a:spLocks noGrp="1"/>
          </p:cNvSpPr>
          <p:nvPr>
            <p:ph type="ctrTitle"/>
          </p:nvPr>
        </p:nvSpPr>
        <p:spPr>
          <a:xfrm>
            <a:off x="332185" y="2008800"/>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4500"/>
              <a:buFont typeface="Georgia"/>
              <a:buNone/>
              <a:defRPr sz="38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109" name="Google Shape;109;p20"/>
          <p:cNvSpPr txBox="1">
            <a:spLocks noGrp="1"/>
          </p:cNvSpPr>
          <p:nvPr>
            <p:ph type="subTitle" idx="1"/>
          </p:nvPr>
        </p:nvSpPr>
        <p:spPr>
          <a:xfrm>
            <a:off x="332185" y="4063691"/>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1pPr>
            <a:lvl2pPr marR="0" lvl="1"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2pPr>
            <a:lvl3pPr marR="0" lvl="2"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3pPr>
            <a:lvl4pPr marR="0" lvl="3"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4pPr>
            <a:lvl5pPr marR="0" lvl="4"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5pPr>
            <a:lvl6pPr marR="0" lvl="5"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6pPr>
            <a:lvl7pPr marR="0" lvl="6"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7pPr>
            <a:lvl8pPr marR="0" lvl="7"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8pPr>
            <a:lvl9pPr marR="0" lvl="8" algn="l">
              <a:lnSpc>
                <a:spcPct val="100000"/>
              </a:lnSpc>
              <a:spcBef>
                <a:spcPts val="0"/>
              </a:spcBef>
              <a:spcAft>
                <a:spcPts val="0"/>
              </a:spcAft>
              <a:buSzPts val="1400"/>
              <a:buFont typeface="Arial"/>
              <a:buNone/>
              <a:defRPr sz="1200" b="0" i="0" u="none" strike="noStrike" cap="none">
                <a:latin typeface="Arial"/>
                <a:ea typeface="Arial"/>
                <a:cs typeface="Arial"/>
                <a:sym typeface="Arial"/>
              </a:defRPr>
            </a:lvl9pPr>
          </a:lstStyle>
          <a:p>
            <a:endParaRPr/>
          </a:p>
        </p:txBody>
      </p:sp>
      <p:sp>
        <p:nvSpPr>
          <p:cNvPr id="110" name="Google Shape;110;p2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Orange">
  <p:cSld name="Section Header Orange">
    <p:bg>
      <p:bgPr>
        <a:solidFill>
          <a:srgbClr val="D04A02"/>
        </a:solidFill>
        <a:effectLst/>
      </p:bgPr>
    </p:bg>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3" name="Google Shape;113;p21"/>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4" name="Google Shape;114;p2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Grey">
  <p:cSld name="Section Header Grey">
    <p:bg>
      <p:bgPr>
        <a:solidFill>
          <a:srgbClr val="464646"/>
        </a:solidFill>
        <a:effectLst/>
      </p:bgPr>
    </p:bg>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2902500" y="1577588"/>
            <a:ext cx="5298563"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17" name="Google Shape;117;p22"/>
          <p:cNvSpPr txBox="1">
            <a:spLocks noGrp="1"/>
          </p:cNvSpPr>
          <p:nvPr>
            <p:ph type="subTitle" idx="1"/>
          </p:nvPr>
        </p:nvSpPr>
        <p:spPr>
          <a:xfrm>
            <a:off x="-353616" y="0"/>
            <a:ext cx="3258750" cy="5143500"/>
          </a:xfrm>
          <a:prstGeom prst="rect">
            <a:avLst/>
          </a:prstGeom>
          <a:noFill/>
          <a:ln>
            <a:noFill/>
          </a:ln>
        </p:spPr>
        <p:txBody>
          <a:bodyPr spcFirstLastPara="1" wrap="square" lIns="0" tIns="0" rIns="0" bIns="0" anchor="ctr" anchorCtr="0">
            <a:noAutofit/>
          </a:bodyPr>
          <a:lstStyle>
            <a:lvl1pPr marR="0" lvl="0" algn="l">
              <a:lnSpc>
                <a:spcPct val="95000"/>
              </a:lnSpc>
              <a:spcBef>
                <a:spcPts val="0"/>
              </a:spcBef>
              <a:spcAft>
                <a:spcPts val="0"/>
              </a:spcAft>
              <a:buClr>
                <a:schemeClr val="lt1"/>
              </a:buClr>
              <a:buSzPts val="27000"/>
              <a:buNone/>
              <a:defRPr sz="22500" b="1" i="0" u="none" strike="noStrike" cap="none">
                <a:solidFill>
                  <a:schemeClr val="lt1"/>
                </a:solidFill>
              </a:defRPr>
            </a:lvl1pPr>
            <a:lvl2pPr marR="0" lvl="1"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58500"/>
              <a:buFont typeface="Arial"/>
              <a:buNone/>
              <a:defRPr sz="48700" b="0" i="0" u="none" strike="noStrike" cap="none">
                <a:solidFill>
                  <a:schemeClr val="lt1"/>
                </a:solidFill>
                <a:latin typeface="Arial"/>
                <a:ea typeface="Arial"/>
                <a:cs typeface="Arial"/>
                <a:sym typeface="Arial"/>
              </a:defRPr>
            </a:lvl9pPr>
          </a:lstStyle>
          <a:p>
            <a:endParaRPr/>
          </a:p>
        </p:txBody>
      </p:sp>
      <p:sp>
        <p:nvSpPr>
          <p:cNvPr id="118" name="Google Shape;118;p22"/>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Grey 1">
  <p:cSld name="Section Header Grey 1">
    <p:bg>
      <p:bgPr>
        <a:solidFill>
          <a:schemeClr val="accent1"/>
        </a:solidFill>
        <a:effectLst/>
      </p:bgPr>
    </p:bg>
    <p:spTree>
      <p:nvGrpSpPr>
        <p:cNvPr id="1" name="Shape 119"/>
        <p:cNvGrpSpPr/>
        <p:nvPr/>
      </p:nvGrpSpPr>
      <p:grpSpPr>
        <a:xfrm>
          <a:off x="0" y="0"/>
          <a:ext cx="0" cy="0"/>
          <a:chOff x="0" y="0"/>
          <a:chExt cx="0" cy="0"/>
        </a:xfrm>
      </p:grpSpPr>
      <p:sp>
        <p:nvSpPr>
          <p:cNvPr id="120" name="Google Shape;120;p23"/>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6"/>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1" name="Google Shape;121;p23"/>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2" name="Google Shape;122;p2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Header Orange 1">
  <p:cSld name="Section Header Orange 1">
    <p:bg>
      <p:bgPr>
        <a:solidFill>
          <a:schemeClr val="lt2"/>
        </a:solidFill>
        <a:effectLst/>
      </p:bgPr>
    </p:bg>
    <p:spTree>
      <p:nvGrpSpPr>
        <p:cNvPr id="1" name="Shape 123"/>
        <p:cNvGrpSpPr/>
        <p:nvPr/>
      </p:nvGrpSpPr>
      <p:grpSpPr>
        <a:xfrm>
          <a:off x="0" y="0"/>
          <a:ext cx="0" cy="0"/>
          <a:chOff x="0" y="0"/>
          <a:chExt cx="0" cy="0"/>
        </a:xfrm>
      </p:grpSpPr>
      <p:sp>
        <p:nvSpPr>
          <p:cNvPr id="124" name="Google Shape;124;p24"/>
          <p:cNvSpPr/>
          <p:nvPr/>
        </p:nvSpPr>
        <p:spPr>
          <a:xfrm>
            <a:off x="1" y="1064419"/>
            <a:ext cx="6783074" cy="4071938"/>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5" name="Google Shape;125;p24"/>
          <p:cNvSpPr txBox="1">
            <a:spLocks noGrp="1"/>
          </p:cNvSpPr>
          <p:nvPr>
            <p:ph type="title"/>
          </p:nvPr>
        </p:nvSpPr>
        <p:spPr>
          <a:xfrm>
            <a:off x="334800" y="1577588"/>
            <a:ext cx="3765750" cy="1923375"/>
          </a:xfrm>
          <a:prstGeom prst="rect">
            <a:avLst/>
          </a:prstGeom>
          <a:noFill/>
          <a:ln>
            <a:noFill/>
          </a:ln>
        </p:spPr>
        <p:txBody>
          <a:bodyPr spcFirstLastPara="1" wrap="square" lIns="0" tIns="0" rIns="0" bIns="0" anchor="ctr" anchorCtr="0">
            <a:noAutofit/>
          </a:bodyPr>
          <a:lstStyle>
            <a:lvl1pPr marR="0" lvl="0" algn="l">
              <a:lnSpc>
                <a:spcPct val="115000"/>
              </a:lnSpc>
              <a:spcBef>
                <a:spcPts val="0"/>
              </a:spcBef>
              <a:spcAft>
                <a:spcPts val="0"/>
              </a:spcAft>
              <a:buClr>
                <a:schemeClr val="lt1"/>
              </a:buClr>
              <a:buSzPts val="4500"/>
              <a:buNone/>
              <a:defRPr sz="3800" i="0" u="none" strike="noStrike" cap="none">
                <a:solidFill>
                  <a:schemeClr val="lt1"/>
                </a:solidFill>
              </a:defRPr>
            </a:lvl1pPr>
            <a:lvl2pPr lvl="1" algn="l">
              <a:lnSpc>
                <a:spcPct val="115000"/>
              </a:lnSpc>
              <a:spcBef>
                <a:spcPts val="0"/>
              </a:spcBef>
              <a:spcAft>
                <a:spcPts val="0"/>
              </a:spcAft>
              <a:buSzPts val="4500"/>
              <a:buFont typeface="Georgia"/>
              <a:buNone/>
              <a:defRPr sz="3800">
                <a:latin typeface="Georgia"/>
                <a:ea typeface="Georgia"/>
                <a:cs typeface="Georgia"/>
                <a:sym typeface="Georgia"/>
              </a:defRPr>
            </a:lvl2pPr>
            <a:lvl3pPr lvl="2" algn="l">
              <a:lnSpc>
                <a:spcPct val="115000"/>
              </a:lnSpc>
              <a:spcBef>
                <a:spcPts val="0"/>
              </a:spcBef>
              <a:spcAft>
                <a:spcPts val="0"/>
              </a:spcAft>
              <a:buSzPts val="4500"/>
              <a:buFont typeface="Georgia"/>
              <a:buNone/>
              <a:defRPr sz="3800">
                <a:latin typeface="Georgia"/>
                <a:ea typeface="Georgia"/>
                <a:cs typeface="Georgia"/>
                <a:sym typeface="Georgia"/>
              </a:defRPr>
            </a:lvl3pPr>
            <a:lvl4pPr lvl="3" algn="l">
              <a:lnSpc>
                <a:spcPct val="115000"/>
              </a:lnSpc>
              <a:spcBef>
                <a:spcPts val="0"/>
              </a:spcBef>
              <a:spcAft>
                <a:spcPts val="0"/>
              </a:spcAft>
              <a:buSzPts val="4500"/>
              <a:buFont typeface="Georgia"/>
              <a:buNone/>
              <a:defRPr sz="3800">
                <a:latin typeface="Georgia"/>
                <a:ea typeface="Georgia"/>
                <a:cs typeface="Georgia"/>
                <a:sym typeface="Georgia"/>
              </a:defRPr>
            </a:lvl4pPr>
            <a:lvl5pPr lvl="4" algn="l">
              <a:lnSpc>
                <a:spcPct val="115000"/>
              </a:lnSpc>
              <a:spcBef>
                <a:spcPts val="0"/>
              </a:spcBef>
              <a:spcAft>
                <a:spcPts val="0"/>
              </a:spcAft>
              <a:buSzPts val="4500"/>
              <a:buFont typeface="Georgia"/>
              <a:buNone/>
              <a:defRPr sz="3800">
                <a:latin typeface="Georgia"/>
                <a:ea typeface="Georgia"/>
                <a:cs typeface="Georgia"/>
                <a:sym typeface="Georgia"/>
              </a:defRPr>
            </a:lvl5pPr>
            <a:lvl6pPr lvl="5" algn="l">
              <a:lnSpc>
                <a:spcPct val="115000"/>
              </a:lnSpc>
              <a:spcBef>
                <a:spcPts val="0"/>
              </a:spcBef>
              <a:spcAft>
                <a:spcPts val="0"/>
              </a:spcAft>
              <a:buSzPts val="4500"/>
              <a:buFont typeface="Georgia"/>
              <a:buNone/>
              <a:defRPr sz="3800">
                <a:latin typeface="Georgia"/>
                <a:ea typeface="Georgia"/>
                <a:cs typeface="Georgia"/>
                <a:sym typeface="Georgia"/>
              </a:defRPr>
            </a:lvl6pPr>
            <a:lvl7pPr lvl="6" algn="l">
              <a:lnSpc>
                <a:spcPct val="115000"/>
              </a:lnSpc>
              <a:spcBef>
                <a:spcPts val="0"/>
              </a:spcBef>
              <a:spcAft>
                <a:spcPts val="0"/>
              </a:spcAft>
              <a:buSzPts val="4500"/>
              <a:buFont typeface="Georgia"/>
              <a:buNone/>
              <a:defRPr sz="3800">
                <a:latin typeface="Georgia"/>
                <a:ea typeface="Georgia"/>
                <a:cs typeface="Georgia"/>
                <a:sym typeface="Georgia"/>
              </a:defRPr>
            </a:lvl7pPr>
            <a:lvl8pPr lvl="7" algn="l">
              <a:lnSpc>
                <a:spcPct val="115000"/>
              </a:lnSpc>
              <a:spcBef>
                <a:spcPts val="0"/>
              </a:spcBef>
              <a:spcAft>
                <a:spcPts val="0"/>
              </a:spcAft>
              <a:buSzPts val="4500"/>
              <a:buFont typeface="Georgia"/>
              <a:buNone/>
              <a:defRPr sz="3800">
                <a:latin typeface="Georgia"/>
                <a:ea typeface="Georgia"/>
                <a:cs typeface="Georgia"/>
                <a:sym typeface="Georgia"/>
              </a:defRPr>
            </a:lvl8pPr>
            <a:lvl9pPr lvl="8" algn="l">
              <a:lnSpc>
                <a:spcPct val="115000"/>
              </a:lnSpc>
              <a:spcBef>
                <a:spcPts val="0"/>
              </a:spcBef>
              <a:spcAft>
                <a:spcPts val="0"/>
              </a:spcAft>
              <a:buSzPts val="4500"/>
              <a:buFont typeface="Georgia"/>
              <a:buNone/>
              <a:defRPr sz="3800">
                <a:latin typeface="Georgia"/>
                <a:ea typeface="Georgia"/>
                <a:cs typeface="Georgia"/>
                <a:sym typeface="Georgia"/>
              </a:defRPr>
            </a:lvl9pPr>
          </a:lstStyle>
          <a:p>
            <a:endParaRPr/>
          </a:p>
        </p:txBody>
      </p:sp>
      <p:sp>
        <p:nvSpPr>
          <p:cNvPr id="126" name="Google Shape;126;p24"/>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Quote 1 Image Full">
  <p:cSld name="Quote 1 Image Full">
    <p:bg>
      <p:bgPr>
        <a:solidFill>
          <a:srgbClr val="DEDEDE"/>
        </a:solidFill>
        <a:effectLst/>
      </p:bgPr>
    </p:bg>
    <p:spTree>
      <p:nvGrpSpPr>
        <p:cNvPr id="1" name="Shape 127"/>
        <p:cNvGrpSpPr/>
        <p:nvPr/>
      </p:nvGrpSpPr>
      <p:grpSpPr>
        <a:xfrm>
          <a:off x="0" y="0"/>
          <a:ext cx="0" cy="0"/>
          <a:chOff x="0" y="0"/>
          <a:chExt cx="0" cy="0"/>
        </a:xfrm>
      </p:grpSpPr>
      <p:sp>
        <p:nvSpPr>
          <p:cNvPr id="128" name="Google Shape;128;p25"/>
          <p:cNvSpPr txBox="1">
            <a:spLocks noGrp="1"/>
          </p:cNvSpPr>
          <p:nvPr>
            <p:ph type="body" idx="1"/>
          </p:nvPr>
        </p:nvSpPr>
        <p:spPr>
          <a:xfrm>
            <a:off x="0" y="857250"/>
            <a:ext cx="3429000" cy="3429000"/>
          </a:xfrm>
          <a:prstGeom prst="rect">
            <a:avLst/>
          </a:prstGeom>
          <a:solidFill>
            <a:schemeClr val="accent1"/>
          </a:solidFill>
          <a:ln>
            <a:noFill/>
          </a:ln>
        </p:spPr>
        <p:txBody>
          <a:bodyPr spcFirstLastPara="1" wrap="square" lIns="395000" tIns="1296000" rIns="226800" bIns="162000" anchor="t" anchorCtr="0">
            <a:noAutofit/>
          </a:bodyPr>
          <a:lstStyle>
            <a:lvl1pPr marL="457200" marR="0" lvl="0" indent="-228600" algn="l">
              <a:lnSpc>
                <a:spcPct val="90000"/>
              </a:lnSpc>
              <a:spcBef>
                <a:spcPts val="0"/>
              </a:spcBef>
              <a:spcAft>
                <a:spcPts val="0"/>
              </a:spcAft>
              <a:buClr>
                <a:schemeClr val="lt1"/>
              </a:buClr>
              <a:buSzPts val="2300"/>
              <a:buFont typeface="Arial"/>
              <a:buNone/>
              <a:defRPr sz="1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29" name="Google Shape;129;p25"/>
          <p:cNvSpPr/>
          <p:nvPr/>
        </p:nvSpPr>
        <p:spPr>
          <a:xfrm>
            <a:off x="332186" y="1217777"/>
            <a:ext cx="653652" cy="509587"/>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 name="Google Shape;130;p2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Quote 1 Image Orange">
  <p:cSld name="Quote 1 Image Orange">
    <p:bg>
      <p:bgPr>
        <a:solidFill>
          <a:srgbClr val="D04A02"/>
        </a:solidFill>
        <a:effectLst/>
      </p:bgPr>
    </p:bg>
    <p:spTree>
      <p:nvGrpSpPr>
        <p:cNvPr id="1" name="Shape 131"/>
        <p:cNvGrpSpPr/>
        <p:nvPr/>
      </p:nvGrpSpPr>
      <p:grpSpPr>
        <a:xfrm>
          <a:off x="0" y="0"/>
          <a:ext cx="0" cy="0"/>
          <a:chOff x="0" y="0"/>
          <a:chExt cx="0" cy="0"/>
        </a:xfrm>
      </p:grpSpPr>
      <p:sp>
        <p:nvSpPr>
          <p:cNvPr id="132" name="Google Shape;132;p2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3" name="Google Shape;133;p26"/>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34" name="Google Shape;134;p26"/>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 name="Google Shape;135;p2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36" name="Google Shape;136;p26"/>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1 Image">
  <p:cSld name="Quote 1 Image">
    <p:spTree>
      <p:nvGrpSpPr>
        <p:cNvPr id="1" name="Shape 137"/>
        <p:cNvGrpSpPr/>
        <p:nvPr/>
      </p:nvGrpSpPr>
      <p:grpSpPr>
        <a:xfrm>
          <a:off x="0" y="0"/>
          <a:ext cx="0" cy="0"/>
          <a:chOff x="0" y="0"/>
          <a:chExt cx="0" cy="0"/>
        </a:xfrm>
      </p:grpSpPr>
      <p:sp>
        <p:nvSpPr>
          <p:cNvPr id="138" name="Google Shape;138;p27"/>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39" name="Google Shape;139;p27"/>
          <p:cNvSpPr txBox="1">
            <a:spLocks noGrp="1"/>
          </p:cNvSpPr>
          <p:nvPr>
            <p:ph type="body" idx="1"/>
          </p:nvPr>
        </p:nvSpPr>
        <p:spPr>
          <a:xfrm>
            <a:off x="332185" y="1285875"/>
            <a:ext cx="3974625" cy="334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dk1"/>
              </a:buClr>
              <a:buSzPts val="3500"/>
              <a:buFont typeface="Arial"/>
              <a:buNone/>
              <a:defRPr sz="2900" b="0" i="0" u="none" strike="noStrike" cap="none">
                <a:solidFill>
                  <a:schemeClr val="dk1"/>
                </a:solidFill>
                <a:latin typeface="Georgia"/>
                <a:ea typeface="Georgia"/>
                <a:cs typeface="Georgia"/>
                <a:sym typeface="Georgia"/>
              </a:defRPr>
            </a:lvl1pPr>
            <a:lvl2pPr marL="914400" marR="0" lvl="1" indent="-228600" algn="l">
              <a:lnSpc>
                <a:spcPct val="100000"/>
              </a:lnSpc>
              <a:spcBef>
                <a:spcPts val="2300"/>
              </a:spcBef>
              <a:spcAft>
                <a:spcPts val="0"/>
              </a:spcAft>
              <a:buClr>
                <a:schemeClr val="dk1"/>
              </a:buClr>
              <a:buSzPts val="1400"/>
              <a:buFont typeface="Arial"/>
              <a:buNone/>
              <a:defRPr sz="1200" b="1"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140" name="Google Shape;140;p27"/>
          <p:cNvSpPr/>
          <p:nvPr/>
        </p:nvSpPr>
        <p:spPr>
          <a:xfrm>
            <a:off x="332186" y="515251"/>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000000"/>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 name="Google Shape;141;p2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2 Orange">
  <p:cSld name="Quote 2 Orange">
    <p:bg>
      <p:bgPr>
        <a:solidFill>
          <a:srgbClr val="D04A02"/>
        </a:solidFill>
        <a:effectLst/>
      </p:bgPr>
    </p:bg>
    <p:spTree>
      <p:nvGrpSpPr>
        <p:cNvPr id="1" name="Shape 142"/>
        <p:cNvGrpSpPr/>
        <p:nvPr/>
      </p:nvGrpSpPr>
      <p:grpSpPr>
        <a:xfrm>
          <a:off x="0" y="0"/>
          <a:ext cx="0" cy="0"/>
          <a:chOff x="0" y="0"/>
          <a:chExt cx="0" cy="0"/>
        </a:xfrm>
      </p:grpSpPr>
      <p:sp>
        <p:nvSpPr>
          <p:cNvPr id="143" name="Google Shape;143;p28"/>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4" name="Google Shape;144;p28"/>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 name="Google Shape;145;p2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46" name="Google Shape;146;p28"/>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2 Grey">
  <p:cSld name="Quote 2 Grey">
    <p:bg>
      <p:bgPr>
        <a:solidFill>
          <a:srgbClr val="464646"/>
        </a:solidFill>
        <a:effectLst/>
      </p:bgPr>
    </p:bg>
    <p:spTree>
      <p:nvGrpSpPr>
        <p:cNvPr id="1" name="Shape 147"/>
        <p:cNvGrpSpPr/>
        <p:nvPr/>
      </p:nvGrpSpPr>
      <p:grpSpPr>
        <a:xfrm>
          <a:off x="0" y="0"/>
          <a:ext cx="0" cy="0"/>
          <a:chOff x="0" y="0"/>
          <a:chExt cx="0" cy="0"/>
        </a:xfrm>
      </p:grpSpPr>
      <p:sp>
        <p:nvSpPr>
          <p:cNvPr id="148" name="Google Shape;148;p29"/>
          <p:cNvSpPr txBox="1">
            <a:spLocks noGrp="1"/>
          </p:cNvSpPr>
          <p:nvPr>
            <p:ph type="body" idx="1"/>
          </p:nvPr>
        </p:nvSpPr>
        <p:spPr>
          <a:xfrm>
            <a:off x="332186" y="1705927"/>
            <a:ext cx="7155188" cy="2923313"/>
          </a:xfrm>
          <a:prstGeom prst="rect">
            <a:avLst/>
          </a:prstGeom>
          <a:noFill/>
          <a:ln>
            <a:noFill/>
          </a:ln>
        </p:spPr>
        <p:txBody>
          <a:bodyPr spcFirstLastPara="1" wrap="square" lIns="0" tIns="0" rIns="0" bIns="0" anchor="t" anchorCtr="0">
            <a:noAutofit/>
          </a:bodyPr>
          <a:lstStyle>
            <a:lvl1pPr marL="457200" marR="0" lvl="0" indent="-228600" algn="l">
              <a:lnSpc>
                <a:spcPct val="85000"/>
              </a:lnSpc>
              <a:spcBef>
                <a:spcPts val="0"/>
              </a:spcBef>
              <a:spcAft>
                <a:spcPts val="0"/>
              </a:spcAft>
              <a:buClr>
                <a:schemeClr val="lt1"/>
              </a:buClr>
              <a:buSzPts val="3500"/>
              <a:buFont typeface="Arial"/>
              <a:buNone/>
              <a:defRPr sz="2900" b="0" i="0" u="none" strike="noStrike" cap="none">
                <a:solidFill>
                  <a:schemeClr val="lt1"/>
                </a:solidFill>
                <a:latin typeface="Georgia"/>
                <a:ea typeface="Georgia"/>
                <a:cs typeface="Georgia"/>
                <a:sym typeface="Georgia"/>
              </a:defRPr>
            </a:lvl1pPr>
            <a:lvl2pPr marL="914400" marR="0" lvl="1" indent="-228600" algn="l">
              <a:lnSpc>
                <a:spcPct val="100000"/>
              </a:lnSpc>
              <a:spcBef>
                <a:spcPts val="2300"/>
              </a:spcBef>
              <a:spcAft>
                <a:spcPts val="0"/>
              </a:spcAft>
              <a:buClr>
                <a:schemeClr val="lt1"/>
              </a:buClr>
              <a:buSzPts val="1400"/>
              <a:buFont typeface="Arial"/>
              <a:buNone/>
              <a:defRPr sz="1200" b="1"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149" name="Google Shape;149;p29"/>
          <p:cNvSpPr/>
          <p:nvPr/>
        </p:nvSpPr>
        <p:spPr>
          <a:xfrm>
            <a:off x="332186" y="1022219"/>
            <a:ext cx="653652" cy="509588"/>
          </a:xfrm>
          <a:custGeom>
            <a:avLst/>
            <a:gdLst/>
            <a:ahLst/>
            <a:cxnLst/>
            <a:rect l="l" t="t" r="r" b="b"/>
            <a:pathLst>
              <a:path w="1811" h="1424" extrusionOk="0">
                <a:moveTo>
                  <a:pt x="1757" y="1424"/>
                </a:moveTo>
                <a:lnTo>
                  <a:pt x="1757" y="1424"/>
                </a:lnTo>
                <a:lnTo>
                  <a:pt x="1099" y="1424"/>
                </a:lnTo>
                <a:lnTo>
                  <a:pt x="1099" y="953"/>
                </a:lnTo>
                <a:cubicBezTo>
                  <a:pt x="1099" y="761"/>
                  <a:pt x="1115" y="610"/>
                  <a:pt x="1149" y="501"/>
                </a:cubicBezTo>
                <a:cubicBezTo>
                  <a:pt x="1183" y="392"/>
                  <a:pt x="1245" y="293"/>
                  <a:pt x="1337" y="206"/>
                </a:cubicBezTo>
                <a:cubicBezTo>
                  <a:pt x="1428" y="118"/>
                  <a:pt x="1543" y="50"/>
                  <a:pt x="1682" y="0"/>
                </a:cubicBezTo>
                <a:lnTo>
                  <a:pt x="1811" y="271"/>
                </a:lnTo>
                <a:cubicBezTo>
                  <a:pt x="1680" y="315"/>
                  <a:pt x="1586" y="376"/>
                  <a:pt x="1529" y="454"/>
                </a:cubicBezTo>
                <a:cubicBezTo>
                  <a:pt x="1472" y="532"/>
                  <a:pt x="1442" y="636"/>
                  <a:pt x="1439" y="766"/>
                </a:cubicBezTo>
                <a:lnTo>
                  <a:pt x="1757" y="766"/>
                </a:lnTo>
                <a:lnTo>
                  <a:pt x="1757" y="1424"/>
                </a:lnTo>
                <a:close/>
                <a:moveTo>
                  <a:pt x="658" y="1424"/>
                </a:moveTo>
                <a:lnTo>
                  <a:pt x="658" y="1424"/>
                </a:lnTo>
                <a:lnTo>
                  <a:pt x="0" y="1424"/>
                </a:lnTo>
                <a:lnTo>
                  <a:pt x="0" y="953"/>
                </a:lnTo>
                <a:cubicBezTo>
                  <a:pt x="0" y="763"/>
                  <a:pt x="16" y="612"/>
                  <a:pt x="50" y="502"/>
                </a:cubicBezTo>
                <a:cubicBezTo>
                  <a:pt x="83" y="392"/>
                  <a:pt x="146" y="293"/>
                  <a:pt x="236" y="206"/>
                </a:cubicBezTo>
                <a:cubicBezTo>
                  <a:pt x="327" y="118"/>
                  <a:pt x="442" y="50"/>
                  <a:pt x="583" y="0"/>
                </a:cubicBezTo>
                <a:lnTo>
                  <a:pt x="712" y="271"/>
                </a:lnTo>
                <a:cubicBezTo>
                  <a:pt x="581" y="315"/>
                  <a:pt x="487" y="376"/>
                  <a:pt x="430" y="454"/>
                </a:cubicBezTo>
                <a:cubicBezTo>
                  <a:pt x="373" y="532"/>
                  <a:pt x="342" y="636"/>
                  <a:pt x="339" y="766"/>
                </a:cubicBezTo>
                <a:lnTo>
                  <a:pt x="658" y="766"/>
                </a:lnTo>
                <a:lnTo>
                  <a:pt x="658" y="1424"/>
                </a:lnTo>
                <a:close/>
              </a:path>
            </a:pathLst>
          </a:custGeom>
          <a:solidFill>
            <a:srgbClr val="FFFFFF"/>
          </a:solid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 name="Google Shape;150;p2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1" name="Google Shape;151;p29"/>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 Subtitle">
  <p:cSld name="Title and Content - Subtitle">
    <p:spTree>
      <p:nvGrpSpPr>
        <p:cNvPr id="1" name="Shape 152"/>
        <p:cNvGrpSpPr/>
        <p:nvPr/>
      </p:nvGrpSpPr>
      <p:grpSpPr>
        <a:xfrm>
          <a:off x="0" y="0"/>
          <a:ext cx="0" cy="0"/>
          <a:chOff x="0" y="0"/>
          <a:chExt cx="0" cy="0"/>
        </a:xfrm>
      </p:grpSpPr>
      <p:sp>
        <p:nvSpPr>
          <p:cNvPr id="153" name="Google Shape;153;p30"/>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54" name="Google Shape;154;p30"/>
          <p:cNvSpPr txBox="1">
            <a:spLocks noGrp="1"/>
          </p:cNvSpPr>
          <p:nvPr>
            <p:ph type="body" idx="1"/>
          </p:nvPr>
        </p:nvSpPr>
        <p:spPr>
          <a:xfrm>
            <a:off x="332185" y="1577578"/>
            <a:ext cx="5563875"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5" name="Google Shape;155;p3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156" name="Google Shape;156;p30"/>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57"/>
        <p:cNvGrpSpPr/>
        <p:nvPr/>
      </p:nvGrpSpPr>
      <p:grpSpPr>
        <a:xfrm>
          <a:off x="0" y="0"/>
          <a:ext cx="0" cy="0"/>
          <a:chOff x="0" y="0"/>
          <a:chExt cx="0" cy="0"/>
        </a:xfrm>
      </p:grpSpPr>
      <p:sp>
        <p:nvSpPr>
          <p:cNvPr id="158" name="Google Shape;158;p31"/>
          <p:cNvSpPr txBox="1">
            <a:spLocks noGrp="1"/>
          </p:cNvSpPr>
          <p:nvPr>
            <p:ph type="body" idx="1"/>
          </p:nvPr>
        </p:nvSpPr>
        <p:spPr>
          <a:xfrm>
            <a:off x="332185"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59" name="Google Shape;159;p31"/>
          <p:cNvSpPr txBox="1">
            <a:spLocks noGrp="1"/>
          </p:cNvSpPr>
          <p:nvPr>
            <p:ph type="body" idx="2"/>
          </p:nvPr>
        </p:nvSpPr>
        <p:spPr>
          <a:xfrm>
            <a:off x="4706541" y="1577578"/>
            <a:ext cx="4105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0" name="Google Shape;160;p31"/>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1" name="Google Shape;161;p3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162"/>
        <p:cNvGrpSpPr/>
        <p:nvPr/>
      </p:nvGrpSpPr>
      <p:grpSpPr>
        <a:xfrm>
          <a:off x="0" y="0"/>
          <a:ext cx="0" cy="0"/>
          <a:chOff x="0" y="0"/>
          <a:chExt cx="0" cy="0"/>
        </a:xfrm>
      </p:grpSpPr>
      <p:sp>
        <p:nvSpPr>
          <p:cNvPr id="163" name="Google Shape;163;p3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4" name="Google Shape;164;p32"/>
          <p:cNvSpPr txBox="1">
            <a:spLocks noGrp="1"/>
          </p:cNvSpPr>
          <p:nvPr>
            <p:ph type="body" idx="2"/>
          </p:nvPr>
        </p:nvSpPr>
        <p:spPr>
          <a:xfrm>
            <a:off x="3249216"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5" name="Google Shape;165;p32"/>
          <p:cNvSpPr txBox="1">
            <a:spLocks noGrp="1"/>
          </p:cNvSpPr>
          <p:nvPr>
            <p:ph type="body" idx="3"/>
          </p:nvPr>
        </p:nvSpPr>
        <p:spPr>
          <a:xfrm>
            <a:off x="6165057"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66" name="Google Shape;166;p3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67" name="Google Shape;167;p3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ontent">
  <p:cSld name="Four Content">
    <p:spTree>
      <p:nvGrpSpPr>
        <p:cNvPr id="1" name="Shape 168"/>
        <p:cNvGrpSpPr/>
        <p:nvPr/>
      </p:nvGrpSpPr>
      <p:grpSpPr>
        <a:xfrm>
          <a:off x="0" y="0"/>
          <a:ext cx="0" cy="0"/>
          <a:chOff x="0" y="0"/>
          <a:chExt cx="0" cy="0"/>
        </a:xfrm>
      </p:grpSpPr>
      <p:sp>
        <p:nvSpPr>
          <p:cNvPr id="169" name="Google Shape;169;p33"/>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0" name="Google Shape;170;p33"/>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1" name="Google Shape;171;p33"/>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2" name="Google Shape;172;p33"/>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3" name="Google Shape;173;p33"/>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74" name="Google Shape;174;p3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ive Content">
  <p:cSld name="Five Content">
    <p:spTree>
      <p:nvGrpSpPr>
        <p:cNvPr id="1" name="Shape 175"/>
        <p:cNvGrpSpPr/>
        <p:nvPr/>
      </p:nvGrpSpPr>
      <p:grpSpPr>
        <a:xfrm>
          <a:off x="0" y="0"/>
          <a:ext cx="0" cy="0"/>
          <a:chOff x="0" y="0"/>
          <a:chExt cx="0" cy="0"/>
        </a:xfrm>
      </p:grpSpPr>
      <p:sp>
        <p:nvSpPr>
          <p:cNvPr id="176" name="Google Shape;176;p34"/>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7" name="Google Shape;177;p34"/>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8" name="Google Shape;178;p34"/>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79" name="Google Shape;179;p34"/>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0" name="Google Shape;180;p34"/>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1" name="Google Shape;181;p3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2" name="Google Shape;182;p3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183"/>
        <p:cNvGrpSpPr/>
        <p:nvPr/>
      </p:nvGrpSpPr>
      <p:grpSpPr>
        <a:xfrm>
          <a:off x="0" y="0"/>
          <a:ext cx="0" cy="0"/>
          <a:chOff x="0" y="0"/>
          <a:chExt cx="0" cy="0"/>
        </a:xfrm>
      </p:grpSpPr>
      <p:sp>
        <p:nvSpPr>
          <p:cNvPr id="184" name="Google Shape;184;p35"/>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85" name="Google Shape;185;p35"/>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86" name="Google Shape;186;p35"/>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187" name="Google Shape;187;p3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and Image 1">
  <p:cSld name="Content and Image 1">
    <p:bg>
      <p:bgPr>
        <a:solidFill>
          <a:schemeClr val="accent6"/>
        </a:solidFill>
        <a:effectLst/>
      </p:bgPr>
    </p:bg>
    <p:spTree>
      <p:nvGrpSpPr>
        <p:cNvPr id="1" name="Shape 188"/>
        <p:cNvGrpSpPr/>
        <p:nvPr/>
      </p:nvGrpSpPr>
      <p:grpSpPr>
        <a:xfrm>
          <a:off x="0" y="0"/>
          <a:ext cx="0" cy="0"/>
          <a:chOff x="0" y="0"/>
          <a:chExt cx="0" cy="0"/>
        </a:xfrm>
      </p:grpSpPr>
      <p:sp>
        <p:nvSpPr>
          <p:cNvPr id="189" name="Google Shape;189;p36"/>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0" name="Google Shape;190;p36"/>
          <p:cNvSpPr txBox="1">
            <a:spLocks noGrp="1"/>
          </p:cNvSpPr>
          <p:nvPr>
            <p:ph type="body" idx="1"/>
          </p:nvPr>
        </p:nvSpPr>
        <p:spPr>
          <a:xfrm>
            <a:off x="332185" y="1577578"/>
            <a:ext cx="3988313" cy="305175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91" name="Google Shape;191;p36"/>
          <p:cNvSpPr txBox="1">
            <a:spLocks noGrp="1"/>
          </p:cNvSpPr>
          <p:nvPr>
            <p:ph type="title"/>
          </p:nvPr>
        </p:nvSpPr>
        <p:spPr>
          <a:xfrm>
            <a:off x="332185" y="324000"/>
            <a:ext cx="3988313"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Clr>
                <a:schemeClr val="lt1"/>
              </a:buClr>
              <a:buSzPts val="1300"/>
              <a:buNone/>
              <a:defRPr sz="1400">
                <a:solidFill>
                  <a:schemeClr val="lt1"/>
                </a:solidFill>
              </a:defRPr>
            </a:lvl2pPr>
            <a:lvl3pPr lvl="2" algn="l">
              <a:lnSpc>
                <a:spcPct val="100000"/>
              </a:lnSpc>
              <a:spcBef>
                <a:spcPts val="0"/>
              </a:spcBef>
              <a:spcAft>
                <a:spcPts val="0"/>
              </a:spcAft>
              <a:buClr>
                <a:schemeClr val="lt1"/>
              </a:buClr>
              <a:buSzPts val="1300"/>
              <a:buNone/>
              <a:defRPr sz="1400">
                <a:solidFill>
                  <a:schemeClr val="lt1"/>
                </a:solidFill>
              </a:defRPr>
            </a:lvl3pPr>
            <a:lvl4pPr lvl="3" algn="l">
              <a:lnSpc>
                <a:spcPct val="100000"/>
              </a:lnSpc>
              <a:spcBef>
                <a:spcPts val="0"/>
              </a:spcBef>
              <a:spcAft>
                <a:spcPts val="0"/>
              </a:spcAft>
              <a:buClr>
                <a:schemeClr val="lt1"/>
              </a:buClr>
              <a:buSzPts val="1300"/>
              <a:buNone/>
              <a:defRPr sz="1400">
                <a:solidFill>
                  <a:schemeClr val="lt1"/>
                </a:solidFill>
              </a:defRPr>
            </a:lvl4pPr>
            <a:lvl5pPr lvl="4" algn="l">
              <a:lnSpc>
                <a:spcPct val="100000"/>
              </a:lnSpc>
              <a:spcBef>
                <a:spcPts val="0"/>
              </a:spcBef>
              <a:spcAft>
                <a:spcPts val="0"/>
              </a:spcAft>
              <a:buClr>
                <a:schemeClr val="lt1"/>
              </a:buClr>
              <a:buSzPts val="1300"/>
              <a:buNone/>
              <a:defRPr sz="1400">
                <a:solidFill>
                  <a:schemeClr val="lt1"/>
                </a:solidFill>
              </a:defRPr>
            </a:lvl5pPr>
            <a:lvl6pPr lvl="5" algn="l">
              <a:lnSpc>
                <a:spcPct val="100000"/>
              </a:lnSpc>
              <a:spcBef>
                <a:spcPts val="0"/>
              </a:spcBef>
              <a:spcAft>
                <a:spcPts val="0"/>
              </a:spcAft>
              <a:buClr>
                <a:schemeClr val="lt1"/>
              </a:buClr>
              <a:buSzPts val="1300"/>
              <a:buNone/>
              <a:defRPr sz="1400">
                <a:solidFill>
                  <a:schemeClr val="lt1"/>
                </a:solidFill>
              </a:defRPr>
            </a:lvl6pPr>
            <a:lvl7pPr lvl="6" algn="l">
              <a:lnSpc>
                <a:spcPct val="100000"/>
              </a:lnSpc>
              <a:spcBef>
                <a:spcPts val="0"/>
              </a:spcBef>
              <a:spcAft>
                <a:spcPts val="0"/>
              </a:spcAft>
              <a:buClr>
                <a:schemeClr val="lt1"/>
              </a:buClr>
              <a:buSzPts val="1300"/>
              <a:buNone/>
              <a:defRPr sz="1400">
                <a:solidFill>
                  <a:schemeClr val="lt1"/>
                </a:solidFill>
              </a:defRPr>
            </a:lvl7pPr>
            <a:lvl8pPr lvl="7" algn="l">
              <a:lnSpc>
                <a:spcPct val="100000"/>
              </a:lnSpc>
              <a:spcBef>
                <a:spcPts val="0"/>
              </a:spcBef>
              <a:spcAft>
                <a:spcPts val="0"/>
              </a:spcAft>
              <a:buClr>
                <a:schemeClr val="lt1"/>
              </a:buClr>
              <a:buSzPts val="1300"/>
              <a:buNone/>
              <a:defRPr sz="1400">
                <a:solidFill>
                  <a:schemeClr val="lt1"/>
                </a:solidFill>
              </a:defRPr>
            </a:lvl8pPr>
            <a:lvl9pPr lvl="8" algn="l">
              <a:lnSpc>
                <a:spcPct val="100000"/>
              </a:lnSpc>
              <a:spcBef>
                <a:spcPts val="0"/>
              </a:spcBef>
              <a:spcAft>
                <a:spcPts val="0"/>
              </a:spcAft>
              <a:buClr>
                <a:schemeClr val="lt1"/>
              </a:buClr>
              <a:buSzPts val="1300"/>
              <a:buNone/>
              <a:defRPr sz="1400">
                <a:solidFill>
                  <a:schemeClr val="lt1"/>
                </a:solidFill>
              </a:defRPr>
            </a:lvl9pPr>
          </a:lstStyle>
          <a:p>
            <a:endParaRPr/>
          </a:p>
        </p:txBody>
      </p:sp>
      <p:sp>
        <p:nvSpPr>
          <p:cNvPr id="192" name="Google Shape;192;p36"/>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Images">
  <p:cSld name="Three Images">
    <p:spTree>
      <p:nvGrpSpPr>
        <p:cNvPr id="1" name="Shape 193"/>
        <p:cNvGrpSpPr/>
        <p:nvPr/>
      </p:nvGrpSpPr>
      <p:grpSpPr>
        <a:xfrm>
          <a:off x="0" y="0"/>
          <a:ext cx="0" cy="0"/>
          <a:chOff x="0" y="0"/>
          <a:chExt cx="0" cy="0"/>
        </a:xfrm>
      </p:grpSpPr>
      <p:sp>
        <p:nvSpPr>
          <p:cNvPr id="194" name="Google Shape;194;p37"/>
          <p:cNvSpPr/>
          <p:nvPr/>
        </p:nvSpPr>
        <p:spPr>
          <a:xfrm>
            <a:off x="332183"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5" name="Google Shape;195;p37"/>
          <p:cNvSpPr/>
          <p:nvPr/>
        </p:nvSpPr>
        <p:spPr>
          <a:xfrm>
            <a:off x="3248620"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6" name="Google Shape;196;p37"/>
          <p:cNvSpPr/>
          <p:nvPr/>
        </p:nvSpPr>
        <p:spPr>
          <a:xfrm>
            <a:off x="6165056" y="1232297"/>
            <a:ext cx="2646750" cy="2263125"/>
          </a:xfrm>
          <a:prstGeom prst="rect">
            <a:avLst/>
          </a:pr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197" name="Google Shape;197;p37"/>
          <p:cNvSpPr txBox="1">
            <a:spLocks noGrp="1"/>
          </p:cNvSpPr>
          <p:nvPr>
            <p:ph type="body" idx="1"/>
          </p:nvPr>
        </p:nvSpPr>
        <p:spPr>
          <a:xfrm>
            <a:off x="332185"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8" name="Google Shape;198;p37"/>
          <p:cNvSpPr txBox="1">
            <a:spLocks noGrp="1"/>
          </p:cNvSpPr>
          <p:nvPr>
            <p:ph type="body" idx="2"/>
          </p:nvPr>
        </p:nvSpPr>
        <p:spPr>
          <a:xfrm>
            <a:off x="3248621"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199" name="Google Shape;199;p37"/>
          <p:cNvSpPr txBox="1">
            <a:spLocks noGrp="1"/>
          </p:cNvSpPr>
          <p:nvPr>
            <p:ph type="body" idx="3"/>
          </p:nvPr>
        </p:nvSpPr>
        <p:spPr>
          <a:xfrm>
            <a:off x="6165057" y="36171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0" name="Google Shape;200;p37"/>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1" name="Google Shape;201;p3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ntent Infographic">
  <p:cSld name="Three Content Infographic">
    <p:spTree>
      <p:nvGrpSpPr>
        <p:cNvPr id="1" name="Shape 202"/>
        <p:cNvGrpSpPr/>
        <p:nvPr/>
      </p:nvGrpSpPr>
      <p:grpSpPr>
        <a:xfrm>
          <a:off x="0" y="0"/>
          <a:ext cx="0" cy="0"/>
          <a:chOff x="0" y="0"/>
          <a:chExt cx="0" cy="0"/>
        </a:xfrm>
      </p:grpSpPr>
      <p:sp>
        <p:nvSpPr>
          <p:cNvPr id="203" name="Google Shape;203;p38"/>
          <p:cNvSpPr txBox="1">
            <a:spLocks noGrp="1"/>
          </p:cNvSpPr>
          <p:nvPr>
            <p:ph type="body" idx="1"/>
          </p:nvPr>
        </p:nvSpPr>
        <p:spPr>
          <a:xfrm>
            <a:off x="332185"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4" name="Google Shape;204;p38"/>
          <p:cNvSpPr txBox="1">
            <a:spLocks noGrp="1"/>
          </p:cNvSpPr>
          <p:nvPr>
            <p:ph type="body" idx="2"/>
          </p:nvPr>
        </p:nvSpPr>
        <p:spPr>
          <a:xfrm>
            <a:off x="332185"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3"/>
              </a:buClr>
              <a:buSzPts val="7700"/>
              <a:buFont typeface="Arial"/>
              <a:buNone/>
              <a:defRPr sz="6400" b="0" i="0" u="none" strike="noStrike" cap="none">
                <a:solidFill>
                  <a:schemeClr val="accent3"/>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5" name="Google Shape;205;p38"/>
          <p:cNvSpPr txBox="1">
            <a:spLocks noGrp="1"/>
          </p:cNvSpPr>
          <p:nvPr>
            <p:ph type="body" idx="3"/>
          </p:nvPr>
        </p:nvSpPr>
        <p:spPr>
          <a:xfrm>
            <a:off x="3245643" y="1571625"/>
            <a:ext cx="2650313"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dk2"/>
              </a:buClr>
              <a:buSzPts val="7700"/>
              <a:buFont typeface="Arial"/>
              <a:buNone/>
              <a:defRPr sz="6400" b="0" i="0" u="none" strike="noStrike" cap="none">
                <a:solidFill>
                  <a:schemeClr val="dk2"/>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6" name="Google Shape;206;p38"/>
          <p:cNvSpPr txBox="1">
            <a:spLocks noGrp="1"/>
          </p:cNvSpPr>
          <p:nvPr>
            <p:ph type="body" idx="4"/>
          </p:nvPr>
        </p:nvSpPr>
        <p:spPr>
          <a:xfrm>
            <a:off x="6166928" y="1571625"/>
            <a:ext cx="2646750" cy="1000125"/>
          </a:xfrm>
          <a:prstGeom prst="rect">
            <a:avLst/>
          </a:prstGeom>
          <a:noFill/>
          <a:ln>
            <a:noFill/>
          </a:ln>
        </p:spPr>
        <p:txBody>
          <a:bodyPr spcFirstLastPara="1" wrap="square" lIns="0" tIns="0" rIns="0" bIns="0" anchor="ctr" anchorCtr="0">
            <a:noAutofit/>
          </a:bodyPr>
          <a:lstStyle>
            <a:lvl1pPr marL="457200" marR="0" lvl="0" indent="-228600" algn="l">
              <a:lnSpc>
                <a:spcPct val="100000"/>
              </a:lnSpc>
              <a:spcBef>
                <a:spcPts val="0"/>
              </a:spcBef>
              <a:spcAft>
                <a:spcPts val="0"/>
              </a:spcAft>
              <a:buClr>
                <a:schemeClr val="accent1"/>
              </a:buClr>
              <a:buSzPts val="7700"/>
              <a:buFont typeface="Arial"/>
              <a:buNone/>
              <a:defRPr sz="6400" b="0" i="0" u="none" strike="noStrike" cap="none">
                <a:solidFill>
                  <a:schemeClr val="accent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07" name="Google Shape;207;p38"/>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08" name="Google Shape;208;p3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09" name="Google Shape;209;p38"/>
          <p:cNvSpPr txBox="1">
            <a:spLocks noGrp="1"/>
          </p:cNvSpPr>
          <p:nvPr>
            <p:ph type="body" idx="5"/>
          </p:nvPr>
        </p:nvSpPr>
        <p:spPr>
          <a:xfrm>
            <a:off x="3245644" y="2699657"/>
            <a:ext cx="2650313"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0" name="Google Shape;210;p38"/>
          <p:cNvSpPr txBox="1">
            <a:spLocks noGrp="1"/>
          </p:cNvSpPr>
          <p:nvPr>
            <p:ph type="body" idx="6"/>
          </p:nvPr>
        </p:nvSpPr>
        <p:spPr>
          <a:xfrm>
            <a:off x="6166928" y="2699657"/>
            <a:ext cx="2646750" cy="1933500"/>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nfographic and Chart">
  <p:cSld name="Infographic and Chart">
    <p:spTree>
      <p:nvGrpSpPr>
        <p:cNvPr id="1" name="Shape 211"/>
        <p:cNvGrpSpPr/>
        <p:nvPr/>
      </p:nvGrpSpPr>
      <p:grpSpPr>
        <a:xfrm>
          <a:off x="0" y="0"/>
          <a:ext cx="0" cy="0"/>
          <a:chOff x="0" y="0"/>
          <a:chExt cx="0" cy="0"/>
        </a:xfrm>
      </p:grpSpPr>
      <p:sp>
        <p:nvSpPr>
          <p:cNvPr id="212" name="Google Shape;212;p39"/>
          <p:cNvSpPr/>
          <p:nvPr/>
        </p:nvSpPr>
        <p:spPr>
          <a:xfrm>
            <a:off x="0" y="1577578"/>
            <a:ext cx="2979000" cy="3051562"/>
          </a:xfrm>
          <a:prstGeom prst="rect">
            <a:avLst/>
          </a:prstGeom>
          <a:solidFill>
            <a:srgbClr val="D04A02"/>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13" name="Google Shape;213;p39"/>
          <p:cNvSpPr txBox="1">
            <a:spLocks noGrp="1"/>
          </p:cNvSpPr>
          <p:nvPr>
            <p:ph type="body" idx="1"/>
          </p:nvPr>
        </p:nvSpPr>
        <p:spPr>
          <a:xfrm>
            <a:off x="270277" y="1577340"/>
            <a:ext cx="2709000" cy="1302938"/>
          </a:xfrm>
          <a:prstGeom prst="rect">
            <a:avLst/>
          </a:prstGeom>
          <a:noFill/>
          <a:ln>
            <a:noFill/>
          </a:ln>
        </p:spPr>
        <p:txBody>
          <a:bodyPr spcFirstLastPara="1" wrap="square" lIns="0" tIns="0" rIns="0" bIns="0" anchor="t" anchorCtr="0">
            <a:noAutofit/>
          </a:bodyPr>
          <a:lstStyle>
            <a:lvl1pPr marL="457200" marR="0" lvl="0" indent="-228600" algn="l">
              <a:lnSpc>
                <a:spcPct val="80000"/>
              </a:lnSpc>
              <a:spcBef>
                <a:spcPts val="0"/>
              </a:spcBef>
              <a:spcAft>
                <a:spcPts val="0"/>
              </a:spcAft>
              <a:buClr>
                <a:schemeClr val="lt1"/>
              </a:buClr>
              <a:buSzPts val="12200"/>
              <a:buFont typeface="Arial"/>
              <a:buNone/>
              <a:defRPr sz="10200" b="1" i="0" u="none" strike="noStrike" cap="none">
                <a:solidFill>
                  <a:schemeClr val="lt1"/>
                </a:solidFill>
                <a:latin typeface="Arial"/>
                <a:ea typeface="Arial"/>
                <a:cs typeface="Arial"/>
                <a:sym typeface="Arial"/>
              </a:defRPr>
            </a:lvl1pPr>
            <a:lvl2pPr marL="914400" marR="0" lvl="1"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14" name="Google Shape;214;p39"/>
          <p:cNvSpPr txBox="1">
            <a:spLocks noGrp="1"/>
          </p:cNvSpPr>
          <p:nvPr>
            <p:ph type="body" idx="2"/>
          </p:nvPr>
        </p:nvSpPr>
        <p:spPr>
          <a:xfrm>
            <a:off x="332186" y="2948940"/>
            <a:ext cx="2496750" cy="1546312"/>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L="914400" marR="0" lvl="1"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15" name="Google Shape;215;p39"/>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16" name="Google Shape;216;p3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One Column Content Dark">
  <p:cSld name="One Column Content Dark">
    <p:bg>
      <p:bgPr>
        <a:solidFill>
          <a:srgbClr val="464646"/>
        </a:solidFill>
        <a:effectLst/>
      </p:bgPr>
    </p:bg>
    <p:spTree>
      <p:nvGrpSpPr>
        <p:cNvPr id="1" name="Shape 217"/>
        <p:cNvGrpSpPr/>
        <p:nvPr/>
      </p:nvGrpSpPr>
      <p:grpSpPr>
        <a:xfrm>
          <a:off x="0" y="0"/>
          <a:ext cx="0" cy="0"/>
          <a:chOff x="0" y="0"/>
          <a:chExt cx="0" cy="0"/>
        </a:xfrm>
      </p:grpSpPr>
      <p:sp>
        <p:nvSpPr>
          <p:cNvPr id="218" name="Google Shape;218;p40"/>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19" name="Google Shape;219;p40"/>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0" name="Google Shape;220;p4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1" name="Google Shape;221;p40"/>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and Chart Dark">
  <p:cSld name="Title and Chart Dark">
    <p:bg>
      <p:bgPr>
        <a:solidFill>
          <a:srgbClr val="464646"/>
        </a:solidFill>
        <a:effectLst/>
      </p:bgPr>
    </p:bg>
    <p:spTree>
      <p:nvGrpSpPr>
        <p:cNvPr id="1" name="Shape 222"/>
        <p:cNvGrpSpPr/>
        <p:nvPr/>
      </p:nvGrpSpPr>
      <p:grpSpPr>
        <a:xfrm>
          <a:off x="0" y="0"/>
          <a:ext cx="0" cy="0"/>
          <a:chOff x="0" y="0"/>
          <a:chExt cx="0" cy="0"/>
        </a:xfrm>
      </p:grpSpPr>
      <p:sp>
        <p:nvSpPr>
          <p:cNvPr id="223" name="Google Shape;223;p41"/>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4" name="Google Shape;224;p4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25" name="Google Shape;225;p41"/>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Chart">
  <p:cSld name="One Column Chart">
    <p:spTree>
      <p:nvGrpSpPr>
        <p:cNvPr id="1" name="Shape 226"/>
        <p:cNvGrpSpPr/>
        <p:nvPr/>
      </p:nvGrpSpPr>
      <p:grpSpPr>
        <a:xfrm>
          <a:off x="0" y="0"/>
          <a:ext cx="0" cy="0"/>
          <a:chOff x="0" y="0"/>
          <a:chExt cx="0" cy="0"/>
        </a:xfrm>
      </p:grpSpPr>
      <p:sp>
        <p:nvSpPr>
          <p:cNvPr id="227" name="Google Shape;227;p42"/>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28" name="Google Shape;228;p42"/>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29" name="Google Shape;229;p4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One Column Chart Dark">
  <p:cSld name="One Column Chart Dark">
    <p:bg>
      <p:bgPr>
        <a:solidFill>
          <a:srgbClr val="464646"/>
        </a:solidFill>
        <a:effectLst/>
      </p:bgPr>
    </p:bg>
    <p:spTree>
      <p:nvGrpSpPr>
        <p:cNvPr id="1" name="Shape 230"/>
        <p:cNvGrpSpPr/>
        <p:nvPr/>
      </p:nvGrpSpPr>
      <p:grpSpPr>
        <a:xfrm>
          <a:off x="0" y="0"/>
          <a:ext cx="0" cy="0"/>
          <a:chOff x="0" y="0"/>
          <a:chExt cx="0" cy="0"/>
        </a:xfrm>
      </p:grpSpPr>
      <p:sp>
        <p:nvSpPr>
          <p:cNvPr id="231" name="Google Shape;231;p43"/>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1pPr>
            <a:lvl2pPr marL="914400" marR="0" lvl="1"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2pPr>
            <a:lvl3pPr marL="1371600" marR="0" lvl="2"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3pPr>
            <a:lvl4pPr marL="1828800" marR="0" lvl="3"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4pPr>
            <a:lvl5pPr marL="2286000" marR="0" lvl="4"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5pPr>
            <a:lvl6pPr marL="2743200" marR="0" lvl="5"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6pPr>
            <a:lvl7pPr marL="3200400" marR="0" lvl="6"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7pPr>
            <a:lvl8pPr marL="3657600" marR="0" lvl="7" indent="-317500" algn="l">
              <a:lnSpc>
                <a:spcPct val="100000"/>
              </a:lnSpc>
              <a:spcBef>
                <a:spcPts val="400"/>
              </a:spcBef>
              <a:spcAft>
                <a:spcPts val="0"/>
              </a:spcAft>
              <a:buClr>
                <a:schemeClr val="lt1"/>
              </a:buClr>
              <a:buSzPts val="1400"/>
              <a:buFont typeface="Arial"/>
              <a:buChar char="–"/>
              <a:defRPr sz="1200" b="0" i="0" u="none" strike="noStrike" cap="none">
                <a:solidFill>
                  <a:schemeClr val="lt1"/>
                </a:solidFill>
                <a:latin typeface="Arial"/>
                <a:ea typeface="Arial"/>
                <a:cs typeface="Arial"/>
                <a:sym typeface="Arial"/>
              </a:defRPr>
            </a:lvl8pPr>
            <a:lvl9pPr marL="4114800" marR="0" lvl="8" indent="-317500" algn="l">
              <a:lnSpc>
                <a:spcPct val="100000"/>
              </a:lnSpc>
              <a:spcBef>
                <a:spcPts val="400"/>
              </a:spcBef>
              <a:spcAft>
                <a:spcPts val="400"/>
              </a:spcAft>
              <a:buClr>
                <a:schemeClr val="lt1"/>
              </a:buClr>
              <a:buSzPts val="14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232" name="Google Shape;232;p4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2900"/>
              <a:buFont typeface="Georgia"/>
              <a:buNone/>
              <a:defRPr sz="24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33" name="Google Shape;233;p4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34" name="Google Shape;234;p43"/>
          <p:cNvSpPr txBox="1"/>
          <p:nvPr/>
        </p:nvSpPr>
        <p:spPr>
          <a:xfrm>
            <a:off x="332185" y="4869180"/>
            <a:ext cx="410531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Text Boxes for Icons">
  <p:cSld name="Four Text Boxes for Icons">
    <p:spTree>
      <p:nvGrpSpPr>
        <p:cNvPr id="1" name="Shape 235"/>
        <p:cNvGrpSpPr/>
        <p:nvPr/>
      </p:nvGrpSpPr>
      <p:grpSpPr>
        <a:xfrm>
          <a:off x="0" y="0"/>
          <a:ext cx="0" cy="0"/>
          <a:chOff x="0" y="0"/>
          <a:chExt cx="0" cy="0"/>
        </a:xfrm>
      </p:grpSpPr>
      <p:sp>
        <p:nvSpPr>
          <p:cNvPr id="236" name="Google Shape;236;p44"/>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7" name="Google Shape;237;p44"/>
          <p:cNvSpPr txBox="1">
            <a:spLocks noGrp="1"/>
          </p:cNvSpPr>
          <p:nvPr>
            <p:ph type="body" idx="2"/>
          </p:nvPr>
        </p:nvSpPr>
        <p:spPr>
          <a:xfrm>
            <a:off x="2519728"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8" name="Google Shape;238;p44"/>
          <p:cNvSpPr txBox="1">
            <a:spLocks noGrp="1"/>
          </p:cNvSpPr>
          <p:nvPr>
            <p:ph type="body" idx="3"/>
          </p:nvPr>
        </p:nvSpPr>
        <p:spPr>
          <a:xfrm>
            <a:off x="470727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39" name="Google Shape;239;p44"/>
          <p:cNvSpPr txBox="1">
            <a:spLocks noGrp="1"/>
          </p:cNvSpPr>
          <p:nvPr>
            <p:ph type="body" idx="4"/>
          </p:nvPr>
        </p:nvSpPr>
        <p:spPr>
          <a:xfrm>
            <a:off x="689481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40" name="Google Shape;240;p44"/>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41" name="Google Shape;241;p4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Team Images">
  <p:cSld name="Four Team Images">
    <p:spTree>
      <p:nvGrpSpPr>
        <p:cNvPr id="1" name="Shape 242"/>
        <p:cNvGrpSpPr/>
        <p:nvPr/>
      </p:nvGrpSpPr>
      <p:grpSpPr>
        <a:xfrm>
          <a:off x="0" y="0"/>
          <a:ext cx="0" cy="0"/>
          <a:chOff x="0" y="0"/>
          <a:chExt cx="0" cy="0"/>
        </a:xfrm>
      </p:grpSpPr>
      <p:sp>
        <p:nvSpPr>
          <p:cNvPr id="243" name="Google Shape;243;p45"/>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4" name="Google Shape;244;p45"/>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5" name="Google Shape;245;p45"/>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6" name="Google Shape;246;p45"/>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47" name="Google Shape;247;p45"/>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8" name="Google Shape;248;p45"/>
          <p:cNvSpPr txBox="1">
            <a:spLocks noGrp="1"/>
          </p:cNvSpPr>
          <p:nvPr>
            <p:ph type="body" idx="2"/>
          </p:nvPr>
        </p:nvSpPr>
        <p:spPr>
          <a:xfrm>
            <a:off x="251972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49" name="Google Shape;249;p45"/>
          <p:cNvSpPr txBox="1">
            <a:spLocks noGrp="1"/>
          </p:cNvSpPr>
          <p:nvPr>
            <p:ph type="body" idx="3"/>
          </p:nvPr>
        </p:nvSpPr>
        <p:spPr>
          <a:xfrm>
            <a:off x="4707272"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0" name="Google Shape;250;p45"/>
          <p:cNvSpPr txBox="1">
            <a:spLocks noGrp="1"/>
          </p:cNvSpPr>
          <p:nvPr>
            <p:ph type="body" idx="4"/>
          </p:nvPr>
        </p:nvSpPr>
        <p:spPr>
          <a:xfrm>
            <a:off x="689481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251" name="Google Shape;251;p45"/>
          <p:cNvSpPr txBox="1">
            <a:spLocks noGrp="1"/>
          </p:cNvSpPr>
          <p:nvPr>
            <p:ph type="title"/>
          </p:nvPr>
        </p:nvSpPr>
        <p:spPr>
          <a:xfrm>
            <a:off x="332185" y="324000"/>
            <a:ext cx="8479687" cy="1040437"/>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52" name="Google Shape;252;p4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Thank You Light">
  <p:cSld name="Thank You Light">
    <p:bg>
      <p:bgPr>
        <a:solidFill>
          <a:schemeClr val="lt2"/>
        </a:solidFill>
        <a:effectLst/>
      </p:bgPr>
    </p:bg>
    <p:spTree>
      <p:nvGrpSpPr>
        <p:cNvPr id="1" name="Shape 253"/>
        <p:cNvGrpSpPr/>
        <p:nvPr/>
      </p:nvGrpSpPr>
      <p:grpSpPr>
        <a:xfrm>
          <a:off x="0" y="0"/>
          <a:ext cx="0" cy="0"/>
          <a:chOff x="0" y="0"/>
          <a:chExt cx="0" cy="0"/>
        </a:xfrm>
      </p:grpSpPr>
      <p:sp>
        <p:nvSpPr>
          <p:cNvPr id="254" name="Google Shape;254;p46"/>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 name="Google Shape;255;p46"/>
          <p:cNvSpPr/>
          <p:nvPr/>
        </p:nvSpPr>
        <p:spPr>
          <a:xfrm>
            <a:off x="0" y="0"/>
            <a:ext cx="6685577" cy="51435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lt1"/>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6" name="Google Shape;256;p46"/>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257" name="Google Shape;257;p46"/>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258" name="Google Shape;258;p46"/>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
        <p:nvSpPr>
          <p:cNvPr id="259" name="Google Shape;259;p46"/>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Title Slide Logo Shape Rose">
  <p:cSld name="Title Slide Logo Shape Rose">
    <p:spTree>
      <p:nvGrpSpPr>
        <p:cNvPr id="1" name="Shape 260"/>
        <p:cNvGrpSpPr/>
        <p:nvPr/>
      </p:nvGrpSpPr>
      <p:grpSpPr>
        <a:xfrm>
          <a:off x="0" y="0"/>
          <a:ext cx="0" cy="0"/>
          <a:chOff x="0" y="0"/>
          <a:chExt cx="0" cy="0"/>
        </a:xfrm>
      </p:grpSpPr>
      <p:grpSp>
        <p:nvGrpSpPr>
          <p:cNvPr id="261" name="Google Shape;261;p47"/>
          <p:cNvGrpSpPr/>
          <p:nvPr/>
        </p:nvGrpSpPr>
        <p:grpSpPr>
          <a:xfrm>
            <a:off x="0" y="0"/>
            <a:ext cx="6685577" cy="5143501"/>
            <a:chOff x="0" y="0"/>
            <a:chExt cx="8914102" cy="6858001"/>
          </a:xfrm>
        </p:grpSpPr>
        <p:sp>
          <p:nvSpPr>
            <p:cNvPr id="262" name="Google Shape;262;p47"/>
            <p:cNvSpPr/>
            <p:nvPr/>
          </p:nvSpPr>
          <p:spPr>
            <a:xfrm>
              <a:off x="0" y="0"/>
              <a:ext cx="8914102" cy="6858001"/>
            </a:xfrm>
            <a:custGeom>
              <a:avLst/>
              <a:gdLst/>
              <a:ahLst/>
              <a:cxnLst/>
              <a:rect l="l" t="t" r="r" b="b"/>
              <a:pathLst>
                <a:path w="8914102" h="6858001" extrusionOk="0">
                  <a:moveTo>
                    <a:pt x="1260764" y="0"/>
                  </a:moveTo>
                  <a:lnTo>
                    <a:pt x="5169189" y="0"/>
                  </a:lnTo>
                  <a:lnTo>
                    <a:pt x="5169189" y="765175"/>
                  </a:lnTo>
                  <a:lnTo>
                    <a:pt x="5937540" y="765175"/>
                  </a:lnTo>
                  <a:lnTo>
                    <a:pt x="5937540" y="1957388"/>
                  </a:lnTo>
                  <a:lnTo>
                    <a:pt x="7920327" y="1957388"/>
                  </a:lnTo>
                  <a:lnTo>
                    <a:pt x="7920327" y="4899025"/>
                  </a:lnTo>
                  <a:lnTo>
                    <a:pt x="8914102" y="4899025"/>
                  </a:lnTo>
                  <a:lnTo>
                    <a:pt x="8914102" y="6858000"/>
                  </a:lnTo>
                  <a:lnTo>
                    <a:pt x="7920327" y="6858000"/>
                  </a:lnTo>
                  <a:lnTo>
                    <a:pt x="5937540" y="6858000"/>
                  </a:lnTo>
                  <a:lnTo>
                    <a:pt x="5169189" y="6858000"/>
                  </a:lnTo>
                  <a:lnTo>
                    <a:pt x="3705515" y="6858000"/>
                  </a:lnTo>
                  <a:lnTo>
                    <a:pt x="1260764" y="6858000"/>
                  </a:lnTo>
                  <a:lnTo>
                    <a:pt x="1260764" y="6858001"/>
                  </a:lnTo>
                  <a:lnTo>
                    <a:pt x="0" y="6858001"/>
                  </a:lnTo>
                  <a:lnTo>
                    <a:pt x="0" y="1"/>
                  </a:lnTo>
                  <a:lnTo>
                    <a:pt x="1260764" y="1"/>
                  </a:lnTo>
                  <a:close/>
                </a:path>
              </a:pathLst>
            </a:custGeom>
            <a:solidFill>
              <a:schemeClr val="accent1"/>
            </a:solidFill>
            <a:ln>
              <a:noFill/>
            </a:ln>
          </p:spPr>
          <p:txBody>
            <a:bodyPr spcFirstLastPara="1" wrap="square" lIns="82275" tIns="41150" rIns="82275" bIns="41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263" name="Google Shape;263;p47"/>
            <p:cNvPicPr preferRelativeResize="0"/>
            <p:nvPr/>
          </p:nvPicPr>
          <p:blipFill rotWithShape="1">
            <a:blip r:embed="rId2">
              <a:alphaModFix/>
            </a:blip>
            <a:srcRect/>
            <a:stretch/>
          </p:blipFill>
          <p:spPr>
            <a:xfrm>
              <a:off x="185139" y="5330952"/>
              <a:ext cx="1636775" cy="1351183"/>
            </a:xfrm>
            <a:prstGeom prst="rect">
              <a:avLst/>
            </a:prstGeom>
            <a:noFill/>
            <a:ln>
              <a:noFill/>
            </a:ln>
          </p:spPr>
        </p:pic>
      </p:grpSp>
      <p:sp>
        <p:nvSpPr>
          <p:cNvPr id="264" name="Google Shape;264;p47"/>
          <p:cNvSpPr txBox="1">
            <a:spLocks noGrp="1"/>
          </p:cNvSpPr>
          <p:nvPr>
            <p:ph type="ctrTitle"/>
          </p:nvPr>
        </p:nvSpPr>
        <p:spPr>
          <a:xfrm>
            <a:off x="332185" y="756889"/>
            <a:ext cx="3944063" cy="181481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Clr>
                <a:schemeClr val="lt1"/>
              </a:buClr>
              <a:buSzPts val="4500"/>
              <a:buFont typeface="Georgia"/>
              <a:buNone/>
              <a:defRPr sz="3800" b="0" i="0" u="none" strike="noStrike" cap="none">
                <a:solidFill>
                  <a:schemeClr val="lt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65" name="Google Shape;265;p47"/>
          <p:cNvSpPr txBox="1">
            <a:spLocks noGrp="1"/>
          </p:cNvSpPr>
          <p:nvPr>
            <p:ph type="subTitle" idx="1"/>
          </p:nvPr>
        </p:nvSpPr>
        <p:spPr>
          <a:xfrm>
            <a:off x="332185" y="2811780"/>
            <a:ext cx="3944063" cy="445688"/>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2pPr>
            <a:lvl3pPr marR="0" lvl="2"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3pPr>
            <a:lvl4pPr marR="0" lvl="3"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4pPr>
            <a:lvl5pPr marR="0" lvl="4"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5pPr>
            <a:lvl6pPr marR="0" lvl="5"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6pPr>
            <a:lvl7pPr marR="0" lvl="6"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7pPr>
            <a:lvl8pPr marR="0" lvl="7"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8pPr>
            <a:lvl9pPr marR="0" lvl="8" algn="l">
              <a:lnSpc>
                <a:spcPct val="100000"/>
              </a:lnSpc>
              <a:spcBef>
                <a:spcPts val="0"/>
              </a:spcBef>
              <a:spcAft>
                <a:spcPts val="0"/>
              </a:spcAft>
              <a:buClr>
                <a:schemeClr val="lt1"/>
              </a:buClr>
              <a:buSzPts val="1400"/>
              <a:buFont typeface="Arial"/>
              <a:buNone/>
              <a:defRPr sz="1200" b="0" i="0" u="none" strike="noStrike" cap="none">
                <a:solidFill>
                  <a:schemeClr val="lt1"/>
                </a:solidFill>
                <a:latin typeface="Arial"/>
                <a:ea typeface="Arial"/>
                <a:cs typeface="Arial"/>
                <a:sym typeface="Arial"/>
              </a:defRPr>
            </a:lvl9pPr>
          </a:lstStyle>
          <a:p>
            <a:endParaRPr/>
          </a:p>
        </p:txBody>
      </p:sp>
      <p:sp>
        <p:nvSpPr>
          <p:cNvPr id="266" name="Google Shape;266;p4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267"/>
        <p:cNvGrpSpPr/>
        <p:nvPr/>
      </p:nvGrpSpPr>
      <p:grpSpPr>
        <a:xfrm>
          <a:off x="0" y="0"/>
          <a:ext cx="0" cy="0"/>
          <a:chOff x="0" y="0"/>
          <a:chExt cx="0" cy="0"/>
        </a:xfrm>
      </p:grpSpPr>
      <p:sp>
        <p:nvSpPr>
          <p:cNvPr id="268" name="Google Shape;268;p48"/>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69" name="Google Shape;269;p48"/>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0" name="Google Shape;270;p48"/>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1" name="Google Shape;271;p48"/>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Content - Subtitle">
  <p:cSld name="One Column Content - Subtitle">
    <p:spTree>
      <p:nvGrpSpPr>
        <p:cNvPr id="1" name="Shape 272"/>
        <p:cNvGrpSpPr/>
        <p:nvPr/>
      </p:nvGrpSpPr>
      <p:grpSpPr>
        <a:xfrm>
          <a:off x="0" y="0"/>
          <a:ext cx="0" cy="0"/>
          <a:chOff x="0" y="0"/>
          <a:chExt cx="0" cy="0"/>
        </a:xfrm>
      </p:grpSpPr>
      <p:sp>
        <p:nvSpPr>
          <p:cNvPr id="273" name="Google Shape;273;p49"/>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74" name="Google Shape;274;p49"/>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75" name="Google Shape;275;p49"/>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76" name="Google Shape;276;p49"/>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and Image - Subtitle">
  <p:cSld name="Content and Image - Subtitle">
    <p:spTree>
      <p:nvGrpSpPr>
        <p:cNvPr id="1" name="Shape 277"/>
        <p:cNvGrpSpPr/>
        <p:nvPr/>
      </p:nvGrpSpPr>
      <p:grpSpPr>
        <a:xfrm>
          <a:off x="0" y="0"/>
          <a:ext cx="0" cy="0"/>
          <a:chOff x="0" y="0"/>
          <a:chExt cx="0" cy="0"/>
        </a:xfrm>
      </p:grpSpPr>
      <p:sp>
        <p:nvSpPr>
          <p:cNvPr id="278" name="Google Shape;278;p50"/>
          <p:cNvSpPr/>
          <p:nvPr/>
        </p:nvSpPr>
        <p:spPr>
          <a:xfrm>
            <a:off x="4572000" y="0"/>
            <a:ext cx="4572000" cy="5143500"/>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279" name="Google Shape;279;p50"/>
          <p:cNvSpPr txBox="1">
            <a:spLocks noGrp="1"/>
          </p:cNvSpPr>
          <p:nvPr>
            <p:ph type="body" idx="1"/>
          </p:nvPr>
        </p:nvSpPr>
        <p:spPr>
          <a:xfrm>
            <a:off x="332185" y="1577578"/>
            <a:ext cx="398831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0" name="Google Shape;280;p50"/>
          <p:cNvSpPr txBox="1">
            <a:spLocks noGrp="1"/>
          </p:cNvSpPr>
          <p:nvPr>
            <p:ph type="title"/>
          </p:nvPr>
        </p:nvSpPr>
        <p:spPr>
          <a:xfrm>
            <a:off x="332185" y="322886"/>
            <a:ext cx="3988313"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1" name="Google Shape;281;p50"/>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2" name="Google Shape;282;p50"/>
          <p:cNvSpPr txBox="1">
            <a:spLocks noGrp="1"/>
          </p:cNvSpPr>
          <p:nvPr>
            <p:ph type="subTitle" idx="2"/>
          </p:nvPr>
        </p:nvSpPr>
        <p:spPr>
          <a:xfrm>
            <a:off x="332184" y="700075"/>
            <a:ext cx="3988313"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ree Content - Subtitle">
  <p:cSld name="Three Content - Subtitle">
    <p:spTree>
      <p:nvGrpSpPr>
        <p:cNvPr id="1" name="Shape 283"/>
        <p:cNvGrpSpPr/>
        <p:nvPr/>
      </p:nvGrpSpPr>
      <p:grpSpPr>
        <a:xfrm>
          <a:off x="0" y="0"/>
          <a:ext cx="0" cy="0"/>
          <a:chOff x="0" y="0"/>
          <a:chExt cx="0" cy="0"/>
        </a:xfrm>
      </p:grpSpPr>
      <p:sp>
        <p:nvSpPr>
          <p:cNvPr id="284" name="Google Shape;284;p51"/>
          <p:cNvSpPr txBox="1">
            <a:spLocks noGrp="1"/>
          </p:cNvSpPr>
          <p:nvPr>
            <p:ph type="body" idx="1"/>
          </p:nvPr>
        </p:nvSpPr>
        <p:spPr>
          <a:xfrm>
            <a:off x="332185"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5" name="Google Shape;285;p51"/>
          <p:cNvSpPr txBox="1">
            <a:spLocks noGrp="1"/>
          </p:cNvSpPr>
          <p:nvPr>
            <p:ph type="body" idx="2"/>
          </p:nvPr>
        </p:nvSpPr>
        <p:spPr>
          <a:xfrm>
            <a:off x="3249216"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6" name="Google Shape;286;p51"/>
          <p:cNvSpPr txBox="1">
            <a:spLocks noGrp="1"/>
          </p:cNvSpPr>
          <p:nvPr>
            <p:ph type="body" idx="3"/>
          </p:nvPr>
        </p:nvSpPr>
        <p:spPr>
          <a:xfrm>
            <a:off x="6165057" y="1577579"/>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87" name="Google Shape;287;p51"/>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88" name="Google Shape;288;p51"/>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89" name="Google Shape;289;p51"/>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Four Content - Subtitle">
  <p:cSld name="Four Content - Subtitle">
    <p:spTree>
      <p:nvGrpSpPr>
        <p:cNvPr id="1" name="Shape 290"/>
        <p:cNvGrpSpPr/>
        <p:nvPr/>
      </p:nvGrpSpPr>
      <p:grpSpPr>
        <a:xfrm>
          <a:off x="0" y="0"/>
          <a:ext cx="0" cy="0"/>
          <a:chOff x="0" y="0"/>
          <a:chExt cx="0" cy="0"/>
        </a:xfrm>
      </p:grpSpPr>
      <p:sp>
        <p:nvSpPr>
          <p:cNvPr id="291" name="Google Shape;291;p52"/>
          <p:cNvSpPr txBox="1">
            <a:spLocks noGrp="1"/>
          </p:cNvSpPr>
          <p:nvPr>
            <p:ph type="body" idx="1"/>
          </p:nvPr>
        </p:nvSpPr>
        <p:spPr>
          <a:xfrm>
            <a:off x="332185"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2" name="Google Shape;292;p52"/>
          <p:cNvSpPr txBox="1">
            <a:spLocks noGrp="1"/>
          </p:cNvSpPr>
          <p:nvPr>
            <p:ph type="body" idx="2"/>
          </p:nvPr>
        </p:nvSpPr>
        <p:spPr>
          <a:xfrm>
            <a:off x="2520460"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3" name="Google Shape;293;p52"/>
          <p:cNvSpPr txBox="1">
            <a:spLocks noGrp="1"/>
          </p:cNvSpPr>
          <p:nvPr>
            <p:ph type="body" idx="3"/>
          </p:nvPr>
        </p:nvSpPr>
        <p:spPr>
          <a:xfrm>
            <a:off x="4706541"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4" name="Google Shape;294;p52"/>
          <p:cNvSpPr txBox="1">
            <a:spLocks noGrp="1"/>
          </p:cNvSpPr>
          <p:nvPr>
            <p:ph type="body" idx="4"/>
          </p:nvPr>
        </p:nvSpPr>
        <p:spPr>
          <a:xfrm>
            <a:off x="6892622" y="1577578"/>
            <a:ext cx="191700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295" name="Google Shape;295;p52"/>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296" name="Google Shape;296;p52"/>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297" name="Google Shape;297;p52"/>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ive Content - Subtitle">
  <p:cSld name="Five Content - Subtitle">
    <p:spTree>
      <p:nvGrpSpPr>
        <p:cNvPr id="1" name="Shape 298"/>
        <p:cNvGrpSpPr/>
        <p:nvPr/>
      </p:nvGrpSpPr>
      <p:grpSpPr>
        <a:xfrm>
          <a:off x="0" y="0"/>
          <a:ext cx="0" cy="0"/>
          <a:chOff x="0" y="0"/>
          <a:chExt cx="0" cy="0"/>
        </a:xfrm>
      </p:grpSpPr>
      <p:sp>
        <p:nvSpPr>
          <p:cNvPr id="299" name="Google Shape;299;p53"/>
          <p:cNvSpPr txBox="1">
            <a:spLocks noGrp="1"/>
          </p:cNvSpPr>
          <p:nvPr>
            <p:ph type="body" idx="1"/>
          </p:nvPr>
        </p:nvSpPr>
        <p:spPr>
          <a:xfrm>
            <a:off x="332185"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0" name="Google Shape;300;p53"/>
          <p:cNvSpPr txBox="1">
            <a:spLocks noGrp="1"/>
          </p:cNvSpPr>
          <p:nvPr>
            <p:ph type="body" idx="2"/>
          </p:nvPr>
        </p:nvSpPr>
        <p:spPr>
          <a:xfrm>
            <a:off x="2082784"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1" name="Google Shape;301;p53"/>
          <p:cNvSpPr txBox="1">
            <a:spLocks noGrp="1"/>
          </p:cNvSpPr>
          <p:nvPr>
            <p:ph type="body" idx="3"/>
          </p:nvPr>
        </p:nvSpPr>
        <p:spPr>
          <a:xfrm>
            <a:off x="3833383"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2" name="Google Shape;302;p53"/>
          <p:cNvSpPr txBox="1">
            <a:spLocks noGrp="1"/>
          </p:cNvSpPr>
          <p:nvPr>
            <p:ph type="body" idx="4"/>
          </p:nvPr>
        </p:nvSpPr>
        <p:spPr>
          <a:xfrm>
            <a:off x="55839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3" name="Google Shape;303;p53"/>
          <p:cNvSpPr txBox="1">
            <a:spLocks noGrp="1"/>
          </p:cNvSpPr>
          <p:nvPr>
            <p:ph type="body" idx="5"/>
          </p:nvPr>
        </p:nvSpPr>
        <p:spPr>
          <a:xfrm>
            <a:off x="7334582" y="1577578"/>
            <a:ext cx="1479563"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04" name="Google Shape;304;p53"/>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05" name="Google Shape;305;p53"/>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06" name="Google Shape;306;p53"/>
          <p:cNvSpPr txBox="1">
            <a:spLocks noGrp="1"/>
          </p:cNvSpPr>
          <p:nvPr>
            <p:ph type="subTitle" idx="6"/>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 Images - Subtitle">
  <p:cSld name="Three Images - Subtitle">
    <p:spTree>
      <p:nvGrpSpPr>
        <p:cNvPr id="1" name="Shape 307"/>
        <p:cNvGrpSpPr/>
        <p:nvPr/>
      </p:nvGrpSpPr>
      <p:grpSpPr>
        <a:xfrm>
          <a:off x="0" y="0"/>
          <a:ext cx="0" cy="0"/>
          <a:chOff x="0" y="0"/>
          <a:chExt cx="0" cy="0"/>
        </a:xfrm>
      </p:grpSpPr>
      <p:sp>
        <p:nvSpPr>
          <p:cNvPr id="308" name="Google Shape;308;p54"/>
          <p:cNvSpPr/>
          <p:nvPr/>
        </p:nvSpPr>
        <p:spPr>
          <a:xfrm>
            <a:off x="332183"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09" name="Google Shape;309;p54"/>
          <p:cNvSpPr/>
          <p:nvPr/>
        </p:nvSpPr>
        <p:spPr>
          <a:xfrm>
            <a:off x="3248620"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0" name="Google Shape;310;p54"/>
          <p:cNvSpPr/>
          <p:nvPr/>
        </p:nvSpPr>
        <p:spPr>
          <a:xfrm>
            <a:off x="6165056" y="1575197"/>
            <a:ext cx="2646750" cy="2263125"/>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11" name="Google Shape;311;p54"/>
          <p:cNvSpPr txBox="1">
            <a:spLocks noGrp="1"/>
          </p:cNvSpPr>
          <p:nvPr>
            <p:ph type="body" idx="1"/>
          </p:nvPr>
        </p:nvSpPr>
        <p:spPr>
          <a:xfrm>
            <a:off x="332185"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2" name="Google Shape;312;p54"/>
          <p:cNvSpPr txBox="1">
            <a:spLocks noGrp="1"/>
          </p:cNvSpPr>
          <p:nvPr>
            <p:ph type="body" idx="2"/>
          </p:nvPr>
        </p:nvSpPr>
        <p:spPr>
          <a:xfrm>
            <a:off x="3248621"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3" name="Google Shape;313;p54"/>
          <p:cNvSpPr txBox="1">
            <a:spLocks noGrp="1"/>
          </p:cNvSpPr>
          <p:nvPr>
            <p:ph type="body" idx="3"/>
          </p:nvPr>
        </p:nvSpPr>
        <p:spPr>
          <a:xfrm>
            <a:off x="6165057" y="3960019"/>
            <a:ext cx="2646750" cy="66918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4" name="Google Shape;314;p54"/>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15" name="Google Shape;315;p54"/>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16" name="Google Shape;316;p54"/>
          <p:cNvSpPr txBox="1">
            <a:spLocks noGrp="1"/>
          </p:cNvSpPr>
          <p:nvPr>
            <p:ph type="subTitle" idx="4"/>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Text Boxes for Icons - Subtitle">
  <p:cSld name="Four Text Boxes for Icons - Subtitle">
    <p:spTree>
      <p:nvGrpSpPr>
        <p:cNvPr id="1" name="Shape 317"/>
        <p:cNvGrpSpPr/>
        <p:nvPr/>
      </p:nvGrpSpPr>
      <p:grpSpPr>
        <a:xfrm>
          <a:off x="0" y="0"/>
          <a:ext cx="0" cy="0"/>
          <a:chOff x="0" y="0"/>
          <a:chExt cx="0" cy="0"/>
        </a:xfrm>
      </p:grpSpPr>
      <p:sp>
        <p:nvSpPr>
          <p:cNvPr id="318" name="Google Shape;318;p55"/>
          <p:cNvSpPr txBox="1">
            <a:spLocks noGrp="1"/>
          </p:cNvSpPr>
          <p:nvPr>
            <p:ph type="body" idx="1"/>
          </p:nvPr>
        </p:nvSpPr>
        <p:spPr>
          <a:xfrm>
            <a:off x="332185"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19" name="Google Shape;319;p55"/>
          <p:cNvSpPr txBox="1">
            <a:spLocks noGrp="1"/>
          </p:cNvSpPr>
          <p:nvPr>
            <p:ph type="body" idx="2"/>
          </p:nvPr>
        </p:nvSpPr>
        <p:spPr>
          <a:xfrm>
            <a:off x="2518649"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0" name="Google Shape;320;p55"/>
          <p:cNvSpPr txBox="1">
            <a:spLocks noGrp="1"/>
          </p:cNvSpPr>
          <p:nvPr>
            <p:ph type="body" idx="3"/>
          </p:nvPr>
        </p:nvSpPr>
        <p:spPr>
          <a:xfrm>
            <a:off x="4705112"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1" name="Google Shape;321;p55"/>
          <p:cNvSpPr txBox="1">
            <a:spLocks noGrp="1"/>
          </p:cNvSpPr>
          <p:nvPr>
            <p:ph type="body" idx="4"/>
          </p:nvPr>
        </p:nvSpPr>
        <p:spPr>
          <a:xfrm>
            <a:off x="6891576" y="2571750"/>
            <a:ext cx="1920188" cy="2057438"/>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2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200"/>
              </a:spcBef>
              <a:spcAft>
                <a:spcPts val="2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22" name="Google Shape;322;p55"/>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23" name="Google Shape;323;p55"/>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24" name="Google Shape;324;p55"/>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our Team Images - Subtitle">
  <p:cSld name="Four Team Images - Subtitle">
    <p:spTree>
      <p:nvGrpSpPr>
        <p:cNvPr id="1" name="Shape 325"/>
        <p:cNvGrpSpPr/>
        <p:nvPr/>
      </p:nvGrpSpPr>
      <p:grpSpPr>
        <a:xfrm>
          <a:off x="0" y="0"/>
          <a:ext cx="0" cy="0"/>
          <a:chOff x="0" y="0"/>
          <a:chExt cx="0" cy="0"/>
        </a:xfrm>
      </p:grpSpPr>
      <p:sp>
        <p:nvSpPr>
          <p:cNvPr id="326" name="Google Shape;326;p56"/>
          <p:cNvSpPr/>
          <p:nvPr/>
        </p:nvSpPr>
        <p:spPr>
          <a:xfrm>
            <a:off x="332184"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7" name="Google Shape;327;p56"/>
          <p:cNvSpPr/>
          <p:nvPr/>
        </p:nvSpPr>
        <p:spPr>
          <a:xfrm>
            <a:off x="2519728"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8" name="Google Shape;328;p56"/>
          <p:cNvSpPr/>
          <p:nvPr/>
        </p:nvSpPr>
        <p:spPr>
          <a:xfrm>
            <a:off x="4707272"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29" name="Google Shape;329;p56"/>
          <p:cNvSpPr/>
          <p:nvPr/>
        </p:nvSpPr>
        <p:spPr>
          <a:xfrm>
            <a:off x="6894816" y="1575197"/>
            <a:ext cx="994500" cy="996563"/>
          </a:xfrm>
          <a:prstGeom prst="rect">
            <a:avLst/>
          </a:prstGeom>
          <a:solidFill>
            <a:srgbClr val="DEDEDE"/>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Arial"/>
              <a:ea typeface="Arial"/>
              <a:cs typeface="Arial"/>
              <a:sym typeface="Arial"/>
            </a:endParaRPr>
          </a:p>
        </p:txBody>
      </p:sp>
      <p:sp>
        <p:nvSpPr>
          <p:cNvPr id="330" name="Google Shape;330;p56"/>
          <p:cNvSpPr txBox="1">
            <a:spLocks noGrp="1"/>
          </p:cNvSpPr>
          <p:nvPr>
            <p:ph type="body" idx="1"/>
          </p:nvPr>
        </p:nvSpPr>
        <p:spPr>
          <a:xfrm>
            <a:off x="332184"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1" name="Google Shape;331;p56"/>
          <p:cNvSpPr txBox="1">
            <a:spLocks noGrp="1"/>
          </p:cNvSpPr>
          <p:nvPr>
            <p:ph type="body" idx="2"/>
          </p:nvPr>
        </p:nvSpPr>
        <p:spPr>
          <a:xfrm>
            <a:off x="2518648"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2" name="Google Shape;332;p56"/>
          <p:cNvSpPr txBox="1">
            <a:spLocks noGrp="1"/>
          </p:cNvSpPr>
          <p:nvPr>
            <p:ph type="body" idx="3"/>
          </p:nvPr>
        </p:nvSpPr>
        <p:spPr>
          <a:xfrm>
            <a:off x="4705112" y="2743200"/>
            <a:ext cx="1920187"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3" name="Google Shape;333;p56"/>
          <p:cNvSpPr txBox="1">
            <a:spLocks noGrp="1"/>
          </p:cNvSpPr>
          <p:nvPr>
            <p:ph type="body" idx="4"/>
          </p:nvPr>
        </p:nvSpPr>
        <p:spPr>
          <a:xfrm>
            <a:off x="6891576" y="2743200"/>
            <a:ext cx="1920188" cy="1885875"/>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a:lnSpc>
                <a:spcPct val="100000"/>
              </a:lnSpc>
              <a:spcBef>
                <a:spcPts val="20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a:lnSpc>
                <a:spcPct val="100000"/>
              </a:lnSpc>
              <a:spcBef>
                <a:spcPts val="200"/>
              </a:spcBef>
              <a:spcAft>
                <a:spcPts val="200"/>
              </a:spcAft>
              <a:buClr>
                <a:schemeClr val="dk1"/>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334" name="Google Shape;334;p56"/>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35" name="Google Shape;335;p56"/>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36" name="Google Shape;336;p56"/>
          <p:cNvSpPr txBox="1">
            <a:spLocks noGrp="1"/>
          </p:cNvSpPr>
          <p:nvPr>
            <p:ph type="subTitle" idx="5"/>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Chart - Subtitle">
  <p:cSld name="One Column Chart - Subtitle">
    <p:spTree>
      <p:nvGrpSpPr>
        <p:cNvPr id="1" name="Shape 337"/>
        <p:cNvGrpSpPr/>
        <p:nvPr/>
      </p:nvGrpSpPr>
      <p:grpSpPr>
        <a:xfrm>
          <a:off x="0" y="0"/>
          <a:ext cx="0" cy="0"/>
          <a:chOff x="0" y="0"/>
          <a:chExt cx="0" cy="0"/>
        </a:xfrm>
      </p:grpSpPr>
      <p:sp>
        <p:nvSpPr>
          <p:cNvPr id="338" name="Google Shape;338;p57"/>
          <p:cNvSpPr txBox="1">
            <a:spLocks noGrp="1"/>
          </p:cNvSpPr>
          <p:nvPr>
            <p:ph type="body" idx="1"/>
          </p:nvPr>
        </p:nvSpPr>
        <p:spPr>
          <a:xfrm>
            <a:off x="332185" y="1577578"/>
            <a:ext cx="2646750" cy="3051562"/>
          </a:xfrm>
          <a:prstGeom prst="rect">
            <a:avLst/>
          </a:prstGeom>
          <a:noFill/>
          <a:ln>
            <a:noFill/>
          </a:ln>
        </p:spPr>
        <p:txBody>
          <a:bodyPr spcFirstLastPara="1" wrap="square" lIns="0" tIns="0" rIns="0" bIns="0" anchor="t" anchorCtr="0">
            <a:noAutofit/>
          </a:bodyPr>
          <a:lstStyle>
            <a:lvl1pPr marL="457200" marR="0" lvl="0" indent="-317500" algn="l">
              <a:lnSpc>
                <a:spcPct val="100000"/>
              </a:lnSpc>
              <a:spcBef>
                <a:spcPts val="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1pPr>
            <a:lvl2pPr marL="914400" marR="0" lvl="1"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2pPr>
            <a:lvl3pPr marL="1371600" marR="0" lvl="2"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3pPr>
            <a:lvl4pPr marL="1828800" marR="0" lvl="3"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4pPr>
            <a:lvl5pPr marL="2286000" marR="0" lvl="4"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5pPr>
            <a:lvl6pPr marL="2743200" marR="0" lvl="5"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6pPr>
            <a:lvl7pPr marL="3200400" marR="0" lvl="6"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7pPr>
            <a:lvl8pPr marL="3657600" marR="0" lvl="7" indent="-317500" algn="l">
              <a:lnSpc>
                <a:spcPct val="100000"/>
              </a:lnSpc>
              <a:spcBef>
                <a:spcPts val="400"/>
              </a:spcBef>
              <a:spcAft>
                <a:spcPts val="0"/>
              </a:spcAft>
              <a:buClr>
                <a:schemeClr val="dk1"/>
              </a:buClr>
              <a:buSzPts val="1400"/>
              <a:buFont typeface="Arial"/>
              <a:buChar char="–"/>
              <a:defRPr sz="1200" b="0" i="0" u="none" strike="noStrike" cap="none">
                <a:solidFill>
                  <a:schemeClr val="dk1"/>
                </a:solidFill>
                <a:latin typeface="Arial"/>
                <a:ea typeface="Arial"/>
                <a:cs typeface="Arial"/>
                <a:sym typeface="Arial"/>
              </a:defRPr>
            </a:lvl8pPr>
            <a:lvl9pPr marL="4114800" marR="0" lvl="8" indent="-317500" algn="l">
              <a:lnSpc>
                <a:spcPct val="100000"/>
              </a:lnSpc>
              <a:spcBef>
                <a:spcPts val="400"/>
              </a:spcBef>
              <a:spcAft>
                <a:spcPts val="400"/>
              </a:spcAft>
              <a:buClr>
                <a:schemeClr val="dk1"/>
              </a:buClr>
              <a:buSzPts val="1400"/>
              <a:buFont typeface="Arial"/>
              <a:buChar char="•"/>
              <a:defRPr sz="1200" b="0" i="0" u="none" strike="noStrike" cap="none">
                <a:solidFill>
                  <a:schemeClr val="dk1"/>
                </a:solidFill>
                <a:latin typeface="Arial"/>
                <a:ea typeface="Arial"/>
                <a:cs typeface="Arial"/>
                <a:sym typeface="Arial"/>
              </a:defRPr>
            </a:lvl9pPr>
          </a:lstStyle>
          <a:p>
            <a:endParaRPr/>
          </a:p>
        </p:txBody>
      </p:sp>
      <p:sp>
        <p:nvSpPr>
          <p:cNvPr id="339" name="Google Shape;339;p57"/>
          <p:cNvSpPr txBox="1">
            <a:spLocks noGrp="1"/>
          </p:cNvSpPr>
          <p:nvPr>
            <p:ph type="title"/>
          </p:nvPr>
        </p:nvSpPr>
        <p:spPr>
          <a:xfrm>
            <a:off x="332185" y="322886"/>
            <a:ext cx="8479687" cy="37725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900"/>
              <a:buFont typeface="Georgia"/>
              <a:buNone/>
              <a:defRPr sz="24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sz="1400"/>
            </a:lvl2pPr>
            <a:lvl3pPr lvl="2" algn="l">
              <a:lnSpc>
                <a:spcPct val="100000"/>
              </a:lnSpc>
              <a:spcBef>
                <a:spcPts val="0"/>
              </a:spcBef>
              <a:spcAft>
                <a:spcPts val="0"/>
              </a:spcAft>
              <a:buSzPts val="1300"/>
              <a:buNone/>
              <a:defRPr sz="1400"/>
            </a:lvl3pPr>
            <a:lvl4pPr lvl="3" algn="l">
              <a:lnSpc>
                <a:spcPct val="100000"/>
              </a:lnSpc>
              <a:spcBef>
                <a:spcPts val="0"/>
              </a:spcBef>
              <a:spcAft>
                <a:spcPts val="0"/>
              </a:spcAft>
              <a:buSzPts val="1300"/>
              <a:buNone/>
              <a:defRPr sz="1400"/>
            </a:lvl4pPr>
            <a:lvl5pPr lvl="4" algn="l">
              <a:lnSpc>
                <a:spcPct val="100000"/>
              </a:lnSpc>
              <a:spcBef>
                <a:spcPts val="0"/>
              </a:spcBef>
              <a:spcAft>
                <a:spcPts val="0"/>
              </a:spcAft>
              <a:buSzPts val="1300"/>
              <a:buNone/>
              <a:defRPr sz="1400"/>
            </a:lvl5pPr>
            <a:lvl6pPr lvl="5" algn="l">
              <a:lnSpc>
                <a:spcPct val="100000"/>
              </a:lnSpc>
              <a:spcBef>
                <a:spcPts val="0"/>
              </a:spcBef>
              <a:spcAft>
                <a:spcPts val="0"/>
              </a:spcAft>
              <a:buSzPts val="1300"/>
              <a:buNone/>
              <a:defRPr sz="1400"/>
            </a:lvl6pPr>
            <a:lvl7pPr lvl="6" algn="l">
              <a:lnSpc>
                <a:spcPct val="100000"/>
              </a:lnSpc>
              <a:spcBef>
                <a:spcPts val="0"/>
              </a:spcBef>
              <a:spcAft>
                <a:spcPts val="0"/>
              </a:spcAft>
              <a:buSzPts val="1300"/>
              <a:buNone/>
              <a:defRPr sz="1400"/>
            </a:lvl7pPr>
            <a:lvl8pPr lvl="7" algn="l">
              <a:lnSpc>
                <a:spcPct val="100000"/>
              </a:lnSpc>
              <a:spcBef>
                <a:spcPts val="0"/>
              </a:spcBef>
              <a:spcAft>
                <a:spcPts val="0"/>
              </a:spcAft>
              <a:buSzPts val="1300"/>
              <a:buNone/>
              <a:defRPr sz="1400"/>
            </a:lvl8pPr>
            <a:lvl9pPr lvl="8" algn="l">
              <a:lnSpc>
                <a:spcPct val="100000"/>
              </a:lnSpc>
              <a:spcBef>
                <a:spcPts val="0"/>
              </a:spcBef>
              <a:spcAft>
                <a:spcPts val="0"/>
              </a:spcAft>
              <a:buSzPts val="1300"/>
              <a:buNone/>
              <a:defRPr sz="1400"/>
            </a:lvl9pPr>
          </a:lstStyle>
          <a:p>
            <a:endParaRPr/>
          </a:p>
        </p:txBody>
      </p:sp>
      <p:sp>
        <p:nvSpPr>
          <p:cNvPr id="340" name="Google Shape;340;p57"/>
          <p:cNvSpPr txBox="1">
            <a:spLocks noGrp="1"/>
          </p:cNvSpPr>
          <p:nvPr>
            <p:ph type="sldNum" idx="12"/>
          </p:nvPr>
        </p:nvSpPr>
        <p:spPr>
          <a:xfrm>
            <a:off x="6163867" y="4869180"/>
            <a:ext cx="2647875"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41" name="Google Shape;341;p57"/>
          <p:cNvSpPr txBox="1">
            <a:spLocks noGrp="1"/>
          </p:cNvSpPr>
          <p:nvPr>
            <p:ph type="subTitle" idx="2"/>
          </p:nvPr>
        </p:nvSpPr>
        <p:spPr>
          <a:xfrm>
            <a:off x="332184" y="700075"/>
            <a:ext cx="8479687" cy="664313"/>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1pPr>
            <a:lvl2pPr marR="0" lvl="1"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2pPr>
            <a:lvl3pPr marR="0" lvl="2"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3pPr>
            <a:lvl4pPr marR="0" lvl="3"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4pPr>
            <a:lvl5pPr marR="0" lvl="4"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5pPr>
            <a:lvl6pPr marR="0" lvl="5"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6pPr>
            <a:lvl7pPr marR="0" lvl="6"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7pPr>
            <a:lvl8pPr marR="0" lvl="7"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8pPr>
            <a:lvl9pPr marR="0" lvl="8" algn="l">
              <a:lnSpc>
                <a:spcPct val="85000"/>
              </a:lnSpc>
              <a:spcBef>
                <a:spcPts val="0"/>
              </a:spcBef>
              <a:spcAft>
                <a:spcPts val="0"/>
              </a:spcAft>
              <a:buClr>
                <a:schemeClr val="dk1"/>
              </a:buClr>
              <a:buSzPts val="22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Generic Agenda Option 1">
  <p:cSld name="Generic Agenda Option 1">
    <p:bg>
      <p:bgPr>
        <a:solidFill>
          <a:srgbClr val="464646"/>
        </a:solidFill>
        <a:effectLst/>
      </p:bgPr>
    </p:bg>
    <p:spTree>
      <p:nvGrpSpPr>
        <p:cNvPr id="1" name="Shape 342"/>
        <p:cNvGrpSpPr/>
        <p:nvPr/>
      </p:nvGrpSpPr>
      <p:grpSpPr>
        <a:xfrm>
          <a:off x="0" y="0"/>
          <a:ext cx="0" cy="0"/>
          <a:chOff x="0" y="0"/>
          <a:chExt cx="0" cy="0"/>
        </a:xfrm>
      </p:grpSpPr>
      <p:sp>
        <p:nvSpPr>
          <p:cNvPr id="343" name="Google Shape;343;p58"/>
          <p:cNvSpPr txBox="1">
            <a:spLocks noGrp="1"/>
          </p:cNvSpPr>
          <p:nvPr>
            <p:ph type="sldNum" idx="12"/>
          </p:nvPr>
        </p:nvSpPr>
        <p:spPr>
          <a:xfrm>
            <a:off x="6163867" y="4869180"/>
            <a:ext cx="2648063"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ext – 2 Column">
  <p:cSld name="Text – 2 Column">
    <p:bg>
      <p:bgPr>
        <a:solidFill>
          <a:schemeClr val="accent6"/>
        </a:solidFill>
        <a:effectLst/>
      </p:bgPr>
    </p:bg>
    <p:spTree>
      <p:nvGrpSpPr>
        <p:cNvPr id="1" name="Shape 344"/>
        <p:cNvGrpSpPr/>
        <p:nvPr/>
      </p:nvGrpSpPr>
      <p:grpSpPr>
        <a:xfrm>
          <a:off x="0" y="0"/>
          <a:ext cx="0" cy="0"/>
          <a:chOff x="0" y="0"/>
          <a:chExt cx="0" cy="0"/>
        </a:xfrm>
      </p:grpSpPr>
      <p:sp>
        <p:nvSpPr>
          <p:cNvPr id="345" name="Google Shape;345;p59"/>
          <p:cNvSpPr txBox="1">
            <a:spLocks noGrp="1"/>
          </p:cNvSpPr>
          <p:nvPr>
            <p:ph type="title"/>
          </p:nvPr>
        </p:nvSpPr>
        <p:spPr>
          <a:xfrm>
            <a:off x="372350" y="734100"/>
            <a:ext cx="8399438" cy="46143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rgbClr val="FFFFFF"/>
              </a:buClr>
              <a:buSzPts val="3000"/>
              <a:buFont typeface="Georgia"/>
              <a:buNone/>
              <a:defRPr sz="2500">
                <a:solidFill>
                  <a:srgbClr val="FFFFFF"/>
                </a:solidFill>
                <a:latin typeface="Georgia"/>
                <a:ea typeface="Georgia"/>
                <a:cs typeface="Georgia"/>
                <a:sym typeface="Georgia"/>
              </a:defRPr>
            </a:lvl1pPr>
            <a:lvl2pPr lvl="1" algn="l">
              <a:lnSpc>
                <a:spcPct val="100000"/>
              </a:lnSpc>
              <a:spcBef>
                <a:spcPts val="0"/>
              </a:spcBef>
              <a:spcAft>
                <a:spcPts val="0"/>
              </a:spcAft>
              <a:buClr>
                <a:srgbClr val="FFFFFF"/>
              </a:buClr>
              <a:buSzPts val="1700"/>
              <a:buNone/>
              <a:defRPr sz="1400">
                <a:solidFill>
                  <a:srgbClr val="FFFFFF"/>
                </a:solidFill>
              </a:defRPr>
            </a:lvl2pPr>
            <a:lvl3pPr lvl="2" algn="l">
              <a:lnSpc>
                <a:spcPct val="100000"/>
              </a:lnSpc>
              <a:spcBef>
                <a:spcPts val="0"/>
              </a:spcBef>
              <a:spcAft>
                <a:spcPts val="0"/>
              </a:spcAft>
              <a:buClr>
                <a:srgbClr val="FFFFFF"/>
              </a:buClr>
              <a:buSzPts val="1700"/>
              <a:buNone/>
              <a:defRPr sz="1400">
                <a:solidFill>
                  <a:srgbClr val="FFFFFF"/>
                </a:solidFill>
              </a:defRPr>
            </a:lvl3pPr>
            <a:lvl4pPr lvl="3" algn="l">
              <a:lnSpc>
                <a:spcPct val="100000"/>
              </a:lnSpc>
              <a:spcBef>
                <a:spcPts val="0"/>
              </a:spcBef>
              <a:spcAft>
                <a:spcPts val="0"/>
              </a:spcAft>
              <a:buClr>
                <a:srgbClr val="FFFFFF"/>
              </a:buClr>
              <a:buSzPts val="1700"/>
              <a:buNone/>
              <a:defRPr sz="1400">
                <a:solidFill>
                  <a:srgbClr val="FFFFFF"/>
                </a:solidFill>
              </a:defRPr>
            </a:lvl4pPr>
            <a:lvl5pPr lvl="4" algn="l">
              <a:lnSpc>
                <a:spcPct val="100000"/>
              </a:lnSpc>
              <a:spcBef>
                <a:spcPts val="0"/>
              </a:spcBef>
              <a:spcAft>
                <a:spcPts val="0"/>
              </a:spcAft>
              <a:buClr>
                <a:srgbClr val="FFFFFF"/>
              </a:buClr>
              <a:buSzPts val="1700"/>
              <a:buNone/>
              <a:defRPr sz="1400">
                <a:solidFill>
                  <a:srgbClr val="FFFFFF"/>
                </a:solidFill>
              </a:defRPr>
            </a:lvl5pPr>
            <a:lvl6pPr lvl="5" algn="l">
              <a:lnSpc>
                <a:spcPct val="100000"/>
              </a:lnSpc>
              <a:spcBef>
                <a:spcPts val="0"/>
              </a:spcBef>
              <a:spcAft>
                <a:spcPts val="0"/>
              </a:spcAft>
              <a:buClr>
                <a:srgbClr val="FFFFFF"/>
              </a:buClr>
              <a:buSzPts val="1700"/>
              <a:buNone/>
              <a:defRPr sz="1400">
                <a:solidFill>
                  <a:srgbClr val="FFFFFF"/>
                </a:solidFill>
              </a:defRPr>
            </a:lvl6pPr>
            <a:lvl7pPr lvl="6" algn="l">
              <a:lnSpc>
                <a:spcPct val="100000"/>
              </a:lnSpc>
              <a:spcBef>
                <a:spcPts val="0"/>
              </a:spcBef>
              <a:spcAft>
                <a:spcPts val="0"/>
              </a:spcAft>
              <a:buClr>
                <a:srgbClr val="FFFFFF"/>
              </a:buClr>
              <a:buSzPts val="1700"/>
              <a:buNone/>
              <a:defRPr sz="1400">
                <a:solidFill>
                  <a:srgbClr val="FFFFFF"/>
                </a:solidFill>
              </a:defRPr>
            </a:lvl7pPr>
            <a:lvl8pPr lvl="7" algn="l">
              <a:lnSpc>
                <a:spcPct val="100000"/>
              </a:lnSpc>
              <a:spcBef>
                <a:spcPts val="0"/>
              </a:spcBef>
              <a:spcAft>
                <a:spcPts val="0"/>
              </a:spcAft>
              <a:buClr>
                <a:srgbClr val="FFFFFF"/>
              </a:buClr>
              <a:buSzPts val="1700"/>
              <a:buNone/>
              <a:defRPr sz="1400">
                <a:solidFill>
                  <a:srgbClr val="FFFFFF"/>
                </a:solidFill>
              </a:defRPr>
            </a:lvl8pPr>
            <a:lvl9pPr lvl="8" algn="l">
              <a:lnSpc>
                <a:spcPct val="100000"/>
              </a:lnSpc>
              <a:spcBef>
                <a:spcPts val="0"/>
              </a:spcBef>
              <a:spcAft>
                <a:spcPts val="0"/>
              </a:spcAft>
              <a:buClr>
                <a:srgbClr val="FFFFFF"/>
              </a:buClr>
              <a:buSzPts val="1700"/>
              <a:buNone/>
              <a:defRPr sz="1400">
                <a:solidFill>
                  <a:srgbClr val="FFFFFF"/>
                </a:solidFill>
              </a:defRPr>
            </a:lvl9pPr>
          </a:lstStyle>
          <a:p>
            <a:endParaRPr/>
          </a:p>
        </p:txBody>
      </p:sp>
      <p:sp>
        <p:nvSpPr>
          <p:cNvPr id="346" name="Google Shape;346;p59"/>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47" name="Google Shape;347;p59"/>
          <p:cNvSpPr txBox="1">
            <a:spLocks noGrp="1"/>
          </p:cNvSpPr>
          <p:nvPr>
            <p:ph type="sldNum" idx="12"/>
          </p:nvPr>
        </p:nvSpPr>
        <p:spPr>
          <a:xfrm>
            <a:off x="372350" y="4653100"/>
            <a:ext cx="548813" cy="393563"/>
          </a:xfrm>
          <a:prstGeom prst="rect">
            <a:avLst/>
          </a:prstGeom>
          <a:noFill/>
          <a:ln>
            <a:noFill/>
          </a:ln>
        </p:spPr>
        <p:txBody>
          <a:bodyPr spcFirstLastPara="1" wrap="square" lIns="0" tIns="0" rIns="0" bIns="0" anchor="ctr" anchorCtr="0">
            <a:noAutofit/>
          </a:bodyPr>
          <a:lstStyle>
            <a:lvl1pPr marL="0" marR="0" lvl="0"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600"/>
              <a:buFont typeface="Arial"/>
              <a:buNone/>
              <a:defRPr sz="6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‹N°›</a:t>
            </a:fld>
            <a:endParaRPr/>
          </a:p>
        </p:txBody>
      </p:sp>
      <p:sp>
        <p:nvSpPr>
          <p:cNvPr id="348" name="Google Shape;348;p59"/>
          <p:cNvSpPr txBox="1"/>
          <p:nvPr/>
        </p:nvSpPr>
        <p:spPr>
          <a:xfrm>
            <a:off x="6084301" y="4719450"/>
            <a:ext cx="2696438" cy="273563"/>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FFFFFF"/>
              </a:buClr>
              <a:buSzPts val="1000"/>
              <a:buFont typeface="Arial"/>
              <a:buNone/>
            </a:pPr>
            <a:r>
              <a:rPr lang="en" sz="600" b="0" i="0" u="none" strike="noStrike" cap="none">
                <a:solidFill>
                  <a:srgbClr val="FFFFFF"/>
                </a:solidFill>
                <a:latin typeface="Helvetica Neue"/>
                <a:ea typeface="Helvetica Neue"/>
                <a:cs typeface="Helvetica Neue"/>
                <a:sym typeface="Helvetica Neue"/>
              </a:rPr>
              <a:t>© 2020 PricewaterhouseCoopers LLP. All rights reserved. </a:t>
            </a:r>
            <a:endParaRPr sz="600" b="0" i="0" u="none" strike="noStrike" cap="none">
              <a:solidFill>
                <a:srgbClr val="FFFFFF"/>
              </a:solidFill>
              <a:latin typeface="Arial"/>
              <a:ea typeface="Arial"/>
              <a:cs typeface="Arial"/>
              <a:sym typeface="Arial"/>
            </a:endParaRPr>
          </a:p>
        </p:txBody>
      </p:sp>
      <p:sp>
        <p:nvSpPr>
          <p:cNvPr id="349" name="Google Shape;349;p59"/>
          <p:cNvSpPr txBox="1">
            <a:spLocks noGrp="1"/>
          </p:cNvSpPr>
          <p:nvPr>
            <p:ph type="body" idx="2"/>
          </p:nvPr>
        </p:nvSpPr>
        <p:spPr>
          <a:xfrm>
            <a:off x="37235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
        <p:nvSpPr>
          <p:cNvPr id="350" name="Google Shape;350;p59"/>
          <p:cNvSpPr txBox="1">
            <a:spLocks noGrp="1"/>
          </p:cNvSpPr>
          <p:nvPr>
            <p:ph type="body" idx="3"/>
          </p:nvPr>
        </p:nvSpPr>
        <p:spPr>
          <a:xfrm>
            <a:off x="4937700" y="1547400"/>
            <a:ext cx="3834000" cy="3105750"/>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1pPr>
            <a:lvl2pPr marL="914400" lvl="1"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2pPr>
            <a:lvl3pPr marL="1371600" lvl="2"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3pPr>
            <a:lvl4pPr marL="1828800" lvl="3"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4pPr>
            <a:lvl5pPr marL="2286000" lvl="4"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5pPr>
            <a:lvl6pPr marL="2743200" lvl="5"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6pPr>
            <a:lvl7pPr marL="3200400" lvl="6"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7pPr>
            <a:lvl8pPr marL="3657600" lvl="7" indent="-304800" algn="l">
              <a:lnSpc>
                <a:spcPct val="100000"/>
              </a:lnSpc>
              <a:spcBef>
                <a:spcPts val="1000"/>
              </a:spcBef>
              <a:spcAft>
                <a:spcPts val="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8pPr>
            <a:lvl9pPr marL="4114800" lvl="8" indent="-304800" algn="l">
              <a:lnSpc>
                <a:spcPct val="100000"/>
              </a:lnSpc>
              <a:spcBef>
                <a:spcPts val="1000"/>
              </a:spcBef>
              <a:spcAft>
                <a:spcPts val="1000"/>
              </a:spcAft>
              <a:buClr>
                <a:srgbClr val="FFFFFF"/>
              </a:buClr>
              <a:buSzPts val="1200"/>
              <a:buFont typeface="Helvetica Neue Light"/>
              <a:buChar char="–"/>
              <a:defRPr sz="1000">
                <a:solidFill>
                  <a:srgbClr val="FFFFFF"/>
                </a:solidFill>
                <a:latin typeface="Helvetica Neue Light"/>
                <a:ea typeface="Helvetica Neue Light"/>
                <a:cs typeface="Helvetica Neue Light"/>
                <a:sym typeface="Helvetica Neue Light"/>
              </a:defRPr>
            </a:lvl9pPr>
          </a:lstStyle>
          <a:p>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ntents &amp; Dividers – Blank 1">
  <p:cSld name="Contents &amp; Dividers – Blank 1">
    <p:bg>
      <p:bgPr>
        <a:solidFill>
          <a:schemeClr val="accent6"/>
        </a:solidFill>
        <a:effectLst/>
      </p:bgPr>
    </p:bg>
    <p:spTree>
      <p:nvGrpSpPr>
        <p:cNvPr id="1" name="Shape 351"/>
        <p:cNvGrpSpPr/>
        <p:nvPr/>
      </p:nvGrpSpPr>
      <p:grpSpPr>
        <a:xfrm>
          <a:off x="0" y="0"/>
          <a:ext cx="0" cy="0"/>
          <a:chOff x="0" y="0"/>
          <a:chExt cx="0" cy="0"/>
        </a:xfrm>
      </p:grpSpPr>
      <p:sp>
        <p:nvSpPr>
          <p:cNvPr id="352" name="Google Shape;352;p60"/>
          <p:cNvSpPr txBox="1">
            <a:spLocks noGrp="1"/>
          </p:cNvSpPr>
          <p:nvPr>
            <p:ph type="subTitle" idx="1"/>
          </p:nvPr>
        </p:nvSpPr>
        <p:spPr>
          <a:xfrm>
            <a:off x="363450" y="363450"/>
            <a:ext cx="2258063" cy="160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sz="800" b="1">
                <a:solidFill>
                  <a:srgbClr val="FFFFFF"/>
                </a:solidFill>
                <a:latin typeface="Helvetica Neue"/>
                <a:ea typeface="Helvetica Neue"/>
                <a:cs typeface="Helvetica Neue"/>
                <a:sym typeface="Helvetica Neue"/>
              </a:defRPr>
            </a:lvl1pPr>
            <a:lvl2pPr lvl="1" algn="l">
              <a:lnSpc>
                <a:spcPct val="100000"/>
              </a:lnSpc>
              <a:spcBef>
                <a:spcPts val="400"/>
              </a:spcBef>
              <a:spcAft>
                <a:spcPts val="0"/>
              </a:spcAft>
              <a:buSzPts val="1400"/>
              <a:buNone/>
              <a:defRPr sz="900">
                <a:solidFill>
                  <a:srgbClr val="FFFFFF"/>
                </a:solidFill>
              </a:defRPr>
            </a:lvl2pPr>
            <a:lvl3pPr lvl="2" algn="l">
              <a:lnSpc>
                <a:spcPct val="100000"/>
              </a:lnSpc>
              <a:spcBef>
                <a:spcPts val="400"/>
              </a:spcBef>
              <a:spcAft>
                <a:spcPts val="0"/>
              </a:spcAft>
              <a:buSzPts val="1400"/>
              <a:buNone/>
              <a:defRPr sz="900">
                <a:solidFill>
                  <a:srgbClr val="FFFFFF"/>
                </a:solidFill>
              </a:defRPr>
            </a:lvl3pPr>
            <a:lvl4pPr lvl="3" algn="l">
              <a:lnSpc>
                <a:spcPct val="100000"/>
              </a:lnSpc>
              <a:spcBef>
                <a:spcPts val="400"/>
              </a:spcBef>
              <a:spcAft>
                <a:spcPts val="0"/>
              </a:spcAft>
              <a:buSzPts val="1400"/>
              <a:buNone/>
              <a:defRPr sz="900">
                <a:solidFill>
                  <a:srgbClr val="FFFFFF"/>
                </a:solidFill>
              </a:defRPr>
            </a:lvl4pPr>
            <a:lvl5pPr lvl="4" algn="l">
              <a:lnSpc>
                <a:spcPct val="100000"/>
              </a:lnSpc>
              <a:spcBef>
                <a:spcPts val="400"/>
              </a:spcBef>
              <a:spcAft>
                <a:spcPts val="0"/>
              </a:spcAft>
              <a:buSzPts val="1400"/>
              <a:buNone/>
              <a:defRPr sz="900">
                <a:solidFill>
                  <a:srgbClr val="FFFFFF"/>
                </a:solidFill>
              </a:defRPr>
            </a:lvl5pPr>
            <a:lvl6pPr lvl="5" algn="l">
              <a:lnSpc>
                <a:spcPct val="100000"/>
              </a:lnSpc>
              <a:spcBef>
                <a:spcPts val="400"/>
              </a:spcBef>
              <a:spcAft>
                <a:spcPts val="0"/>
              </a:spcAft>
              <a:buSzPts val="1400"/>
              <a:buNone/>
              <a:defRPr sz="900">
                <a:solidFill>
                  <a:srgbClr val="FFFFFF"/>
                </a:solidFill>
              </a:defRPr>
            </a:lvl6pPr>
            <a:lvl7pPr lvl="6" algn="l">
              <a:lnSpc>
                <a:spcPct val="100000"/>
              </a:lnSpc>
              <a:spcBef>
                <a:spcPts val="400"/>
              </a:spcBef>
              <a:spcAft>
                <a:spcPts val="0"/>
              </a:spcAft>
              <a:buSzPts val="1400"/>
              <a:buNone/>
              <a:defRPr sz="900">
                <a:solidFill>
                  <a:srgbClr val="FFFFFF"/>
                </a:solidFill>
              </a:defRPr>
            </a:lvl7pPr>
            <a:lvl8pPr lvl="7" algn="l">
              <a:lnSpc>
                <a:spcPct val="100000"/>
              </a:lnSpc>
              <a:spcBef>
                <a:spcPts val="400"/>
              </a:spcBef>
              <a:spcAft>
                <a:spcPts val="0"/>
              </a:spcAft>
              <a:buSzPts val="1400"/>
              <a:buNone/>
              <a:defRPr sz="900">
                <a:solidFill>
                  <a:srgbClr val="FFFFFF"/>
                </a:solidFill>
              </a:defRPr>
            </a:lvl8pPr>
            <a:lvl9pPr lvl="8" algn="l">
              <a:lnSpc>
                <a:spcPct val="100000"/>
              </a:lnSpc>
              <a:spcBef>
                <a:spcPts val="400"/>
              </a:spcBef>
              <a:spcAft>
                <a:spcPts val="400"/>
              </a:spcAft>
              <a:buSzPts val="1400"/>
              <a:buNone/>
              <a:defRPr sz="900">
                <a:solidFill>
                  <a:srgbClr val="FFFFFF"/>
                </a:solidFill>
              </a:defRPr>
            </a:lvl9pPr>
          </a:lstStyle>
          <a:p>
            <a:endParaRPr/>
          </a:p>
        </p:txBody>
      </p:sp>
      <p:sp>
        <p:nvSpPr>
          <p:cNvPr id="353" name="Google Shape;353;p60"/>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extLst>
    <p:ext uri="{DCECCB84-F9BA-43D5-87BE-67443E8EF086}">
      <p15:sldGuideLst xmlns:p15="http://schemas.microsoft.com/office/powerpoint/2012/main">
        <p15:guide id="1" pos="281">
          <p15:clr>
            <a:srgbClr val="FA7B17"/>
          </p15:clr>
        </p15:guide>
        <p15:guide id="2" pos="3179">
          <p15:clr>
            <a:srgbClr val="FA7B17"/>
          </p15:clr>
        </p15:guide>
        <p15:guide id="3" pos="1597">
          <p15:clr>
            <a:srgbClr val="FA7B17"/>
          </p15:clr>
        </p15:guide>
        <p15:guide id="4" pos="3456">
          <p15:clr>
            <a:srgbClr val="FA7B17"/>
          </p15:clr>
        </p15:guide>
        <p15:guide id="5" pos="3733">
          <p15:clr>
            <a:srgbClr val="FA7B17"/>
          </p15:clr>
        </p15:guide>
        <p15:guide id="6" pos="6631">
          <p15:clr>
            <a:srgbClr val="FA7B17"/>
          </p15:clr>
        </p15:guide>
        <p15:guide id="7" orient="horz" pos="275">
          <p15:clr>
            <a:srgbClr val="FA7B17"/>
          </p15:clr>
        </p15:guide>
        <p15:guide id="8" orient="horz" pos="904">
          <p15:clr>
            <a:srgbClr val="000000"/>
          </p15:clr>
        </p15:guide>
        <p15:guide id="9" orient="horz" pos="1170">
          <p15:clr>
            <a:srgbClr val="FA7B17"/>
          </p15:clr>
        </p15:guide>
        <p15:guide id="10" orient="horz" pos="1805">
          <p15:clr>
            <a:srgbClr val="FA7B17"/>
          </p15:clr>
        </p15:guide>
        <p15:guide id="11" orient="horz" pos="2086">
          <p15:clr>
            <a:srgbClr val="FA7B17"/>
          </p15:clr>
        </p15:guide>
        <p15:guide id="12" orient="horz" pos="2721">
          <p15:clr>
            <a:srgbClr val="FA7B17"/>
          </p15:clr>
        </p15:guide>
        <p15:guide id="13" orient="horz" pos="2983">
          <p15:clr>
            <a:srgbClr val="FA7B17"/>
          </p15:clr>
        </p15:guide>
        <p15:guide id="14" orient="horz" pos="3618">
          <p15:clr>
            <a:srgbClr val="FA7B17"/>
          </p15:clr>
        </p15:guide>
        <p15:guide id="15" pos="1864">
          <p15:clr>
            <a:srgbClr val="FA7B17"/>
          </p15:clr>
        </p15:guide>
        <p15:guide id="16" pos="5315">
          <p15:clr>
            <a:srgbClr val="FA7B17"/>
          </p15:clr>
        </p15:guide>
        <p15:guide id="17" pos="5033">
          <p15:clr>
            <a:srgbClr val="FA7B17"/>
          </p15:clr>
        </p15:guide>
        <p15:guide id="18" orient="horz" pos="3518">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1_Title Slide 1">
  <p:cSld name="1_Title Slide 1">
    <p:spTree>
      <p:nvGrpSpPr>
        <p:cNvPr id="1" name="Shape 354"/>
        <p:cNvGrpSpPr/>
        <p:nvPr/>
      </p:nvGrpSpPr>
      <p:grpSpPr>
        <a:xfrm>
          <a:off x="0" y="0"/>
          <a:ext cx="0" cy="0"/>
          <a:chOff x="0" y="0"/>
          <a:chExt cx="0" cy="0"/>
        </a:xfrm>
      </p:grpSpPr>
      <p:sp>
        <p:nvSpPr>
          <p:cNvPr id="355" name="Google Shape;355;p61"/>
          <p:cNvSpPr/>
          <p:nvPr/>
        </p:nvSpPr>
        <p:spPr>
          <a:xfrm>
            <a:off x="6607204" y="1"/>
            <a:ext cx="2536875" cy="5143312"/>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56" name="Google Shape;356;p61"/>
          <p:cNvSpPr/>
          <p:nvPr/>
        </p:nvSpPr>
        <p:spPr>
          <a:xfrm>
            <a:off x="1" y="0"/>
            <a:ext cx="7943250" cy="364556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pic>
        <p:nvPicPr>
          <p:cNvPr id="357" name="Google Shape;357;p61"/>
          <p:cNvPicPr preferRelativeResize="0"/>
          <p:nvPr/>
        </p:nvPicPr>
        <p:blipFill rotWithShape="1">
          <a:blip r:embed="rId2">
            <a:alphaModFix/>
          </a:blip>
          <a:srcRect/>
          <a:stretch/>
        </p:blipFill>
        <p:spPr>
          <a:xfrm>
            <a:off x="6093441" y="-1"/>
            <a:ext cx="3050559" cy="4882701"/>
          </a:xfrm>
          <a:prstGeom prst="rect">
            <a:avLst/>
          </a:prstGeom>
          <a:noFill/>
          <a:ln>
            <a:noFill/>
          </a:ln>
        </p:spPr>
      </p:pic>
      <p:sp>
        <p:nvSpPr>
          <p:cNvPr id="358" name="Google Shape;358;p61"/>
          <p:cNvSpPr txBox="1">
            <a:spLocks noGrp="1"/>
          </p:cNvSpPr>
          <p:nvPr>
            <p:ph type="ctrTitle"/>
          </p:nvPr>
        </p:nvSpPr>
        <p:spPr>
          <a:xfrm>
            <a:off x="457201" y="342900"/>
            <a:ext cx="3980250" cy="1885875"/>
          </a:xfrm>
          <a:prstGeom prst="rect">
            <a:avLst/>
          </a:prstGeom>
          <a:noFill/>
          <a:ln>
            <a:noFill/>
          </a:ln>
        </p:spPr>
        <p:txBody>
          <a:bodyPr spcFirstLastPara="1" wrap="square" lIns="0" tIns="0" rIns="0" bIns="0" anchor="b" anchorCtr="0">
            <a:normAutofit/>
          </a:bodyPr>
          <a:lstStyle>
            <a:lvl1pPr lvl="0" algn="l">
              <a:lnSpc>
                <a:spcPct val="85000"/>
              </a:lnSpc>
              <a:spcBef>
                <a:spcPts val="0"/>
              </a:spcBef>
              <a:spcAft>
                <a:spcPts val="0"/>
              </a:spcAft>
              <a:buClr>
                <a:schemeClr val="lt1"/>
              </a:buClr>
              <a:buSzPts val="4000"/>
              <a:buFont typeface="Georgia"/>
              <a:buNone/>
              <a:defRPr sz="3300">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59" name="Google Shape;359;p61"/>
          <p:cNvSpPr txBox="1">
            <a:spLocks noGrp="1"/>
          </p:cNvSpPr>
          <p:nvPr>
            <p:ph type="subTitle" idx="1"/>
          </p:nvPr>
        </p:nvSpPr>
        <p:spPr>
          <a:xfrm>
            <a:off x="457200" y="2811780"/>
            <a:ext cx="3980250" cy="44568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None/>
              <a:defRPr sz="1100" b="0">
                <a:solidFill>
                  <a:schemeClr val="lt1"/>
                </a:solidFill>
              </a:defRPr>
            </a:lvl1pPr>
            <a:lvl2pPr lvl="1" algn="l">
              <a:lnSpc>
                <a:spcPct val="100000"/>
              </a:lnSpc>
              <a:spcBef>
                <a:spcPts val="0"/>
              </a:spcBef>
              <a:spcAft>
                <a:spcPts val="0"/>
              </a:spcAft>
              <a:buClr>
                <a:schemeClr val="lt1"/>
              </a:buClr>
              <a:buSzPts val="1400"/>
              <a:buNone/>
              <a:defRPr sz="1100">
                <a:solidFill>
                  <a:schemeClr val="lt1"/>
                </a:solidFill>
              </a:defRPr>
            </a:lvl2pPr>
            <a:lvl3pPr lvl="2" algn="l">
              <a:lnSpc>
                <a:spcPct val="100000"/>
              </a:lnSpc>
              <a:spcBef>
                <a:spcPts val="0"/>
              </a:spcBef>
              <a:spcAft>
                <a:spcPts val="0"/>
              </a:spcAft>
              <a:buClr>
                <a:schemeClr val="lt1"/>
              </a:buClr>
              <a:buSzPts val="1400"/>
              <a:buNone/>
              <a:defRPr sz="1100">
                <a:solidFill>
                  <a:schemeClr val="lt1"/>
                </a:solidFill>
              </a:defRPr>
            </a:lvl3pPr>
            <a:lvl4pPr lvl="3" algn="l">
              <a:lnSpc>
                <a:spcPct val="100000"/>
              </a:lnSpc>
              <a:spcBef>
                <a:spcPts val="0"/>
              </a:spcBef>
              <a:spcAft>
                <a:spcPts val="0"/>
              </a:spcAft>
              <a:buClr>
                <a:schemeClr val="lt1"/>
              </a:buClr>
              <a:buSzPts val="1400"/>
              <a:buNone/>
              <a:defRPr sz="1100">
                <a:solidFill>
                  <a:schemeClr val="lt1"/>
                </a:solidFill>
              </a:defRPr>
            </a:lvl4pPr>
            <a:lvl5pPr lvl="4" algn="l">
              <a:lnSpc>
                <a:spcPct val="100000"/>
              </a:lnSpc>
              <a:spcBef>
                <a:spcPts val="0"/>
              </a:spcBef>
              <a:spcAft>
                <a:spcPts val="0"/>
              </a:spcAft>
              <a:buClr>
                <a:schemeClr val="lt1"/>
              </a:buClr>
              <a:buSzPts val="1400"/>
              <a:buNone/>
              <a:defRPr sz="1100">
                <a:solidFill>
                  <a:schemeClr val="lt1"/>
                </a:solidFill>
              </a:defRPr>
            </a:lvl5pPr>
            <a:lvl6pPr lvl="5" algn="l">
              <a:lnSpc>
                <a:spcPct val="100000"/>
              </a:lnSpc>
              <a:spcBef>
                <a:spcPts val="0"/>
              </a:spcBef>
              <a:spcAft>
                <a:spcPts val="0"/>
              </a:spcAft>
              <a:buClr>
                <a:schemeClr val="lt1"/>
              </a:buClr>
              <a:buSzPts val="1400"/>
              <a:buNone/>
              <a:defRPr sz="1100">
                <a:solidFill>
                  <a:schemeClr val="lt1"/>
                </a:solidFill>
              </a:defRPr>
            </a:lvl6pPr>
            <a:lvl7pPr lvl="6" algn="l">
              <a:lnSpc>
                <a:spcPct val="100000"/>
              </a:lnSpc>
              <a:spcBef>
                <a:spcPts val="0"/>
              </a:spcBef>
              <a:spcAft>
                <a:spcPts val="0"/>
              </a:spcAft>
              <a:buClr>
                <a:schemeClr val="lt1"/>
              </a:buClr>
              <a:buSzPts val="1400"/>
              <a:buNone/>
              <a:defRPr sz="1100">
                <a:solidFill>
                  <a:schemeClr val="lt1"/>
                </a:solidFill>
              </a:defRPr>
            </a:lvl7pPr>
            <a:lvl8pPr lvl="7" algn="l">
              <a:lnSpc>
                <a:spcPct val="100000"/>
              </a:lnSpc>
              <a:spcBef>
                <a:spcPts val="0"/>
              </a:spcBef>
              <a:spcAft>
                <a:spcPts val="0"/>
              </a:spcAft>
              <a:buClr>
                <a:schemeClr val="lt1"/>
              </a:buClr>
              <a:buSzPts val="1400"/>
              <a:buNone/>
              <a:defRPr sz="1100">
                <a:solidFill>
                  <a:schemeClr val="lt1"/>
                </a:solidFill>
              </a:defRPr>
            </a:lvl8pPr>
            <a:lvl9pPr lvl="8" algn="l">
              <a:lnSpc>
                <a:spcPct val="100000"/>
              </a:lnSpc>
              <a:spcBef>
                <a:spcPts val="0"/>
              </a:spcBef>
              <a:spcAft>
                <a:spcPts val="0"/>
              </a:spcAft>
              <a:buClr>
                <a:schemeClr val="lt1"/>
              </a:buClr>
              <a:buSzPts val="1400"/>
              <a:buNone/>
              <a:defRPr sz="1100">
                <a:solidFill>
                  <a:schemeClr val="lt1"/>
                </a:solidFill>
              </a:defRPr>
            </a:lvl9pPr>
          </a:lstStyle>
          <a:p>
            <a:endParaRPr/>
          </a:p>
        </p:txBody>
      </p:sp>
      <p:pic>
        <p:nvPicPr>
          <p:cNvPr id="360" name="Google Shape;360;p61"/>
          <p:cNvPicPr preferRelativeResize="0"/>
          <p:nvPr/>
        </p:nvPicPr>
        <p:blipFill rotWithShape="1">
          <a:blip r:embed="rId3">
            <a:alphaModFix/>
          </a:blip>
          <a:srcRect/>
          <a:stretch/>
        </p:blipFill>
        <p:spPr>
          <a:xfrm>
            <a:off x="150877" y="3998214"/>
            <a:ext cx="1227582" cy="1013388"/>
          </a:xfrm>
          <a:prstGeom prst="rect">
            <a:avLst/>
          </a:prstGeom>
          <a:noFill/>
          <a:ln>
            <a:noFill/>
          </a:ln>
        </p:spPr>
      </p:pic>
      <p:sp>
        <p:nvSpPr>
          <p:cNvPr id="361" name="Google Shape;361;p61"/>
          <p:cNvSpPr/>
          <p:nvPr/>
        </p:nvSpPr>
        <p:spPr>
          <a:xfrm>
            <a:off x="6093440" y="3645591"/>
            <a:ext cx="3050625" cy="1497938"/>
          </a:xfrm>
          <a:prstGeom prst="rect">
            <a:avLst/>
          </a:prstGeom>
          <a:solidFill>
            <a:srgbClr val="DB536A"/>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300"/>
              <a:buFont typeface="Arial"/>
              <a:buNone/>
            </a:pPr>
            <a:endParaRPr sz="1300" b="0" i="0" u="none" strike="noStrike" cap="none">
              <a:solidFill>
                <a:schemeClr val="lt1"/>
              </a:solidFill>
              <a:latin typeface="Georgia"/>
              <a:ea typeface="Georgia"/>
              <a:cs typeface="Georgia"/>
              <a:sym typeface="Georgia"/>
            </a:endParaRPr>
          </a:p>
        </p:txBody>
      </p:sp>
      <p:sp>
        <p:nvSpPr>
          <p:cNvPr id="362" name="Google Shape;362;p61"/>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363"/>
        <p:cNvGrpSpPr/>
        <p:nvPr/>
      </p:nvGrpSpPr>
      <p:grpSpPr>
        <a:xfrm>
          <a:off x="0" y="0"/>
          <a:ext cx="0" cy="0"/>
          <a:chOff x="0" y="0"/>
          <a:chExt cx="0" cy="0"/>
        </a:xfrm>
      </p:grpSpPr>
      <p:sp>
        <p:nvSpPr>
          <p:cNvPr id="364" name="Google Shape;364;p62"/>
          <p:cNvSpPr txBox="1">
            <a:spLocks noGrp="1"/>
          </p:cNvSpPr>
          <p:nvPr>
            <p:ph type="ctrTitle"/>
          </p:nvPr>
        </p:nvSpPr>
        <p:spPr>
          <a:xfrm>
            <a:off x="311708" y="744575"/>
            <a:ext cx="8520563" cy="2052563"/>
          </a:xfrm>
          <a:prstGeom prst="rect">
            <a:avLst/>
          </a:prstGeom>
          <a:noFill/>
          <a:ln>
            <a:noFill/>
          </a:ln>
        </p:spPr>
        <p:txBody>
          <a:bodyPr spcFirstLastPara="1" wrap="square" lIns="0" tIns="0" rIns="0" bIns="0" anchor="b" anchorCtr="0">
            <a:noAutofit/>
          </a:bodyPr>
          <a:lstStyle>
            <a:lvl1pPr lvl="0" algn="ctr">
              <a:lnSpc>
                <a:spcPct val="85000"/>
              </a:lnSpc>
              <a:spcBef>
                <a:spcPts val="0"/>
              </a:spcBef>
              <a:spcAft>
                <a:spcPts val="0"/>
              </a:spcAft>
              <a:buSzPts val="6200"/>
              <a:buNone/>
              <a:defRPr sz="5200"/>
            </a:lvl1pPr>
            <a:lvl2pPr lvl="1" algn="ctr">
              <a:lnSpc>
                <a:spcPct val="100000"/>
              </a:lnSpc>
              <a:spcBef>
                <a:spcPts val="0"/>
              </a:spcBef>
              <a:spcAft>
                <a:spcPts val="0"/>
              </a:spcAft>
              <a:buSzPts val="6200"/>
              <a:buNone/>
              <a:defRPr sz="5200"/>
            </a:lvl2pPr>
            <a:lvl3pPr lvl="2" algn="ctr">
              <a:lnSpc>
                <a:spcPct val="100000"/>
              </a:lnSpc>
              <a:spcBef>
                <a:spcPts val="0"/>
              </a:spcBef>
              <a:spcAft>
                <a:spcPts val="0"/>
              </a:spcAft>
              <a:buSzPts val="6200"/>
              <a:buNone/>
              <a:defRPr sz="5200"/>
            </a:lvl3pPr>
            <a:lvl4pPr lvl="3" algn="ctr">
              <a:lnSpc>
                <a:spcPct val="100000"/>
              </a:lnSpc>
              <a:spcBef>
                <a:spcPts val="0"/>
              </a:spcBef>
              <a:spcAft>
                <a:spcPts val="0"/>
              </a:spcAft>
              <a:buSzPts val="6200"/>
              <a:buNone/>
              <a:defRPr sz="5200"/>
            </a:lvl4pPr>
            <a:lvl5pPr lvl="4" algn="ctr">
              <a:lnSpc>
                <a:spcPct val="100000"/>
              </a:lnSpc>
              <a:spcBef>
                <a:spcPts val="0"/>
              </a:spcBef>
              <a:spcAft>
                <a:spcPts val="0"/>
              </a:spcAft>
              <a:buSzPts val="6200"/>
              <a:buNone/>
              <a:defRPr sz="5200"/>
            </a:lvl5pPr>
            <a:lvl6pPr lvl="5" algn="ctr">
              <a:lnSpc>
                <a:spcPct val="100000"/>
              </a:lnSpc>
              <a:spcBef>
                <a:spcPts val="0"/>
              </a:spcBef>
              <a:spcAft>
                <a:spcPts val="0"/>
              </a:spcAft>
              <a:buSzPts val="6200"/>
              <a:buNone/>
              <a:defRPr sz="5200"/>
            </a:lvl6pPr>
            <a:lvl7pPr lvl="6" algn="ctr">
              <a:lnSpc>
                <a:spcPct val="100000"/>
              </a:lnSpc>
              <a:spcBef>
                <a:spcPts val="0"/>
              </a:spcBef>
              <a:spcAft>
                <a:spcPts val="0"/>
              </a:spcAft>
              <a:buSzPts val="6200"/>
              <a:buNone/>
              <a:defRPr sz="5200"/>
            </a:lvl7pPr>
            <a:lvl8pPr lvl="7" algn="ctr">
              <a:lnSpc>
                <a:spcPct val="100000"/>
              </a:lnSpc>
              <a:spcBef>
                <a:spcPts val="0"/>
              </a:spcBef>
              <a:spcAft>
                <a:spcPts val="0"/>
              </a:spcAft>
              <a:buSzPts val="6200"/>
              <a:buNone/>
              <a:defRPr sz="5200"/>
            </a:lvl8pPr>
            <a:lvl9pPr lvl="8" algn="ctr">
              <a:lnSpc>
                <a:spcPct val="100000"/>
              </a:lnSpc>
              <a:spcBef>
                <a:spcPts val="0"/>
              </a:spcBef>
              <a:spcAft>
                <a:spcPts val="0"/>
              </a:spcAft>
              <a:buSzPts val="6200"/>
              <a:buNone/>
              <a:defRPr sz="5200"/>
            </a:lvl9pPr>
          </a:lstStyle>
          <a:p>
            <a:endParaRPr/>
          </a:p>
        </p:txBody>
      </p:sp>
      <p:sp>
        <p:nvSpPr>
          <p:cNvPr id="365" name="Google Shape;365;p62"/>
          <p:cNvSpPr txBox="1">
            <a:spLocks noGrp="1"/>
          </p:cNvSpPr>
          <p:nvPr>
            <p:ph type="subTitle" idx="1"/>
          </p:nvPr>
        </p:nvSpPr>
        <p:spPr>
          <a:xfrm>
            <a:off x="311700" y="2834125"/>
            <a:ext cx="8520563" cy="792563"/>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3400"/>
              <a:buNone/>
              <a:defRPr sz="2800"/>
            </a:lvl1pPr>
            <a:lvl2pPr lvl="1" algn="ctr">
              <a:lnSpc>
                <a:spcPct val="100000"/>
              </a:lnSpc>
              <a:spcBef>
                <a:spcPts val="0"/>
              </a:spcBef>
              <a:spcAft>
                <a:spcPts val="0"/>
              </a:spcAft>
              <a:buSzPts val="3400"/>
              <a:buNone/>
              <a:defRPr sz="2800"/>
            </a:lvl2pPr>
            <a:lvl3pPr lvl="2" algn="ctr">
              <a:lnSpc>
                <a:spcPct val="100000"/>
              </a:lnSpc>
              <a:spcBef>
                <a:spcPts val="0"/>
              </a:spcBef>
              <a:spcAft>
                <a:spcPts val="0"/>
              </a:spcAft>
              <a:buSzPts val="3400"/>
              <a:buNone/>
              <a:defRPr sz="2800"/>
            </a:lvl3pPr>
            <a:lvl4pPr lvl="3" algn="ctr">
              <a:lnSpc>
                <a:spcPct val="100000"/>
              </a:lnSpc>
              <a:spcBef>
                <a:spcPts val="0"/>
              </a:spcBef>
              <a:spcAft>
                <a:spcPts val="0"/>
              </a:spcAft>
              <a:buSzPts val="3400"/>
              <a:buNone/>
              <a:defRPr sz="2800"/>
            </a:lvl4pPr>
            <a:lvl5pPr lvl="4" algn="ctr">
              <a:lnSpc>
                <a:spcPct val="100000"/>
              </a:lnSpc>
              <a:spcBef>
                <a:spcPts val="0"/>
              </a:spcBef>
              <a:spcAft>
                <a:spcPts val="0"/>
              </a:spcAft>
              <a:buSzPts val="3400"/>
              <a:buNone/>
              <a:defRPr sz="2800"/>
            </a:lvl5pPr>
            <a:lvl6pPr lvl="5" algn="ctr">
              <a:lnSpc>
                <a:spcPct val="100000"/>
              </a:lnSpc>
              <a:spcBef>
                <a:spcPts val="0"/>
              </a:spcBef>
              <a:spcAft>
                <a:spcPts val="0"/>
              </a:spcAft>
              <a:buSzPts val="3400"/>
              <a:buNone/>
              <a:defRPr sz="2800"/>
            </a:lvl6pPr>
            <a:lvl7pPr lvl="6" algn="ctr">
              <a:lnSpc>
                <a:spcPct val="100000"/>
              </a:lnSpc>
              <a:spcBef>
                <a:spcPts val="0"/>
              </a:spcBef>
              <a:spcAft>
                <a:spcPts val="0"/>
              </a:spcAft>
              <a:buSzPts val="3400"/>
              <a:buNone/>
              <a:defRPr sz="2800"/>
            </a:lvl7pPr>
            <a:lvl8pPr lvl="7" algn="ctr">
              <a:lnSpc>
                <a:spcPct val="100000"/>
              </a:lnSpc>
              <a:spcBef>
                <a:spcPts val="0"/>
              </a:spcBef>
              <a:spcAft>
                <a:spcPts val="0"/>
              </a:spcAft>
              <a:buSzPts val="3400"/>
              <a:buNone/>
              <a:defRPr sz="2800"/>
            </a:lvl8pPr>
            <a:lvl9pPr lvl="8" algn="ctr">
              <a:lnSpc>
                <a:spcPct val="100000"/>
              </a:lnSpc>
              <a:spcBef>
                <a:spcPts val="0"/>
              </a:spcBef>
              <a:spcAft>
                <a:spcPts val="0"/>
              </a:spcAft>
              <a:buSzPts val="3400"/>
              <a:buNone/>
              <a:defRPr sz="2800"/>
            </a:lvl9pPr>
          </a:lstStyle>
          <a:p>
            <a:endParaRPr/>
          </a:p>
        </p:txBody>
      </p:sp>
      <p:sp>
        <p:nvSpPr>
          <p:cNvPr id="366" name="Google Shape;366;p62"/>
          <p:cNvSpPr txBox="1">
            <a:spLocks noGrp="1"/>
          </p:cNvSpPr>
          <p:nvPr>
            <p:ph type="sldNum" idx="12"/>
          </p:nvPr>
        </p:nvSpPr>
        <p:spPr>
          <a:xfrm>
            <a:off x="8472458" y="4663217"/>
            <a:ext cx="548625" cy="393563"/>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367"/>
        <p:cNvGrpSpPr/>
        <p:nvPr/>
      </p:nvGrpSpPr>
      <p:grpSpPr>
        <a:xfrm>
          <a:off x="0" y="0"/>
          <a:ext cx="0" cy="0"/>
          <a:chOff x="0" y="0"/>
          <a:chExt cx="0" cy="0"/>
        </a:xfrm>
      </p:grpSpPr>
      <p:sp>
        <p:nvSpPr>
          <p:cNvPr id="368" name="Google Shape;368;p63"/>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69" name="Google Shape;369;p63"/>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0" name="Google Shape;370;p63"/>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1" name="Google Shape;371;p63"/>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2" name="Google Shape;372;p63"/>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One 1">
  <p:cSld name="Content: One 1">
    <p:spTree>
      <p:nvGrpSpPr>
        <p:cNvPr id="1" name="Shape 373"/>
        <p:cNvGrpSpPr/>
        <p:nvPr/>
      </p:nvGrpSpPr>
      <p:grpSpPr>
        <a:xfrm>
          <a:off x="0" y="0"/>
          <a:ext cx="0" cy="0"/>
          <a:chOff x="0" y="0"/>
          <a:chExt cx="0" cy="0"/>
        </a:xfrm>
      </p:grpSpPr>
      <p:sp>
        <p:nvSpPr>
          <p:cNvPr id="374" name="Google Shape;374;p64"/>
          <p:cNvSpPr/>
          <p:nvPr/>
        </p:nvSpPr>
        <p:spPr>
          <a:xfrm>
            <a:off x="-62" y="4629156"/>
            <a:ext cx="9144000" cy="523313"/>
          </a:xfrm>
          <a:prstGeom prst="rect">
            <a:avLst/>
          </a:prstGeom>
          <a:solidFill>
            <a:srgbClr val="F3F3F3"/>
          </a:solidFill>
          <a:ln>
            <a:noFill/>
          </a:ln>
        </p:spPr>
        <p:txBody>
          <a:bodyPr spcFirstLastPara="1" wrap="square" lIns="57125" tIns="57125" rIns="57125" bIns="57125" anchor="ctr" anchorCtr="0">
            <a:noAutofit/>
          </a:bodyPr>
          <a:lstStyle/>
          <a:p>
            <a:pPr marL="0" marR="0" lvl="0" indent="0" algn="l" rtl="0">
              <a:lnSpc>
                <a:spcPct val="100000"/>
              </a:lnSpc>
              <a:spcBef>
                <a:spcPts val="0"/>
              </a:spcBef>
              <a:spcAft>
                <a:spcPts val="0"/>
              </a:spcAft>
              <a:buClr>
                <a:schemeClr val="dk1"/>
              </a:buClr>
              <a:buSzPts val="800"/>
              <a:buFont typeface="Arial"/>
              <a:buNone/>
            </a:pPr>
            <a:endParaRPr sz="1500" b="0" i="0" u="none" strike="noStrike" cap="none">
              <a:solidFill>
                <a:schemeClr val="dk1"/>
              </a:solidFill>
              <a:latin typeface="Arial"/>
              <a:ea typeface="Arial"/>
              <a:cs typeface="Arial"/>
              <a:sym typeface="Arial"/>
            </a:endParaRPr>
          </a:p>
        </p:txBody>
      </p:sp>
      <p:sp>
        <p:nvSpPr>
          <p:cNvPr id="375" name="Google Shape;375;p64"/>
          <p:cNvSpPr txBox="1">
            <a:spLocks noGrp="1"/>
          </p:cNvSpPr>
          <p:nvPr>
            <p:ph type="title"/>
          </p:nvPr>
        </p:nvSpPr>
        <p:spPr>
          <a:xfrm>
            <a:off x="484911" y="436392"/>
            <a:ext cx="8174063" cy="60506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2200"/>
              <a:buFont typeface="Georgia"/>
              <a:buNone/>
              <a:defRPr sz="1800"/>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376" name="Google Shape;376;p64"/>
          <p:cNvSpPr txBox="1">
            <a:spLocks noGrp="1"/>
          </p:cNvSpPr>
          <p:nvPr>
            <p:ph type="body" idx="1"/>
          </p:nvPr>
        </p:nvSpPr>
        <p:spPr>
          <a:xfrm>
            <a:off x="484911" y="1229113"/>
            <a:ext cx="8174063" cy="3175875"/>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Georgia"/>
              <a:buChar char="•"/>
              <a:defRPr sz="800"/>
            </a:lvl1pPr>
            <a:lvl2pPr marL="914400" lvl="1" indent="-292100" algn="l">
              <a:lnSpc>
                <a:spcPct val="100000"/>
              </a:lnSpc>
              <a:spcBef>
                <a:spcPts val="500"/>
              </a:spcBef>
              <a:spcAft>
                <a:spcPts val="0"/>
              </a:spcAft>
              <a:buSzPts val="1000"/>
              <a:buChar char="–"/>
              <a:defRPr sz="800"/>
            </a:lvl2pPr>
            <a:lvl3pPr marL="1371600" lvl="2" indent="-292100" algn="l">
              <a:lnSpc>
                <a:spcPct val="100000"/>
              </a:lnSpc>
              <a:spcBef>
                <a:spcPts val="500"/>
              </a:spcBef>
              <a:spcAft>
                <a:spcPts val="0"/>
              </a:spcAft>
              <a:buSzPts val="1000"/>
              <a:buChar char="•"/>
              <a:defRPr sz="800"/>
            </a:lvl3pPr>
            <a:lvl4pPr marL="1828800" lvl="3" indent="-292100" algn="l">
              <a:lnSpc>
                <a:spcPct val="100000"/>
              </a:lnSpc>
              <a:spcBef>
                <a:spcPts val="500"/>
              </a:spcBef>
              <a:spcAft>
                <a:spcPts val="0"/>
              </a:spcAft>
              <a:buSzPts val="1000"/>
              <a:buChar char="–"/>
              <a:defRPr sz="800"/>
            </a:lvl4pPr>
            <a:lvl5pPr marL="2286000" lvl="4" indent="-292100" algn="l">
              <a:lnSpc>
                <a:spcPct val="100000"/>
              </a:lnSpc>
              <a:spcBef>
                <a:spcPts val="500"/>
              </a:spcBef>
              <a:spcAft>
                <a:spcPts val="0"/>
              </a:spcAft>
              <a:buSzPts val="1000"/>
              <a:buChar char="•"/>
              <a:defRPr sz="800"/>
            </a:lvl5pPr>
            <a:lvl6pPr marL="2743200" lvl="5" indent="-298450" algn="l">
              <a:lnSpc>
                <a:spcPct val="100000"/>
              </a:lnSpc>
              <a:spcBef>
                <a:spcPts val="500"/>
              </a:spcBef>
              <a:spcAft>
                <a:spcPts val="0"/>
              </a:spcAft>
              <a:buSzPts val="1100"/>
              <a:buChar char="–"/>
              <a:defRPr/>
            </a:lvl6pPr>
            <a:lvl7pPr marL="3200400" lvl="6" indent="-298450" algn="l">
              <a:lnSpc>
                <a:spcPct val="100000"/>
              </a:lnSpc>
              <a:spcBef>
                <a:spcPts val="500"/>
              </a:spcBef>
              <a:spcAft>
                <a:spcPts val="0"/>
              </a:spcAft>
              <a:buClr>
                <a:schemeClr val="dk1"/>
              </a:buClr>
              <a:buSzPts val="1100"/>
              <a:buChar char="•"/>
              <a:defRPr/>
            </a:lvl7pPr>
            <a:lvl8pPr marL="3657600" lvl="7" indent="-298450" algn="l">
              <a:lnSpc>
                <a:spcPct val="100000"/>
              </a:lnSpc>
              <a:spcBef>
                <a:spcPts val="500"/>
              </a:spcBef>
              <a:spcAft>
                <a:spcPts val="0"/>
              </a:spcAft>
              <a:buClr>
                <a:schemeClr val="dk1"/>
              </a:buClr>
              <a:buSzPts val="1100"/>
              <a:buChar char="–"/>
              <a:defRPr/>
            </a:lvl8pPr>
            <a:lvl9pPr marL="4114800" lvl="8" indent="-298450" algn="l">
              <a:lnSpc>
                <a:spcPct val="100000"/>
              </a:lnSpc>
              <a:spcBef>
                <a:spcPts val="500"/>
              </a:spcBef>
              <a:spcAft>
                <a:spcPts val="500"/>
              </a:spcAft>
              <a:buClr>
                <a:schemeClr val="dk2"/>
              </a:buClr>
              <a:buSzPts val="1100"/>
              <a:buChar char="•"/>
              <a:defRPr/>
            </a:lvl9pPr>
          </a:lstStyle>
          <a:p>
            <a:endParaRPr/>
          </a:p>
        </p:txBody>
      </p:sp>
      <p:sp>
        <p:nvSpPr>
          <p:cNvPr id="377" name="Google Shape;377;p64"/>
          <p:cNvSpPr txBox="1">
            <a:spLocks noGrp="1"/>
          </p:cNvSpPr>
          <p:nvPr>
            <p:ph type="ftr" idx="11"/>
          </p:nvPr>
        </p:nvSpPr>
        <p:spPr>
          <a:xfrm>
            <a:off x="484911" y="4689662"/>
            <a:ext cx="5255438" cy="10087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8" name="Google Shape;378;p64"/>
          <p:cNvSpPr txBox="1">
            <a:spLocks noGrp="1"/>
          </p:cNvSpPr>
          <p:nvPr>
            <p:ph type="sldNum" idx="12"/>
          </p:nvPr>
        </p:nvSpPr>
        <p:spPr>
          <a:xfrm>
            <a:off x="7159037" y="4790516"/>
            <a:ext cx="1524000" cy="10087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379" name="Google Shape;379;p64"/>
          <p:cNvSpPr txBox="1">
            <a:spLocks noGrp="1"/>
          </p:cNvSpPr>
          <p:nvPr>
            <p:ph type="dt" idx="10"/>
          </p:nvPr>
        </p:nvSpPr>
        <p:spPr>
          <a:xfrm>
            <a:off x="7135100" y="4689662"/>
            <a:ext cx="1524000" cy="100875"/>
          </a:xfrm>
          <a:prstGeom prst="rect">
            <a:avLst/>
          </a:prstGeom>
          <a:noFill/>
          <a:ln>
            <a:noFill/>
          </a:ln>
        </p:spPr>
        <p:txBody>
          <a:bodyPr spcFirstLastPara="1" wrap="square" lIns="0" tIns="0" rIns="0" bIns="0" anchor="t" anchorCtr="0">
            <a:noAutofit/>
          </a:bodyPr>
          <a:lstStyle>
            <a:lvl1pPr marR="0" lvl="0" algn="r" rtl="0">
              <a:lnSpc>
                <a:spcPct val="100000"/>
              </a:lnSpc>
              <a:spcBef>
                <a:spcPts val="0"/>
              </a:spcBef>
              <a:spcAft>
                <a:spcPts val="0"/>
              </a:spcAft>
              <a:buClr>
                <a:srgbClr val="000000"/>
              </a:buClr>
              <a:buSzPts val="1400"/>
              <a:buFont typeface="Arial"/>
              <a:buNone/>
              <a:defRPr sz="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Content 1 1">
  <p:cSld name="Title and Content 1 1">
    <p:spTree>
      <p:nvGrpSpPr>
        <p:cNvPr id="1" name="Shape 380"/>
        <p:cNvGrpSpPr/>
        <p:nvPr/>
      </p:nvGrpSpPr>
      <p:grpSpPr>
        <a:xfrm>
          <a:off x="0" y="0"/>
          <a:ext cx="0" cy="0"/>
          <a:chOff x="0" y="0"/>
          <a:chExt cx="0" cy="0"/>
        </a:xfrm>
      </p:grpSpPr>
      <p:sp>
        <p:nvSpPr>
          <p:cNvPr id="381" name="Google Shape;381;p65"/>
          <p:cNvSpPr txBox="1">
            <a:spLocks noGrp="1"/>
          </p:cNvSpPr>
          <p:nvPr>
            <p:ph type="title"/>
          </p:nvPr>
        </p:nvSpPr>
        <p:spPr>
          <a:xfrm>
            <a:off x="332176" y="274325"/>
            <a:ext cx="7278000" cy="27897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200"/>
              <a:buNone/>
              <a:defRPr sz="1800">
                <a:solidFill>
                  <a:schemeClr val="lt1"/>
                </a:solidFill>
              </a:defRPr>
            </a:lvl1pPr>
            <a:lvl2pPr lvl="1"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2pPr>
            <a:lvl3pPr lvl="2"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3pPr>
            <a:lvl4pPr lvl="3"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4pPr>
            <a:lvl5pPr lvl="4"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5pPr>
            <a:lvl6pPr lvl="5"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6pPr>
            <a:lvl7pPr lvl="6"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7pPr>
            <a:lvl8pPr lvl="7"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8pPr>
            <a:lvl9pPr lvl="8" algn="l">
              <a:lnSpc>
                <a:spcPct val="100000"/>
              </a:lnSpc>
              <a:spcBef>
                <a:spcPts val="0"/>
              </a:spcBef>
              <a:spcAft>
                <a:spcPts val="0"/>
              </a:spcAft>
              <a:buClr>
                <a:schemeClr val="lt1"/>
              </a:buClr>
              <a:buSzPts val="2200"/>
              <a:buFont typeface="Georgia"/>
              <a:buNone/>
              <a:defRPr>
                <a:solidFill>
                  <a:schemeClr val="lt1"/>
                </a:solidFill>
                <a:latin typeface="Georgia"/>
                <a:ea typeface="Georgia"/>
                <a:cs typeface="Georgia"/>
                <a:sym typeface="Georgia"/>
              </a:defRPr>
            </a:lvl9pPr>
          </a:lstStyle>
          <a:p>
            <a:endParaRPr/>
          </a:p>
        </p:txBody>
      </p:sp>
      <p:sp>
        <p:nvSpPr>
          <p:cNvPr id="382" name="Google Shape;382;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383" name="Google Shape;383;p65"/>
          <p:cNvSpPr/>
          <p:nvPr/>
        </p:nvSpPr>
        <p:spPr>
          <a:xfrm>
            <a:off x="0" y="0"/>
            <a:ext cx="9144000" cy="894938"/>
          </a:xfrm>
          <a:prstGeom prst="rect">
            <a:avLst/>
          </a:prstGeom>
          <a:solidFill>
            <a:srgbClr val="2D2D2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chemeClr val="lt1"/>
              </a:solidFill>
              <a:latin typeface="Arial"/>
              <a:ea typeface="Arial"/>
              <a:cs typeface="Arial"/>
              <a:sym typeface="Arial"/>
            </a:endParaRPr>
          </a:p>
        </p:txBody>
      </p:sp>
      <p:sp>
        <p:nvSpPr>
          <p:cNvPr id="384" name="Google Shape;384;p65"/>
          <p:cNvSpPr/>
          <p:nvPr/>
        </p:nvSpPr>
        <p:spPr>
          <a:xfrm>
            <a:off x="8199793" y="128883"/>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117" y="90"/>
                </a:moveTo>
                <a:cubicBezTo>
                  <a:pt x="117" y="77"/>
                  <a:pt x="128" y="67"/>
                  <a:pt x="141" y="67"/>
                </a:cubicBezTo>
                <a:cubicBezTo>
                  <a:pt x="153" y="67"/>
                  <a:pt x="164" y="77"/>
                  <a:pt x="164" y="90"/>
                </a:cubicBezTo>
                <a:cubicBezTo>
                  <a:pt x="164" y="103"/>
                  <a:pt x="153" y="113"/>
                  <a:pt x="141" y="113"/>
                </a:cubicBezTo>
                <a:cubicBezTo>
                  <a:pt x="128" y="113"/>
                  <a:pt x="117" y="103"/>
                  <a:pt x="117" y="90"/>
                </a:cubicBezTo>
                <a:close/>
                <a:moveTo>
                  <a:pt x="331" y="332"/>
                </a:moveTo>
                <a:cubicBezTo>
                  <a:pt x="217" y="332"/>
                  <a:pt x="217" y="332"/>
                  <a:pt x="217" y="332"/>
                </a:cubicBezTo>
                <a:cubicBezTo>
                  <a:pt x="217" y="296"/>
                  <a:pt x="217" y="296"/>
                  <a:pt x="217" y="296"/>
                </a:cubicBezTo>
                <a:cubicBezTo>
                  <a:pt x="278" y="246"/>
                  <a:pt x="278" y="246"/>
                  <a:pt x="278" y="246"/>
                </a:cubicBezTo>
                <a:cubicBezTo>
                  <a:pt x="278" y="134"/>
                  <a:pt x="278" y="134"/>
                  <a:pt x="278" y="134"/>
                </a:cubicBezTo>
                <a:cubicBezTo>
                  <a:pt x="295" y="131"/>
                  <a:pt x="309" y="115"/>
                  <a:pt x="309" y="97"/>
                </a:cubicBezTo>
                <a:cubicBezTo>
                  <a:pt x="309" y="76"/>
                  <a:pt x="291" y="59"/>
                  <a:pt x="270" y="59"/>
                </a:cubicBezTo>
                <a:cubicBezTo>
                  <a:pt x="249" y="59"/>
                  <a:pt x="232" y="76"/>
                  <a:pt x="232" y="97"/>
                </a:cubicBezTo>
                <a:cubicBezTo>
                  <a:pt x="232" y="115"/>
                  <a:pt x="245" y="131"/>
                  <a:pt x="263" y="134"/>
                </a:cubicBezTo>
                <a:cubicBezTo>
                  <a:pt x="263" y="239"/>
                  <a:pt x="263" y="239"/>
                  <a:pt x="263" y="239"/>
                </a:cubicBezTo>
                <a:cubicBezTo>
                  <a:pt x="202" y="289"/>
                  <a:pt x="202" y="289"/>
                  <a:pt x="202" y="289"/>
                </a:cubicBezTo>
                <a:cubicBezTo>
                  <a:pt x="202" y="332"/>
                  <a:pt x="202" y="332"/>
                  <a:pt x="202" y="332"/>
                </a:cubicBezTo>
                <a:cubicBezTo>
                  <a:pt x="185" y="332"/>
                  <a:pt x="185" y="332"/>
                  <a:pt x="185" y="332"/>
                </a:cubicBezTo>
                <a:cubicBezTo>
                  <a:pt x="185" y="259"/>
                  <a:pt x="185" y="259"/>
                  <a:pt x="185" y="259"/>
                </a:cubicBezTo>
                <a:cubicBezTo>
                  <a:pt x="213" y="235"/>
                  <a:pt x="213" y="235"/>
                  <a:pt x="213" y="235"/>
                </a:cubicBezTo>
                <a:cubicBezTo>
                  <a:pt x="213" y="198"/>
                  <a:pt x="213" y="198"/>
                  <a:pt x="213" y="198"/>
                </a:cubicBezTo>
                <a:cubicBezTo>
                  <a:pt x="230" y="195"/>
                  <a:pt x="244" y="179"/>
                  <a:pt x="244" y="161"/>
                </a:cubicBezTo>
                <a:cubicBezTo>
                  <a:pt x="244" y="140"/>
                  <a:pt x="227" y="123"/>
                  <a:pt x="205" y="123"/>
                </a:cubicBezTo>
                <a:cubicBezTo>
                  <a:pt x="184" y="123"/>
                  <a:pt x="167" y="140"/>
                  <a:pt x="167" y="161"/>
                </a:cubicBezTo>
                <a:cubicBezTo>
                  <a:pt x="167" y="179"/>
                  <a:pt x="181" y="195"/>
                  <a:pt x="198" y="198"/>
                </a:cubicBezTo>
                <a:cubicBezTo>
                  <a:pt x="198" y="228"/>
                  <a:pt x="198" y="228"/>
                  <a:pt x="198" y="228"/>
                </a:cubicBezTo>
                <a:cubicBezTo>
                  <a:pt x="170" y="252"/>
                  <a:pt x="170" y="252"/>
                  <a:pt x="170" y="252"/>
                </a:cubicBezTo>
                <a:cubicBezTo>
                  <a:pt x="170" y="332"/>
                  <a:pt x="170" y="332"/>
                  <a:pt x="170" y="332"/>
                </a:cubicBezTo>
                <a:cubicBezTo>
                  <a:pt x="153" y="332"/>
                  <a:pt x="153" y="332"/>
                  <a:pt x="153" y="332"/>
                </a:cubicBezTo>
                <a:cubicBezTo>
                  <a:pt x="148" y="127"/>
                  <a:pt x="148" y="127"/>
                  <a:pt x="148" y="127"/>
                </a:cubicBezTo>
                <a:cubicBezTo>
                  <a:pt x="166" y="124"/>
                  <a:pt x="179" y="109"/>
                  <a:pt x="179" y="90"/>
                </a:cubicBezTo>
                <a:cubicBezTo>
                  <a:pt x="179" y="69"/>
                  <a:pt x="162" y="52"/>
                  <a:pt x="141" y="52"/>
                </a:cubicBezTo>
                <a:cubicBezTo>
                  <a:pt x="120" y="52"/>
                  <a:pt x="102" y="69"/>
                  <a:pt x="102" y="90"/>
                </a:cubicBezTo>
                <a:cubicBezTo>
                  <a:pt x="102" y="109"/>
                  <a:pt x="116" y="124"/>
                  <a:pt x="133" y="128"/>
                </a:cubicBezTo>
                <a:cubicBezTo>
                  <a:pt x="138" y="332"/>
                  <a:pt x="138" y="332"/>
                  <a:pt x="138" y="332"/>
                </a:cubicBezTo>
                <a:cubicBezTo>
                  <a:pt x="121" y="332"/>
                  <a:pt x="121" y="332"/>
                  <a:pt x="121" y="332"/>
                </a:cubicBezTo>
                <a:cubicBezTo>
                  <a:pt x="121" y="237"/>
                  <a:pt x="121" y="237"/>
                  <a:pt x="121" y="237"/>
                </a:cubicBezTo>
                <a:cubicBezTo>
                  <a:pt x="89" y="199"/>
                  <a:pt x="89" y="199"/>
                  <a:pt x="89" y="199"/>
                </a:cubicBezTo>
                <a:cubicBezTo>
                  <a:pt x="104" y="194"/>
                  <a:pt x="114" y="180"/>
                  <a:pt x="114" y="163"/>
                </a:cubicBezTo>
                <a:cubicBezTo>
                  <a:pt x="114" y="142"/>
                  <a:pt x="97" y="125"/>
                  <a:pt x="76" y="125"/>
                </a:cubicBezTo>
                <a:cubicBezTo>
                  <a:pt x="55" y="125"/>
                  <a:pt x="38" y="142"/>
                  <a:pt x="38" y="163"/>
                </a:cubicBezTo>
                <a:cubicBezTo>
                  <a:pt x="38" y="183"/>
                  <a:pt x="53" y="200"/>
                  <a:pt x="72" y="201"/>
                </a:cubicBezTo>
                <a:cubicBezTo>
                  <a:pt x="106" y="242"/>
                  <a:pt x="106" y="242"/>
                  <a:pt x="106" y="242"/>
                </a:cubicBezTo>
                <a:cubicBezTo>
                  <a:pt x="106" y="332"/>
                  <a:pt x="106" y="332"/>
                  <a:pt x="106" y="332"/>
                </a:cubicBezTo>
                <a:cubicBezTo>
                  <a:pt x="15" y="332"/>
                  <a:pt x="15" y="332"/>
                  <a:pt x="15" y="332"/>
                </a:cubicBezTo>
                <a:cubicBezTo>
                  <a:pt x="15" y="15"/>
                  <a:pt x="15" y="15"/>
                  <a:pt x="15" y="15"/>
                </a:cubicBezTo>
                <a:cubicBezTo>
                  <a:pt x="331" y="15"/>
                  <a:pt x="331" y="15"/>
                  <a:pt x="331" y="15"/>
                </a:cubicBezTo>
                <a:lnTo>
                  <a:pt x="331" y="332"/>
                </a:lnTo>
                <a:close/>
                <a:moveTo>
                  <a:pt x="270" y="120"/>
                </a:moveTo>
                <a:cubicBezTo>
                  <a:pt x="257" y="120"/>
                  <a:pt x="247" y="110"/>
                  <a:pt x="247" y="97"/>
                </a:cubicBezTo>
                <a:cubicBezTo>
                  <a:pt x="247" y="84"/>
                  <a:pt x="257" y="73"/>
                  <a:pt x="270" y="73"/>
                </a:cubicBezTo>
                <a:cubicBezTo>
                  <a:pt x="283" y="73"/>
                  <a:pt x="294" y="84"/>
                  <a:pt x="294" y="97"/>
                </a:cubicBezTo>
                <a:cubicBezTo>
                  <a:pt x="294" y="110"/>
                  <a:pt x="283" y="120"/>
                  <a:pt x="270" y="120"/>
                </a:cubicBezTo>
                <a:close/>
                <a:moveTo>
                  <a:pt x="205" y="184"/>
                </a:moveTo>
                <a:cubicBezTo>
                  <a:pt x="193" y="184"/>
                  <a:pt x="182" y="174"/>
                  <a:pt x="182" y="161"/>
                </a:cubicBezTo>
                <a:cubicBezTo>
                  <a:pt x="182" y="148"/>
                  <a:pt x="193" y="137"/>
                  <a:pt x="205" y="137"/>
                </a:cubicBezTo>
                <a:cubicBezTo>
                  <a:pt x="218" y="137"/>
                  <a:pt x="229" y="148"/>
                  <a:pt x="229" y="161"/>
                </a:cubicBezTo>
                <a:cubicBezTo>
                  <a:pt x="229" y="174"/>
                  <a:pt x="218" y="184"/>
                  <a:pt x="205" y="184"/>
                </a:cubicBezTo>
                <a:close/>
                <a:moveTo>
                  <a:pt x="52" y="163"/>
                </a:moveTo>
                <a:cubicBezTo>
                  <a:pt x="52" y="151"/>
                  <a:pt x="63" y="140"/>
                  <a:pt x="76" y="140"/>
                </a:cubicBezTo>
                <a:cubicBezTo>
                  <a:pt x="89" y="140"/>
                  <a:pt x="99" y="151"/>
                  <a:pt x="99" y="163"/>
                </a:cubicBezTo>
                <a:cubicBezTo>
                  <a:pt x="99" y="176"/>
                  <a:pt x="89" y="187"/>
                  <a:pt x="76" y="187"/>
                </a:cubicBezTo>
                <a:cubicBezTo>
                  <a:pt x="63" y="187"/>
                  <a:pt x="52" y="176"/>
                  <a:pt x="52" y="163"/>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5" name="Google Shape;385;p65"/>
          <p:cNvSpPr/>
          <p:nvPr/>
        </p:nvSpPr>
        <p:spPr>
          <a:xfrm>
            <a:off x="8949075" y="109856"/>
            <a:ext cx="100626" cy="100626"/>
          </a:xfrm>
          <a:custGeom>
            <a:avLst/>
            <a:gdLst/>
            <a:ahLst/>
            <a:cxnLst/>
            <a:rect l="l" t="t"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331" y="331"/>
                </a:moveTo>
                <a:cubicBezTo>
                  <a:pt x="14" y="331"/>
                  <a:pt x="14" y="331"/>
                  <a:pt x="14" y="331"/>
                </a:cubicBezTo>
                <a:cubicBezTo>
                  <a:pt x="14" y="15"/>
                  <a:pt x="14" y="15"/>
                  <a:pt x="14" y="15"/>
                </a:cubicBezTo>
                <a:cubicBezTo>
                  <a:pt x="331" y="15"/>
                  <a:pt x="331" y="15"/>
                  <a:pt x="331" y="15"/>
                </a:cubicBezTo>
                <a:lnTo>
                  <a:pt x="331" y="331"/>
                </a:lnTo>
                <a:close/>
                <a:moveTo>
                  <a:pt x="26" y="207"/>
                </a:moveTo>
                <a:cubicBezTo>
                  <a:pt x="26" y="176"/>
                  <a:pt x="51" y="150"/>
                  <a:pt x="82" y="150"/>
                </a:cubicBezTo>
                <a:cubicBezTo>
                  <a:pt x="95" y="119"/>
                  <a:pt x="125" y="99"/>
                  <a:pt x="159" y="99"/>
                </a:cubicBezTo>
                <a:cubicBezTo>
                  <a:pt x="187" y="99"/>
                  <a:pt x="214" y="114"/>
                  <a:pt x="229" y="138"/>
                </a:cubicBezTo>
                <a:cubicBezTo>
                  <a:pt x="235" y="134"/>
                  <a:pt x="242" y="131"/>
                  <a:pt x="249" y="131"/>
                </a:cubicBezTo>
                <a:cubicBezTo>
                  <a:pt x="269" y="131"/>
                  <a:pt x="285" y="147"/>
                  <a:pt x="285" y="167"/>
                </a:cubicBezTo>
                <a:cubicBezTo>
                  <a:pt x="285" y="169"/>
                  <a:pt x="285" y="171"/>
                  <a:pt x="284" y="173"/>
                </a:cubicBezTo>
                <a:cubicBezTo>
                  <a:pt x="304" y="178"/>
                  <a:pt x="319" y="196"/>
                  <a:pt x="319" y="217"/>
                </a:cubicBezTo>
                <a:cubicBezTo>
                  <a:pt x="319" y="243"/>
                  <a:pt x="298" y="264"/>
                  <a:pt x="273" y="264"/>
                </a:cubicBezTo>
                <a:cubicBezTo>
                  <a:pt x="222" y="264"/>
                  <a:pt x="222" y="264"/>
                  <a:pt x="222" y="264"/>
                </a:cubicBezTo>
                <a:cubicBezTo>
                  <a:pt x="222" y="249"/>
                  <a:pt x="222" y="249"/>
                  <a:pt x="222" y="249"/>
                </a:cubicBezTo>
                <a:cubicBezTo>
                  <a:pt x="273" y="249"/>
                  <a:pt x="273" y="249"/>
                  <a:pt x="273" y="249"/>
                </a:cubicBezTo>
                <a:cubicBezTo>
                  <a:pt x="290" y="249"/>
                  <a:pt x="304" y="235"/>
                  <a:pt x="304" y="217"/>
                </a:cubicBezTo>
                <a:cubicBezTo>
                  <a:pt x="304" y="201"/>
                  <a:pt x="291" y="187"/>
                  <a:pt x="275" y="186"/>
                </a:cubicBezTo>
                <a:cubicBezTo>
                  <a:pt x="264" y="185"/>
                  <a:pt x="264" y="185"/>
                  <a:pt x="264" y="185"/>
                </a:cubicBezTo>
                <a:cubicBezTo>
                  <a:pt x="268" y="176"/>
                  <a:pt x="268" y="176"/>
                  <a:pt x="268" y="176"/>
                </a:cubicBezTo>
                <a:cubicBezTo>
                  <a:pt x="270" y="173"/>
                  <a:pt x="270" y="170"/>
                  <a:pt x="270" y="167"/>
                </a:cubicBezTo>
                <a:cubicBezTo>
                  <a:pt x="270" y="156"/>
                  <a:pt x="261" y="146"/>
                  <a:pt x="249" y="146"/>
                </a:cubicBezTo>
                <a:cubicBezTo>
                  <a:pt x="243" y="146"/>
                  <a:pt x="237" y="149"/>
                  <a:pt x="233" y="154"/>
                </a:cubicBezTo>
                <a:cubicBezTo>
                  <a:pt x="225" y="163"/>
                  <a:pt x="225" y="163"/>
                  <a:pt x="225" y="163"/>
                </a:cubicBezTo>
                <a:cubicBezTo>
                  <a:pt x="220" y="153"/>
                  <a:pt x="220" y="153"/>
                  <a:pt x="220" y="153"/>
                </a:cubicBezTo>
                <a:cubicBezTo>
                  <a:pt x="209" y="129"/>
                  <a:pt x="185" y="113"/>
                  <a:pt x="159" y="113"/>
                </a:cubicBezTo>
                <a:cubicBezTo>
                  <a:pt x="129" y="113"/>
                  <a:pt x="104" y="132"/>
                  <a:pt x="94" y="160"/>
                </a:cubicBezTo>
                <a:cubicBezTo>
                  <a:pt x="93" y="165"/>
                  <a:pt x="93" y="165"/>
                  <a:pt x="93" y="165"/>
                </a:cubicBezTo>
                <a:cubicBezTo>
                  <a:pt x="87" y="165"/>
                  <a:pt x="87" y="165"/>
                  <a:pt x="87" y="165"/>
                </a:cubicBezTo>
                <a:cubicBezTo>
                  <a:pt x="86" y="165"/>
                  <a:pt x="84" y="164"/>
                  <a:pt x="83" y="164"/>
                </a:cubicBezTo>
                <a:cubicBezTo>
                  <a:pt x="60" y="164"/>
                  <a:pt x="41" y="183"/>
                  <a:pt x="41" y="207"/>
                </a:cubicBezTo>
                <a:cubicBezTo>
                  <a:pt x="41" y="230"/>
                  <a:pt x="60" y="249"/>
                  <a:pt x="83" y="249"/>
                </a:cubicBezTo>
                <a:cubicBezTo>
                  <a:pt x="129" y="249"/>
                  <a:pt x="129" y="249"/>
                  <a:pt x="129" y="249"/>
                </a:cubicBezTo>
                <a:cubicBezTo>
                  <a:pt x="129" y="264"/>
                  <a:pt x="129" y="264"/>
                  <a:pt x="129" y="264"/>
                </a:cubicBezTo>
                <a:cubicBezTo>
                  <a:pt x="83" y="264"/>
                  <a:pt x="83" y="264"/>
                  <a:pt x="83" y="264"/>
                </a:cubicBezTo>
                <a:cubicBezTo>
                  <a:pt x="52" y="264"/>
                  <a:pt x="26" y="238"/>
                  <a:pt x="26" y="207"/>
                </a:cubicBezTo>
                <a:close/>
                <a:moveTo>
                  <a:pt x="173" y="184"/>
                </a:moveTo>
                <a:cubicBezTo>
                  <a:pt x="216" y="227"/>
                  <a:pt x="216" y="227"/>
                  <a:pt x="216" y="227"/>
                </a:cubicBezTo>
                <a:cubicBezTo>
                  <a:pt x="206" y="238"/>
                  <a:pt x="206" y="238"/>
                  <a:pt x="206" y="238"/>
                </a:cubicBezTo>
                <a:cubicBezTo>
                  <a:pt x="180" y="212"/>
                  <a:pt x="180" y="212"/>
                  <a:pt x="180" y="212"/>
                </a:cubicBezTo>
                <a:cubicBezTo>
                  <a:pt x="180" y="296"/>
                  <a:pt x="180" y="296"/>
                  <a:pt x="180" y="296"/>
                </a:cubicBezTo>
                <a:cubicBezTo>
                  <a:pt x="165" y="296"/>
                  <a:pt x="165" y="296"/>
                  <a:pt x="165" y="296"/>
                </a:cubicBezTo>
                <a:cubicBezTo>
                  <a:pt x="165" y="212"/>
                  <a:pt x="165" y="212"/>
                  <a:pt x="165" y="212"/>
                </a:cubicBezTo>
                <a:cubicBezTo>
                  <a:pt x="139" y="238"/>
                  <a:pt x="139" y="238"/>
                  <a:pt x="139" y="238"/>
                </a:cubicBezTo>
                <a:cubicBezTo>
                  <a:pt x="129" y="227"/>
                  <a:pt x="129" y="227"/>
                  <a:pt x="129" y="227"/>
                </a:cubicBezTo>
                <a:lnTo>
                  <a:pt x="173" y="184"/>
                </a:lnTo>
                <a:close/>
              </a:path>
            </a:pathLst>
          </a:custGeom>
          <a:solidFill>
            <a:schemeClr val="accent4"/>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Arial"/>
              <a:ea typeface="Arial"/>
              <a:cs typeface="Arial"/>
              <a:sym typeface="Arial"/>
            </a:endParaRPr>
          </a:p>
        </p:txBody>
      </p:sp>
      <p:sp>
        <p:nvSpPr>
          <p:cNvPr id="386" name="Google Shape;386;p65"/>
          <p:cNvSpPr/>
          <p:nvPr/>
        </p:nvSpPr>
        <p:spPr>
          <a:xfrm>
            <a:off x="8576035" y="765002"/>
            <a:ext cx="100622" cy="100622"/>
          </a:xfrm>
          <a:custGeom>
            <a:avLst/>
            <a:gdLst/>
            <a:ahLst/>
            <a:cxnLst/>
            <a:rect l="l" t="t" r="r" b="b"/>
            <a:pathLst>
              <a:path w="2322" h="2322" extrusionOk="0">
                <a:moveTo>
                  <a:pt x="0" y="0"/>
                </a:moveTo>
                <a:cubicBezTo>
                  <a:pt x="0" y="2322"/>
                  <a:pt x="0" y="2322"/>
                  <a:pt x="0" y="2322"/>
                </a:cubicBezTo>
                <a:cubicBezTo>
                  <a:pt x="2322" y="2322"/>
                  <a:pt x="2322" y="2322"/>
                  <a:pt x="2322" y="2322"/>
                </a:cubicBezTo>
                <a:cubicBezTo>
                  <a:pt x="2322" y="0"/>
                  <a:pt x="2322" y="0"/>
                  <a:pt x="2322" y="0"/>
                </a:cubicBezTo>
                <a:cubicBezTo>
                  <a:pt x="0" y="0"/>
                  <a:pt x="0" y="0"/>
                  <a:pt x="0" y="0"/>
                </a:cubicBezTo>
                <a:cubicBezTo>
                  <a:pt x="0" y="0"/>
                  <a:pt x="0" y="0"/>
                  <a:pt x="0" y="0"/>
                </a:cubicBezTo>
                <a:close/>
                <a:moveTo>
                  <a:pt x="2203" y="2203"/>
                </a:moveTo>
                <a:cubicBezTo>
                  <a:pt x="119" y="2203"/>
                  <a:pt x="119" y="2203"/>
                  <a:pt x="119" y="2203"/>
                </a:cubicBezTo>
                <a:cubicBezTo>
                  <a:pt x="119" y="90"/>
                  <a:pt x="119" y="90"/>
                  <a:pt x="119" y="90"/>
                </a:cubicBezTo>
                <a:cubicBezTo>
                  <a:pt x="2203" y="90"/>
                  <a:pt x="2203" y="90"/>
                  <a:pt x="2203" y="90"/>
                </a:cubicBezTo>
                <a:cubicBezTo>
                  <a:pt x="2203" y="2203"/>
                  <a:pt x="2203" y="2203"/>
                  <a:pt x="2203" y="2203"/>
                </a:cubicBezTo>
                <a:cubicBezTo>
                  <a:pt x="2203" y="2203"/>
                  <a:pt x="2203" y="2203"/>
                  <a:pt x="2203" y="2203"/>
                </a:cubicBezTo>
                <a:close/>
                <a:moveTo>
                  <a:pt x="1474" y="714"/>
                </a:moveTo>
                <a:cubicBezTo>
                  <a:pt x="1527" y="698"/>
                  <a:pt x="1565" y="645"/>
                  <a:pt x="1565" y="585"/>
                </a:cubicBezTo>
                <a:cubicBezTo>
                  <a:pt x="1565" y="508"/>
                  <a:pt x="1508" y="447"/>
                  <a:pt x="1440" y="447"/>
                </a:cubicBezTo>
                <a:cubicBezTo>
                  <a:pt x="1368" y="447"/>
                  <a:pt x="1311" y="508"/>
                  <a:pt x="1311" y="585"/>
                </a:cubicBezTo>
                <a:cubicBezTo>
                  <a:pt x="1311" y="633"/>
                  <a:pt x="1337" y="682"/>
                  <a:pt x="1379" y="702"/>
                </a:cubicBezTo>
                <a:cubicBezTo>
                  <a:pt x="1379" y="964"/>
                  <a:pt x="1379" y="964"/>
                  <a:pt x="1379" y="964"/>
                </a:cubicBezTo>
                <a:cubicBezTo>
                  <a:pt x="1542" y="1090"/>
                  <a:pt x="1542" y="1090"/>
                  <a:pt x="1542" y="1090"/>
                </a:cubicBezTo>
                <a:cubicBezTo>
                  <a:pt x="1542" y="1271"/>
                  <a:pt x="1542" y="1271"/>
                  <a:pt x="1542" y="1271"/>
                </a:cubicBezTo>
                <a:cubicBezTo>
                  <a:pt x="1375" y="1356"/>
                  <a:pt x="1375" y="1356"/>
                  <a:pt x="1375" y="1356"/>
                </a:cubicBezTo>
                <a:cubicBezTo>
                  <a:pt x="1375" y="1591"/>
                  <a:pt x="1375" y="1591"/>
                  <a:pt x="1375" y="1591"/>
                </a:cubicBezTo>
                <a:cubicBezTo>
                  <a:pt x="1333" y="1615"/>
                  <a:pt x="1311" y="1655"/>
                  <a:pt x="1311" y="1708"/>
                </a:cubicBezTo>
                <a:cubicBezTo>
                  <a:pt x="1311" y="1785"/>
                  <a:pt x="1368" y="1845"/>
                  <a:pt x="1436" y="1845"/>
                </a:cubicBezTo>
                <a:cubicBezTo>
                  <a:pt x="1508" y="1845"/>
                  <a:pt x="1565" y="1785"/>
                  <a:pt x="1565" y="1708"/>
                </a:cubicBezTo>
                <a:cubicBezTo>
                  <a:pt x="1565" y="1643"/>
                  <a:pt x="1523" y="1591"/>
                  <a:pt x="1470" y="1574"/>
                </a:cubicBezTo>
                <a:cubicBezTo>
                  <a:pt x="1470" y="1421"/>
                  <a:pt x="1470" y="1421"/>
                  <a:pt x="1470" y="1421"/>
                </a:cubicBezTo>
                <a:cubicBezTo>
                  <a:pt x="1637" y="1336"/>
                  <a:pt x="1637" y="1336"/>
                  <a:pt x="1637" y="1336"/>
                </a:cubicBezTo>
                <a:cubicBezTo>
                  <a:pt x="1637" y="1037"/>
                  <a:pt x="1637" y="1037"/>
                  <a:pt x="1637" y="1037"/>
                </a:cubicBezTo>
                <a:cubicBezTo>
                  <a:pt x="1474" y="912"/>
                  <a:pt x="1474" y="912"/>
                  <a:pt x="1474" y="912"/>
                </a:cubicBezTo>
                <a:cubicBezTo>
                  <a:pt x="1474" y="714"/>
                  <a:pt x="1474" y="714"/>
                  <a:pt x="1474" y="714"/>
                </a:cubicBezTo>
                <a:cubicBezTo>
                  <a:pt x="1474" y="714"/>
                  <a:pt x="1474" y="714"/>
                  <a:pt x="1474" y="714"/>
                </a:cubicBezTo>
                <a:close/>
                <a:moveTo>
                  <a:pt x="1436" y="1756"/>
                </a:moveTo>
                <a:cubicBezTo>
                  <a:pt x="1413" y="1756"/>
                  <a:pt x="1394" y="1732"/>
                  <a:pt x="1394" y="1708"/>
                </a:cubicBezTo>
                <a:cubicBezTo>
                  <a:pt x="1394" y="1684"/>
                  <a:pt x="1413" y="1659"/>
                  <a:pt x="1436" y="1659"/>
                </a:cubicBezTo>
                <a:cubicBezTo>
                  <a:pt x="1462" y="1659"/>
                  <a:pt x="1481" y="1684"/>
                  <a:pt x="1481" y="1708"/>
                </a:cubicBezTo>
                <a:cubicBezTo>
                  <a:pt x="1481" y="1732"/>
                  <a:pt x="1462" y="1756"/>
                  <a:pt x="1436" y="1756"/>
                </a:cubicBezTo>
                <a:close/>
                <a:moveTo>
                  <a:pt x="1440" y="536"/>
                </a:moveTo>
                <a:cubicBezTo>
                  <a:pt x="1462" y="536"/>
                  <a:pt x="1481" y="556"/>
                  <a:pt x="1481" y="585"/>
                </a:cubicBezTo>
                <a:cubicBezTo>
                  <a:pt x="1481" y="609"/>
                  <a:pt x="1462" y="629"/>
                  <a:pt x="1440" y="629"/>
                </a:cubicBezTo>
                <a:cubicBezTo>
                  <a:pt x="1413" y="629"/>
                  <a:pt x="1394" y="609"/>
                  <a:pt x="1394" y="585"/>
                </a:cubicBezTo>
                <a:cubicBezTo>
                  <a:pt x="1394" y="556"/>
                  <a:pt x="1413" y="536"/>
                  <a:pt x="1440" y="536"/>
                </a:cubicBezTo>
                <a:close/>
                <a:moveTo>
                  <a:pt x="1874" y="755"/>
                </a:moveTo>
                <a:cubicBezTo>
                  <a:pt x="1874" y="489"/>
                  <a:pt x="1874" y="489"/>
                  <a:pt x="1874" y="489"/>
                </a:cubicBezTo>
                <a:cubicBezTo>
                  <a:pt x="1375" y="208"/>
                  <a:pt x="1375" y="208"/>
                  <a:pt x="1375" y="208"/>
                </a:cubicBezTo>
                <a:cubicBezTo>
                  <a:pt x="1176" y="336"/>
                  <a:pt x="1176" y="336"/>
                  <a:pt x="1176" y="336"/>
                </a:cubicBezTo>
                <a:cubicBezTo>
                  <a:pt x="973" y="208"/>
                  <a:pt x="973" y="208"/>
                  <a:pt x="973" y="208"/>
                </a:cubicBezTo>
                <a:cubicBezTo>
                  <a:pt x="474" y="489"/>
                  <a:pt x="474" y="489"/>
                  <a:pt x="474" y="489"/>
                </a:cubicBezTo>
                <a:cubicBezTo>
                  <a:pt x="474" y="755"/>
                  <a:pt x="474" y="755"/>
                  <a:pt x="474" y="755"/>
                </a:cubicBezTo>
                <a:cubicBezTo>
                  <a:pt x="239" y="904"/>
                  <a:pt x="239" y="904"/>
                  <a:pt x="239" y="904"/>
                </a:cubicBezTo>
                <a:cubicBezTo>
                  <a:pt x="239" y="1467"/>
                  <a:pt x="239" y="1467"/>
                  <a:pt x="239" y="1467"/>
                </a:cubicBezTo>
                <a:cubicBezTo>
                  <a:pt x="482" y="1616"/>
                  <a:pt x="482" y="1616"/>
                  <a:pt x="482" y="1616"/>
                </a:cubicBezTo>
                <a:cubicBezTo>
                  <a:pt x="482" y="1837"/>
                  <a:pt x="482" y="1837"/>
                  <a:pt x="482" y="1837"/>
                </a:cubicBezTo>
                <a:cubicBezTo>
                  <a:pt x="961" y="2115"/>
                  <a:pt x="961" y="2115"/>
                  <a:pt x="961" y="2115"/>
                </a:cubicBezTo>
                <a:cubicBezTo>
                  <a:pt x="1176" y="1998"/>
                  <a:pt x="1176" y="1998"/>
                  <a:pt x="1176" y="1998"/>
                </a:cubicBezTo>
                <a:cubicBezTo>
                  <a:pt x="1391" y="2115"/>
                  <a:pt x="1391" y="2115"/>
                  <a:pt x="1391" y="2115"/>
                </a:cubicBezTo>
                <a:cubicBezTo>
                  <a:pt x="1870" y="1837"/>
                  <a:pt x="1870" y="1837"/>
                  <a:pt x="1870" y="1837"/>
                </a:cubicBezTo>
                <a:cubicBezTo>
                  <a:pt x="1870" y="1616"/>
                  <a:pt x="1870" y="1616"/>
                  <a:pt x="1870" y="1616"/>
                </a:cubicBezTo>
                <a:cubicBezTo>
                  <a:pt x="2113" y="1467"/>
                  <a:pt x="2113" y="1467"/>
                  <a:pt x="2113" y="1467"/>
                </a:cubicBezTo>
                <a:cubicBezTo>
                  <a:pt x="2113" y="904"/>
                  <a:pt x="2113" y="904"/>
                  <a:pt x="2113" y="904"/>
                </a:cubicBezTo>
                <a:cubicBezTo>
                  <a:pt x="1874" y="755"/>
                  <a:pt x="1874" y="755"/>
                  <a:pt x="1874" y="755"/>
                </a:cubicBezTo>
                <a:cubicBezTo>
                  <a:pt x="1874" y="755"/>
                  <a:pt x="1874" y="755"/>
                  <a:pt x="1874" y="755"/>
                </a:cubicBezTo>
                <a:close/>
                <a:moveTo>
                  <a:pt x="582" y="1777"/>
                </a:moveTo>
                <a:cubicBezTo>
                  <a:pt x="582" y="1612"/>
                  <a:pt x="582" y="1612"/>
                  <a:pt x="582" y="1612"/>
                </a:cubicBezTo>
                <a:cubicBezTo>
                  <a:pt x="642" y="1584"/>
                  <a:pt x="642" y="1584"/>
                  <a:pt x="642" y="1584"/>
                </a:cubicBezTo>
                <a:cubicBezTo>
                  <a:pt x="650" y="1588"/>
                  <a:pt x="662" y="1592"/>
                  <a:pt x="670" y="1592"/>
                </a:cubicBezTo>
                <a:cubicBezTo>
                  <a:pt x="714" y="1592"/>
                  <a:pt x="745" y="1555"/>
                  <a:pt x="745" y="1515"/>
                </a:cubicBezTo>
                <a:cubicBezTo>
                  <a:pt x="745" y="1475"/>
                  <a:pt x="714" y="1439"/>
                  <a:pt x="670" y="1439"/>
                </a:cubicBezTo>
                <a:cubicBezTo>
                  <a:pt x="638" y="1439"/>
                  <a:pt x="610" y="1463"/>
                  <a:pt x="602" y="1491"/>
                </a:cubicBezTo>
                <a:cubicBezTo>
                  <a:pt x="526" y="1523"/>
                  <a:pt x="526" y="1523"/>
                  <a:pt x="526" y="1523"/>
                </a:cubicBezTo>
                <a:cubicBezTo>
                  <a:pt x="339" y="1407"/>
                  <a:pt x="339" y="1407"/>
                  <a:pt x="339" y="1407"/>
                </a:cubicBezTo>
                <a:cubicBezTo>
                  <a:pt x="339" y="1250"/>
                  <a:pt x="339" y="1250"/>
                  <a:pt x="339" y="1250"/>
                </a:cubicBezTo>
                <a:cubicBezTo>
                  <a:pt x="387" y="1250"/>
                  <a:pt x="387" y="1250"/>
                  <a:pt x="387" y="1250"/>
                </a:cubicBezTo>
                <a:cubicBezTo>
                  <a:pt x="407" y="1298"/>
                  <a:pt x="454" y="1334"/>
                  <a:pt x="510" y="1334"/>
                </a:cubicBezTo>
                <a:cubicBezTo>
                  <a:pt x="586" y="1334"/>
                  <a:pt x="646" y="1274"/>
                  <a:pt x="646" y="1201"/>
                </a:cubicBezTo>
                <a:cubicBezTo>
                  <a:pt x="646" y="1125"/>
                  <a:pt x="586" y="1065"/>
                  <a:pt x="510" y="1065"/>
                </a:cubicBezTo>
                <a:cubicBezTo>
                  <a:pt x="454" y="1065"/>
                  <a:pt x="407" y="1097"/>
                  <a:pt x="387" y="1145"/>
                </a:cubicBezTo>
                <a:cubicBezTo>
                  <a:pt x="339" y="1145"/>
                  <a:pt x="339" y="1145"/>
                  <a:pt x="339" y="1145"/>
                </a:cubicBezTo>
                <a:cubicBezTo>
                  <a:pt x="339" y="960"/>
                  <a:pt x="339" y="960"/>
                  <a:pt x="339" y="960"/>
                </a:cubicBezTo>
                <a:cubicBezTo>
                  <a:pt x="526" y="843"/>
                  <a:pt x="526" y="843"/>
                  <a:pt x="526" y="843"/>
                </a:cubicBezTo>
                <a:cubicBezTo>
                  <a:pt x="602" y="884"/>
                  <a:pt x="602" y="884"/>
                  <a:pt x="602" y="884"/>
                </a:cubicBezTo>
                <a:cubicBezTo>
                  <a:pt x="610" y="912"/>
                  <a:pt x="638" y="936"/>
                  <a:pt x="670" y="936"/>
                </a:cubicBezTo>
                <a:cubicBezTo>
                  <a:pt x="714" y="936"/>
                  <a:pt x="745" y="904"/>
                  <a:pt x="745" y="859"/>
                </a:cubicBezTo>
                <a:cubicBezTo>
                  <a:pt x="745" y="819"/>
                  <a:pt x="714" y="787"/>
                  <a:pt x="670" y="787"/>
                </a:cubicBezTo>
                <a:cubicBezTo>
                  <a:pt x="662" y="787"/>
                  <a:pt x="654" y="787"/>
                  <a:pt x="646" y="791"/>
                </a:cubicBezTo>
                <a:cubicBezTo>
                  <a:pt x="578" y="751"/>
                  <a:pt x="578" y="751"/>
                  <a:pt x="578" y="751"/>
                </a:cubicBezTo>
                <a:cubicBezTo>
                  <a:pt x="578" y="550"/>
                  <a:pt x="578" y="550"/>
                  <a:pt x="578" y="550"/>
                </a:cubicBezTo>
                <a:cubicBezTo>
                  <a:pt x="969" y="328"/>
                  <a:pt x="969" y="328"/>
                  <a:pt x="969" y="328"/>
                </a:cubicBezTo>
                <a:cubicBezTo>
                  <a:pt x="1120" y="417"/>
                  <a:pt x="1120" y="417"/>
                  <a:pt x="1120" y="417"/>
                </a:cubicBezTo>
                <a:cubicBezTo>
                  <a:pt x="1120" y="1145"/>
                  <a:pt x="1120" y="1145"/>
                  <a:pt x="1120" y="1145"/>
                </a:cubicBezTo>
                <a:cubicBezTo>
                  <a:pt x="1068" y="1145"/>
                  <a:pt x="1068" y="1145"/>
                  <a:pt x="1068" y="1145"/>
                </a:cubicBezTo>
                <a:cubicBezTo>
                  <a:pt x="1056" y="1133"/>
                  <a:pt x="1037" y="1121"/>
                  <a:pt x="1013" y="1121"/>
                </a:cubicBezTo>
                <a:cubicBezTo>
                  <a:pt x="973" y="1121"/>
                  <a:pt x="937" y="1153"/>
                  <a:pt x="937" y="1197"/>
                </a:cubicBezTo>
                <a:cubicBezTo>
                  <a:pt x="937" y="1238"/>
                  <a:pt x="973" y="1274"/>
                  <a:pt x="1013" y="1274"/>
                </a:cubicBezTo>
                <a:cubicBezTo>
                  <a:pt x="1033" y="1274"/>
                  <a:pt x="1052" y="1262"/>
                  <a:pt x="1068" y="1250"/>
                </a:cubicBezTo>
                <a:cubicBezTo>
                  <a:pt x="1120" y="1250"/>
                  <a:pt x="1120" y="1250"/>
                  <a:pt x="1120" y="1250"/>
                </a:cubicBezTo>
                <a:cubicBezTo>
                  <a:pt x="1120" y="1913"/>
                  <a:pt x="1120" y="1913"/>
                  <a:pt x="1120" y="1913"/>
                </a:cubicBezTo>
                <a:cubicBezTo>
                  <a:pt x="961" y="1998"/>
                  <a:pt x="961" y="1998"/>
                  <a:pt x="961" y="1998"/>
                </a:cubicBezTo>
                <a:cubicBezTo>
                  <a:pt x="582" y="1777"/>
                  <a:pt x="582" y="1777"/>
                  <a:pt x="582" y="1777"/>
                </a:cubicBezTo>
                <a:cubicBezTo>
                  <a:pt x="582" y="1777"/>
                  <a:pt x="582" y="1777"/>
                  <a:pt x="582" y="1777"/>
                </a:cubicBezTo>
                <a:close/>
                <a:moveTo>
                  <a:pt x="466" y="1201"/>
                </a:moveTo>
                <a:cubicBezTo>
                  <a:pt x="466" y="1173"/>
                  <a:pt x="486" y="1153"/>
                  <a:pt x="510" y="1153"/>
                </a:cubicBezTo>
                <a:cubicBezTo>
                  <a:pt x="538" y="1153"/>
                  <a:pt x="558" y="1173"/>
                  <a:pt x="558" y="1201"/>
                </a:cubicBezTo>
                <a:cubicBezTo>
                  <a:pt x="558" y="1226"/>
                  <a:pt x="538" y="1246"/>
                  <a:pt x="510" y="1246"/>
                </a:cubicBezTo>
                <a:cubicBezTo>
                  <a:pt x="486" y="1246"/>
                  <a:pt x="466" y="1226"/>
                  <a:pt x="466" y="1201"/>
                </a:cubicBezTo>
                <a:close/>
                <a:moveTo>
                  <a:pt x="1822" y="1523"/>
                </a:moveTo>
                <a:cubicBezTo>
                  <a:pt x="1750" y="1491"/>
                  <a:pt x="1750" y="1491"/>
                  <a:pt x="1750" y="1491"/>
                </a:cubicBezTo>
                <a:cubicBezTo>
                  <a:pt x="1738" y="1463"/>
                  <a:pt x="1710" y="1439"/>
                  <a:pt x="1678" y="1439"/>
                </a:cubicBezTo>
                <a:cubicBezTo>
                  <a:pt x="1639" y="1439"/>
                  <a:pt x="1603" y="1475"/>
                  <a:pt x="1603" y="1515"/>
                </a:cubicBezTo>
                <a:cubicBezTo>
                  <a:pt x="1603" y="1555"/>
                  <a:pt x="1639" y="1592"/>
                  <a:pt x="1678" y="1592"/>
                </a:cubicBezTo>
                <a:cubicBezTo>
                  <a:pt x="1690" y="1592"/>
                  <a:pt x="1698" y="1588"/>
                  <a:pt x="1706" y="1584"/>
                </a:cubicBezTo>
                <a:cubicBezTo>
                  <a:pt x="1766" y="1612"/>
                  <a:pt x="1766" y="1612"/>
                  <a:pt x="1766" y="1612"/>
                </a:cubicBezTo>
                <a:cubicBezTo>
                  <a:pt x="1766" y="1777"/>
                  <a:pt x="1766" y="1777"/>
                  <a:pt x="1766" y="1777"/>
                </a:cubicBezTo>
                <a:cubicBezTo>
                  <a:pt x="1387" y="1998"/>
                  <a:pt x="1387" y="1998"/>
                  <a:pt x="1387" y="1998"/>
                </a:cubicBezTo>
                <a:cubicBezTo>
                  <a:pt x="1220" y="1905"/>
                  <a:pt x="1220" y="1905"/>
                  <a:pt x="1220" y="1905"/>
                </a:cubicBezTo>
                <a:cubicBezTo>
                  <a:pt x="1220" y="1250"/>
                  <a:pt x="1220" y="1250"/>
                  <a:pt x="1220" y="1250"/>
                </a:cubicBezTo>
                <a:cubicBezTo>
                  <a:pt x="1288" y="1250"/>
                  <a:pt x="1288" y="1250"/>
                  <a:pt x="1288" y="1250"/>
                </a:cubicBezTo>
                <a:cubicBezTo>
                  <a:pt x="1300" y="1262"/>
                  <a:pt x="1320" y="1274"/>
                  <a:pt x="1340" y="1274"/>
                </a:cubicBezTo>
                <a:cubicBezTo>
                  <a:pt x="1383" y="1274"/>
                  <a:pt x="1415" y="1238"/>
                  <a:pt x="1415" y="1197"/>
                </a:cubicBezTo>
                <a:cubicBezTo>
                  <a:pt x="1415" y="1153"/>
                  <a:pt x="1383" y="1121"/>
                  <a:pt x="1340" y="1121"/>
                </a:cubicBezTo>
                <a:cubicBezTo>
                  <a:pt x="1320" y="1121"/>
                  <a:pt x="1300" y="1133"/>
                  <a:pt x="1284" y="1145"/>
                </a:cubicBezTo>
                <a:cubicBezTo>
                  <a:pt x="1220" y="1145"/>
                  <a:pt x="1220" y="1145"/>
                  <a:pt x="1220" y="1145"/>
                </a:cubicBezTo>
                <a:cubicBezTo>
                  <a:pt x="1220" y="425"/>
                  <a:pt x="1220" y="425"/>
                  <a:pt x="1220" y="425"/>
                </a:cubicBezTo>
                <a:cubicBezTo>
                  <a:pt x="1379" y="328"/>
                  <a:pt x="1379" y="328"/>
                  <a:pt x="1379" y="328"/>
                </a:cubicBezTo>
                <a:cubicBezTo>
                  <a:pt x="1774" y="550"/>
                  <a:pt x="1774" y="550"/>
                  <a:pt x="1774" y="550"/>
                </a:cubicBezTo>
                <a:cubicBezTo>
                  <a:pt x="1774" y="751"/>
                  <a:pt x="1774" y="751"/>
                  <a:pt x="1774" y="751"/>
                </a:cubicBezTo>
                <a:cubicBezTo>
                  <a:pt x="1706" y="791"/>
                  <a:pt x="1706" y="791"/>
                  <a:pt x="1706" y="791"/>
                </a:cubicBezTo>
                <a:cubicBezTo>
                  <a:pt x="1698" y="787"/>
                  <a:pt x="1690" y="787"/>
                  <a:pt x="1678" y="787"/>
                </a:cubicBezTo>
                <a:cubicBezTo>
                  <a:pt x="1639" y="787"/>
                  <a:pt x="1603" y="819"/>
                  <a:pt x="1603" y="859"/>
                </a:cubicBezTo>
                <a:cubicBezTo>
                  <a:pt x="1603" y="904"/>
                  <a:pt x="1639" y="936"/>
                  <a:pt x="1678" y="936"/>
                </a:cubicBezTo>
                <a:cubicBezTo>
                  <a:pt x="1714" y="936"/>
                  <a:pt x="1742" y="912"/>
                  <a:pt x="1750" y="884"/>
                </a:cubicBezTo>
                <a:cubicBezTo>
                  <a:pt x="1822" y="843"/>
                  <a:pt x="1822" y="843"/>
                  <a:pt x="1822" y="843"/>
                </a:cubicBezTo>
                <a:cubicBezTo>
                  <a:pt x="2009" y="960"/>
                  <a:pt x="2009" y="960"/>
                  <a:pt x="2009" y="960"/>
                </a:cubicBezTo>
                <a:cubicBezTo>
                  <a:pt x="2009" y="1145"/>
                  <a:pt x="2009" y="1145"/>
                  <a:pt x="2009" y="1145"/>
                </a:cubicBezTo>
                <a:cubicBezTo>
                  <a:pt x="1973" y="1145"/>
                  <a:pt x="1973" y="1145"/>
                  <a:pt x="1973" y="1145"/>
                </a:cubicBezTo>
                <a:cubicBezTo>
                  <a:pt x="1954" y="1097"/>
                  <a:pt x="1906" y="1065"/>
                  <a:pt x="1850" y="1065"/>
                </a:cubicBezTo>
                <a:cubicBezTo>
                  <a:pt x="1774" y="1065"/>
                  <a:pt x="1714" y="1125"/>
                  <a:pt x="1714" y="1201"/>
                </a:cubicBezTo>
                <a:cubicBezTo>
                  <a:pt x="1714" y="1274"/>
                  <a:pt x="1774" y="1334"/>
                  <a:pt x="1850" y="1334"/>
                </a:cubicBezTo>
                <a:cubicBezTo>
                  <a:pt x="1906" y="1334"/>
                  <a:pt x="1958" y="1298"/>
                  <a:pt x="1973" y="1250"/>
                </a:cubicBezTo>
                <a:cubicBezTo>
                  <a:pt x="2009" y="1250"/>
                  <a:pt x="2009" y="1250"/>
                  <a:pt x="2009" y="1250"/>
                </a:cubicBezTo>
                <a:cubicBezTo>
                  <a:pt x="2009" y="1407"/>
                  <a:pt x="2009" y="1407"/>
                  <a:pt x="2009" y="1407"/>
                </a:cubicBezTo>
                <a:cubicBezTo>
                  <a:pt x="1822" y="1523"/>
                  <a:pt x="1822" y="1523"/>
                  <a:pt x="1822" y="1523"/>
                </a:cubicBezTo>
                <a:cubicBezTo>
                  <a:pt x="1822" y="1523"/>
                  <a:pt x="1822" y="1523"/>
                  <a:pt x="1822" y="1523"/>
                </a:cubicBezTo>
                <a:close/>
                <a:moveTo>
                  <a:pt x="1898" y="1201"/>
                </a:moveTo>
                <a:cubicBezTo>
                  <a:pt x="1898" y="1226"/>
                  <a:pt x="1874" y="1246"/>
                  <a:pt x="1850" y="1246"/>
                </a:cubicBezTo>
                <a:cubicBezTo>
                  <a:pt x="1826" y="1246"/>
                  <a:pt x="1802" y="1226"/>
                  <a:pt x="1802" y="1201"/>
                </a:cubicBezTo>
                <a:cubicBezTo>
                  <a:pt x="1802" y="1173"/>
                  <a:pt x="1826" y="1153"/>
                  <a:pt x="1850" y="1153"/>
                </a:cubicBezTo>
                <a:cubicBezTo>
                  <a:pt x="1874" y="1153"/>
                  <a:pt x="1898" y="1173"/>
                  <a:pt x="1898" y="1201"/>
                </a:cubicBezTo>
                <a:close/>
                <a:moveTo>
                  <a:pt x="969" y="1588"/>
                </a:moveTo>
                <a:cubicBezTo>
                  <a:pt x="969" y="1355"/>
                  <a:pt x="969" y="1355"/>
                  <a:pt x="969" y="1355"/>
                </a:cubicBezTo>
                <a:cubicBezTo>
                  <a:pt x="786" y="1271"/>
                  <a:pt x="786" y="1271"/>
                  <a:pt x="786" y="1271"/>
                </a:cubicBezTo>
                <a:cubicBezTo>
                  <a:pt x="786" y="1090"/>
                  <a:pt x="786" y="1090"/>
                  <a:pt x="786" y="1090"/>
                </a:cubicBezTo>
                <a:cubicBezTo>
                  <a:pt x="965" y="965"/>
                  <a:pt x="965" y="965"/>
                  <a:pt x="965" y="965"/>
                </a:cubicBezTo>
                <a:cubicBezTo>
                  <a:pt x="965" y="704"/>
                  <a:pt x="965" y="704"/>
                  <a:pt x="965" y="704"/>
                </a:cubicBezTo>
                <a:cubicBezTo>
                  <a:pt x="1009" y="684"/>
                  <a:pt x="1038" y="636"/>
                  <a:pt x="1038" y="584"/>
                </a:cubicBezTo>
                <a:cubicBezTo>
                  <a:pt x="1038" y="507"/>
                  <a:pt x="977" y="447"/>
                  <a:pt x="904" y="447"/>
                </a:cubicBezTo>
                <a:cubicBezTo>
                  <a:pt x="827" y="447"/>
                  <a:pt x="766" y="507"/>
                  <a:pt x="766" y="584"/>
                </a:cubicBezTo>
                <a:cubicBezTo>
                  <a:pt x="766" y="644"/>
                  <a:pt x="807" y="696"/>
                  <a:pt x="863" y="712"/>
                </a:cubicBezTo>
                <a:cubicBezTo>
                  <a:pt x="859" y="716"/>
                  <a:pt x="859" y="716"/>
                  <a:pt x="859" y="716"/>
                </a:cubicBezTo>
                <a:cubicBezTo>
                  <a:pt x="859" y="913"/>
                  <a:pt x="859" y="913"/>
                  <a:pt x="859" y="913"/>
                </a:cubicBezTo>
                <a:cubicBezTo>
                  <a:pt x="685" y="1038"/>
                  <a:pt x="685" y="1038"/>
                  <a:pt x="685" y="1038"/>
                </a:cubicBezTo>
                <a:cubicBezTo>
                  <a:pt x="685" y="1335"/>
                  <a:pt x="685" y="1335"/>
                  <a:pt x="685" y="1335"/>
                </a:cubicBezTo>
                <a:cubicBezTo>
                  <a:pt x="867" y="1419"/>
                  <a:pt x="867" y="1419"/>
                  <a:pt x="867" y="1419"/>
                </a:cubicBezTo>
                <a:cubicBezTo>
                  <a:pt x="867" y="1580"/>
                  <a:pt x="867" y="1580"/>
                  <a:pt x="867" y="1580"/>
                </a:cubicBezTo>
                <a:cubicBezTo>
                  <a:pt x="811" y="1596"/>
                  <a:pt x="766" y="1648"/>
                  <a:pt x="766" y="1709"/>
                </a:cubicBezTo>
                <a:cubicBezTo>
                  <a:pt x="766" y="1785"/>
                  <a:pt x="827" y="1845"/>
                  <a:pt x="904" y="1845"/>
                </a:cubicBezTo>
                <a:cubicBezTo>
                  <a:pt x="981" y="1845"/>
                  <a:pt x="1042" y="1785"/>
                  <a:pt x="1042" y="1709"/>
                </a:cubicBezTo>
                <a:cubicBezTo>
                  <a:pt x="1042" y="1656"/>
                  <a:pt x="1013" y="1612"/>
                  <a:pt x="969" y="1588"/>
                </a:cubicBezTo>
                <a:close/>
                <a:moveTo>
                  <a:pt x="904" y="536"/>
                </a:moveTo>
                <a:cubicBezTo>
                  <a:pt x="928" y="536"/>
                  <a:pt x="948" y="560"/>
                  <a:pt x="948" y="584"/>
                </a:cubicBezTo>
                <a:cubicBezTo>
                  <a:pt x="948" y="608"/>
                  <a:pt x="928" y="632"/>
                  <a:pt x="904" y="632"/>
                </a:cubicBezTo>
                <a:cubicBezTo>
                  <a:pt x="876" y="632"/>
                  <a:pt x="855" y="608"/>
                  <a:pt x="855" y="584"/>
                </a:cubicBezTo>
                <a:cubicBezTo>
                  <a:pt x="855" y="560"/>
                  <a:pt x="876" y="536"/>
                  <a:pt x="904" y="536"/>
                </a:cubicBezTo>
                <a:close/>
                <a:moveTo>
                  <a:pt x="904" y="1757"/>
                </a:moveTo>
                <a:cubicBezTo>
                  <a:pt x="880" y="1757"/>
                  <a:pt x="855" y="1733"/>
                  <a:pt x="855" y="1709"/>
                </a:cubicBezTo>
                <a:cubicBezTo>
                  <a:pt x="855" y="1684"/>
                  <a:pt x="880" y="1660"/>
                  <a:pt x="904" y="1660"/>
                </a:cubicBezTo>
                <a:cubicBezTo>
                  <a:pt x="928" y="1660"/>
                  <a:pt x="952" y="1684"/>
                  <a:pt x="952" y="1709"/>
                </a:cubicBezTo>
                <a:cubicBezTo>
                  <a:pt x="952" y="1733"/>
                  <a:pt x="928" y="1757"/>
                  <a:pt x="904" y="1757"/>
                </a:cubicBezTo>
                <a:close/>
              </a:path>
            </a:pathLst>
          </a:custGeom>
          <a:solidFill>
            <a:schemeClr val="accent2"/>
          </a:solid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387" name="Google Shape;387;p65"/>
          <p:cNvSpPr/>
          <p:nvPr/>
        </p:nvSpPr>
        <p:spPr>
          <a:xfrm>
            <a:off x="8576030" y="339533"/>
            <a:ext cx="100634" cy="100921"/>
          </a:xfrm>
          <a:custGeom>
            <a:avLst/>
            <a:gdLst/>
            <a:ahLst/>
            <a:cxnLst/>
            <a:rect l="l" t="t" r="r" b="b"/>
            <a:pathLst>
              <a:path w="704" h="706" extrusionOk="0">
                <a:moveTo>
                  <a:pt x="522" y="182"/>
                </a:moveTo>
                <a:lnTo>
                  <a:pt x="182" y="182"/>
                </a:lnTo>
                <a:lnTo>
                  <a:pt x="182" y="524"/>
                </a:lnTo>
                <a:lnTo>
                  <a:pt x="522" y="524"/>
                </a:lnTo>
                <a:lnTo>
                  <a:pt x="522" y="182"/>
                </a:lnTo>
                <a:close/>
                <a:moveTo>
                  <a:pt x="492" y="494"/>
                </a:moveTo>
                <a:lnTo>
                  <a:pt x="211" y="494"/>
                </a:lnTo>
                <a:lnTo>
                  <a:pt x="211" y="213"/>
                </a:lnTo>
                <a:lnTo>
                  <a:pt x="492" y="213"/>
                </a:lnTo>
                <a:lnTo>
                  <a:pt x="492" y="494"/>
                </a:lnTo>
                <a:close/>
                <a:moveTo>
                  <a:pt x="704" y="151"/>
                </a:moveTo>
                <a:lnTo>
                  <a:pt x="704" y="121"/>
                </a:lnTo>
                <a:lnTo>
                  <a:pt x="603" y="121"/>
                </a:lnTo>
                <a:lnTo>
                  <a:pt x="603" y="100"/>
                </a:lnTo>
                <a:lnTo>
                  <a:pt x="584" y="100"/>
                </a:lnTo>
                <a:lnTo>
                  <a:pt x="584" y="0"/>
                </a:lnTo>
                <a:lnTo>
                  <a:pt x="553" y="0"/>
                </a:lnTo>
                <a:lnTo>
                  <a:pt x="553" y="100"/>
                </a:lnTo>
                <a:lnTo>
                  <a:pt x="529" y="100"/>
                </a:lnTo>
                <a:lnTo>
                  <a:pt x="529" y="0"/>
                </a:lnTo>
                <a:lnTo>
                  <a:pt x="500" y="0"/>
                </a:lnTo>
                <a:lnTo>
                  <a:pt x="500" y="100"/>
                </a:lnTo>
                <a:lnTo>
                  <a:pt x="475" y="100"/>
                </a:lnTo>
                <a:lnTo>
                  <a:pt x="475" y="0"/>
                </a:lnTo>
                <a:lnTo>
                  <a:pt x="445" y="0"/>
                </a:lnTo>
                <a:lnTo>
                  <a:pt x="445" y="100"/>
                </a:lnTo>
                <a:lnTo>
                  <a:pt x="421" y="100"/>
                </a:lnTo>
                <a:lnTo>
                  <a:pt x="421" y="0"/>
                </a:lnTo>
                <a:lnTo>
                  <a:pt x="391" y="0"/>
                </a:lnTo>
                <a:lnTo>
                  <a:pt x="391" y="100"/>
                </a:lnTo>
                <a:lnTo>
                  <a:pt x="366" y="100"/>
                </a:lnTo>
                <a:lnTo>
                  <a:pt x="366" y="0"/>
                </a:lnTo>
                <a:lnTo>
                  <a:pt x="337" y="0"/>
                </a:lnTo>
                <a:lnTo>
                  <a:pt x="337" y="100"/>
                </a:lnTo>
                <a:lnTo>
                  <a:pt x="313" y="100"/>
                </a:lnTo>
                <a:lnTo>
                  <a:pt x="313" y="0"/>
                </a:lnTo>
                <a:lnTo>
                  <a:pt x="282" y="0"/>
                </a:lnTo>
                <a:lnTo>
                  <a:pt x="282" y="100"/>
                </a:lnTo>
                <a:lnTo>
                  <a:pt x="258" y="100"/>
                </a:lnTo>
                <a:lnTo>
                  <a:pt x="258" y="0"/>
                </a:lnTo>
                <a:lnTo>
                  <a:pt x="228" y="0"/>
                </a:lnTo>
                <a:lnTo>
                  <a:pt x="228" y="100"/>
                </a:lnTo>
                <a:lnTo>
                  <a:pt x="204" y="100"/>
                </a:lnTo>
                <a:lnTo>
                  <a:pt x="204" y="0"/>
                </a:lnTo>
                <a:lnTo>
                  <a:pt x="174" y="0"/>
                </a:lnTo>
                <a:lnTo>
                  <a:pt x="174" y="100"/>
                </a:lnTo>
                <a:lnTo>
                  <a:pt x="150" y="100"/>
                </a:lnTo>
                <a:lnTo>
                  <a:pt x="150" y="0"/>
                </a:lnTo>
                <a:lnTo>
                  <a:pt x="119" y="0"/>
                </a:lnTo>
                <a:lnTo>
                  <a:pt x="119" y="100"/>
                </a:lnTo>
                <a:lnTo>
                  <a:pt x="100" y="100"/>
                </a:lnTo>
                <a:lnTo>
                  <a:pt x="100" y="121"/>
                </a:lnTo>
                <a:lnTo>
                  <a:pt x="0" y="121"/>
                </a:lnTo>
                <a:lnTo>
                  <a:pt x="0" y="151"/>
                </a:lnTo>
                <a:lnTo>
                  <a:pt x="100" y="151"/>
                </a:lnTo>
                <a:lnTo>
                  <a:pt x="100" y="175"/>
                </a:lnTo>
                <a:lnTo>
                  <a:pt x="0" y="175"/>
                </a:lnTo>
                <a:lnTo>
                  <a:pt x="0" y="206"/>
                </a:lnTo>
                <a:lnTo>
                  <a:pt x="100" y="206"/>
                </a:lnTo>
                <a:lnTo>
                  <a:pt x="100" y="230"/>
                </a:lnTo>
                <a:lnTo>
                  <a:pt x="0" y="230"/>
                </a:lnTo>
                <a:lnTo>
                  <a:pt x="0" y="260"/>
                </a:lnTo>
                <a:lnTo>
                  <a:pt x="100" y="260"/>
                </a:lnTo>
                <a:lnTo>
                  <a:pt x="100" y="284"/>
                </a:lnTo>
                <a:lnTo>
                  <a:pt x="0" y="284"/>
                </a:lnTo>
                <a:lnTo>
                  <a:pt x="0" y="314"/>
                </a:lnTo>
                <a:lnTo>
                  <a:pt x="100" y="314"/>
                </a:lnTo>
                <a:lnTo>
                  <a:pt x="100" y="338"/>
                </a:lnTo>
                <a:lnTo>
                  <a:pt x="0" y="338"/>
                </a:lnTo>
                <a:lnTo>
                  <a:pt x="0" y="369"/>
                </a:lnTo>
                <a:lnTo>
                  <a:pt x="100" y="369"/>
                </a:lnTo>
                <a:lnTo>
                  <a:pt x="100" y="393"/>
                </a:lnTo>
                <a:lnTo>
                  <a:pt x="0" y="393"/>
                </a:lnTo>
                <a:lnTo>
                  <a:pt x="0" y="423"/>
                </a:lnTo>
                <a:lnTo>
                  <a:pt x="100" y="423"/>
                </a:lnTo>
                <a:lnTo>
                  <a:pt x="100" y="447"/>
                </a:lnTo>
                <a:lnTo>
                  <a:pt x="0" y="447"/>
                </a:lnTo>
                <a:lnTo>
                  <a:pt x="0" y="477"/>
                </a:lnTo>
                <a:lnTo>
                  <a:pt x="100" y="477"/>
                </a:lnTo>
                <a:lnTo>
                  <a:pt x="100" y="501"/>
                </a:lnTo>
                <a:lnTo>
                  <a:pt x="0" y="501"/>
                </a:lnTo>
                <a:lnTo>
                  <a:pt x="0" y="532"/>
                </a:lnTo>
                <a:lnTo>
                  <a:pt x="100" y="532"/>
                </a:lnTo>
                <a:lnTo>
                  <a:pt x="100" y="556"/>
                </a:lnTo>
                <a:lnTo>
                  <a:pt x="0" y="556"/>
                </a:lnTo>
                <a:lnTo>
                  <a:pt x="0" y="586"/>
                </a:lnTo>
                <a:lnTo>
                  <a:pt x="100" y="586"/>
                </a:lnTo>
                <a:lnTo>
                  <a:pt x="100" y="606"/>
                </a:lnTo>
                <a:lnTo>
                  <a:pt x="119" y="606"/>
                </a:lnTo>
                <a:lnTo>
                  <a:pt x="119" y="706"/>
                </a:lnTo>
                <a:lnTo>
                  <a:pt x="150" y="706"/>
                </a:lnTo>
                <a:lnTo>
                  <a:pt x="150" y="606"/>
                </a:lnTo>
                <a:lnTo>
                  <a:pt x="174" y="606"/>
                </a:lnTo>
                <a:lnTo>
                  <a:pt x="174" y="706"/>
                </a:lnTo>
                <a:lnTo>
                  <a:pt x="204" y="706"/>
                </a:lnTo>
                <a:lnTo>
                  <a:pt x="204" y="606"/>
                </a:lnTo>
                <a:lnTo>
                  <a:pt x="228" y="606"/>
                </a:lnTo>
                <a:lnTo>
                  <a:pt x="228" y="706"/>
                </a:lnTo>
                <a:lnTo>
                  <a:pt x="258" y="706"/>
                </a:lnTo>
                <a:lnTo>
                  <a:pt x="258" y="606"/>
                </a:lnTo>
                <a:lnTo>
                  <a:pt x="282" y="606"/>
                </a:lnTo>
                <a:lnTo>
                  <a:pt x="282" y="706"/>
                </a:lnTo>
                <a:lnTo>
                  <a:pt x="313" y="706"/>
                </a:lnTo>
                <a:lnTo>
                  <a:pt x="313" y="606"/>
                </a:lnTo>
                <a:lnTo>
                  <a:pt x="337" y="606"/>
                </a:lnTo>
                <a:lnTo>
                  <a:pt x="337" y="706"/>
                </a:lnTo>
                <a:lnTo>
                  <a:pt x="366" y="706"/>
                </a:lnTo>
                <a:lnTo>
                  <a:pt x="366" y="606"/>
                </a:lnTo>
                <a:lnTo>
                  <a:pt x="391" y="606"/>
                </a:lnTo>
                <a:lnTo>
                  <a:pt x="391" y="706"/>
                </a:lnTo>
                <a:lnTo>
                  <a:pt x="421" y="706"/>
                </a:lnTo>
                <a:lnTo>
                  <a:pt x="421" y="606"/>
                </a:lnTo>
                <a:lnTo>
                  <a:pt x="445" y="606"/>
                </a:lnTo>
                <a:lnTo>
                  <a:pt x="445" y="706"/>
                </a:lnTo>
                <a:lnTo>
                  <a:pt x="475" y="706"/>
                </a:lnTo>
                <a:lnTo>
                  <a:pt x="475" y="606"/>
                </a:lnTo>
                <a:lnTo>
                  <a:pt x="500" y="606"/>
                </a:lnTo>
                <a:lnTo>
                  <a:pt x="500" y="706"/>
                </a:lnTo>
                <a:lnTo>
                  <a:pt x="529" y="706"/>
                </a:lnTo>
                <a:lnTo>
                  <a:pt x="529" y="606"/>
                </a:lnTo>
                <a:lnTo>
                  <a:pt x="553" y="606"/>
                </a:lnTo>
                <a:lnTo>
                  <a:pt x="553" y="706"/>
                </a:lnTo>
                <a:lnTo>
                  <a:pt x="584" y="706"/>
                </a:lnTo>
                <a:lnTo>
                  <a:pt x="584" y="606"/>
                </a:lnTo>
                <a:lnTo>
                  <a:pt x="603" y="606"/>
                </a:lnTo>
                <a:lnTo>
                  <a:pt x="603" y="586"/>
                </a:lnTo>
                <a:lnTo>
                  <a:pt x="704" y="586"/>
                </a:lnTo>
                <a:lnTo>
                  <a:pt x="704" y="556"/>
                </a:lnTo>
                <a:lnTo>
                  <a:pt x="603" y="556"/>
                </a:lnTo>
                <a:lnTo>
                  <a:pt x="603" y="532"/>
                </a:lnTo>
                <a:lnTo>
                  <a:pt x="704" y="532"/>
                </a:lnTo>
                <a:lnTo>
                  <a:pt x="704" y="501"/>
                </a:lnTo>
                <a:lnTo>
                  <a:pt x="603" y="501"/>
                </a:lnTo>
                <a:lnTo>
                  <a:pt x="603" y="477"/>
                </a:lnTo>
                <a:lnTo>
                  <a:pt x="704" y="477"/>
                </a:lnTo>
                <a:lnTo>
                  <a:pt x="704" y="447"/>
                </a:lnTo>
                <a:lnTo>
                  <a:pt x="603" y="447"/>
                </a:lnTo>
                <a:lnTo>
                  <a:pt x="603" y="423"/>
                </a:lnTo>
                <a:lnTo>
                  <a:pt x="704" y="423"/>
                </a:lnTo>
                <a:lnTo>
                  <a:pt x="704" y="393"/>
                </a:lnTo>
                <a:lnTo>
                  <a:pt x="603" y="393"/>
                </a:lnTo>
                <a:lnTo>
                  <a:pt x="603" y="369"/>
                </a:lnTo>
                <a:lnTo>
                  <a:pt x="704" y="369"/>
                </a:lnTo>
                <a:lnTo>
                  <a:pt x="704" y="338"/>
                </a:lnTo>
                <a:lnTo>
                  <a:pt x="603" y="338"/>
                </a:lnTo>
                <a:lnTo>
                  <a:pt x="603" y="314"/>
                </a:lnTo>
                <a:lnTo>
                  <a:pt x="704" y="314"/>
                </a:lnTo>
                <a:lnTo>
                  <a:pt x="704" y="284"/>
                </a:lnTo>
                <a:lnTo>
                  <a:pt x="603" y="284"/>
                </a:lnTo>
                <a:lnTo>
                  <a:pt x="603" y="260"/>
                </a:lnTo>
                <a:lnTo>
                  <a:pt x="704" y="260"/>
                </a:lnTo>
                <a:lnTo>
                  <a:pt x="704" y="230"/>
                </a:lnTo>
                <a:lnTo>
                  <a:pt x="603" y="230"/>
                </a:lnTo>
                <a:lnTo>
                  <a:pt x="603" y="206"/>
                </a:lnTo>
                <a:lnTo>
                  <a:pt x="704" y="206"/>
                </a:lnTo>
                <a:lnTo>
                  <a:pt x="704" y="175"/>
                </a:lnTo>
                <a:lnTo>
                  <a:pt x="603" y="175"/>
                </a:lnTo>
                <a:lnTo>
                  <a:pt x="603" y="151"/>
                </a:lnTo>
                <a:lnTo>
                  <a:pt x="704" y="151"/>
                </a:lnTo>
                <a:close/>
                <a:moveTo>
                  <a:pt x="574" y="576"/>
                </a:moveTo>
                <a:lnTo>
                  <a:pt x="129" y="576"/>
                </a:lnTo>
                <a:lnTo>
                  <a:pt x="129" y="131"/>
                </a:lnTo>
                <a:lnTo>
                  <a:pt x="574" y="131"/>
                </a:lnTo>
                <a:lnTo>
                  <a:pt x="574" y="576"/>
                </a:lnTo>
                <a:close/>
              </a:path>
            </a:pathLst>
          </a:custGeom>
          <a:solidFill>
            <a:schemeClr val="accent5"/>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88" name="Google Shape;388;p65"/>
          <p:cNvSpPr/>
          <p:nvPr/>
        </p:nvSpPr>
        <p:spPr>
          <a:xfrm>
            <a:off x="8949217" y="554417"/>
            <a:ext cx="100637" cy="100913"/>
          </a:xfrm>
          <a:custGeom>
            <a:avLst/>
            <a:gdLst/>
            <a:ahLst/>
            <a:cxnLst/>
            <a:rect l="l" t="t" r="r" b="b"/>
            <a:pathLst>
              <a:path w="576" h="576" extrusionOk="0">
                <a:moveTo>
                  <a:pt x="0" y="0"/>
                </a:moveTo>
                <a:cubicBezTo>
                  <a:pt x="0" y="576"/>
                  <a:pt x="0" y="576"/>
                  <a:pt x="0" y="576"/>
                </a:cubicBezTo>
                <a:cubicBezTo>
                  <a:pt x="576" y="576"/>
                  <a:pt x="576" y="576"/>
                  <a:pt x="576" y="576"/>
                </a:cubicBezTo>
                <a:cubicBezTo>
                  <a:pt x="576" y="0"/>
                  <a:pt x="576" y="0"/>
                  <a:pt x="576" y="0"/>
                </a:cubicBezTo>
                <a:lnTo>
                  <a:pt x="0" y="0"/>
                </a:lnTo>
                <a:close/>
                <a:moveTo>
                  <a:pt x="552" y="551"/>
                </a:moveTo>
                <a:cubicBezTo>
                  <a:pt x="25" y="551"/>
                  <a:pt x="25" y="551"/>
                  <a:pt x="25" y="551"/>
                </a:cubicBezTo>
                <a:cubicBezTo>
                  <a:pt x="25" y="24"/>
                  <a:pt x="25" y="24"/>
                  <a:pt x="25" y="24"/>
                </a:cubicBezTo>
                <a:cubicBezTo>
                  <a:pt x="552" y="24"/>
                  <a:pt x="552" y="24"/>
                  <a:pt x="552" y="24"/>
                </a:cubicBezTo>
                <a:lnTo>
                  <a:pt x="552" y="551"/>
                </a:lnTo>
                <a:close/>
                <a:moveTo>
                  <a:pt x="97" y="234"/>
                </a:moveTo>
                <a:cubicBezTo>
                  <a:pt x="107" y="234"/>
                  <a:pt x="117" y="230"/>
                  <a:pt x="125" y="223"/>
                </a:cubicBezTo>
                <a:cubicBezTo>
                  <a:pt x="206" y="258"/>
                  <a:pt x="206" y="258"/>
                  <a:pt x="206" y="258"/>
                </a:cubicBezTo>
                <a:cubicBezTo>
                  <a:pt x="204" y="264"/>
                  <a:pt x="203" y="271"/>
                  <a:pt x="203" y="278"/>
                </a:cubicBezTo>
                <a:cubicBezTo>
                  <a:pt x="203" y="293"/>
                  <a:pt x="207" y="306"/>
                  <a:pt x="215" y="318"/>
                </a:cubicBezTo>
                <a:cubicBezTo>
                  <a:pt x="160" y="361"/>
                  <a:pt x="160" y="361"/>
                  <a:pt x="160" y="361"/>
                </a:cubicBezTo>
                <a:cubicBezTo>
                  <a:pt x="154" y="357"/>
                  <a:pt x="147" y="355"/>
                  <a:pt x="140" y="355"/>
                </a:cubicBezTo>
                <a:cubicBezTo>
                  <a:pt x="119" y="355"/>
                  <a:pt x="102" y="372"/>
                  <a:pt x="102" y="393"/>
                </a:cubicBezTo>
                <a:cubicBezTo>
                  <a:pt x="102" y="414"/>
                  <a:pt x="119" y="432"/>
                  <a:pt x="140" y="432"/>
                </a:cubicBezTo>
                <a:cubicBezTo>
                  <a:pt x="161" y="432"/>
                  <a:pt x="179" y="414"/>
                  <a:pt x="179" y="393"/>
                </a:cubicBezTo>
                <a:cubicBezTo>
                  <a:pt x="179" y="389"/>
                  <a:pt x="178" y="385"/>
                  <a:pt x="176" y="380"/>
                </a:cubicBezTo>
                <a:cubicBezTo>
                  <a:pt x="232" y="337"/>
                  <a:pt x="232" y="337"/>
                  <a:pt x="232" y="337"/>
                </a:cubicBezTo>
                <a:cubicBezTo>
                  <a:pt x="244" y="347"/>
                  <a:pt x="260" y="353"/>
                  <a:pt x="278" y="353"/>
                </a:cubicBezTo>
                <a:cubicBezTo>
                  <a:pt x="285" y="353"/>
                  <a:pt x="291" y="352"/>
                  <a:pt x="297" y="350"/>
                </a:cubicBezTo>
                <a:cubicBezTo>
                  <a:pt x="348" y="450"/>
                  <a:pt x="348" y="450"/>
                  <a:pt x="348" y="450"/>
                </a:cubicBezTo>
                <a:cubicBezTo>
                  <a:pt x="342" y="457"/>
                  <a:pt x="338" y="466"/>
                  <a:pt x="338" y="476"/>
                </a:cubicBezTo>
                <a:cubicBezTo>
                  <a:pt x="338" y="497"/>
                  <a:pt x="355" y="514"/>
                  <a:pt x="377" y="514"/>
                </a:cubicBezTo>
                <a:cubicBezTo>
                  <a:pt x="398" y="514"/>
                  <a:pt x="415" y="497"/>
                  <a:pt x="415" y="476"/>
                </a:cubicBezTo>
                <a:cubicBezTo>
                  <a:pt x="415" y="454"/>
                  <a:pt x="398" y="437"/>
                  <a:pt x="377" y="437"/>
                </a:cubicBezTo>
                <a:cubicBezTo>
                  <a:pt x="374" y="437"/>
                  <a:pt x="372" y="437"/>
                  <a:pt x="370" y="438"/>
                </a:cubicBezTo>
                <a:cubicBezTo>
                  <a:pt x="320" y="339"/>
                  <a:pt x="320" y="339"/>
                  <a:pt x="320" y="339"/>
                </a:cubicBezTo>
                <a:cubicBezTo>
                  <a:pt x="340" y="326"/>
                  <a:pt x="353" y="304"/>
                  <a:pt x="353" y="278"/>
                </a:cubicBezTo>
                <a:cubicBezTo>
                  <a:pt x="353" y="278"/>
                  <a:pt x="353" y="278"/>
                  <a:pt x="353" y="277"/>
                </a:cubicBezTo>
                <a:cubicBezTo>
                  <a:pt x="447" y="257"/>
                  <a:pt x="447" y="257"/>
                  <a:pt x="447" y="257"/>
                </a:cubicBezTo>
                <a:cubicBezTo>
                  <a:pt x="454" y="269"/>
                  <a:pt x="466" y="276"/>
                  <a:pt x="480" y="276"/>
                </a:cubicBezTo>
                <a:cubicBezTo>
                  <a:pt x="501" y="276"/>
                  <a:pt x="518" y="258"/>
                  <a:pt x="518" y="237"/>
                </a:cubicBezTo>
                <a:cubicBezTo>
                  <a:pt x="518" y="216"/>
                  <a:pt x="501" y="199"/>
                  <a:pt x="480" y="199"/>
                </a:cubicBezTo>
                <a:cubicBezTo>
                  <a:pt x="460" y="199"/>
                  <a:pt x="444" y="213"/>
                  <a:pt x="442" y="232"/>
                </a:cubicBezTo>
                <a:cubicBezTo>
                  <a:pt x="348" y="252"/>
                  <a:pt x="348" y="252"/>
                  <a:pt x="348" y="252"/>
                </a:cubicBezTo>
                <a:cubicBezTo>
                  <a:pt x="339" y="228"/>
                  <a:pt x="317" y="209"/>
                  <a:pt x="291" y="205"/>
                </a:cubicBezTo>
                <a:cubicBezTo>
                  <a:pt x="291" y="141"/>
                  <a:pt x="291" y="141"/>
                  <a:pt x="291" y="141"/>
                </a:cubicBezTo>
                <a:cubicBezTo>
                  <a:pt x="306" y="136"/>
                  <a:pt x="316" y="121"/>
                  <a:pt x="316" y="105"/>
                </a:cubicBezTo>
                <a:cubicBezTo>
                  <a:pt x="316" y="84"/>
                  <a:pt x="299" y="67"/>
                  <a:pt x="278" y="67"/>
                </a:cubicBezTo>
                <a:cubicBezTo>
                  <a:pt x="257" y="67"/>
                  <a:pt x="239" y="84"/>
                  <a:pt x="239" y="105"/>
                </a:cubicBezTo>
                <a:cubicBezTo>
                  <a:pt x="239" y="121"/>
                  <a:pt x="250" y="136"/>
                  <a:pt x="265" y="141"/>
                </a:cubicBezTo>
                <a:cubicBezTo>
                  <a:pt x="265" y="205"/>
                  <a:pt x="265" y="205"/>
                  <a:pt x="265" y="205"/>
                </a:cubicBezTo>
                <a:cubicBezTo>
                  <a:pt x="245" y="208"/>
                  <a:pt x="228" y="219"/>
                  <a:pt x="217" y="235"/>
                </a:cubicBezTo>
                <a:cubicBezTo>
                  <a:pt x="135" y="199"/>
                  <a:pt x="135" y="199"/>
                  <a:pt x="135" y="199"/>
                </a:cubicBezTo>
                <a:cubicBezTo>
                  <a:pt x="135" y="198"/>
                  <a:pt x="135" y="197"/>
                  <a:pt x="135" y="196"/>
                </a:cubicBezTo>
                <a:cubicBezTo>
                  <a:pt x="135" y="175"/>
                  <a:pt x="118" y="157"/>
                  <a:pt x="97" y="157"/>
                </a:cubicBezTo>
                <a:cubicBezTo>
                  <a:pt x="76" y="157"/>
                  <a:pt x="58" y="175"/>
                  <a:pt x="58" y="196"/>
                </a:cubicBezTo>
                <a:cubicBezTo>
                  <a:pt x="58" y="217"/>
                  <a:pt x="76" y="234"/>
                  <a:pt x="97" y="234"/>
                </a:cubicBezTo>
                <a:close/>
                <a:moveTo>
                  <a:pt x="278" y="235"/>
                </a:moveTo>
                <a:cubicBezTo>
                  <a:pt x="301" y="235"/>
                  <a:pt x="321" y="255"/>
                  <a:pt x="321" y="278"/>
                </a:cubicBezTo>
                <a:cubicBezTo>
                  <a:pt x="321" y="302"/>
                  <a:pt x="301" y="321"/>
                  <a:pt x="278" y="321"/>
                </a:cubicBezTo>
                <a:cubicBezTo>
                  <a:pt x="254" y="321"/>
                  <a:pt x="235" y="302"/>
                  <a:pt x="235" y="278"/>
                </a:cubicBezTo>
                <a:cubicBezTo>
                  <a:pt x="235" y="255"/>
                  <a:pt x="254" y="235"/>
                  <a:pt x="278" y="235"/>
                </a:cubicBezTo>
                <a:close/>
              </a:path>
            </a:pathLst>
          </a:custGeom>
          <a:solidFill>
            <a:schemeClr val="accent3"/>
          </a:solidFill>
          <a:ln>
            <a:noFill/>
          </a:ln>
        </p:spPr>
        <p:txBody>
          <a:bodyPr spcFirstLastPara="1" wrap="square" lIns="114275" tIns="57150" rIns="114275" bIns="571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1" i="0" u="none" strike="noStrike" cap="none">
              <a:solidFill>
                <a:srgbClr val="D04A02"/>
              </a:solidFill>
              <a:latin typeface="Arial"/>
              <a:ea typeface="Arial"/>
              <a:cs typeface="Arial"/>
              <a:sym typeface="Arial"/>
            </a:endParaRPr>
          </a:p>
        </p:txBody>
      </p:sp>
      <p:sp>
        <p:nvSpPr>
          <p:cNvPr id="389" name="Google Shape;389;p65"/>
          <p:cNvSpPr/>
          <p:nvPr/>
        </p:nvSpPr>
        <p:spPr>
          <a:xfrm>
            <a:off x="8200187" y="525497"/>
            <a:ext cx="100038" cy="100163"/>
          </a:xfrm>
          <a:custGeom>
            <a:avLst/>
            <a:gdLst/>
            <a:ahLst/>
            <a:cxnLst/>
            <a:rect l="l" t="t" r="r" b="b"/>
            <a:pathLst>
              <a:path w="571645" h="572356" extrusionOk="0">
                <a:moveTo>
                  <a:pt x="475770" y="499301"/>
                </a:moveTo>
                <a:lnTo>
                  <a:pt x="475746" y="499367"/>
                </a:lnTo>
                <a:lnTo>
                  <a:pt x="475651" y="499460"/>
                </a:lnTo>
                <a:close/>
                <a:moveTo>
                  <a:pt x="50400" y="495611"/>
                </a:moveTo>
                <a:cubicBezTo>
                  <a:pt x="48270" y="495623"/>
                  <a:pt x="46150" y="495905"/>
                  <a:pt x="44090" y="496444"/>
                </a:cubicBezTo>
                <a:cubicBezTo>
                  <a:pt x="42731" y="496746"/>
                  <a:pt x="41403" y="497170"/>
                  <a:pt x="40121" y="497714"/>
                </a:cubicBezTo>
                <a:cubicBezTo>
                  <a:pt x="39069" y="498143"/>
                  <a:pt x="38048" y="498648"/>
                  <a:pt x="37065" y="499223"/>
                </a:cubicBezTo>
                <a:cubicBezTo>
                  <a:pt x="36549" y="499500"/>
                  <a:pt x="36113" y="499858"/>
                  <a:pt x="35636" y="500175"/>
                </a:cubicBezTo>
                <a:cubicBezTo>
                  <a:pt x="34163" y="501159"/>
                  <a:pt x="32791" y="502286"/>
                  <a:pt x="31543" y="503544"/>
                </a:cubicBezTo>
                <a:cubicBezTo>
                  <a:pt x="21209" y="513946"/>
                  <a:pt x="21264" y="530758"/>
                  <a:pt x="31668" y="541093"/>
                </a:cubicBezTo>
                <a:cubicBezTo>
                  <a:pt x="32879" y="542308"/>
                  <a:pt x="34209" y="543399"/>
                  <a:pt x="35636" y="544348"/>
                </a:cubicBezTo>
                <a:lnTo>
                  <a:pt x="50637" y="548824"/>
                </a:lnTo>
                <a:lnTo>
                  <a:pt x="50796" y="548871"/>
                </a:lnTo>
                <a:cubicBezTo>
                  <a:pt x="57969" y="548904"/>
                  <a:pt x="64851" y="546041"/>
                  <a:pt x="69886" y="540934"/>
                </a:cubicBezTo>
                <a:cubicBezTo>
                  <a:pt x="71450" y="539251"/>
                  <a:pt x="72784" y="537370"/>
                  <a:pt x="73855" y="535338"/>
                </a:cubicBezTo>
                <a:cubicBezTo>
                  <a:pt x="75518" y="532409"/>
                  <a:pt x="76609" y="529190"/>
                  <a:pt x="77070" y="525853"/>
                </a:cubicBezTo>
                <a:lnTo>
                  <a:pt x="76951" y="525853"/>
                </a:lnTo>
                <a:cubicBezTo>
                  <a:pt x="77113" y="524670"/>
                  <a:pt x="77193" y="523475"/>
                  <a:pt x="77189" y="522281"/>
                </a:cubicBezTo>
                <a:cubicBezTo>
                  <a:pt x="77183" y="511875"/>
                  <a:pt x="71124" y="502421"/>
                  <a:pt x="61671" y="498071"/>
                </a:cubicBezTo>
                <a:cubicBezTo>
                  <a:pt x="60381" y="497520"/>
                  <a:pt x="59055" y="497055"/>
                  <a:pt x="57703" y="496683"/>
                </a:cubicBezTo>
                <a:cubicBezTo>
                  <a:pt x="55331" y="495984"/>
                  <a:pt x="52873" y="495623"/>
                  <a:pt x="50400" y="495611"/>
                </a:cubicBezTo>
                <a:close/>
                <a:moveTo>
                  <a:pt x="521054" y="495531"/>
                </a:moveTo>
                <a:cubicBezTo>
                  <a:pt x="516795" y="495540"/>
                  <a:pt x="512605" y="496575"/>
                  <a:pt x="508830" y="498548"/>
                </a:cubicBezTo>
                <a:cubicBezTo>
                  <a:pt x="507425" y="499290"/>
                  <a:pt x="506096" y="500168"/>
                  <a:pt x="504861" y="501168"/>
                </a:cubicBezTo>
                <a:cubicBezTo>
                  <a:pt x="502898" y="502711"/>
                  <a:pt x="501146" y="504513"/>
                  <a:pt x="499663" y="506525"/>
                </a:cubicBezTo>
                <a:cubicBezTo>
                  <a:pt x="498683" y="507863"/>
                  <a:pt x="497818" y="509284"/>
                  <a:pt x="497083" y="510771"/>
                </a:cubicBezTo>
                <a:cubicBezTo>
                  <a:pt x="496389" y="512264"/>
                  <a:pt x="495829" y="513820"/>
                  <a:pt x="495416" y="515415"/>
                </a:cubicBezTo>
                <a:cubicBezTo>
                  <a:pt x="494796" y="517625"/>
                  <a:pt x="494475" y="519908"/>
                  <a:pt x="494464" y="522201"/>
                </a:cubicBezTo>
                <a:cubicBezTo>
                  <a:pt x="494495" y="529139"/>
                  <a:pt x="497210" y="535799"/>
                  <a:pt x="502044" y="540775"/>
                </a:cubicBezTo>
                <a:cubicBezTo>
                  <a:pt x="502639" y="541370"/>
                  <a:pt x="503274" y="541966"/>
                  <a:pt x="503949" y="542521"/>
                </a:cubicBezTo>
                <a:lnTo>
                  <a:pt x="504443" y="542905"/>
                </a:lnTo>
                <a:lnTo>
                  <a:pt x="505774" y="543939"/>
                </a:lnTo>
                <a:lnTo>
                  <a:pt x="509665" y="544823"/>
                </a:lnTo>
                <a:lnTo>
                  <a:pt x="525621" y="548446"/>
                </a:lnTo>
                <a:lnTo>
                  <a:pt x="542758" y="537654"/>
                </a:lnTo>
                <a:lnTo>
                  <a:pt x="542724" y="537759"/>
                </a:lnTo>
                <a:lnTo>
                  <a:pt x="542843" y="537600"/>
                </a:lnTo>
                <a:lnTo>
                  <a:pt x="542758" y="537654"/>
                </a:lnTo>
                <a:lnTo>
                  <a:pt x="547684" y="522360"/>
                </a:lnTo>
                <a:cubicBezTo>
                  <a:pt x="547791" y="512319"/>
                  <a:pt x="542191" y="503093"/>
                  <a:pt x="533238" y="498548"/>
                </a:cubicBezTo>
                <a:cubicBezTo>
                  <a:pt x="532469" y="498143"/>
                  <a:pt x="531670" y="497786"/>
                  <a:pt x="530856" y="497476"/>
                </a:cubicBezTo>
                <a:cubicBezTo>
                  <a:pt x="527745" y="496203"/>
                  <a:pt x="524415" y="495544"/>
                  <a:pt x="521054" y="495531"/>
                </a:cubicBezTo>
                <a:close/>
                <a:moveTo>
                  <a:pt x="142595" y="379803"/>
                </a:moveTo>
                <a:lnTo>
                  <a:pt x="142595" y="437747"/>
                </a:lnTo>
                <a:lnTo>
                  <a:pt x="183076" y="408774"/>
                </a:lnTo>
                <a:close/>
                <a:moveTo>
                  <a:pt x="130251" y="354481"/>
                </a:moveTo>
                <a:cubicBezTo>
                  <a:pt x="132940" y="353351"/>
                  <a:pt x="136014" y="353619"/>
                  <a:pt x="138466" y="355196"/>
                </a:cubicBezTo>
                <a:cubicBezTo>
                  <a:pt x="139190" y="355471"/>
                  <a:pt x="139871" y="355845"/>
                  <a:pt x="140491" y="356308"/>
                </a:cubicBezTo>
                <a:lnTo>
                  <a:pt x="198633" y="398059"/>
                </a:lnTo>
                <a:cubicBezTo>
                  <a:pt x="202605" y="400253"/>
                  <a:pt x="205146" y="404361"/>
                  <a:pt x="205340" y="408893"/>
                </a:cubicBezTo>
                <a:cubicBezTo>
                  <a:pt x="205299" y="413287"/>
                  <a:pt x="202843" y="417295"/>
                  <a:pt x="198951" y="419332"/>
                </a:cubicBezTo>
                <a:lnTo>
                  <a:pt x="141325" y="460527"/>
                </a:lnTo>
                <a:lnTo>
                  <a:pt x="140610" y="461003"/>
                </a:lnTo>
                <a:cubicBezTo>
                  <a:pt x="138783" y="462884"/>
                  <a:pt x="136286" y="463968"/>
                  <a:pt x="133665" y="464019"/>
                </a:cubicBezTo>
                <a:cubicBezTo>
                  <a:pt x="128733" y="464019"/>
                  <a:pt x="124735" y="460023"/>
                  <a:pt x="124735" y="455089"/>
                </a:cubicBezTo>
                <a:lnTo>
                  <a:pt x="124735" y="362736"/>
                </a:lnTo>
                <a:cubicBezTo>
                  <a:pt x="124745" y="359125"/>
                  <a:pt x="126919" y="355871"/>
                  <a:pt x="130251" y="354481"/>
                </a:cubicBezTo>
                <a:close/>
                <a:moveTo>
                  <a:pt x="295271" y="294951"/>
                </a:moveTo>
                <a:lnTo>
                  <a:pt x="295271" y="509978"/>
                </a:lnTo>
                <a:lnTo>
                  <a:pt x="471801" y="509978"/>
                </a:lnTo>
                <a:lnTo>
                  <a:pt x="475745" y="499370"/>
                </a:lnTo>
                <a:lnTo>
                  <a:pt x="475746" y="499367"/>
                </a:lnTo>
                <a:lnTo>
                  <a:pt x="475961" y="499154"/>
                </a:lnTo>
                <a:lnTo>
                  <a:pt x="498948" y="476481"/>
                </a:lnTo>
                <a:cubicBezTo>
                  <a:pt x="502104" y="474969"/>
                  <a:pt x="505401" y="473771"/>
                  <a:pt x="508790" y="472910"/>
                </a:cubicBezTo>
                <a:lnTo>
                  <a:pt x="508790" y="411116"/>
                </a:lnTo>
                <a:lnTo>
                  <a:pt x="485020" y="411116"/>
                </a:lnTo>
                <a:cubicBezTo>
                  <a:pt x="481252" y="411096"/>
                  <a:pt x="477900" y="408739"/>
                  <a:pt x="476605" y="405203"/>
                </a:cubicBezTo>
                <a:lnTo>
                  <a:pt x="474542" y="399528"/>
                </a:lnTo>
                <a:lnTo>
                  <a:pt x="461326" y="450844"/>
                </a:lnTo>
                <a:cubicBezTo>
                  <a:pt x="460357" y="454515"/>
                  <a:pt x="457175" y="457174"/>
                  <a:pt x="453389" y="457471"/>
                </a:cubicBezTo>
                <a:lnTo>
                  <a:pt x="452515" y="457471"/>
                </a:lnTo>
                <a:cubicBezTo>
                  <a:pt x="449117" y="457424"/>
                  <a:pt x="446042" y="455455"/>
                  <a:pt x="444577" y="452391"/>
                </a:cubicBezTo>
                <a:lnTo>
                  <a:pt x="422511" y="406235"/>
                </a:lnTo>
                <a:lnTo>
                  <a:pt x="415486" y="418974"/>
                </a:lnTo>
                <a:cubicBezTo>
                  <a:pt x="414573" y="420554"/>
                  <a:pt x="413197" y="421816"/>
                  <a:pt x="411550" y="422590"/>
                </a:cubicBezTo>
                <a:cubicBezTo>
                  <a:pt x="407065" y="424701"/>
                  <a:pt x="401723" y="422780"/>
                  <a:pt x="399611" y="418300"/>
                </a:cubicBezTo>
                <a:lnTo>
                  <a:pt x="379490" y="373175"/>
                </a:lnTo>
                <a:lnTo>
                  <a:pt x="359885" y="450724"/>
                </a:lnTo>
                <a:cubicBezTo>
                  <a:pt x="358928" y="454534"/>
                  <a:pt x="355593" y="457276"/>
                  <a:pt x="351670" y="457471"/>
                </a:cubicBezTo>
                <a:cubicBezTo>
                  <a:pt x="347731" y="457694"/>
                  <a:pt x="344121" y="455280"/>
                  <a:pt x="342818" y="451558"/>
                </a:cubicBezTo>
                <a:lnTo>
                  <a:pt x="328015" y="409965"/>
                </a:lnTo>
                <a:lnTo>
                  <a:pt x="295392" y="409965"/>
                </a:lnTo>
                <a:lnTo>
                  <a:pt x="295392" y="392107"/>
                </a:lnTo>
                <a:lnTo>
                  <a:pt x="334286" y="392107"/>
                </a:lnTo>
                <a:cubicBezTo>
                  <a:pt x="338068" y="392109"/>
                  <a:pt x="341438" y="394493"/>
                  <a:pt x="342700" y="398059"/>
                </a:cubicBezTo>
                <a:lnTo>
                  <a:pt x="349763" y="417903"/>
                </a:lnTo>
                <a:lnTo>
                  <a:pt x="368377" y="343847"/>
                </a:lnTo>
                <a:cubicBezTo>
                  <a:pt x="369038" y="341149"/>
                  <a:pt x="370921" y="338915"/>
                  <a:pt x="373468" y="337808"/>
                </a:cubicBezTo>
                <a:cubicBezTo>
                  <a:pt x="377971" y="335852"/>
                  <a:pt x="383208" y="337914"/>
                  <a:pt x="385165" y="342418"/>
                </a:cubicBezTo>
                <a:lnTo>
                  <a:pt x="408621" y="394765"/>
                </a:lnTo>
                <a:lnTo>
                  <a:pt x="415367" y="382542"/>
                </a:lnTo>
                <a:cubicBezTo>
                  <a:pt x="416265" y="380910"/>
                  <a:pt x="417650" y="379599"/>
                  <a:pt x="419328" y="378793"/>
                </a:cubicBezTo>
                <a:cubicBezTo>
                  <a:pt x="423773" y="376659"/>
                  <a:pt x="429107" y="378533"/>
                  <a:pt x="431242" y="382978"/>
                </a:cubicBezTo>
                <a:lnTo>
                  <a:pt x="450214" y="422665"/>
                </a:lnTo>
                <a:lnTo>
                  <a:pt x="464540" y="367103"/>
                </a:lnTo>
                <a:cubicBezTo>
                  <a:pt x="465529" y="363309"/>
                  <a:pt x="468879" y="360605"/>
                  <a:pt x="472795" y="360435"/>
                </a:cubicBezTo>
                <a:cubicBezTo>
                  <a:pt x="476641" y="360367"/>
                  <a:pt x="480117" y="362717"/>
                  <a:pt x="481487" y="366309"/>
                </a:cubicBezTo>
                <a:lnTo>
                  <a:pt x="491290" y="393257"/>
                </a:lnTo>
                <a:lnTo>
                  <a:pt x="508790" y="393257"/>
                </a:lnTo>
                <a:lnTo>
                  <a:pt x="508790" y="294951"/>
                </a:lnTo>
                <a:close/>
                <a:moveTo>
                  <a:pt x="61711" y="294951"/>
                </a:moveTo>
                <a:lnTo>
                  <a:pt x="61711" y="472553"/>
                </a:lnTo>
                <a:cubicBezTo>
                  <a:pt x="64045" y="473076"/>
                  <a:pt x="66340" y="473766"/>
                  <a:pt x="68576" y="474616"/>
                </a:cubicBezTo>
                <a:cubicBezTo>
                  <a:pt x="70768" y="475474"/>
                  <a:pt x="72903" y="476465"/>
                  <a:pt x="74966" y="477593"/>
                </a:cubicBezTo>
                <a:cubicBezTo>
                  <a:pt x="75999" y="478149"/>
                  <a:pt x="76594" y="478545"/>
                  <a:pt x="77983" y="479419"/>
                </a:cubicBezTo>
                <a:lnTo>
                  <a:pt x="81882" y="482148"/>
                </a:lnTo>
                <a:lnTo>
                  <a:pt x="81951" y="482196"/>
                </a:lnTo>
                <a:cubicBezTo>
                  <a:pt x="89724" y="488329"/>
                  <a:pt x="95521" y="496608"/>
                  <a:pt x="98620" y="506009"/>
                </a:cubicBezTo>
                <a:cubicBezTo>
                  <a:pt x="99096" y="507160"/>
                  <a:pt x="99454" y="508549"/>
                  <a:pt x="99811" y="509978"/>
                </a:cubicBezTo>
                <a:lnTo>
                  <a:pt x="277413" y="510136"/>
                </a:lnTo>
                <a:lnTo>
                  <a:pt x="277413" y="294951"/>
                </a:lnTo>
                <a:close/>
                <a:moveTo>
                  <a:pt x="103702" y="197994"/>
                </a:moveTo>
                <a:lnTo>
                  <a:pt x="164979" y="197994"/>
                </a:lnTo>
                <a:cubicBezTo>
                  <a:pt x="169911" y="197994"/>
                  <a:pt x="173908" y="201992"/>
                  <a:pt x="173908" y="206924"/>
                </a:cubicBezTo>
                <a:cubicBezTo>
                  <a:pt x="173908" y="211856"/>
                  <a:pt x="169911" y="215854"/>
                  <a:pt x="164979" y="215854"/>
                </a:cubicBezTo>
                <a:lnTo>
                  <a:pt x="103702" y="215854"/>
                </a:lnTo>
                <a:cubicBezTo>
                  <a:pt x="98770" y="215854"/>
                  <a:pt x="94772" y="211856"/>
                  <a:pt x="94772" y="206924"/>
                </a:cubicBezTo>
                <a:cubicBezTo>
                  <a:pt x="94772" y="201992"/>
                  <a:pt x="98770" y="197994"/>
                  <a:pt x="103702" y="197994"/>
                </a:cubicBezTo>
                <a:close/>
                <a:moveTo>
                  <a:pt x="103702" y="151442"/>
                </a:moveTo>
                <a:lnTo>
                  <a:pt x="220661" y="151442"/>
                </a:lnTo>
                <a:lnTo>
                  <a:pt x="220780" y="151442"/>
                </a:lnTo>
                <a:cubicBezTo>
                  <a:pt x="225713" y="151442"/>
                  <a:pt x="229710" y="155440"/>
                  <a:pt x="229710" y="160372"/>
                </a:cubicBezTo>
                <a:cubicBezTo>
                  <a:pt x="229710" y="165304"/>
                  <a:pt x="225713" y="169302"/>
                  <a:pt x="220780" y="169302"/>
                </a:cubicBezTo>
                <a:lnTo>
                  <a:pt x="103702" y="169302"/>
                </a:lnTo>
                <a:cubicBezTo>
                  <a:pt x="98770" y="169302"/>
                  <a:pt x="94772" y="165304"/>
                  <a:pt x="94772" y="160372"/>
                </a:cubicBezTo>
                <a:cubicBezTo>
                  <a:pt x="94772" y="155440"/>
                  <a:pt x="98770" y="151442"/>
                  <a:pt x="103702" y="151442"/>
                </a:cubicBezTo>
                <a:close/>
                <a:moveTo>
                  <a:pt x="447435" y="116317"/>
                </a:moveTo>
                <a:cubicBezTo>
                  <a:pt x="443930" y="116342"/>
                  <a:pt x="440585" y="117771"/>
                  <a:pt x="438148" y="120286"/>
                </a:cubicBezTo>
                <a:cubicBezTo>
                  <a:pt x="434905" y="123522"/>
                  <a:pt x="433580" y="128215"/>
                  <a:pt x="434655" y="132668"/>
                </a:cubicBezTo>
                <a:cubicBezTo>
                  <a:pt x="435770" y="137502"/>
                  <a:pt x="439545" y="141276"/>
                  <a:pt x="444379" y="142392"/>
                </a:cubicBezTo>
                <a:cubicBezTo>
                  <a:pt x="446463" y="142882"/>
                  <a:pt x="448629" y="142861"/>
                  <a:pt x="450701" y="142330"/>
                </a:cubicBezTo>
                <a:cubicBezTo>
                  <a:pt x="457793" y="140513"/>
                  <a:pt x="462071" y="133292"/>
                  <a:pt x="460254" y="126200"/>
                </a:cubicBezTo>
                <a:cubicBezTo>
                  <a:pt x="459075" y="121521"/>
                  <a:pt x="455411" y="117873"/>
                  <a:pt x="450729" y="116715"/>
                </a:cubicBezTo>
                <a:cubicBezTo>
                  <a:pt x="449649" y="116448"/>
                  <a:pt x="448546" y="116315"/>
                  <a:pt x="447435" y="116317"/>
                </a:cubicBezTo>
                <a:close/>
                <a:moveTo>
                  <a:pt x="103702" y="104768"/>
                </a:moveTo>
                <a:lnTo>
                  <a:pt x="220661" y="104768"/>
                </a:lnTo>
                <a:lnTo>
                  <a:pt x="220780" y="104768"/>
                </a:lnTo>
                <a:cubicBezTo>
                  <a:pt x="225713" y="104768"/>
                  <a:pt x="229710" y="108766"/>
                  <a:pt x="229710" y="113698"/>
                </a:cubicBezTo>
                <a:cubicBezTo>
                  <a:pt x="229710" y="118630"/>
                  <a:pt x="225713" y="122628"/>
                  <a:pt x="220780" y="122628"/>
                </a:cubicBezTo>
                <a:lnTo>
                  <a:pt x="103702" y="122628"/>
                </a:lnTo>
                <a:cubicBezTo>
                  <a:pt x="98770" y="122628"/>
                  <a:pt x="94772" y="118630"/>
                  <a:pt x="94772" y="113698"/>
                </a:cubicBezTo>
                <a:cubicBezTo>
                  <a:pt x="94772" y="108766"/>
                  <a:pt x="98770" y="104768"/>
                  <a:pt x="103702" y="104768"/>
                </a:cubicBezTo>
                <a:close/>
                <a:moveTo>
                  <a:pt x="454816" y="99490"/>
                </a:moveTo>
                <a:cubicBezTo>
                  <a:pt x="466108" y="102177"/>
                  <a:pt x="474930" y="110983"/>
                  <a:pt x="477636" y="122271"/>
                </a:cubicBezTo>
                <a:cubicBezTo>
                  <a:pt x="478228" y="124692"/>
                  <a:pt x="478526" y="127176"/>
                  <a:pt x="478526" y="129668"/>
                </a:cubicBezTo>
                <a:cubicBezTo>
                  <a:pt x="478518" y="146852"/>
                  <a:pt x="464580" y="160776"/>
                  <a:pt x="447395" y="160767"/>
                </a:cubicBezTo>
                <a:cubicBezTo>
                  <a:pt x="445045" y="160757"/>
                  <a:pt x="442704" y="160491"/>
                  <a:pt x="440410" y="159975"/>
                </a:cubicBezTo>
                <a:cubicBezTo>
                  <a:pt x="423710" y="155996"/>
                  <a:pt x="413395" y="139231"/>
                  <a:pt x="417372" y="122528"/>
                </a:cubicBezTo>
                <a:cubicBezTo>
                  <a:pt x="421348" y="105827"/>
                  <a:pt x="438116" y="95512"/>
                  <a:pt x="454816" y="99490"/>
                </a:cubicBezTo>
                <a:close/>
                <a:moveTo>
                  <a:pt x="295271" y="58810"/>
                </a:moveTo>
                <a:lnTo>
                  <a:pt x="295271" y="277091"/>
                </a:lnTo>
                <a:lnTo>
                  <a:pt x="508751" y="277091"/>
                </a:lnTo>
                <a:lnTo>
                  <a:pt x="508751" y="218560"/>
                </a:lnTo>
                <a:lnTo>
                  <a:pt x="485655" y="200653"/>
                </a:lnTo>
                <a:lnTo>
                  <a:pt x="453310" y="223196"/>
                </a:lnTo>
                <a:lnTo>
                  <a:pt x="466048" y="236016"/>
                </a:lnTo>
                <a:cubicBezTo>
                  <a:pt x="469521" y="239522"/>
                  <a:pt x="469497" y="245182"/>
                  <a:pt x="465990" y="248656"/>
                </a:cubicBezTo>
                <a:cubicBezTo>
                  <a:pt x="462481" y="252129"/>
                  <a:pt x="456821" y="252103"/>
                  <a:pt x="453348" y="248596"/>
                </a:cubicBezTo>
                <a:lnTo>
                  <a:pt x="363019" y="157314"/>
                </a:lnTo>
                <a:lnTo>
                  <a:pt x="295273" y="215973"/>
                </a:lnTo>
                <a:lnTo>
                  <a:pt x="295273" y="192161"/>
                </a:lnTo>
                <a:lnTo>
                  <a:pt x="357702" y="138344"/>
                </a:lnTo>
                <a:cubicBezTo>
                  <a:pt x="361237" y="135297"/>
                  <a:pt x="366518" y="135469"/>
                  <a:pt x="369846" y="138741"/>
                </a:cubicBezTo>
                <a:lnTo>
                  <a:pt x="440569" y="210178"/>
                </a:lnTo>
                <a:lnTo>
                  <a:pt x="480812" y="182119"/>
                </a:lnTo>
                <a:cubicBezTo>
                  <a:pt x="484031" y="179904"/>
                  <a:pt x="488310" y="180017"/>
                  <a:pt x="491410" y="182397"/>
                </a:cubicBezTo>
                <a:lnTo>
                  <a:pt x="508751" y="195939"/>
                </a:lnTo>
                <a:lnTo>
                  <a:pt x="508751" y="99609"/>
                </a:lnTo>
                <a:cubicBezTo>
                  <a:pt x="489245" y="94711"/>
                  <a:pt x="474489" y="78726"/>
                  <a:pt x="471166" y="58890"/>
                </a:cubicBezTo>
                <a:close/>
                <a:moveTo>
                  <a:pt x="100326" y="58770"/>
                </a:moveTo>
                <a:cubicBezTo>
                  <a:pt x="99319" y="64863"/>
                  <a:pt x="97193" y="70716"/>
                  <a:pt x="94056" y="76035"/>
                </a:cubicBezTo>
                <a:cubicBezTo>
                  <a:pt x="93035" y="77744"/>
                  <a:pt x="91909" y="79388"/>
                  <a:pt x="90683" y="80956"/>
                </a:cubicBezTo>
                <a:cubicBezTo>
                  <a:pt x="90008" y="81869"/>
                  <a:pt x="89254" y="82781"/>
                  <a:pt x="88500" y="83615"/>
                </a:cubicBezTo>
                <a:cubicBezTo>
                  <a:pt x="87294" y="85136"/>
                  <a:pt x="85995" y="86581"/>
                  <a:pt x="84610" y="87941"/>
                </a:cubicBezTo>
                <a:cubicBezTo>
                  <a:pt x="78115" y="93838"/>
                  <a:pt x="70195" y="97941"/>
                  <a:pt x="61631" y="99848"/>
                </a:cubicBezTo>
                <a:lnTo>
                  <a:pt x="61631" y="277051"/>
                </a:lnTo>
                <a:lnTo>
                  <a:pt x="277413" y="277051"/>
                </a:lnTo>
                <a:lnTo>
                  <a:pt x="277413" y="58770"/>
                </a:lnTo>
                <a:lnTo>
                  <a:pt x="100328" y="58770"/>
                </a:lnTo>
                <a:close/>
                <a:moveTo>
                  <a:pt x="497519" y="38173"/>
                </a:moveTo>
                <a:lnTo>
                  <a:pt x="497480" y="38371"/>
                </a:lnTo>
                <a:lnTo>
                  <a:pt x="497480" y="38328"/>
                </a:lnTo>
                <a:close/>
                <a:moveTo>
                  <a:pt x="525340" y="24441"/>
                </a:moveTo>
                <a:cubicBezTo>
                  <a:pt x="521800" y="23948"/>
                  <a:pt x="518200" y="24164"/>
                  <a:pt x="514744" y="25076"/>
                </a:cubicBezTo>
                <a:cubicBezTo>
                  <a:pt x="510180" y="26133"/>
                  <a:pt x="505976" y="28378"/>
                  <a:pt x="502560" y="31585"/>
                </a:cubicBezTo>
                <a:cubicBezTo>
                  <a:pt x="501568" y="32490"/>
                  <a:pt x="500663" y="33486"/>
                  <a:pt x="499861" y="34561"/>
                </a:cubicBezTo>
                <a:cubicBezTo>
                  <a:pt x="499119" y="35496"/>
                  <a:pt x="498456" y="36493"/>
                  <a:pt x="497876" y="37538"/>
                </a:cubicBezTo>
                <a:lnTo>
                  <a:pt x="497480" y="38133"/>
                </a:lnTo>
                <a:lnTo>
                  <a:pt x="497480" y="38328"/>
                </a:lnTo>
                <a:lnTo>
                  <a:pt x="494424" y="50595"/>
                </a:lnTo>
                <a:cubicBezTo>
                  <a:pt x="494424" y="51270"/>
                  <a:pt x="494424" y="51905"/>
                  <a:pt x="494424" y="52579"/>
                </a:cubicBezTo>
                <a:cubicBezTo>
                  <a:pt x="494508" y="53645"/>
                  <a:pt x="494654" y="54705"/>
                  <a:pt x="494860" y="55754"/>
                </a:cubicBezTo>
                <a:cubicBezTo>
                  <a:pt x="495059" y="56706"/>
                  <a:pt x="495258" y="57699"/>
                  <a:pt x="495535" y="58651"/>
                </a:cubicBezTo>
                <a:cubicBezTo>
                  <a:pt x="496090" y="60313"/>
                  <a:pt x="496793" y="61920"/>
                  <a:pt x="497639" y="63454"/>
                </a:cubicBezTo>
                <a:cubicBezTo>
                  <a:pt x="499333" y="66514"/>
                  <a:pt x="501611" y="69210"/>
                  <a:pt x="504345" y="71391"/>
                </a:cubicBezTo>
                <a:cubicBezTo>
                  <a:pt x="505703" y="72471"/>
                  <a:pt x="507168" y="73415"/>
                  <a:pt x="508711" y="74209"/>
                </a:cubicBezTo>
                <a:cubicBezTo>
                  <a:pt x="509640" y="74680"/>
                  <a:pt x="510596" y="75104"/>
                  <a:pt x="511569" y="75479"/>
                </a:cubicBezTo>
                <a:cubicBezTo>
                  <a:pt x="518605" y="78136"/>
                  <a:pt x="526444" y="77675"/>
                  <a:pt x="533119" y="74209"/>
                </a:cubicBezTo>
                <a:cubicBezTo>
                  <a:pt x="534615" y="73428"/>
                  <a:pt x="536036" y="72510"/>
                  <a:pt x="537365" y="71470"/>
                </a:cubicBezTo>
                <a:cubicBezTo>
                  <a:pt x="546434" y="64410"/>
                  <a:pt x="549939" y="52324"/>
                  <a:pt x="546058" y="41506"/>
                </a:cubicBezTo>
                <a:cubicBezTo>
                  <a:pt x="543498" y="34050"/>
                  <a:pt x="537640" y="28191"/>
                  <a:pt x="530183" y="25631"/>
                </a:cubicBezTo>
                <a:cubicBezTo>
                  <a:pt x="528603" y="25109"/>
                  <a:pt x="526984" y="24710"/>
                  <a:pt x="525340" y="24441"/>
                </a:cubicBezTo>
                <a:close/>
                <a:moveTo>
                  <a:pt x="54170" y="24441"/>
                </a:moveTo>
                <a:cubicBezTo>
                  <a:pt x="49836" y="23828"/>
                  <a:pt x="45420" y="24235"/>
                  <a:pt x="41271" y="25631"/>
                </a:cubicBezTo>
                <a:cubicBezTo>
                  <a:pt x="40359" y="25949"/>
                  <a:pt x="39446" y="26346"/>
                  <a:pt x="38573" y="26743"/>
                </a:cubicBezTo>
                <a:cubicBezTo>
                  <a:pt x="37006" y="27509"/>
                  <a:pt x="35518" y="28425"/>
                  <a:pt x="34128" y="29481"/>
                </a:cubicBezTo>
                <a:cubicBezTo>
                  <a:pt x="33238" y="30156"/>
                  <a:pt x="32389" y="30885"/>
                  <a:pt x="31588" y="31664"/>
                </a:cubicBezTo>
                <a:cubicBezTo>
                  <a:pt x="28839" y="34368"/>
                  <a:pt x="26748" y="37668"/>
                  <a:pt x="25476" y="41308"/>
                </a:cubicBezTo>
                <a:cubicBezTo>
                  <a:pt x="20974" y="53481"/>
                  <a:pt x="25903" y="67128"/>
                  <a:pt x="37144" y="73614"/>
                </a:cubicBezTo>
                <a:cubicBezTo>
                  <a:pt x="38126" y="74188"/>
                  <a:pt x="39148" y="74691"/>
                  <a:pt x="40200" y="75121"/>
                </a:cubicBezTo>
                <a:cubicBezTo>
                  <a:pt x="43443" y="76481"/>
                  <a:pt x="46924" y="77184"/>
                  <a:pt x="50440" y="77185"/>
                </a:cubicBezTo>
                <a:cubicBezTo>
                  <a:pt x="52243" y="77189"/>
                  <a:pt x="54039" y="76989"/>
                  <a:pt x="55798" y="76590"/>
                </a:cubicBezTo>
                <a:cubicBezTo>
                  <a:pt x="56314" y="76511"/>
                  <a:pt x="56790" y="76233"/>
                  <a:pt x="57266" y="76233"/>
                </a:cubicBezTo>
                <a:cubicBezTo>
                  <a:pt x="58736" y="75856"/>
                  <a:pt x="60170" y="75351"/>
                  <a:pt x="61553" y="74725"/>
                </a:cubicBezTo>
                <a:cubicBezTo>
                  <a:pt x="64505" y="73373"/>
                  <a:pt x="67193" y="71505"/>
                  <a:pt x="69490" y="69209"/>
                </a:cubicBezTo>
                <a:cubicBezTo>
                  <a:pt x="74433" y="64296"/>
                  <a:pt x="77193" y="57603"/>
                  <a:pt x="77149" y="50635"/>
                </a:cubicBezTo>
                <a:cubicBezTo>
                  <a:pt x="77159" y="44731"/>
                  <a:pt x="75173" y="38996"/>
                  <a:pt x="71514" y="34363"/>
                </a:cubicBezTo>
                <a:cubicBezTo>
                  <a:pt x="67256" y="28910"/>
                  <a:pt x="61029" y="25348"/>
                  <a:pt x="54170" y="24441"/>
                </a:cubicBezTo>
                <a:close/>
                <a:moveTo>
                  <a:pt x="54236" y="142"/>
                </a:moveTo>
                <a:cubicBezTo>
                  <a:pt x="73837" y="1623"/>
                  <a:pt x="91597" y="14561"/>
                  <a:pt x="98263" y="34363"/>
                </a:cubicBezTo>
                <a:lnTo>
                  <a:pt x="473270" y="34363"/>
                </a:lnTo>
                <a:cubicBezTo>
                  <a:pt x="481978" y="9259"/>
                  <a:pt x="508613" y="-4846"/>
                  <a:pt x="534270" y="2058"/>
                </a:cubicBezTo>
                <a:cubicBezTo>
                  <a:pt x="551860" y="6605"/>
                  <a:pt x="565555" y="20396"/>
                  <a:pt x="569989" y="38014"/>
                </a:cubicBezTo>
                <a:cubicBezTo>
                  <a:pt x="570016" y="38124"/>
                  <a:pt x="570044" y="38233"/>
                  <a:pt x="570073" y="38343"/>
                </a:cubicBezTo>
                <a:cubicBezTo>
                  <a:pt x="576751" y="65388"/>
                  <a:pt x="560245" y="92729"/>
                  <a:pt x="533199" y="99410"/>
                </a:cubicBezTo>
                <a:lnTo>
                  <a:pt x="533199" y="472910"/>
                </a:lnTo>
                <a:cubicBezTo>
                  <a:pt x="551284" y="477343"/>
                  <a:pt x="565456" y="491376"/>
                  <a:pt x="570064" y="509419"/>
                </a:cubicBezTo>
                <a:cubicBezTo>
                  <a:pt x="576958" y="536414"/>
                  <a:pt x="560666" y="563881"/>
                  <a:pt x="533675" y="570775"/>
                </a:cubicBezTo>
                <a:cubicBezTo>
                  <a:pt x="506684" y="577669"/>
                  <a:pt x="479211" y="561378"/>
                  <a:pt x="472318" y="534385"/>
                </a:cubicBezTo>
                <a:lnTo>
                  <a:pt x="99255" y="534385"/>
                </a:lnTo>
                <a:cubicBezTo>
                  <a:pt x="94653" y="551638"/>
                  <a:pt x="81251" y="565159"/>
                  <a:pt x="64040" y="569918"/>
                </a:cubicBezTo>
                <a:cubicBezTo>
                  <a:pt x="37251" y="577324"/>
                  <a:pt x="9533" y="561611"/>
                  <a:pt x="2128" y="534823"/>
                </a:cubicBezTo>
                <a:cubicBezTo>
                  <a:pt x="-5278" y="508033"/>
                  <a:pt x="10435" y="480315"/>
                  <a:pt x="37224" y="472910"/>
                </a:cubicBezTo>
                <a:lnTo>
                  <a:pt x="37224" y="99133"/>
                </a:lnTo>
                <a:cubicBezTo>
                  <a:pt x="20986" y="94719"/>
                  <a:pt x="8019" y="82498"/>
                  <a:pt x="2650" y="66550"/>
                </a:cubicBezTo>
                <a:cubicBezTo>
                  <a:pt x="-6239" y="40148"/>
                  <a:pt x="7960" y="11539"/>
                  <a:pt x="34363" y="2650"/>
                </a:cubicBezTo>
                <a:cubicBezTo>
                  <a:pt x="40963" y="428"/>
                  <a:pt x="47702" y="-351"/>
                  <a:pt x="54236" y="142"/>
                </a:cubicBezTo>
                <a:close/>
              </a:path>
            </a:pathLst>
          </a:custGeom>
          <a:solidFill>
            <a:schemeClr val="accent1"/>
          </a:solidFill>
          <a:ln>
            <a:noFill/>
          </a:ln>
        </p:spPr>
        <p:txBody>
          <a:bodyPr spcFirstLastPara="1" wrap="square" lIns="91400" tIns="45700" rIns="91400"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D04A02"/>
              </a:solidFill>
              <a:latin typeface="Arial"/>
              <a:ea typeface="Arial"/>
              <a:cs typeface="Arial"/>
              <a:sym typeface="Arial"/>
            </a:endParaRPr>
          </a:p>
        </p:txBody>
      </p:sp>
      <p:sp>
        <p:nvSpPr>
          <p:cNvPr id="390" name="Google Shape;390;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1" name="Google Shape;391;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2" name="Google Shape;392;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3" name="Google Shape;393;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4" name="Google Shape;394;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5" name="Google Shape;395;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6" name="Google Shape;396;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7" name="Google Shape;397;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8" name="Google Shape;398;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399" name="Google Shape;399;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0" name="Google Shape;400;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1" name="Google Shape;401;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2" name="Google Shape;402;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3" name="Google Shape;403;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4" name="Google Shape;404;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5" name="Google Shape;405;p65"/>
          <p:cNvSpPr/>
          <p:nvPr/>
        </p:nvSpPr>
        <p:spPr>
          <a:xfrm>
            <a:off x="8928095"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6" name="Google Shape;40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7" name="Google Shape;40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8" name="Google Shape;40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09" name="Google Shape;40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0" name="Google Shape;41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1" name="Google Shape;41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2" name="Google Shape;412;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3" name="Google Shape;413;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4" name="Google Shape;414;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5" name="Google Shape;415;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6" name="Google Shape;416;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7" name="Google Shape;417;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8" name="Google Shape;418;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19" name="Google Shape;419;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0" name="Google Shape;420;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1" name="Google Shape;421;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2" name="Google Shape;422;p65"/>
          <p:cNvSpPr/>
          <p:nvPr/>
        </p:nvSpPr>
        <p:spPr>
          <a:xfrm>
            <a:off x="8486537" y="369898"/>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3" name="Google Shape;423;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4" name="Google Shape;424;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5" name="Google Shape;425;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6" name="Google Shape;426;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7" name="Google Shape;427;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8" name="Google Shape;428;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29" name="Google Shape;429;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0" name="Google Shape;430;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1" name="Google Shape;431;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2" name="Google Shape;432;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3" name="Google Shape;433;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4" name="Google Shape;434;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5" name="Google Shape;435;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6" name="Google Shape;436;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7" name="Google Shape;437;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8" name="Google Shape;438;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39" name="Google Shape;439;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0" name="Google Shape;440;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1" name="Google Shape;441;p65"/>
          <p:cNvSpPr/>
          <p:nvPr/>
        </p:nvSpPr>
        <p:spPr>
          <a:xfrm>
            <a:off x="8496986"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329"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2" name="Google Shape;442;p65"/>
          <p:cNvSpPr/>
          <p:nvPr/>
        </p:nvSpPr>
        <p:spPr>
          <a:xfrm>
            <a:off x="8486537"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3" name="Google Shape;443;p65"/>
          <p:cNvSpPr/>
          <p:nvPr/>
        </p:nvSpPr>
        <p:spPr>
          <a:xfrm>
            <a:off x="8738813" y="58941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4" name="Google Shape;444;p65"/>
          <p:cNvSpPr/>
          <p:nvPr/>
        </p:nvSpPr>
        <p:spPr>
          <a:xfrm>
            <a:off x="854982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5" name="Google Shape;445;p65"/>
          <p:cNvSpPr/>
          <p:nvPr/>
        </p:nvSpPr>
        <p:spPr>
          <a:xfrm>
            <a:off x="854982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6" name="Google Shape;446;p65"/>
          <p:cNvSpPr/>
          <p:nvPr/>
        </p:nvSpPr>
        <p:spPr>
          <a:xfrm>
            <a:off x="8675519"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7" name="Google Shape;447;p65"/>
          <p:cNvSpPr/>
          <p:nvPr/>
        </p:nvSpPr>
        <p:spPr>
          <a:xfrm>
            <a:off x="8675519"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8" name="Google Shape;448;p65"/>
          <p:cNvSpPr/>
          <p:nvPr/>
        </p:nvSpPr>
        <p:spPr>
          <a:xfrm>
            <a:off x="8687462" y="159719"/>
            <a:ext cx="256125" cy="114563"/>
          </a:xfrm>
          <a:custGeom>
            <a:avLst/>
            <a:gdLst/>
            <a:ahLst/>
            <a:cxnLst/>
            <a:rect l="l" t="t" r="r" b="b"/>
            <a:pathLst>
              <a:path w="120000" h="120000" extrusionOk="0">
                <a:moveTo>
                  <a:pt x="118181" y="120000"/>
                </a:moveTo>
                <a:lnTo>
                  <a:pt x="88951" y="5052"/>
                </a:lnTo>
                <a:lnTo>
                  <a:pt x="31048" y="5052"/>
                </a:lnTo>
                <a:lnTo>
                  <a:pt x="1678" y="120000"/>
                </a:lnTo>
                <a:lnTo>
                  <a:pt x="0" y="117473"/>
                </a:lnTo>
                <a:lnTo>
                  <a:pt x="29650" y="0"/>
                </a:lnTo>
                <a:lnTo>
                  <a:pt x="90069" y="0"/>
                </a:lnTo>
                <a:lnTo>
                  <a:pt x="120000" y="117473"/>
                </a:lnTo>
                <a:lnTo>
                  <a:pt x="1181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49" name="Google Shape;449;p65"/>
          <p:cNvSpPr/>
          <p:nvPr/>
        </p:nvSpPr>
        <p:spPr>
          <a:xfrm>
            <a:off x="867551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0" name="Google Shape;450;p65"/>
          <p:cNvSpPr/>
          <p:nvPr/>
        </p:nvSpPr>
        <p:spPr>
          <a:xfrm>
            <a:off x="8928095"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1" name="Google Shape;451;p65"/>
          <p:cNvSpPr/>
          <p:nvPr/>
        </p:nvSpPr>
        <p:spPr>
          <a:xfrm>
            <a:off x="8738813"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2" name="Google Shape;452;p65"/>
          <p:cNvSpPr/>
          <p:nvPr/>
        </p:nvSpPr>
        <p:spPr>
          <a:xfrm>
            <a:off x="8738813"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3" name="Google Shape;453;p65"/>
          <p:cNvSpPr/>
          <p:nvPr/>
        </p:nvSpPr>
        <p:spPr>
          <a:xfrm>
            <a:off x="8864801"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4" name="Google Shape;454;p65"/>
          <p:cNvSpPr/>
          <p:nvPr/>
        </p:nvSpPr>
        <p:spPr>
          <a:xfrm>
            <a:off x="8864801" y="369295"/>
            <a:ext cx="27375" cy="2662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5" name="Google Shape;455;p65"/>
          <p:cNvSpPr/>
          <p:nvPr/>
        </p:nvSpPr>
        <p:spPr>
          <a:xfrm>
            <a:off x="8875847" y="50715"/>
            <a:ext cx="67875" cy="112500"/>
          </a:xfrm>
          <a:custGeom>
            <a:avLst/>
            <a:gdLst/>
            <a:ahLst/>
            <a:cxnLst/>
            <a:rect l="l" t="t" r="r" b="b"/>
            <a:pathLst>
              <a:path w="120000" h="120000" extrusionOk="0">
                <a:moveTo>
                  <a:pt x="7929" y="120000"/>
                </a:moveTo>
                <a:lnTo>
                  <a:pt x="0" y="117433"/>
                </a:lnTo>
                <a:lnTo>
                  <a:pt x="112070" y="0"/>
                </a:lnTo>
                <a:lnTo>
                  <a:pt x="120000" y="2887"/>
                </a:lnTo>
                <a:lnTo>
                  <a:pt x="7929"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6" name="Google Shape;456;p65"/>
          <p:cNvSpPr/>
          <p:nvPr/>
        </p:nvSpPr>
        <p:spPr>
          <a:xfrm>
            <a:off x="8119915" y="492452"/>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7" name="Google Shape;457;p65"/>
          <p:cNvSpPr/>
          <p:nvPr/>
        </p:nvSpPr>
        <p:spPr>
          <a:xfrm>
            <a:off x="8108868" y="59091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8" name="Google Shape;458;p65"/>
          <p:cNvSpPr/>
          <p:nvPr/>
        </p:nvSpPr>
        <p:spPr>
          <a:xfrm>
            <a:off x="8172161" y="480106"/>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59" name="Google Shape;459;p65"/>
          <p:cNvSpPr/>
          <p:nvPr/>
        </p:nvSpPr>
        <p:spPr>
          <a:xfrm>
            <a:off x="9065129" y="381039"/>
            <a:ext cx="67500" cy="112500"/>
          </a:xfrm>
          <a:custGeom>
            <a:avLst/>
            <a:gdLst/>
            <a:ahLst/>
            <a:cxnLst/>
            <a:rect l="l" t="t" r="r" b="b"/>
            <a:pathLst>
              <a:path w="120000" h="120000" extrusionOk="0">
                <a:moveTo>
                  <a:pt x="7964" y="120000"/>
                </a:moveTo>
                <a:lnTo>
                  <a:pt x="0" y="117433"/>
                </a:lnTo>
                <a:lnTo>
                  <a:pt x="112566" y="0"/>
                </a:lnTo>
                <a:lnTo>
                  <a:pt x="120000" y="2887"/>
                </a:lnTo>
                <a:lnTo>
                  <a:pt x="7964"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0" name="Google Shape;460;p65"/>
          <p:cNvSpPr/>
          <p:nvPr/>
        </p:nvSpPr>
        <p:spPr>
          <a:xfrm>
            <a:off x="9054083" y="479504"/>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1" name="Google Shape;461;p65"/>
          <p:cNvSpPr/>
          <p:nvPr/>
        </p:nvSpPr>
        <p:spPr>
          <a:xfrm>
            <a:off x="9117077" y="368693"/>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2" name="Google Shape;462;p65"/>
          <p:cNvSpPr/>
          <p:nvPr/>
        </p:nvSpPr>
        <p:spPr>
          <a:xfrm>
            <a:off x="8486537" y="149180"/>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3" name="Google Shape;463;p65"/>
          <p:cNvSpPr/>
          <p:nvPr/>
        </p:nvSpPr>
        <p:spPr>
          <a:xfrm>
            <a:off x="8119915" y="162128"/>
            <a:ext cx="67875" cy="112500"/>
          </a:xfrm>
          <a:custGeom>
            <a:avLst/>
            <a:gdLst/>
            <a:ahLst/>
            <a:cxnLst/>
            <a:rect l="l" t="t" r="r" b="b"/>
            <a:pathLst>
              <a:path w="120000" h="120000" extrusionOk="0">
                <a:moveTo>
                  <a:pt x="112070" y="120000"/>
                </a:moveTo>
                <a:lnTo>
                  <a:pt x="0" y="2566"/>
                </a:lnTo>
                <a:lnTo>
                  <a:pt x="7929" y="0"/>
                </a:lnTo>
                <a:lnTo>
                  <a:pt x="120000" y="117433"/>
                </a:lnTo>
                <a:lnTo>
                  <a:pt x="11207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4" name="Google Shape;464;p65"/>
          <p:cNvSpPr/>
          <p:nvPr/>
        </p:nvSpPr>
        <p:spPr>
          <a:xfrm>
            <a:off x="8172161" y="26029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5" name="Google Shape;465;p65"/>
          <p:cNvSpPr/>
          <p:nvPr/>
        </p:nvSpPr>
        <p:spPr>
          <a:xfrm>
            <a:off x="8108868" y="149782"/>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6" name="Google Shape;466;p65"/>
          <p:cNvSpPr/>
          <p:nvPr/>
        </p:nvSpPr>
        <p:spPr>
          <a:xfrm>
            <a:off x="8308599" y="380437"/>
            <a:ext cx="192375" cy="225938"/>
          </a:xfrm>
          <a:custGeom>
            <a:avLst/>
            <a:gdLst/>
            <a:ahLst/>
            <a:cxnLst/>
            <a:rect l="l" t="t" r="r" b="b"/>
            <a:pathLst>
              <a:path w="120000" h="120000" extrusionOk="0">
                <a:moveTo>
                  <a:pt x="120000" y="120000"/>
                </a:moveTo>
                <a:lnTo>
                  <a:pt x="40248" y="120000"/>
                </a:lnTo>
                <a:lnTo>
                  <a:pt x="0" y="60160"/>
                </a:lnTo>
                <a:lnTo>
                  <a:pt x="40248" y="0"/>
                </a:lnTo>
                <a:lnTo>
                  <a:pt x="120000" y="0"/>
                </a:lnTo>
                <a:lnTo>
                  <a:pt x="120000" y="2720"/>
                </a:lnTo>
                <a:lnTo>
                  <a:pt x="41739" y="2720"/>
                </a:lnTo>
                <a:lnTo>
                  <a:pt x="3354" y="60160"/>
                </a:lnTo>
                <a:lnTo>
                  <a:pt x="41739" y="117440"/>
                </a:lnTo>
                <a:lnTo>
                  <a:pt x="120000" y="117440"/>
                </a:lnTo>
                <a:lnTo>
                  <a:pt x="120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7" name="Google Shape;467;p65"/>
          <p:cNvSpPr/>
          <p:nvPr/>
        </p:nvSpPr>
        <p:spPr>
          <a:xfrm>
            <a:off x="8297255" y="480106"/>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8" name="Google Shape;468;p65"/>
          <p:cNvSpPr/>
          <p:nvPr/>
        </p:nvSpPr>
        <p:spPr>
          <a:xfrm>
            <a:off x="8361145" y="369898"/>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69" name="Google Shape;469;p65"/>
          <p:cNvSpPr/>
          <p:nvPr/>
        </p:nvSpPr>
        <p:spPr>
          <a:xfrm>
            <a:off x="8361145"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0" name="Google Shape;470;p65"/>
          <p:cNvSpPr/>
          <p:nvPr/>
        </p:nvSpPr>
        <p:spPr>
          <a:xfrm>
            <a:off x="8497583" y="270530"/>
            <a:ext cx="256875" cy="224063"/>
          </a:xfrm>
          <a:custGeom>
            <a:avLst/>
            <a:gdLst/>
            <a:ahLst/>
            <a:cxnLst/>
            <a:rect l="l" t="t" r="r" b="b"/>
            <a:pathLst>
              <a:path w="120000" h="120000" extrusionOk="0">
                <a:moveTo>
                  <a:pt x="29581" y="120000"/>
                </a:moveTo>
                <a:lnTo>
                  <a:pt x="0" y="60322"/>
                </a:lnTo>
                <a:lnTo>
                  <a:pt x="30139" y="0"/>
                </a:lnTo>
                <a:lnTo>
                  <a:pt x="90418" y="0"/>
                </a:lnTo>
                <a:lnTo>
                  <a:pt x="120000" y="59677"/>
                </a:lnTo>
                <a:lnTo>
                  <a:pt x="118325" y="60967"/>
                </a:lnTo>
                <a:lnTo>
                  <a:pt x="89023" y="2580"/>
                </a:lnTo>
                <a:lnTo>
                  <a:pt x="31395" y="2580"/>
                </a:lnTo>
                <a:lnTo>
                  <a:pt x="2651" y="60322"/>
                </a:lnTo>
                <a:lnTo>
                  <a:pt x="31674" y="118548"/>
                </a:lnTo>
                <a:lnTo>
                  <a:pt x="2958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1" name="Google Shape;471;p65"/>
          <p:cNvSpPr/>
          <p:nvPr/>
        </p:nvSpPr>
        <p:spPr>
          <a:xfrm>
            <a:off x="8549829" y="259087"/>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2" name="Google Shape;472;p65"/>
          <p:cNvSpPr/>
          <p:nvPr/>
        </p:nvSpPr>
        <p:spPr>
          <a:xfrm>
            <a:off x="8309196" y="159718"/>
            <a:ext cx="191625" cy="113625"/>
          </a:xfrm>
          <a:custGeom>
            <a:avLst/>
            <a:gdLst/>
            <a:ahLst/>
            <a:cxnLst/>
            <a:rect l="l" t="t" r="r" b="b"/>
            <a:pathLst>
              <a:path w="120000" h="120000" extrusionOk="0">
                <a:moveTo>
                  <a:pt x="2616" y="120000"/>
                </a:moveTo>
                <a:lnTo>
                  <a:pt x="0" y="118095"/>
                </a:lnTo>
                <a:lnTo>
                  <a:pt x="40000" y="0"/>
                </a:lnTo>
                <a:lnTo>
                  <a:pt x="120000" y="0"/>
                </a:lnTo>
                <a:lnTo>
                  <a:pt x="120000" y="5079"/>
                </a:lnTo>
                <a:lnTo>
                  <a:pt x="41495" y="5079"/>
                </a:lnTo>
                <a:lnTo>
                  <a:pt x="261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3" name="Google Shape;473;p65"/>
          <p:cNvSpPr/>
          <p:nvPr/>
        </p:nvSpPr>
        <p:spPr>
          <a:xfrm>
            <a:off x="8361145" y="149180"/>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4" name="Google Shape;474;p65"/>
          <p:cNvSpPr/>
          <p:nvPr/>
        </p:nvSpPr>
        <p:spPr>
          <a:xfrm>
            <a:off x="8875251" y="490042"/>
            <a:ext cx="257438" cy="225938"/>
          </a:xfrm>
          <a:custGeom>
            <a:avLst/>
            <a:gdLst/>
            <a:ahLst/>
            <a:cxnLst/>
            <a:rect l="l" t="t" r="r" b="b"/>
            <a:pathLst>
              <a:path w="120000" h="120000" extrusionOk="0">
                <a:moveTo>
                  <a:pt x="89651" y="120000"/>
                </a:moveTo>
                <a:lnTo>
                  <a:pt x="30069" y="120000"/>
                </a:lnTo>
                <a:lnTo>
                  <a:pt x="0" y="59840"/>
                </a:lnTo>
                <a:lnTo>
                  <a:pt x="30069" y="0"/>
                </a:lnTo>
                <a:lnTo>
                  <a:pt x="90208" y="0"/>
                </a:lnTo>
                <a:lnTo>
                  <a:pt x="120000" y="59520"/>
                </a:lnTo>
                <a:lnTo>
                  <a:pt x="118051" y="60480"/>
                </a:lnTo>
                <a:lnTo>
                  <a:pt x="89095" y="2720"/>
                </a:lnTo>
                <a:lnTo>
                  <a:pt x="31600" y="2720"/>
                </a:lnTo>
                <a:lnTo>
                  <a:pt x="2645" y="59840"/>
                </a:lnTo>
                <a:lnTo>
                  <a:pt x="31600" y="117440"/>
                </a:lnTo>
                <a:lnTo>
                  <a:pt x="89651" y="117440"/>
                </a:lnTo>
                <a:lnTo>
                  <a:pt x="89651"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5" name="Google Shape;475;p65"/>
          <p:cNvSpPr/>
          <p:nvPr/>
        </p:nvSpPr>
        <p:spPr>
          <a:xfrm>
            <a:off x="8864801"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6" name="Google Shape;476;p65"/>
          <p:cNvSpPr/>
          <p:nvPr/>
        </p:nvSpPr>
        <p:spPr>
          <a:xfrm>
            <a:off x="9117077" y="589411"/>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7" name="Google Shape;477;p65"/>
          <p:cNvSpPr/>
          <p:nvPr/>
        </p:nvSpPr>
        <p:spPr>
          <a:xfrm>
            <a:off x="8928095" y="479504"/>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8" name="Google Shape;478;p65"/>
          <p:cNvSpPr/>
          <p:nvPr/>
        </p:nvSpPr>
        <p:spPr>
          <a:xfrm>
            <a:off x="8928095" y="69901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79" name="Google Shape;479;p65"/>
          <p:cNvSpPr/>
          <p:nvPr/>
        </p:nvSpPr>
        <p:spPr>
          <a:xfrm>
            <a:off x="9054083" y="69901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0" name="Google Shape;480;p65"/>
          <p:cNvSpPr/>
          <p:nvPr/>
        </p:nvSpPr>
        <p:spPr>
          <a:xfrm>
            <a:off x="8119915" y="271132"/>
            <a:ext cx="256875" cy="114563"/>
          </a:xfrm>
          <a:custGeom>
            <a:avLst/>
            <a:gdLst/>
            <a:ahLst/>
            <a:cxnLst/>
            <a:rect l="l" t="t" r="r" b="b"/>
            <a:pathLst>
              <a:path w="120000" h="120000" extrusionOk="0">
                <a:moveTo>
                  <a:pt x="2093" y="120000"/>
                </a:moveTo>
                <a:lnTo>
                  <a:pt x="0" y="117473"/>
                </a:lnTo>
                <a:lnTo>
                  <a:pt x="29860" y="0"/>
                </a:lnTo>
                <a:lnTo>
                  <a:pt x="90139" y="0"/>
                </a:lnTo>
                <a:lnTo>
                  <a:pt x="120000" y="117473"/>
                </a:lnTo>
                <a:lnTo>
                  <a:pt x="118046" y="120000"/>
                </a:lnTo>
                <a:lnTo>
                  <a:pt x="88744" y="5052"/>
                </a:lnTo>
                <a:lnTo>
                  <a:pt x="31116" y="5052"/>
                </a:lnTo>
                <a:lnTo>
                  <a:pt x="209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1" name="Google Shape;481;p65"/>
          <p:cNvSpPr/>
          <p:nvPr/>
        </p:nvSpPr>
        <p:spPr>
          <a:xfrm>
            <a:off x="8184999" y="491849"/>
            <a:ext cx="126563" cy="5063"/>
          </a:xfrm>
          <a:prstGeom prst="rect">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2" name="Google Shape;482;p65"/>
          <p:cNvSpPr/>
          <p:nvPr/>
        </p:nvSpPr>
        <p:spPr>
          <a:xfrm>
            <a:off x="8108868" y="370500"/>
            <a:ext cx="2662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3" name="Google Shape;483;p65"/>
          <p:cNvSpPr/>
          <p:nvPr/>
        </p:nvSpPr>
        <p:spPr>
          <a:xfrm>
            <a:off x="8297255" y="260291"/>
            <a:ext cx="27375" cy="27563"/>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4" name="Google Shape;484;p65"/>
          <p:cNvSpPr/>
          <p:nvPr/>
        </p:nvSpPr>
        <p:spPr>
          <a:xfrm>
            <a:off x="8686865" y="379835"/>
            <a:ext cx="256875" cy="113625"/>
          </a:xfrm>
          <a:custGeom>
            <a:avLst/>
            <a:gdLst/>
            <a:ahLst/>
            <a:cxnLst/>
            <a:rect l="l" t="t" r="r" b="b"/>
            <a:pathLst>
              <a:path w="120000" h="120000" extrusionOk="0">
                <a:moveTo>
                  <a:pt x="117906" y="120000"/>
                </a:moveTo>
                <a:lnTo>
                  <a:pt x="89023" y="5396"/>
                </a:lnTo>
                <a:lnTo>
                  <a:pt x="31255" y="5396"/>
                </a:lnTo>
                <a:lnTo>
                  <a:pt x="1953" y="120000"/>
                </a:lnTo>
                <a:lnTo>
                  <a:pt x="0" y="117460"/>
                </a:lnTo>
                <a:lnTo>
                  <a:pt x="29860" y="0"/>
                </a:lnTo>
                <a:lnTo>
                  <a:pt x="90139" y="0"/>
                </a:lnTo>
                <a:lnTo>
                  <a:pt x="120000" y="117460"/>
                </a:lnTo>
                <a:lnTo>
                  <a:pt x="117906"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5" name="Google Shape;485;p65"/>
          <p:cNvSpPr/>
          <p:nvPr/>
        </p:nvSpPr>
        <p:spPr>
          <a:xfrm>
            <a:off x="8738813" y="809827"/>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6" name="Google Shape;486;p65"/>
          <p:cNvSpPr/>
          <p:nvPr/>
        </p:nvSpPr>
        <p:spPr>
          <a:xfrm>
            <a:off x="8864801" y="809827"/>
            <a:ext cx="2662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7" name="Google Shape;487;p65"/>
          <p:cNvSpPr/>
          <p:nvPr/>
        </p:nvSpPr>
        <p:spPr>
          <a:xfrm>
            <a:off x="8876445" y="712266"/>
            <a:ext cx="67125" cy="112500"/>
          </a:xfrm>
          <a:custGeom>
            <a:avLst/>
            <a:gdLst/>
            <a:ahLst/>
            <a:cxnLst/>
            <a:rect l="l" t="t" r="r" b="b"/>
            <a:pathLst>
              <a:path w="120000" h="120000" extrusionOk="0">
                <a:moveTo>
                  <a:pt x="6933" y="120000"/>
                </a:moveTo>
                <a:lnTo>
                  <a:pt x="0" y="117112"/>
                </a:lnTo>
                <a:lnTo>
                  <a:pt x="112000" y="0"/>
                </a:lnTo>
                <a:lnTo>
                  <a:pt x="120000" y="2566"/>
                </a:lnTo>
                <a:lnTo>
                  <a:pt x="6933"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8" name="Google Shape;488;p65"/>
          <p:cNvSpPr/>
          <p:nvPr/>
        </p:nvSpPr>
        <p:spPr>
          <a:xfrm>
            <a:off x="8686267" y="600854"/>
            <a:ext cx="192375" cy="224063"/>
          </a:xfrm>
          <a:custGeom>
            <a:avLst/>
            <a:gdLst/>
            <a:ahLst/>
            <a:cxnLst/>
            <a:rect l="l" t="t" r="r" b="b"/>
            <a:pathLst>
              <a:path w="120000" h="120000" extrusionOk="0">
                <a:moveTo>
                  <a:pt x="39875" y="120000"/>
                </a:moveTo>
                <a:lnTo>
                  <a:pt x="0" y="60322"/>
                </a:lnTo>
                <a:lnTo>
                  <a:pt x="40248" y="0"/>
                </a:lnTo>
                <a:lnTo>
                  <a:pt x="120000" y="0"/>
                </a:lnTo>
                <a:lnTo>
                  <a:pt x="120000" y="2580"/>
                </a:lnTo>
                <a:lnTo>
                  <a:pt x="42111" y="2580"/>
                </a:lnTo>
                <a:lnTo>
                  <a:pt x="3354" y="60322"/>
                </a:lnTo>
                <a:lnTo>
                  <a:pt x="42484" y="118548"/>
                </a:lnTo>
                <a:lnTo>
                  <a:pt x="39875"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89" name="Google Shape;489;p65"/>
          <p:cNvSpPr/>
          <p:nvPr/>
        </p:nvSpPr>
        <p:spPr>
          <a:xfrm>
            <a:off x="8549829" y="38369"/>
            <a:ext cx="27375" cy="27375"/>
          </a:xfrm>
          <a:prstGeom prst="ellipse">
            <a:avLst/>
          </a:pr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0" name="Google Shape;490;p65"/>
          <p:cNvSpPr/>
          <p:nvPr/>
        </p:nvSpPr>
        <p:spPr>
          <a:xfrm>
            <a:off x="8498180" y="50715"/>
            <a:ext cx="67125" cy="112500"/>
          </a:xfrm>
          <a:custGeom>
            <a:avLst/>
            <a:gdLst/>
            <a:ahLst/>
            <a:cxnLst/>
            <a:rect l="l" t="t" r="r" b="b"/>
            <a:pathLst>
              <a:path w="120000" h="120000" extrusionOk="0">
                <a:moveTo>
                  <a:pt x="8000" y="120000"/>
                </a:moveTo>
                <a:lnTo>
                  <a:pt x="0" y="117433"/>
                </a:lnTo>
                <a:lnTo>
                  <a:pt x="113066" y="0"/>
                </a:lnTo>
                <a:lnTo>
                  <a:pt x="120000" y="2887"/>
                </a:lnTo>
                <a:lnTo>
                  <a:pt x="8000" y="120000"/>
                </a:lnTo>
                <a:close/>
              </a:path>
            </a:pathLst>
          </a:custGeom>
          <a:solidFill>
            <a:srgbClr val="D9D9D9"/>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900" b="0" i="0" u="none" strike="noStrike" cap="none">
              <a:solidFill>
                <a:srgbClr val="000000"/>
              </a:solidFill>
              <a:latin typeface="Arial"/>
              <a:ea typeface="Arial"/>
              <a:cs typeface="Arial"/>
              <a:sym typeface="Arial"/>
            </a:endParaRPr>
          </a:p>
        </p:txBody>
      </p:sp>
      <p:sp>
        <p:nvSpPr>
          <p:cNvPr id="491" name="Google Shape;491;p65"/>
          <p:cNvSpPr/>
          <p:nvPr/>
        </p:nvSpPr>
        <p:spPr>
          <a:xfrm>
            <a:off x="0" y="831725"/>
            <a:ext cx="9144000" cy="61125"/>
          </a:xfrm>
          <a:prstGeom prst="rect">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sp>
        <p:nvSpPr>
          <p:cNvPr id="492" name="Google Shape;492;p65"/>
          <p:cNvSpPr txBox="1">
            <a:spLocks noGrp="1"/>
          </p:cNvSpPr>
          <p:nvPr>
            <p:ph type="sldNum" idx="12"/>
          </p:nvPr>
        </p:nvSpPr>
        <p:spPr>
          <a:xfrm>
            <a:off x="7488222" y="4916995"/>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493"/>
        <p:cNvGrpSpPr/>
        <p:nvPr/>
      </p:nvGrpSpPr>
      <p:grpSpPr>
        <a:xfrm>
          <a:off x="0" y="0"/>
          <a:ext cx="0" cy="0"/>
          <a:chOff x="0" y="0"/>
          <a:chExt cx="0" cy="0"/>
        </a:xfrm>
      </p:grpSpPr>
      <p:sp>
        <p:nvSpPr>
          <p:cNvPr id="494" name="Google Shape;494;p66"/>
          <p:cNvSpPr txBox="1">
            <a:spLocks noGrp="1"/>
          </p:cNvSpPr>
          <p:nvPr>
            <p:ph type="sldNum" idx="12"/>
          </p:nvPr>
        </p:nvSpPr>
        <p:spPr>
          <a:xfrm>
            <a:off x="7406649" y="4869180"/>
            <a:ext cx="1280438"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495" name="Google Shape;495;p66"/>
          <p:cNvSpPr txBox="1">
            <a:spLocks noGrp="1"/>
          </p:cNvSpPr>
          <p:nvPr>
            <p:ph type="dt" idx="10"/>
          </p:nvPr>
        </p:nvSpPr>
        <p:spPr>
          <a:xfrm>
            <a:off x="7406649" y="4766310"/>
            <a:ext cx="1280438" cy="102750"/>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496" name="Google Shape;496;p66"/>
          <p:cNvSpPr txBox="1">
            <a:spLocks noGrp="1"/>
          </p:cNvSpPr>
          <p:nvPr>
            <p:ph type="ftr" idx="11"/>
          </p:nvPr>
        </p:nvSpPr>
        <p:spPr>
          <a:xfrm>
            <a:off x="455296" y="4766310"/>
            <a:ext cx="3981563" cy="10275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genda 1">
  <p:cSld name="Agenda 1">
    <p:spTree>
      <p:nvGrpSpPr>
        <p:cNvPr id="1" name="Shape 497"/>
        <p:cNvGrpSpPr/>
        <p:nvPr/>
      </p:nvGrpSpPr>
      <p:grpSpPr>
        <a:xfrm>
          <a:off x="0" y="0"/>
          <a:ext cx="0" cy="0"/>
          <a:chOff x="0" y="0"/>
          <a:chExt cx="0" cy="0"/>
        </a:xfrm>
      </p:grpSpPr>
      <p:sp>
        <p:nvSpPr>
          <p:cNvPr id="498" name="Google Shape;498;p67"/>
          <p:cNvSpPr txBox="1">
            <a:spLocks noGrp="1"/>
          </p:cNvSpPr>
          <p:nvPr>
            <p:ph type="title"/>
          </p:nvPr>
        </p:nvSpPr>
        <p:spPr>
          <a:xfrm>
            <a:off x="345188" y="314325"/>
            <a:ext cx="8456063" cy="579375"/>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Clr>
                <a:schemeClr val="dk1"/>
              </a:buClr>
              <a:buSzPts val="2900"/>
              <a:buFont typeface="Georgia"/>
              <a:buNone/>
              <a:defRPr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499" name="Google Shape;499;p67"/>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Agenda 1 1">
  <p:cSld name="Agenda 1 1">
    <p:spTree>
      <p:nvGrpSpPr>
        <p:cNvPr id="1" name="Shape 500"/>
        <p:cNvGrpSpPr/>
        <p:nvPr/>
      </p:nvGrpSpPr>
      <p:grpSpPr>
        <a:xfrm>
          <a:off x="0" y="0"/>
          <a:ext cx="0" cy="0"/>
          <a:chOff x="0" y="0"/>
          <a:chExt cx="0" cy="0"/>
        </a:xfrm>
      </p:grpSpPr>
      <p:sp>
        <p:nvSpPr>
          <p:cNvPr id="501" name="Google Shape;501;p68"/>
          <p:cNvSpPr txBox="1">
            <a:spLocks noGrp="1"/>
          </p:cNvSpPr>
          <p:nvPr>
            <p:ph type="body" idx="1"/>
          </p:nvPr>
        </p:nvSpPr>
        <p:spPr>
          <a:xfrm>
            <a:off x="332184" y="1577340"/>
            <a:ext cx="8479500" cy="3055125"/>
          </a:xfrm>
          <a:prstGeom prst="rect">
            <a:avLst/>
          </a:prstGeom>
          <a:noFill/>
          <a:ln>
            <a:noFill/>
          </a:ln>
        </p:spPr>
        <p:txBody>
          <a:bodyPr spcFirstLastPara="1" wrap="square" lIns="0" tIns="0" rIns="0" bIns="0" anchor="t" anchorCtr="0">
            <a:noAutofit/>
          </a:bodyPr>
          <a:lstStyle>
            <a:lvl1pPr marL="457200" lvl="0" indent="-393700" algn="l">
              <a:lnSpc>
                <a:spcPct val="90000"/>
              </a:lnSpc>
              <a:spcBef>
                <a:spcPts val="0"/>
              </a:spcBef>
              <a:spcAft>
                <a:spcPts val="0"/>
              </a:spcAft>
              <a:buClr>
                <a:schemeClr val="accent1"/>
              </a:buClr>
              <a:buSzPts val="2600"/>
              <a:buFont typeface="Georgia"/>
              <a:buAutoNum type="arabicPeriod"/>
              <a:defRPr sz="2100" b="0">
                <a:solidFill>
                  <a:schemeClr val="dk1"/>
                </a:solidFill>
              </a:defRPr>
            </a:lvl1pPr>
            <a:lvl2pPr marL="914400" lvl="1" indent="-228600" algn="l">
              <a:lnSpc>
                <a:spcPct val="100000"/>
              </a:lnSpc>
              <a:spcBef>
                <a:spcPts val="500"/>
              </a:spcBef>
              <a:spcAft>
                <a:spcPts val="0"/>
              </a:spcAft>
              <a:buClr>
                <a:schemeClr val="accent4"/>
              </a:buClr>
              <a:buSzPts val="1400"/>
              <a:buFont typeface="Georgia"/>
              <a:buNone/>
              <a:defRPr sz="1200"/>
            </a:lvl2pPr>
            <a:lvl3pPr marL="1371600" lvl="2" indent="-317500" algn="l">
              <a:lnSpc>
                <a:spcPct val="100000"/>
              </a:lnSpc>
              <a:spcBef>
                <a:spcPts val="500"/>
              </a:spcBef>
              <a:spcAft>
                <a:spcPts val="0"/>
              </a:spcAft>
              <a:buClr>
                <a:schemeClr val="dk1"/>
              </a:buClr>
              <a:buSzPts val="1400"/>
              <a:buChar char="•"/>
              <a:defRPr/>
            </a:lvl3pPr>
            <a:lvl4pPr marL="1828800" lvl="3" indent="-317500" algn="l">
              <a:lnSpc>
                <a:spcPct val="100000"/>
              </a:lnSpc>
              <a:spcBef>
                <a:spcPts val="500"/>
              </a:spcBef>
              <a:spcAft>
                <a:spcPts val="0"/>
              </a:spcAft>
              <a:buClr>
                <a:schemeClr val="dk1"/>
              </a:buClr>
              <a:buSzPts val="1400"/>
              <a:buChar char="–"/>
              <a:defRPr/>
            </a:lvl4pPr>
            <a:lvl5pPr marL="2286000" lvl="4" indent="-317500" algn="l">
              <a:lnSpc>
                <a:spcPct val="100000"/>
              </a:lnSpc>
              <a:spcBef>
                <a:spcPts val="500"/>
              </a:spcBef>
              <a:spcAft>
                <a:spcPts val="0"/>
              </a:spcAft>
              <a:buClr>
                <a:schemeClr val="dk1"/>
              </a:buClr>
              <a:buSzPts val="1400"/>
              <a:buChar char="•"/>
              <a:defRPr/>
            </a:lvl5pPr>
            <a:lvl6pPr marL="2743200" lvl="5" indent="-317500" algn="l">
              <a:lnSpc>
                <a:spcPct val="100000"/>
              </a:lnSpc>
              <a:spcBef>
                <a:spcPts val="500"/>
              </a:spcBef>
              <a:spcAft>
                <a:spcPts val="0"/>
              </a:spcAft>
              <a:buClr>
                <a:schemeClr val="dk1"/>
              </a:buClr>
              <a:buSzPts val="1400"/>
              <a:buChar char="–"/>
              <a:defRPr/>
            </a:lvl6pPr>
            <a:lvl7pPr marL="3200400" lvl="6" indent="-317500" algn="l">
              <a:lnSpc>
                <a:spcPct val="100000"/>
              </a:lnSpc>
              <a:spcBef>
                <a:spcPts val="500"/>
              </a:spcBef>
              <a:spcAft>
                <a:spcPts val="0"/>
              </a:spcAft>
              <a:buClr>
                <a:schemeClr val="dk1"/>
              </a:buClr>
              <a:buSzPts val="1400"/>
              <a:buChar char="•"/>
              <a:defRPr/>
            </a:lvl7pPr>
            <a:lvl8pPr marL="3657600" lvl="7" indent="-317500" algn="l">
              <a:lnSpc>
                <a:spcPct val="100000"/>
              </a:lnSpc>
              <a:spcBef>
                <a:spcPts val="500"/>
              </a:spcBef>
              <a:spcAft>
                <a:spcPts val="0"/>
              </a:spcAft>
              <a:buClr>
                <a:schemeClr val="dk1"/>
              </a:buClr>
              <a:buSzPts val="1400"/>
              <a:buChar char="–"/>
              <a:defRPr/>
            </a:lvl8pPr>
            <a:lvl9pPr marL="4114800" lvl="8" indent="-317500" algn="l">
              <a:lnSpc>
                <a:spcPct val="100000"/>
              </a:lnSpc>
              <a:spcBef>
                <a:spcPts val="500"/>
              </a:spcBef>
              <a:spcAft>
                <a:spcPts val="500"/>
              </a:spcAft>
              <a:buClr>
                <a:schemeClr val="dk1"/>
              </a:buClr>
              <a:buSzPts val="1400"/>
              <a:buChar char="•"/>
              <a:defRPr/>
            </a:lvl9pPr>
          </a:lstStyle>
          <a:p>
            <a:endParaRPr/>
          </a:p>
        </p:txBody>
      </p:sp>
      <p:sp>
        <p:nvSpPr>
          <p:cNvPr id="502" name="Google Shape;502;p68"/>
          <p:cNvSpPr txBox="1">
            <a:spLocks noGrp="1"/>
          </p:cNvSpPr>
          <p:nvPr>
            <p:ph type="title"/>
          </p:nvPr>
        </p:nvSpPr>
        <p:spPr>
          <a:xfrm>
            <a:off x="332185" y="324000"/>
            <a:ext cx="8479500" cy="1040437"/>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900"/>
              <a:buFont typeface="Georgia"/>
              <a:buNone/>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3" name="Google Shape;503;p68"/>
          <p:cNvSpPr txBox="1">
            <a:spLocks noGrp="1"/>
          </p:cNvSpPr>
          <p:nvPr>
            <p:ph type="sldNum" idx="12"/>
          </p:nvPr>
        </p:nvSpPr>
        <p:spPr>
          <a:xfrm>
            <a:off x="7488222" y="4903516"/>
            <a:ext cx="1323563"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504"/>
        <p:cNvGrpSpPr/>
        <p:nvPr/>
      </p:nvGrpSpPr>
      <p:grpSpPr>
        <a:xfrm>
          <a:off x="0" y="0"/>
          <a:ext cx="0" cy="0"/>
          <a:chOff x="0" y="0"/>
          <a:chExt cx="0" cy="0"/>
        </a:xfrm>
      </p:grpSpPr>
      <p:sp>
        <p:nvSpPr>
          <p:cNvPr id="505" name="Google Shape;505;p69"/>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06" name="Google Shape;506;p69"/>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07" name="Google Shape;507;p69"/>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08" name="Google Shape;508;p69"/>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09" name="Google Shape;509;p69"/>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10" name="Google Shape;510;p69"/>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11" name="Google Shape;511;p69"/>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2" name="Google Shape;512;p69"/>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600" b="0" i="0" u="none" strike="noStrike" cap="none">
              <a:solidFill>
                <a:srgbClr val="F3AAA2"/>
              </a:solidFill>
              <a:latin typeface="Arial"/>
              <a:ea typeface="Arial"/>
              <a:cs typeface="Arial"/>
              <a:sym typeface="Arial"/>
            </a:endParaRPr>
          </a:p>
        </p:txBody>
      </p:sp>
      <p:cxnSp>
        <p:nvCxnSpPr>
          <p:cNvPr id="513" name="Google Shape;513;p69"/>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4" name="Google Shape;514;p69"/>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600" b="0" i="0" u="none" strike="noStrike" cap="none">
              <a:solidFill>
                <a:srgbClr val="F3AAA2"/>
              </a:solidFill>
              <a:latin typeface="Arial"/>
              <a:ea typeface="Arial"/>
              <a:cs typeface="Arial"/>
              <a:sym typeface="Arial"/>
            </a:endParaRPr>
          </a:p>
        </p:txBody>
      </p:sp>
      <p:cxnSp>
        <p:nvCxnSpPr>
          <p:cNvPr id="515" name="Google Shape;515;p69"/>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6" name="Google Shape;516;p69"/>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600" b="0" i="0" u="none" strike="noStrike" cap="none">
              <a:solidFill>
                <a:srgbClr val="F3AAA2"/>
              </a:solidFill>
              <a:latin typeface="Arial"/>
              <a:ea typeface="Arial"/>
              <a:cs typeface="Arial"/>
              <a:sym typeface="Arial"/>
            </a:endParaRPr>
          </a:p>
        </p:txBody>
      </p:sp>
      <p:cxnSp>
        <p:nvCxnSpPr>
          <p:cNvPr id="517" name="Google Shape;517;p69"/>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18" name="Google Shape;518;p69"/>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600" b="0" i="0" u="none" strike="noStrike" cap="none">
              <a:solidFill>
                <a:srgbClr val="F3AAA2"/>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19"/>
        <p:cNvGrpSpPr/>
        <p:nvPr/>
      </p:nvGrpSpPr>
      <p:grpSpPr>
        <a:xfrm>
          <a:off x="0" y="0"/>
          <a:ext cx="0" cy="0"/>
          <a:chOff x="0" y="0"/>
          <a:chExt cx="0" cy="0"/>
        </a:xfrm>
      </p:grpSpPr>
      <p:sp>
        <p:nvSpPr>
          <p:cNvPr id="520" name="Google Shape;520;p70"/>
          <p:cNvSpPr/>
          <p:nvPr/>
        </p:nvSpPr>
        <p:spPr>
          <a:xfrm>
            <a:off x="0" y="0"/>
            <a:ext cx="9143625" cy="1004438"/>
          </a:xfrm>
          <a:prstGeom prst="rect">
            <a:avLst/>
          </a:prstGeom>
          <a:solidFill>
            <a:schemeClr val="accent3"/>
          </a:solidFill>
          <a:ln>
            <a:noFill/>
          </a:ln>
        </p:spPr>
        <p:txBody>
          <a:bodyPr spcFirstLastPara="1" wrap="square" lIns="72875" tIns="36425" rIns="72875" bIns="3642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21" name="Google Shape;521;p70"/>
          <p:cNvSpPr txBox="1">
            <a:spLocks noGrp="1"/>
          </p:cNvSpPr>
          <p:nvPr>
            <p:ph type="title"/>
          </p:nvPr>
        </p:nvSpPr>
        <p:spPr>
          <a:xfrm>
            <a:off x="457201" y="342901"/>
            <a:ext cx="8229375" cy="786563"/>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2600"/>
              <a:buFont typeface="Georgia"/>
              <a:buNone/>
              <a:defRPr>
                <a:solidFill>
                  <a:schemeClr val="lt1"/>
                </a:solidFill>
              </a:defRPr>
            </a:lvl1pPr>
            <a:lvl2pPr lvl="1" algn="l">
              <a:lnSpc>
                <a:spcPct val="100000"/>
              </a:lnSpc>
              <a:spcBef>
                <a:spcPts val="0"/>
              </a:spcBef>
              <a:spcAft>
                <a:spcPts val="0"/>
              </a:spcAft>
              <a:buSzPts val="1300"/>
              <a:buNone/>
              <a:defRPr/>
            </a:lvl2pPr>
            <a:lvl3pPr lvl="2" algn="l">
              <a:lnSpc>
                <a:spcPct val="100000"/>
              </a:lnSpc>
              <a:spcBef>
                <a:spcPts val="0"/>
              </a:spcBef>
              <a:spcAft>
                <a:spcPts val="0"/>
              </a:spcAft>
              <a:buSzPts val="1300"/>
              <a:buNone/>
              <a:defRPr/>
            </a:lvl3pPr>
            <a:lvl4pPr lvl="3" algn="l">
              <a:lnSpc>
                <a:spcPct val="100000"/>
              </a:lnSpc>
              <a:spcBef>
                <a:spcPts val="0"/>
              </a:spcBef>
              <a:spcAft>
                <a:spcPts val="0"/>
              </a:spcAft>
              <a:buSzPts val="1300"/>
              <a:buNone/>
              <a:defRPr/>
            </a:lvl4pPr>
            <a:lvl5pPr lvl="4" algn="l">
              <a:lnSpc>
                <a:spcPct val="100000"/>
              </a:lnSpc>
              <a:spcBef>
                <a:spcPts val="0"/>
              </a:spcBef>
              <a:spcAft>
                <a:spcPts val="0"/>
              </a:spcAft>
              <a:buSzPts val="1300"/>
              <a:buNone/>
              <a:defRPr/>
            </a:lvl5pPr>
            <a:lvl6pPr lvl="5" algn="l">
              <a:lnSpc>
                <a:spcPct val="100000"/>
              </a:lnSpc>
              <a:spcBef>
                <a:spcPts val="0"/>
              </a:spcBef>
              <a:spcAft>
                <a:spcPts val="0"/>
              </a:spcAft>
              <a:buSzPts val="1300"/>
              <a:buNone/>
              <a:defRPr/>
            </a:lvl6pPr>
            <a:lvl7pPr lvl="6" algn="l">
              <a:lnSpc>
                <a:spcPct val="100000"/>
              </a:lnSpc>
              <a:spcBef>
                <a:spcPts val="0"/>
              </a:spcBef>
              <a:spcAft>
                <a:spcPts val="0"/>
              </a:spcAft>
              <a:buSzPts val="1300"/>
              <a:buNone/>
              <a:defRPr/>
            </a:lvl7pPr>
            <a:lvl8pPr lvl="7" algn="l">
              <a:lnSpc>
                <a:spcPct val="100000"/>
              </a:lnSpc>
              <a:spcBef>
                <a:spcPts val="0"/>
              </a:spcBef>
              <a:spcAft>
                <a:spcPts val="0"/>
              </a:spcAft>
              <a:buSzPts val="1300"/>
              <a:buNone/>
              <a:defRPr/>
            </a:lvl8pPr>
            <a:lvl9pPr lvl="8" algn="l">
              <a:lnSpc>
                <a:spcPct val="100000"/>
              </a:lnSpc>
              <a:spcBef>
                <a:spcPts val="0"/>
              </a:spcBef>
              <a:spcAft>
                <a:spcPts val="0"/>
              </a:spcAft>
              <a:buSzPts val="1300"/>
              <a:buNone/>
              <a:defRPr/>
            </a:lvl9pPr>
          </a:lstStyle>
          <a:p>
            <a:endParaRPr/>
          </a:p>
        </p:txBody>
      </p:sp>
      <p:sp>
        <p:nvSpPr>
          <p:cNvPr id="522" name="Google Shape;522;p70"/>
          <p:cNvSpPr txBox="1">
            <a:spLocks noGrp="1"/>
          </p:cNvSpPr>
          <p:nvPr>
            <p:ph type="sldNum" idx="12"/>
          </p:nvPr>
        </p:nvSpPr>
        <p:spPr>
          <a:xfrm>
            <a:off x="7406649" y="4869180"/>
            <a:ext cx="1280438" cy="102938"/>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23" name="Google Shape;523;p70"/>
          <p:cNvSpPr txBox="1"/>
          <p:nvPr/>
        </p:nvSpPr>
        <p:spPr>
          <a:xfrm>
            <a:off x="455296" y="4869180"/>
            <a:ext cx="3981563" cy="10293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sp>
        <p:nvSpPr>
          <p:cNvPr id="524" name="Google Shape;524;p70"/>
          <p:cNvSpPr txBox="1">
            <a:spLocks noGrp="1"/>
          </p:cNvSpPr>
          <p:nvPr>
            <p:ph type="dt" idx="10"/>
          </p:nvPr>
        </p:nvSpPr>
        <p:spPr>
          <a:xfrm>
            <a:off x="7406649" y="4766310"/>
            <a:ext cx="1280438" cy="102938"/>
          </a:xfrm>
          <a:prstGeom prst="rect">
            <a:avLst/>
          </a:prstGeom>
          <a:noFill/>
          <a:ln>
            <a:noFill/>
          </a:ln>
        </p:spPr>
        <p:txBody>
          <a:bodyPr spcFirstLastPara="1" wrap="square" lIns="0" tIns="0" rIns="0" bIns="0" anchor="b"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25" name="Google Shape;525;p70"/>
          <p:cNvSpPr txBox="1">
            <a:spLocks noGrp="1"/>
          </p:cNvSpPr>
          <p:nvPr>
            <p:ph type="ftr" idx="11"/>
          </p:nvPr>
        </p:nvSpPr>
        <p:spPr>
          <a:xfrm>
            <a:off x="455296" y="4766310"/>
            <a:ext cx="3981563" cy="102938"/>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526" name="Google Shape;526;p70"/>
          <p:cNvCxnSpPr/>
          <p:nvPr/>
        </p:nvCxnSpPr>
        <p:spPr>
          <a:xfrm>
            <a:off x="457540"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7" name="Google Shape;527;p70"/>
          <p:cNvSpPr txBox="1"/>
          <p:nvPr/>
        </p:nvSpPr>
        <p:spPr>
          <a:xfrm>
            <a:off x="457540"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Introduction</a:t>
            </a:r>
            <a:endParaRPr sz="1100" b="0" i="0" u="none" strike="noStrike" cap="none">
              <a:solidFill>
                <a:srgbClr val="000000"/>
              </a:solidFill>
              <a:latin typeface="Arial"/>
              <a:ea typeface="Arial"/>
              <a:cs typeface="Arial"/>
              <a:sym typeface="Arial"/>
            </a:endParaRPr>
          </a:p>
        </p:txBody>
      </p:sp>
      <p:cxnSp>
        <p:nvCxnSpPr>
          <p:cNvPr id="528" name="Google Shape;528;p70"/>
          <p:cNvCxnSpPr/>
          <p:nvPr/>
        </p:nvCxnSpPr>
        <p:spPr>
          <a:xfrm>
            <a:off x="2533434"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29" name="Google Shape;529;p70"/>
          <p:cNvSpPr txBox="1"/>
          <p:nvPr/>
        </p:nvSpPr>
        <p:spPr>
          <a:xfrm>
            <a:off x="2533434"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Essential links</a:t>
            </a:r>
            <a:endParaRPr sz="1100" b="0" i="0" u="none" strike="noStrike" cap="none">
              <a:solidFill>
                <a:srgbClr val="000000"/>
              </a:solidFill>
              <a:latin typeface="Arial"/>
              <a:ea typeface="Arial"/>
              <a:cs typeface="Arial"/>
              <a:sym typeface="Arial"/>
            </a:endParaRPr>
          </a:p>
        </p:txBody>
      </p:sp>
      <p:cxnSp>
        <p:nvCxnSpPr>
          <p:cNvPr id="530" name="Google Shape;530;p70"/>
          <p:cNvCxnSpPr/>
          <p:nvPr/>
        </p:nvCxnSpPr>
        <p:spPr>
          <a:xfrm>
            <a:off x="4609327"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1" name="Google Shape;531;p70"/>
          <p:cNvSpPr txBox="1"/>
          <p:nvPr/>
        </p:nvSpPr>
        <p:spPr>
          <a:xfrm>
            <a:off x="4609327"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Accolades by theme/competency</a:t>
            </a:r>
            <a:endParaRPr sz="1100" b="0" i="0" u="none" strike="noStrike" cap="none">
              <a:solidFill>
                <a:srgbClr val="000000"/>
              </a:solidFill>
              <a:latin typeface="Arial"/>
              <a:ea typeface="Arial"/>
              <a:cs typeface="Arial"/>
              <a:sym typeface="Arial"/>
            </a:endParaRPr>
          </a:p>
        </p:txBody>
      </p:sp>
      <p:cxnSp>
        <p:nvCxnSpPr>
          <p:cNvPr id="532" name="Google Shape;532;p70"/>
          <p:cNvCxnSpPr/>
          <p:nvPr/>
        </p:nvCxnSpPr>
        <p:spPr>
          <a:xfrm>
            <a:off x="6685221" y="90730"/>
            <a:ext cx="2001375" cy="0"/>
          </a:xfrm>
          <a:prstGeom prst="straightConnector1">
            <a:avLst/>
          </a:prstGeom>
          <a:noFill/>
          <a:ln w="19050" cap="flat" cmpd="sng">
            <a:solidFill>
              <a:srgbClr val="F3AAA2"/>
            </a:solidFill>
            <a:prstDash val="solid"/>
            <a:round/>
            <a:headEnd type="none" w="sm" len="sm"/>
            <a:tailEnd type="none" w="sm" len="sm"/>
          </a:ln>
        </p:spPr>
      </p:cxnSp>
      <p:sp>
        <p:nvSpPr>
          <p:cNvPr id="533" name="Google Shape;533;p70"/>
          <p:cNvSpPr txBox="1"/>
          <p:nvPr/>
        </p:nvSpPr>
        <p:spPr>
          <a:xfrm>
            <a:off x="6685221" y="137836"/>
            <a:ext cx="2001375" cy="9613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968C6D"/>
              </a:buClr>
              <a:buSzPts val="1000"/>
              <a:buFont typeface="Georgia"/>
              <a:buNone/>
            </a:pPr>
            <a:r>
              <a:rPr lang="en" sz="600" b="0" i="0" u="none" strike="noStrike" cap="none">
                <a:solidFill>
                  <a:srgbClr val="F3AAA2"/>
                </a:solidFill>
                <a:latin typeface="Arial"/>
                <a:ea typeface="Arial"/>
                <a:cs typeface="Arial"/>
                <a:sym typeface="Arial"/>
              </a:rPr>
              <a:t>PwC Analyst Relations</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Thank You Light 1">
  <p:cSld name="Thank You Light 1">
    <p:bg>
      <p:bgPr>
        <a:solidFill>
          <a:schemeClr val="lt2"/>
        </a:solidFill>
        <a:effectLst/>
      </p:bgPr>
    </p:bg>
    <p:spTree>
      <p:nvGrpSpPr>
        <p:cNvPr id="1" name="Shape 534"/>
        <p:cNvGrpSpPr/>
        <p:nvPr/>
      </p:nvGrpSpPr>
      <p:grpSpPr>
        <a:xfrm>
          <a:off x="0" y="0"/>
          <a:ext cx="0" cy="0"/>
          <a:chOff x="0" y="0"/>
          <a:chExt cx="0" cy="0"/>
        </a:xfrm>
      </p:grpSpPr>
      <p:sp>
        <p:nvSpPr>
          <p:cNvPr id="535" name="Google Shape;535;p71"/>
          <p:cNvSpPr/>
          <p:nvPr/>
        </p:nvSpPr>
        <p:spPr>
          <a:xfrm>
            <a:off x="4000500" y="0"/>
            <a:ext cx="5143500" cy="51435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6" name="Google Shape;536;p71"/>
          <p:cNvSpPr txBox="1">
            <a:spLocks noGrp="1"/>
          </p:cNvSpPr>
          <p:nvPr>
            <p:ph type="ctrTitle"/>
          </p:nvPr>
        </p:nvSpPr>
        <p:spPr>
          <a:xfrm>
            <a:off x="332185" y="321469"/>
            <a:ext cx="4105313" cy="1821563"/>
          </a:xfrm>
          <a:prstGeom prst="rect">
            <a:avLst/>
          </a:prstGeom>
          <a:noFill/>
          <a:ln>
            <a:noFill/>
          </a:ln>
        </p:spPr>
        <p:txBody>
          <a:bodyPr spcFirstLastPara="1" wrap="square" lIns="0" tIns="0" rIns="0" bIns="0" anchor="b" anchorCtr="0">
            <a:noAutofit/>
          </a:bodyPr>
          <a:lstStyle>
            <a:lvl1pPr marR="0" lvl="0" algn="l">
              <a:lnSpc>
                <a:spcPct val="85000"/>
              </a:lnSpc>
              <a:spcBef>
                <a:spcPts val="0"/>
              </a:spcBef>
              <a:spcAft>
                <a:spcPts val="0"/>
              </a:spcAft>
              <a:buSzPts val="5300"/>
              <a:buFont typeface="Georgia"/>
              <a:buNone/>
              <a:defRPr sz="4400" b="0" i="0" u="none" strike="noStrike" cap="none">
                <a:latin typeface="Georgia"/>
                <a:ea typeface="Georgia"/>
                <a:cs typeface="Georgia"/>
                <a:sym typeface="Georgia"/>
              </a:defRPr>
            </a:lvl1pPr>
            <a:lvl2pPr lvl="1" algn="l">
              <a:lnSpc>
                <a:spcPct val="100000"/>
              </a:lnSpc>
              <a:spcBef>
                <a:spcPts val="0"/>
              </a:spcBef>
              <a:spcAft>
                <a:spcPts val="0"/>
              </a:spcAft>
              <a:buClr>
                <a:schemeClr val="dk1"/>
              </a:buClr>
              <a:buSzPts val="1300"/>
              <a:buNone/>
              <a:defRPr sz="1400">
                <a:solidFill>
                  <a:schemeClr val="dk1"/>
                </a:solidFill>
              </a:defRPr>
            </a:lvl2pPr>
            <a:lvl3pPr lvl="2" algn="l">
              <a:lnSpc>
                <a:spcPct val="100000"/>
              </a:lnSpc>
              <a:spcBef>
                <a:spcPts val="0"/>
              </a:spcBef>
              <a:spcAft>
                <a:spcPts val="0"/>
              </a:spcAft>
              <a:buClr>
                <a:schemeClr val="dk1"/>
              </a:buClr>
              <a:buSzPts val="1300"/>
              <a:buNone/>
              <a:defRPr sz="1400">
                <a:solidFill>
                  <a:schemeClr val="dk1"/>
                </a:solidFill>
              </a:defRPr>
            </a:lvl3pPr>
            <a:lvl4pPr lvl="3" algn="l">
              <a:lnSpc>
                <a:spcPct val="100000"/>
              </a:lnSpc>
              <a:spcBef>
                <a:spcPts val="0"/>
              </a:spcBef>
              <a:spcAft>
                <a:spcPts val="0"/>
              </a:spcAft>
              <a:buClr>
                <a:schemeClr val="dk1"/>
              </a:buClr>
              <a:buSzPts val="1300"/>
              <a:buNone/>
              <a:defRPr sz="1400">
                <a:solidFill>
                  <a:schemeClr val="dk1"/>
                </a:solidFill>
              </a:defRPr>
            </a:lvl4pPr>
            <a:lvl5pPr lvl="4" algn="l">
              <a:lnSpc>
                <a:spcPct val="100000"/>
              </a:lnSpc>
              <a:spcBef>
                <a:spcPts val="0"/>
              </a:spcBef>
              <a:spcAft>
                <a:spcPts val="0"/>
              </a:spcAft>
              <a:buClr>
                <a:schemeClr val="dk1"/>
              </a:buClr>
              <a:buSzPts val="1300"/>
              <a:buNone/>
              <a:defRPr sz="1400">
                <a:solidFill>
                  <a:schemeClr val="dk1"/>
                </a:solidFill>
              </a:defRPr>
            </a:lvl5pPr>
            <a:lvl6pPr lvl="5" algn="l">
              <a:lnSpc>
                <a:spcPct val="100000"/>
              </a:lnSpc>
              <a:spcBef>
                <a:spcPts val="0"/>
              </a:spcBef>
              <a:spcAft>
                <a:spcPts val="0"/>
              </a:spcAft>
              <a:buClr>
                <a:schemeClr val="dk1"/>
              </a:buClr>
              <a:buSzPts val="1300"/>
              <a:buNone/>
              <a:defRPr sz="1400">
                <a:solidFill>
                  <a:schemeClr val="dk1"/>
                </a:solidFill>
              </a:defRPr>
            </a:lvl6pPr>
            <a:lvl7pPr lvl="6" algn="l">
              <a:lnSpc>
                <a:spcPct val="100000"/>
              </a:lnSpc>
              <a:spcBef>
                <a:spcPts val="0"/>
              </a:spcBef>
              <a:spcAft>
                <a:spcPts val="0"/>
              </a:spcAft>
              <a:buClr>
                <a:schemeClr val="dk1"/>
              </a:buClr>
              <a:buSzPts val="1300"/>
              <a:buNone/>
              <a:defRPr sz="1400">
                <a:solidFill>
                  <a:schemeClr val="dk1"/>
                </a:solidFill>
              </a:defRPr>
            </a:lvl7pPr>
            <a:lvl8pPr lvl="7" algn="l">
              <a:lnSpc>
                <a:spcPct val="100000"/>
              </a:lnSpc>
              <a:spcBef>
                <a:spcPts val="0"/>
              </a:spcBef>
              <a:spcAft>
                <a:spcPts val="0"/>
              </a:spcAft>
              <a:buClr>
                <a:schemeClr val="dk1"/>
              </a:buClr>
              <a:buSzPts val="1300"/>
              <a:buNone/>
              <a:defRPr sz="1400">
                <a:solidFill>
                  <a:schemeClr val="dk1"/>
                </a:solidFill>
              </a:defRPr>
            </a:lvl8pPr>
            <a:lvl9pPr lvl="8" algn="l">
              <a:lnSpc>
                <a:spcPct val="100000"/>
              </a:lnSpc>
              <a:spcBef>
                <a:spcPts val="0"/>
              </a:spcBef>
              <a:spcAft>
                <a:spcPts val="0"/>
              </a:spcAft>
              <a:buClr>
                <a:schemeClr val="dk1"/>
              </a:buClr>
              <a:buSzPts val="1300"/>
              <a:buNone/>
              <a:defRPr sz="1400">
                <a:solidFill>
                  <a:schemeClr val="dk1"/>
                </a:solidFill>
              </a:defRPr>
            </a:lvl9pPr>
          </a:lstStyle>
          <a:p>
            <a:endParaRPr/>
          </a:p>
        </p:txBody>
      </p:sp>
      <p:sp>
        <p:nvSpPr>
          <p:cNvPr id="537" name="Google Shape;537;p71"/>
          <p:cNvSpPr txBox="1">
            <a:spLocks noGrp="1"/>
          </p:cNvSpPr>
          <p:nvPr>
            <p:ph type="body" idx="1"/>
          </p:nvPr>
        </p:nvSpPr>
        <p:spPr>
          <a:xfrm>
            <a:off x="332177" y="4173300"/>
            <a:ext cx="5831813" cy="108881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1pPr>
            <a:lvl2pPr marL="914400" marR="0" lvl="1"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2pPr>
            <a:lvl3pPr marL="1371600" marR="0" lvl="2"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3pPr>
            <a:lvl4pPr marL="1828800" marR="0" lvl="3"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4pPr>
            <a:lvl5pPr marL="2286000" marR="0" lvl="4"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5pPr>
            <a:lvl6pPr marL="2743200" marR="0" lvl="5"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6pPr>
            <a:lvl7pPr marL="3200400" marR="0" lvl="6"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7pPr>
            <a:lvl8pPr marL="3657600" marR="0" lvl="7"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8pPr>
            <a:lvl9pPr marL="4114800" marR="0" lvl="8" indent="-228600" algn="l">
              <a:lnSpc>
                <a:spcPct val="100000"/>
              </a:lnSpc>
              <a:spcBef>
                <a:spcPts val="0"/>
              </a:spcBef>
              <a:spcAft>
                <a:spcPts val="0"/>
              </a:spcAft>
              <a:buSzPts val="800"/>
              <a:buFont typeface="Arial"/>
              <a:buNone/>
              <a:defRPr sz="700" b="0" i="0" u="none" strike="noStrike" cap="none">
                <a:latin typeface="Arial"/>
                <a:ea typeface="Arial"/>
                <a:cs typeface="Arial"/>
                <a:sym typeface="Arial"/>
              </a:defRPr>
            </a:lvl9pPr>
          </a:lstStyle>
          <a:p>
            <a:endParaRPr/>
          </a:p>
        </p:txBody>
      </p:sp>
      <p:sp>
        <p:nvSpPr>
          <p:cNvPr id="538" name="Google Shape;538;p71"/>
          <p:cNvSpPr txBox="1"/>
          <p:nvPr/>
        </p:nvSpPr>
        <p:spPr>
          <a:xfrm>
            <a:off x="332185" y="3300411"/>
            <a:ext cx="4105313" cy="255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100"/>
              <a:buFont typeface="Arial"/>
              <a:buNone/>
            </a:pPr>
            <a:r>
              <a:rPr lang="en" sz="900" b="0" i="0" u="none" strike="noStrike" cap="none">
                <a:solidFill>
                  <a:schemeClr val="dk1"/>
                </a:solidFill>
                <a:latin typeface="Arial"/>
                <a:ea typeface="Arial"/>
                <a:cs typeface="Arial"/>
                <a:sym typeface="Arial"/>
              </a:rPr>
              <a:t>pwc.com</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539"/>
        <p:cNvGrpSpPr/>
        <p:nvPr/>
      </p:nvGrpSpPr>
      <p:grpSpPr>
        <a:xfrm>
          <a:off x="0" y="0"/>
          <a:ext cx="0" cy="0"/>
          <a:chOff x="0" y="0"/>
          <a:chExt cx="0" cy="0"/>
        </a:xfrm>
      </p:grpSpPr>
      <p:sp>
        <p:nvSpPr>
          <p:cNvPr id="540" name="Google Shape;540;p72"/>
          <p:cNvSpPr txBox="1">
            <a:spLocks noGrp="1"/>
          </p:cNvSpPr>
          <p:nvPr>
            <p:ph type="body" idx="1"/>
          </p:nvPr>
        </p:nvSpPr>
        <p:spPr>
          <a:xfrm>
            <a:off x="448888" y="947671"/>
            <a:ext cx="8229563" cy="3681750"/>
          </a:xfrm>
          <a:prstGeom prst="rect">
            <a:avLst/>
          </a:prstGeom>
          <a:noFill/>
          <a:ln>
            <a:noFill/>
          </a:ln>
        </p:spPr>
        <p:txBody>
          <a:bodyPr spcFirstLastPara="1" wrap="square" lIns="0" tIns="0" rIns="0" bIns="0" anchor="t" anchorCtr="0">
            <a:noAutofit/>
          </a:bodyPr>
          <a:lstStyle>
            <a:lvl1pPr marL="457200" marR="0" lvl="0" indent="-292100" algn="l">
              <a:lnSpc>
                <a:spcPct val="100000"/>
              </a:lnSpc>
              <a:spcBef>
                <a:spcPts val="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1pPr>
            <a:lvl2pPr marL="914400" marR="0" lvl="1"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2pPr>
            <a:lvl3pPr marL="1371600" marR="0" lvl="2"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3pPr>
            <a:lvl4pPr marL="1828800" marR="0" lvl="3"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4pPr>
            <a:lvl5pPr marL="2286000" marR="0" lvl="4"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5pPr>
            <a:lvl6pPr marL="2743200" marR="0" lvl="5"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6pPr>
            <a:lvl7pPr marL="3200400" marR="0" lvl="6"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7pPr>
            <a:lvl8pPr marL="3657600" marR="0" lvl="7" indent="-292100" algn="l">
              <a:lnSpc>
                <a:spcPct val="100000"/>
              </a:lnSpc>
              <a:spcBef>
                <a:spcPts val="600"/>
              </a:spcBef>
              <a:spcAft>
                <a:spcPts val="0"/>
              </a:spcAft>
              <a:buClr>
                <a:schemeClr val="dk1"/>
              </a:buClr>
              <a:buSzPts val="1000"/>
              <a:buFont typeface="Arial"/>
              <a:buChar char="–"/>
              <a:defRPr sz="800" b="0" i="0" u="none" strike="noStrike" cap="none">
                <a:solidFill>
                  <a:schemeClr val="dk1"/>
                </a:solidFill>
                <a:latin typeface="Arial"/>
                <a:ea typeface="Arial"/>
                <a:cs typeface="Arial"/>
                <a:sym typeface="Arial"/>
              </a:defRPr>
            </a:lvl8pPr>
            <a:lvl9pPr marL="4114800" marR="0" lvl="8" indent="-292100" algn="l">
              <a:lnSpc>
                <a:spcPct val="100000"/>
              </a:lnSpc>
              <a:spcBef>
                <a:spcPts val="600"/>
              </a:spcBef>
              <a:spcAft>
                <a:spcPts val="600"/>
              </a:spcAft>
              <a:buClr>
                <a:schemeClr val="dk1"/>
              </a:buClr>
              <a:buSzPts val="1000"/>
              <a:buFont typeface="Arial"/>
              <a:buChar char="•"/>
              <a:defRPr sz="800" b="0" i="0" u="none" strike="noStrike" cap="none">
                <a:solidFill>
                  <a:schemeClr val="dk1"/>
                </a:solidFill>
                <a:latin typeface="Arial"/>
                <a:ea typeface="Arial"/>
                <a:cs typeface="Arial"/>
                <a:sym typeface="Arial"/>
              </a:defRPr>
            </a:lvl9pPr>
          </a:lstStyle>
          <a:p>
            <a:endParaRPr/>
          </a:p>
        </p:txBody>
      </p:sp>
      <p:sp>
        <p:nvSpPr>
          <p:cNvPr id="541" name="Google Shape;541;p72"/>
          <p:cNvSpPr txBox="1">
            <a:spLocks noGrp="1"/>
          </p:cNvSpPr>
          <p:nvPr>
            <p:ph type="title"/>
          </p:nvPr>
        </p:nvSpPr>
        <p:spPr>
          <a:xfrm>
            <a:off x="448888" y="308610"/>
            <a:ext cx="8229563" cy="556875"/>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dk1"/>
              </a:buClr>
              <a:buSzPts val="2800"/>
              <a:buFont typeface="Georgia"/>
              <a:buNone/>
              <a:defRPr sz="2300" b="0" i="0" u="none" strike="noStrike" cap="none">
                <a:solidFill>
                  <a:schemeClr val="dk1"/>
                </a:solidFill>
                <a:latin typeface="Georgia"/>
                <a:ea typeface="Georgia"/>
                <a:cs typeface="Georgia"/>
                <a:sym typeface="Georgia"/>
              </a:defRPr>
            </a:lvl1pPr>
            <a:lvl2pPr lvl="1" algn="l">
              <a:lnSpc>
                <a:spcPct val="100000"/>
              </a:lnSpc>
              <a:spcBef>
                <a:spcPts val="0"/>
              </a:spcBef>
              <a:spcAft>
                <a:spcPts val="0"/>
              </a:spcAft>
              <a:buSzPts val="3200"/>
              <a:buNone/>
              <a:defRPr sz="2600"/>
            </a:lvl2pPr>
            <a:lvl3pPr lvl="2" algn="l">
              <a:lnSpc>
                <a:spcPct val="100000"/>
              </a:lnSpc>
              <a:spcBef>
                <a:spcPts val="0"/>
              </a:spcBef>
              <a:spcAft>
                <a:spcPts val="0"/>
              </a:spcAft>
              <a:buSzPts val="3200"/>
              <a:buNone/>
              <a:defRPr sz="2600"/>
            </a:lvl3pPr>
            <a:lvl4pPr lvl="3" algn="l">
              <a:lnSpc>
                <a:spcPct val="100000"/>
              </a:lnSpc>
              <a:spcBef>
                <a:spcPts val="0"/>
              </a:spcBef>
              <a:spcAft>
                <a:spcPts val="0"/>
              </a:spcAft>
              <a:buSzPts val="3200"/>
              <a:buNone/>
              <a:defRPr sz="2600"/>
            </a:lvl4pPr>
            <a:lvl5pPr lvl="4" algn="l">
              <a:lnSpc>
                <a:spcPct val="100000"/>
              </a:lnSpc>
              <a:spcBef>
                <a:spcPts val="0"/>
              </a:spcBef>
              <a:spcAft>
                <a:spcPts val="0"/>
              </a:spcAft>
              <a:buSzPts val="3200"/>
              <a:buNone/>
              <a:defRPr sz="2600"/>
            </a:lvl5pPr>
            <a:lvl6pPr lvl="5" algn="l">
              <a:lnSpc>
                <a:spcPct val="100000"/>
              </a:lnSpc>
              <a:spcBef>
                <a:spcPts val="0"/>
              </a:spcBef>
              <a:spcAft>
                <a:spcPts val="0"/>
              </a:spcAft>
              <a:buSzPts val="3200"/>
              <a:buNone/>
              <a:defRPr sz="2600"/>
            </a:lvl6pPr>
            <a:lvl7pPr lvl="6" algn="l">
              <a:lnSpc>
                <a:spcPct val="100000"/>
              </a:lnSpc>
              <a:spcBef>
                <a:spcPts val="0"/>
              </a:spcBef>
              <a:spcAft>
                <a:spcPts val="0"/>
              </a:spcAft>
              <a:buSzPts val="3200"/>
              <a:buNone/>
              <a:defRPr sz="2600"/>
            </a:lvl7pPr>
            <a:lvl8pPr lvl="7" algn="l">
              <a:lnSpc>
                <a:spcPct val="100000"/>
              </a:lnSpc>
              <a:spcBef>
                <a:spcPts val="0"/>
              </a:spcBef>
              <a:spcAft>
                <a:spcPts val="0"/>
              </a:spcAft>
              <a:buSzPts val="3200"/>
              <a:buNone/>
              <a:defRPr sz="2600"/>
            </a:lvl8pPr>
            <a:lvl9pPr lvl="8" algn="l">
              <a:lnSpc>
                <a:spcPct val="100000"/>
              </a:lnSpc>
              <a:spcBef>
                <a:spcPts val="0"/>
              </a:spcBef>
              <a:spcAft>
                <a:spcPts val="0"/>
              </a:spcAft>
              <a:buSzPts val="3200"/>
              <a:buNone/>
              <a:defRPr sz="2600"/>
            </a:lvl9pPr>
          </a:lstStyle>
          <a:p>
            <a:endParaRPr/>
          </a:p>
        </p:txBody>
      </p:sp>
      <p:sp>
        <p:nvSpPr>
          <p:cNvPr id="542" name="Google Shape;542;p72"/>
          <p:cNvSpPr txBox="1">
            <a:spLocks noGrp="1"/>
          </p:cNvSpPr>
          <p:nvPr>
            <p:ph type="sldNum" idx="12"/>
          </p:nvPr>
        </p:nvSpPr>
        <p:spPr>
          <a:xfrm>
            <a:off x="8143270" y="4926725"/>
            <a:ext cx="855750" cy="10275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8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Diapositive de titr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2287" y="1287"/>
            <a:ext cx="9141713" cy="5142214"/>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01429" y="1472621"/>
            <a:ext cx="4248416" cy="1371600"/>
          </a:xfrm>
        </p:spPr>
        <p:txBody>
          <a:bodyPr anchor="t" anchorCtr="0"/>
          <a:lstStyle>
            <a:lvl1pPr algn="l">
              <a:lnSpc>
                <a:spcPct val="80000"/>
              </a:lnSpc>
              <a:spcBef>
                <a:spcPts val="1050"/>
              </a:spcBef>
              <a:defRPr sz="3600" b="0"/>
            </a:lvl1pPr>
          </a:lstStyle>
          <a:p>
            <a:r>
              <a:rPr lang="fr-FR"/>
              <a:t>Modifiez le style du titre</a:t>
            </a:r>
            <a:endParaRPr lang="en-US"/>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01428" y="4540865"/>
            <a:ext cx="3513335" cy="339921"/>
          </a:xfrm>
        </p:spPr>
        <p:txBody>
          <a:bodyPr/>
          <a:lstStyle>
            <a:lvl1pPr marL="0" indent="0" algn="l">
              <a:lnSpc>
                <a:spcPct val="100000"/>
              </a:lnSpc>
              <a:spcBef>
                <a:spcPts val="75"/>
              </a:spcBef>
              <a:spcAft>
                <a:spcPts val="0"/>
              </a:spcAft>
              <a:buNone/>
              <a:defRPr sz="1050" b="0"/>
            </a:lvl1pPr>
            <a:lvl2pPr marL="0" indent="0" algn="l">
              <a:lnSpc>
                <a:spcPct val="100000"/>
              </a:lnSpc>
              <a:spcBef>
                <a:spcPts val="75"/>
              </a:spcBef>
              <a:buNone/>
              <a:defRPr sz="1050" b="1">
                <a:latin typeface="+mn-lt"/>
              </a:defRPr>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2544" y="287536"/>
            <a:ext cx="798005" cy="388427"/>
          </a:xfrm>
          <a:prstGeom prst="rect">
            <a:avLst/>
          </a:prstGeom>
        </p:spPr>
      </p:pic>
    </p:spTree>
    <p:extLst>
      <p:ext uri="{BB962C8B-B14F-4D97-AF65-F5344CB8AC3E}">
        <p14:creationId xmlns:p14="http://schemas.microsoft.com/office/powerpoint/2010/main" val="2589418058"/>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554"/>
        <p:cNvGrpSpPr/>
        <p:nvPr/>
      </p:nvGrpSpPr>
      <p:grpSpPr>
        <a:xfrm>
          <a:off x="0" y="0"/>
          <a:ext cx="0" cy="0"/>
          <a:chOff x="0" y="0"/>
          <a:chExt cx="0" cy="0"/>
        </a:xfrm>
      </p:grpSpPr>
      <p:grpSp>
        <p:nvGrpSpPr>
          <p:cNvPr id="555" name="Google Shape;555;p75"/>
          <p:cNvGrpSpPr/>
          <p:nvPr/>
        </p:nvGrpSpPr>
        <p:grpSpPr>
          <a:xfrm>
            <a:off x="1" y="894"/>
            <a:ext cx="9143999" cy="3401112"/>
            <a:chOff x="0" y="-1850"/>
            <a:chExt cx="10058399" cy="5139458"/>
          </a:xfrm>
        </p:grpSpPr>
        <p:sp>
          <p:nvSpPr>
            <p:cNvPr id="556" name="Google Shape;556;p75"/>
            <p:cNvSpPr/>
            <p:nvPr/>
          </p:nvSpPr>
          <p:spPr>
            <a:xfrm>
              <a:off x="0" y="-1850"/>
              <a:ext cx="6738778" cy="3854593"/>
            </a:xfrm>
            <a:prstGeom prst="rect">
              <a:avLst/>
            </a:prstGeom>
            <a:solidFill>
              <a:srgbClr val="46464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7" name="Google Shape;557;p75"/>
            <p:cNvSpPr/>
            <p:nvPr/>
          </p:nvSpPr>
          <p:spPr>
            <a:xfrm>
              <a:off x="0" y="3852743"/>
              <a:ext cx="6738778" cy="1284865"/>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sp>
          <p:nvSpPr>
            <p:cNvPr id="558" name="Google Shape;558;p75"/>
            <p:cNvSpPr/>
            <p:nvPr/>
          </p:nvSpPr>
          <p:spPr>
            <a:xfrm>
              <a:off x="6738779" y="-1850"/>
              <a:ext cx="3319620" cy="3854593"/>
            </a:xfrm>
            <a:prstGeom prst="rect">
              <a:avLst/>
            </a:prstGeom>
            <a:solidFill>
              <a:srgbClr val="EB8C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grpSp>
      <p:pic>
        <p:nvPicPr>
          <p:cNvPr id="559" name="Google Shape;559;p75"/>
          <p:cNvPicPr preferRelativeResize="0"/>
          <p:nvPr/>
        </p:nvPicPr>
        <p:blipFill rotWithShape="1">
          <a:blip r:embed="rId2">
            <a:alphaModFix/>
          </a:blip>
          <a:srcRect/>
          <a:stretch/>
        </p:blipFill>
        <p:spPr>
          <a:xfrm>
            <a:off x="258897" y="4058099"/>
            <a:ext cx="1636775" cy="983583"/>
          </a:xfrm>
          <a:prstGeom prst="rect">
            <a:avLst/>
          </a:prstGeom>
          <a:noFill/>
          <a:ln>
            <a:noFill/>
          </a:ln>
        </p:spPr>
      </p:pic>
      <p:sp>
        <p:nvSpPr>
          <p:cNvPr id="560" name="Google Shape;560;p75"/>
          <p:cNvSpPr txBox="1">
            <a:spLocks noGrp="1"/>
          </p:cNvSpPr>
          <p:nvPr>
            <p:ph type="ctrTitle"/>
          </p:nvPr>
        </p:nvSpPr>
        <p:spPr>
          <a:xfrm>
            <a:off x="452126" y="1592669"/>
            <a:ext cx="5522076"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1" name="Google Shape;561;p75"/>
          <p:cNvSpPr txBox="1">
            <a:spLocks noGrp="1"/>
          </p:cNvSpPr>
          <p:nvPr>
            <p:ph type="subTitle" idx="1"/>
          </p:nvPr>
        </p:nvSpPr>
        <p:spPr>
          <a:xfrm>
            <a:off x="452126" y="2606680"/>
            <a:ext cx="5522076"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562" name="Google Shape;562;p75"/>
          <p:cNvSpPr txBox="1"/>
          <p:nvPr/>
        </p:nvSpPr>
        <p:spPr>
          <a:xfrm>
            <a:off x="452126" y="3253912"/>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563" name="Google Shape;563;p75"/>
          <p:cNvSpPr txBox="1"/>
          <p:nvPr/>
        </p:nvSpPr>
        <p:spPr>
          <a:xfrm>
            <a:off x="452126" y="3114781"/>
            <a:ext cx="2002444" cy="13104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64" name="Google Shape;564;p75"/>
          <p:cNvSpPr txBox="1"/>
          <p:nvPr/>
        </p:nvSpPr>
        <p:spPr>
          <a:xfrm>
            <a:off x="452126" y="277579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over Letter">
  <p:cSld name="Cover Letter">
    <p:spTree>
      <p:nvGrpSpPr>
        <p:cNvPr id="1" name="Shape 565"/>
        <p:cNvGrpSpPr/>
        <p:nvPr/>
      </p:nvGrpSpPr>
      <p:grpSpPr>
        <a:xfrm>
          <a:off x="0" y="0"/>
          <a:ext cx="0" cy="0"/>
          <a:chOff x="0" y="0"/>
          <a:chExt cx="0" cy="0"/>
        </a:xfrm>
      </p:grpSpPr>
      <p:sp>
        <p:nvSpPr>
          <p:cNvPr id="566" name="Google Shape;566;p76"/>
          <p:cNvSpPr/>
          <p:nvPr/>
        </p:nvSpPr>
        <p:spPr>
          <a:xfrm>
            <a:off x="0" y="0"/>
            <a:ext cx="2360815" cy="51435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67" name="Google Shape;567;p76"/>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68" name="Google Shape;568;p76"/>
          <p:cNvSpPr txBox="1">
            <a:spLocks noGrp="1"/>
          </p:cNvSpPr>
          <p:nvPr>
            <p:ph type="body" idx="1"/>
          </p:nvPr>
        </p:nvSpPr>
        <p:spPr>
          <a:xfrm>
            <a:off x="407419" y="1361515"/>
            <a:ext cx="180738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69" name="Google Shape;569;p76"/>
          <p:cNvSpPr txBox="1">
            <a:spLocks noGrp="1"/>
          </p:cNvSpPr>
          <p:nvPr>
            <p:ph type="body" idx="2"/>
          </p:nvPr>
        </p:nvSpPr>
        <p:spPr>
          <a:xfrm>
            <a:off x="407419" y="4017453"/>
            <a:ext cx="1807385" cy="11202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cxnSp>
        <p:nvCxnSpPr>
          <p:cNvPr id="570" name="Google Shape;570;p76"/>
          <p:cNvCxnSpPr/>
          <p:nvPr/>
        </p:nvCxnSpPr>
        <p:spPr>
          <a:xfrm>
            <a:off x="2689261" y="1311089"/>
            <a:ext cx="5976851" cy="0"/>
          </a:xfrm>
          <a:prstGeom prst="straightConnector1">
            <a:avLst/>
          </a:prstGeom>
          <a:noFill/>
          <a:ln w="12700" cap="rnd" cmpd="sng">
            <a:solidFill>
              <a:schemeClr val="accent1"/>
            </a:solidFill>
            <a:prstDash val="dot"/>
            <a:round/>
            <a:headEnd type="none" w="sm" len="sm"/>
            <a:tailEnd type="none" w="sm" len="sm"/>
          </a:ln>
        </p:spPr>
      </p:cxnSp>
      <p:sp>
        <p:nvSpPr>
          <p:cNvPr id="571" name="Google Shape;571;p76"/>
          <p:cNvSpPr txBox="1">
            <a:spLocks noGrp="1"/>
          </p:cNvSpPr>
          <p:nvPr>
            <p:ph type="body" idx="3"/>
          </p:nvPr>
        </p:nvSpPr>
        <p:spPr>
          <a:xfrm>
            <a:off x="2689262" y="705971"/>
            <a:ext cx="2410201"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2" name="Google Shape;572;p76"/>
          <p:cNvSpPr txBox="1">
            <a:spLocks noGrp="1"/>
          </p:cNvSpPr>
          <p:nvPr>
            <p:ph type="body" idx="4"/>
          </p:nvPr>
        </p:nvSpPr>
        <p:spPr>
          <a:xfrm>
            <a:off x="2689262" y="1361515"/>
            <a:ext cx="5972599" cy="271401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73" name="Google Shape;573;p7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74" name="Google Shape;574;p7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75" name="Google Shape;575;p76"/>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76" name="Google Shape;576;p76"/>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77" name="Google Shape;577;p76"/>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78" name="Google Shape;578;p7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ver Letter US">
  <p:cSld name="Cover Letter US">
    <p:spTree>
      <p:nvGrpSpPr>
        <p:cNvPr id="1" name="Shape 579"/>
        <p:cNvGrpSpPr/>
        <p:nvPr/>
      </p:nvGrpSpPr>
      <p:grpSpPr>
        <a:xfrm>
          <a:off x="0" y="0"/>
          <a:ext cx="0" cy="0"/>
          <a:chOff x="0" y="0"/>
          <a:chExt cx="0" cy="0"/>
        </a:xfrm>
      </p:grpSpPr>
      <p:sp>
        <p:nvSpPr>
          <p:cNvPr id="580" name="Google Shape;580;p77"/>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sp>
        <p:nvSpPr>
          <p:cNvPr id="581" name="Google Shape;581;p77"/>
          <p:cNvSpPr txBox="1">
            <a:spLocks noGrp="1"/>
          </p:cNvSpPr>
          <p:nvPr>
            <p:ph type="body" idx="1"/>
          </p:nvPr>
        </p:nvSpPr>
        <p:spPr>
          <a:xfrm>
            <a:off x="2631979"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2" name="Google Shape;582;p77"/>
          <p:cNvSpPr txBox="1">
            <a:spLocks noGrp="1"/>
          </p:cNvSpPr>
          <p:nvPr>
            <p:ph type="body" idx="2"/>
          </p:nvPr>
        </p:nvSpPr>
        <p:spPr>
          <a:xfrm>
            <a:off x="5733281" y="961818"/>
            <a:ext cx="2928581" cy="345851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3" name="Google Shape;583;p77"/>
          <p:cNvSpPr/>
          <p:nvPr/>
        </p:nvSpPr>
        <p:spPr>
          <a:xfrm>
            <a:off x="1" y="0"/>
            <a:ext cx="2362565" cy="5143500"/>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lt1"/>
              </a:solidFill>
              <a:latin typeface="Arial"/>
              <a:ea typeface="Arial"/>
              <a:cs typeface="Arial"/>
              <a:sym typeface="Arial"/>
            </a:endParaRPr>
          </a:p>
        </p:txBody>
      </p:sp>
      <p:pic>
        <p:nvPicPr>
          <p:cNvPr id="584" name="Google Shape;584;p77"/>
          <p:cNvPicPr preferRelativeResize="0"/>
          <p:nvPr/>
        </p:nvPicPr>
        <p:blipFill rotWithShape="1">
          <a:blip r:embed="rId2">
            <a:alphaModFix/>
          </a:blip>
          <a:srcRect l="32575" t="30898" r="32576" b="30525"/>
          <a:stretch/>
        </p:blipFill>
        <p:spPr>
          <a:xfrm>
            <a:off x="407418" y="705970"/>
            <a:ext cx="881272" cy="502055"/>
          </a:xfrm>
          <a:prstGeom prst="rect">
            <a:avLst/>
          </a:prstGeom>
          <a:noFill/>
          <a:ln>
            <a:noFill/>
          </a:ln>
        </p:spPr>
      </p:pic>
      <p:sp>
        <p:nvSpPr>
          <p:cNvPr id="585" name="Google Shape;585;p77"/>
          <p:cNvSpPr txBox="1">
            <a:spLocks noGrp="1"/>
          </p:cNvSpPr>
          <p:nvPr>
            <p:ph type="body" idx="3"/>
          </p:nvPr>
        </p:nvSpPr>
        <p:spPr>
          <a:xfrm>
            <a:off x="407419" y="1361515"/>
            <a:ext cx="1782425" cy="11202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6" name="Google Shape;586;p77"/>
          <p:cNvSpPr txBox="1">
            <a:spLocks noGrp="1"/>
          </p:cNvSpPr>
          <p:nvPr>
            <p:ph type="body" idx="4"/>
          </p:nvPr>
        </p:nvSpPr>
        <p:spPr>
          <a:xfrm>
            <a:off x="407419" y="3922635"/>
            <a:ext cx="1782425" cy="112021"/>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87" name="Google Shape;587;p77"/>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588" name="Google Shape;588;p77"/>
          <p:cNvSpPr txBox="1"/>
          <p:nvPr/>
        </p:nvSpPr>
        <p:spPr>
          <a:xfrm>
            <a:off x="698873" y="4851506"/>
            <a:ext cx="2085891"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589" name="Google Shape;589;p77"/>
          <p:cNvSpPr txBox="1"/>
          <p:nvPr/>
        </p:nvSpPr>
        <p:spPr>
          <a:xfrm>
            <a:off x="40741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lt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590" name="Google Shape;590;p77"/>
          <p:cNvCxnSpPr/>
          <p:nvPr/>
        </p:nvCxnSpPr>
        <p:spPr>
          <a:xfrm>
            <a:off x="652260" y="4858952"/>
            <a:ext cx="0" cy="66563"/>
          </a:xfrm>
          <a:prstGeom prst="straightConnector1">
            <a:avLst/>
          </a:prstGeom>
          <a:noFill/>
          <a:ln w="9525" cap="flat" cmpd="sng">
            <a:solidFill>
              <a:schemeClr val="lt1"/>
            </a:solidFill>
            <a:prstDash val="solid"/>
            <a:round/>
            <a:headEnd type="none" w="sm" len="sm"/>
            <a:tailEnd type="none" w="sm" len="sm"/>
          </a:ln>
        </p:spPr>
      </p:cxnSp>
      <p:sp>
        <p:nvSpPr>
          <p:cNvPr id="591" name="Google Shape;591;p77"/>
          <p:cNvSpPr txBox="1"/>
          <p:nvPr/>
        </p:nvSpPr>
        <p:spPr>
          <a:xfrm>
            <a:off x="2533985"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2" name="Google Shape;592;p77"/>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ER: One">
  <p:cSld name="ER: One">
    <p:spTree>
      <p:nvGrpSpPr>
        <p:cNvPr id="1" name="Shape 593"/>
        <p:cNvGrpSpPr/>
        <p:nvPr/>
      </p:nvGrpSpPr>
      <p:grpSpPr>
        <a:xfrm>
          <a:off x="0" y="0"/>
          <a:ext cx="0" cy="0"/>
          <a:chOff x="0" y="0"/>
          <a:chExt cx="0" cy="0"/>
        </a:xfrm>
      </p:grpSpPr>
      <p:sp>
        <p:nvSpPr>
          <p:cNvPr id="594" name="Google Shape;594;p7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5" name="Google Shape;595;p78"/>
          <p:cNvSpPr txBox="1">
            <a:spLocks noGrp="1"/>
          </p:cNvSpPr>
          <p:nvPr>
            <p:ph type="body" idx="1"/>
          </p:nvPr>
        </p:nvSpPr>
        <p:spPr>
          <a:xfrm>
            <a:off x="482138" y="1912171"/>
            <a:ext cx="8179723"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6" name="Google Shape;596;p78"/>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597" name="Google Shape;597;p78"/>
          <p:cNvSpPr txBox="1">
            <a:spLocks noGrp="1"/>
          </p:cNvSpPr>
          <p:nvPr>
            <p:ph type="body" idx="2"/>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8" name="Google Shape;598;p78"/>
          <p:cNvSpPr txBox="1">
            <a:spLocks noGrp="1"/>
          </p:cNvSpPr>
          <p:nvPr>
            <p:ph type="body" idx="3"/>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599" name="Google Shape;599;p78"/>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0" name="Google Shape;600;p78"/>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1" name="Google Shape;601;p78"/>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2" name="Google Shape;602;p78"/>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03" name="Google Shape;603;p78"/>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04" name="Google Shape;604;p78"/>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ER: Two">
  <p:cSld name="ER: Two">
    <p:spTree>
      <p:nvGrpSpPr>
        <p:cNvPr id="1" name="Shape 605"/>
        <p:cNvGrpSpPr/>
        <p:nvPr/>
      </p:nvGrpSpPr>
      <p:grpSpPr>
        <a:xfrm>
          <a:off x="0" y="0"/>
          <a:ext cx="0" cy="0"/>
          <a:chOff x="0" y="0"/>
          <a:chExt cx="0" cy="0"/>
        </a:xfrm>
      </p:grpSpPr>
      <p:sp>
        <p:nvSpPr>
          <p:cNvPr id="606" name="Google Shape;606;p79"/>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7" name="Google Shape;607;p79"/>
          <p:cNvSpPr txBox="1">
            <a:spLocks noGrp="1"/>
          </p:cNvSpPr>
          <p:nvPr>
            <p:ph type="body" idx="1"/>
          </p:nvPr>
        </p:nvSpPr>
        <p:spPr>
          <a:xfrm>
            <a:off x="482138"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8" name="Google Shape;608;p79"/>
          <p:cNvSpPr txBox="1">
            <a:spLocks noGrp="1"/>
          </p:cNvSpPr>
          <p:nvPr>
            <p:ph type="body" idx="2"/>
          </p:nvPr>
        </p:nvSpPr>
        <p:spPr>
          <a:xfrm>
            <a:off x="4638502" y="1912171"/>
            <a:ext cx="4023360" cy="26806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a:latin typeface="Arial"/>
                <a:ea typeface="Arial"/>
                <a:cs typeface="Arial"/>
                <a:sym typeface="Arial"/>
              </a:defRPr>
            </a:lvl1pPr>
            <a:lvl2pPr marL="914400" lvl="1" indent="-266700" algn="l">
              <a:lnSpc>
                <a:spcPct val="100000"/>
              </a:lnSpc>
              <a:spcBef>
                <a:spcPts val="400"/>
              </a:spcBef>
              <a:spcAft>
                <a:spcPts val="0"/>
              </a:spcAft>
              <a:buSzPts val="600"/>
              <a:buChar char="•"/>
              <a:defRPr sz="600">
                <a:latin typeface="Arial"/>
                <a:ea typeface="Arial"/>
                <a:cs typeface="Arial"/>
                <a:sym typeface="Arial"/>
              </a:defRPr>
            </a:lvl2pPr>
            <a:lvl3pPr marL="1371600" lvl="2" indent="-266700" algn="l">
              <a:lnSpc>
                <a:spcPct val="100000"/>
              </a:lnSpc>
              <a:spcBef>
                <a:spcPts val="400"/>
              </a:spcBef>
              <a:spcAft>
                <a:spcPts val="0"/>
              </a:spcAft>
              <a:buSzPts val="600"/>
              <a:buChar char="-"/>
              <a:defRPr sz="600">
                <a:latin typeface="Arial"/>
                <a:ea typeface="Arial"/>
                <a:cs typeface="Arial"/>
                <a:sym typeface="Arial"/>
              </a:defRPr>
            </a:lvl3pPr>
            <a:lvl4pPr marL="1828800" lvl="3" indent="-266700" algn="l">
              <a:lnSpc>
                <a:spcPct val="100000"/>
              </a:lnSpc>
              <a:spcBef>
                <a:spcPts val="400"/>
              </a:spcBef>
              <a:spcAft>
                <a:spcPts val="0"/>
              </a:spcAft>
              <a:buSzPts val="600"/>
              <a:buChar char="◦"/>
              <a:defRPr sz="600">
                <a:latin typeface="Arial"/>
                <a:ea typeface="Arial"/>
                <a:cs typeface="Arial"/>
                <a:sym typeface="Arial"/>
              </a:defRPr>
            </a:lvl4pPr>
            <a:lvl5pPr marL="2286000" lvl="4" indent="-266700" algn="l">
              <a:lnSpc>
                <a:spcPct val="100000"/>
              </a:lnSpc>
              <a:spcBef>
                <a:spcPts val="400"/>
              </a:spcBef>
              <a:spcAft>
                <a:spcPts val="0"/>
              </a:spcAft>
              <a:buSzPts val="600"/>
              <a:buChar char="›"/>
              <a:defRPr sz="600">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09" name="Google Shape;609;p79"/>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10" name="Google Shape;610;p79"/>
          <p:cNvSpPr txBox="1">
            <a:spLocks noGrp="1"/>
          </p:cNvSpPr>
          <p:nvPr>
            <p:ph type="body" idx="3"/>
          </p:nvPr>
        </p:nvSpPr>
        <p:spPr>
          <a:xfrm>
            <a:off x="482138"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1" name="Google Shape;611;p79"/>
          <p:cNvSpPr txBox="1">
            <a:spLocks noGrp="1"/>
          </p:cNvSpPr>
          <p:nvPr>
            <p:ph type="body" idx="4"/>
          </p:nvPr>
        </p:nvSpPr>
        <p:spPr>
          <a:xfrm>
            <a:off x="4638502" y="1324199"/>
            <a:ext cx="4023360" cy="49014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600"/>
              <a:buNone/>
              <a:defRPr sz="600" i="1">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12" name="Google Shape;612;p7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3" name="Google Shape;613;p7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4" name="Google Shape;614;p7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5" name="Google Shape;615;p7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16" name="Google Shape;616;p7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17" name="Google Shape;617;p7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Content: One">
  <p:cSld name="Content: One">
    <p:spTree>
      <p:nvGrpSpPr>
        <p:cNvPr id="1" name="Shape 618"/>
        <p:cNvGrpSpPr/>
        <p:nvPr/>
      </p:nvGrpSpPr>
      <p:grpSpPr>
        <a:xfrm>
          <a:off x="0" y="0"/>
          <a:ext cx="0" cy="0"/>
          <a:chOff x="0" y="0"/>
          <a:chExt cx="0" cy="0"/>
        </a:xfrm>
      </p:grpSpPr>
      <p:sp>
        <p:nvSpPr>
          <p:cNvPr id="619" name="Google Shape;619;p80"/>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0" name="Google Shape;620;p80"/>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marR="0" lvl="5" indent="-273050" algn="l">
              <a:lnSpc>
                <a:spcPct val="100000"/>
              </a:lnSpc>
              <a:spcBef>
                <a:spcPts val="400"/>
              </a:spcBef>
              <a:spcAft>
                <a:spcPts val="0"/>
              </a:spcAft>
              <a:buClr>
                <a:schemeClr val="dk1"/>
              </a:buClr>
              <a:buSzPts val="700"/>
              <a:buFont typeface="Georgia"/>
              <a:buAutoNum type="arabicPeriod"/>
              <a:defRPr/>
            </a:lvl6pPr>
            <a:lvl7pPr marL="3200400" marR="0" lvl="6" indent="-273050" algn="l">
              <a:lnSpc>
                <a:spcPct val="100000"/>
              </a:lnSpc>
              <a:spcBef>
                <a:spcPts val="400"/>
              </a:spcBef>
              <a:spcAft>
                <a:spcPts val="0"/>
              </a:spcAft>
              <a:buClr>
                <a:schemeClr val="dk1"/>
              </a:buClr>
              <a:buSzPts val="700"/>
              <a:buFont typeface="Georgia"/>
              <a:buAutoNum type="alphaLcPeriod"/>
              <a:defRPr/>
            </a:lvl7pPr>
            <a:lvl8pPr marL="3657600" marR="0" lvl="7" indent="-273050" algn="l">
              <a:lnSpc>
                <a:spcPct val="100000"/>
              </a:lnSpc>
              <a:spcBef>
                <a:spcPts val="400"/>
              </a:spcBef>
              <a:spcAft>
                <a:spcPts val="0"/>
              </a:spcAft>
              <a:buClr>
                <a:schemeClr val="dk1"/>
              </a:buClr>
              <a:buSzPts val="700"/>
              <a:buFont typeface="Georgia"/>
              <a:buAutoNum type="romanLcPeriod"/>
              <a:defRPr/>
            </a:lvl8pPr>
            <a:lvl9pPr marL="4114800" marR="0" lvl="8" indent="-228600" algn="l">
              <a:lnSpc>
                <a:spcPct val="100000"/>
              </a:lnSpc>
              <a:spcBef>
                <a:spcPts val="400"/>
              </a:spcBef>
              <a:spcAft>
                <a:spcPts val="400"/>
              </a:spcAft>
              <a:buClr>
                <a:schemeClr val="dk2"/>
              </a:buClr>
              <a:buSzPts val="700"/>
              <a:buFont typeface="Arial"/>
              <a:buNone/>
              <a:defRPr/>
            </a:lvl9pPr>
          </a:lstStyle>
          <a:p>
            <a:endParaRPr/>
          </a:p>
        </p:txBody>
      </p:sp>
      <p:sp>
        <p:nvSpPr>
          <p:cNvPr id="621" name="Google Shape;621;p80"/>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22" name="Google Shape;622;p80"/>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3" name="Google Shape;623;p8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4" name="Google Shape;624;p8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5" name="Google Shape;625;p8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26" name="Google Shape;626;p8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27" name="Google Shape;627;p8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ontent: Two">
  <p:cSld name="Content: Two">
    <p:spTree>
      <p:nvGrpSpPr>
        <p:cNvPr id="1" name="Shape 628"/>
        <p:cNvGrpSpPr/>
        <p:nvPr/>
      </p:nvGrpSpPr>
      <p:grpSpPr>
        <a:xfrm>
          <a:off x="0" y="0"/>
          <a:ext cx="0" cy="0"/>
          <a:chOff x="0" y="0"/>
          <a:chExt cx="0" cy="0"/>
        </a:xfrm>
      </p:grpSpPr>
      <p:sp>
        <p:nvSpPr>
          <p:cNvPr id="629" name="Google Shape;629;p81"/>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0" name="Google Shape;630;p81"/>
          <p:cNvSpPr txBox="1">
            <a:spLocks noGrp="1"/>
          </p:cNvSpPr>
          <p:nvPr>
            <p:ph type="body" idx="1"/>
          </p:nvPr>
        </p:nvSpPr>
        <p:spPr>
          <a:xfrm>
            <a:off x="482138"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1" name="Google Shape;631;p81"/>
          <p:cNvSpPr txBox="1">
            <a:spLocks noGrp="1"/>
          </p:cNvSpPr>
          <p:nvPr>
            <p:ph type="body" idx="2"/>
          </p:nvPr>
        </p:nvSpPr>
        <p:spPr>
          <a:xfrm>
            <a:off x="4638502"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32" name="Google Shape;632;p8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33" name="Google Shape;633;p8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4" name="Google Shape;634;p8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5" name="Google Shape;635;p8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6" name="Google Shape;636;p8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37" name="Google Shape;637;p8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38" name="Google Shape;638;p8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Content: Large left">
  <p:cSld name="Content: Large left">
    <p:spTree>
      <p:nvGrpSpPr>
        <p:cNvPr id="1" name="Shape 639"/>
        <p:cNvGrpSpPr/>
        <p:nvPr/>
      </p:nvGrpSpPr>
      <p:grpSpPr>
        <a:xfrm>
          <a:off x="0" y="0"/>
          <a:ext cx="0" cy="0"/>
          <a:chOff x="0" y="0"/>
          <a:chExt cx="0" cy="0"/>
        </a:xfrm>
      </p:grpSpPr>
      <p:sp>
        <p:nvSpPr>
          <p:cNvPr id="640" name="Google Shape;640;p8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1" name="Google Shape;641;p82"/>
          <p:cNvSpPr txBox="1">
            <a:spLocks noGrp="1"/>
          </p:cNvSpPr>
          <p:nvPr>
            <p:ph type="body" idx="1"/>
          </p:nvPr>
        </p:nvSpPr>
        <p:spPr>
          <a:xfrm>
            <a:off x="482138" y="1361515"/>
            <a:ext cx="5414819"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2" name="Google Shape;642;p82"/>
          <p:cNvSpPr txBox="1">
            <a:spLocks noGrp="1"/>
          </p:cNvSpPr>
          <p:nvPr>
            <p:ph type="body" idx="2"/>
          </p:nvPr>
        </p:nvSpPr>
        <p:spPr>
          <a:xfrm>
            <a:off x="6026728" y="1361515"/>
            <a:ext cx="262959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43" name="Google Shape;643;p8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44" name="Google Shape;644;p8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5" name="Google Shape;645;p8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6" name="Google Shape;646;p8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7" name="Google Shape;647;p8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48" name="Google Shape;648;p8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49" name="Google Shape;649;p8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ontent: Two Left">
  <p:cSld name="Content: Two Left">
    <p:spTree>
      <p:nvGrpSpPr>
        <p:cNvPr id="1" name="Shape 650"/>
        <p:cNvGrpSpPr/>
        <p:nvPr/>
      </p:nvGrpSpPr>
      <p:grpSpPr>
        <a:xfrm>
          <a:off x="0" y="0"/>
          <a:ext cx="0" cy="0"/>
          <a:chOff x="0" y="0"/>
          <a:chExt cx="0" cy="0"/>
        </a:xfrm>
      </p:grpSpPr>
      <p:sp>
        <p:nvSpPr>
          <p:cNvPr id="651" name="Google Shape;651;p8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52" name="Google Shape;652;p83"/>
          <p:cNvSpPr txBox="1">
            <a:spLocks noGrp="1"/>
          </p:cNvSpPr>
          <p:nvPr>
            <p:ph type="body" idx="1"/>
          </p:nvPr>
        </p:nvSpPr>
        <p:spPr>
          <a:xfrm>
            <a:off x="482138" y="1361515"/>
            <a:ext cx="4020590" cy="156322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3" name="Google Shape;653;p83"/>
          <p:cNvSpPr txBox="1">
            <a:spLocks noGrp="1"/>
          </p:cNvSpPr>
          <p:nvPr>
            <p:ph type="body" idx="2"/>
          </p:nvPr>
        </p:nvSpPr>
        <p:spPr>
          <a:xfrm>
            <a:off x="482138" y="3031640"/>
            <a:ext cx="402059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4" name="Google Shape;654;p83"/>
          <p:cNvSpPr txBox="1">
            <a:spLocks noGrp="1"/>
          </p:cNvSpPr>
          <p:nvPr>
            <p:ph type="body" idx="3"/>
          </p:nvPr>
        </p:nvSpPr>
        <p:spPr>
          <a:xfrm>
            <a:off x="4641273" y="1361515"/>
            <a:ext cx="4023360"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55" name="Google Shape;655;p8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56" name="Google Shape;656;p8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7" name="Google Shape;657;p8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8" name="Google Shape;658;p8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59" name="Google Shape;659;p83"/>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0" name="Google Shape;660;p83"/>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61" name="Google Shape;661;p83"/>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ontent: Two top ">
  <p:cSld name="Content: Two top ">
    <p:spTree>
      <p:nvGrpSpPr>
        <p:cNvPr id="1" name="Shape 662"/>
        <p:cNvGrpSpPr/>
        <p:nvPr/>
      </p:nvGrpSpPr>
      <p:grpSpPr>
        <a:xfrm>
          <a:off x="0" y="0"/>
          <a:ext cx="0" cy="0"/>
          <a:chOff x="0" y="0"/>
          <a:chExt cx="0" cy="0"/>
        </a:xfrm>
      </p:grpSpPr>
      <p:sp>
        <p:nvSpPr>
          <p:cNvPr id="663" name="Google Shape;663;p84"/>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4" name="Google Shape;664;p8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65" name="Google Shape;665;p8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66" name="Google Shape;666;p84"/>
          <p:cNvSpPr txBox="1">
            <a:spLocks noGrp="1"/>
          </p:cNvSpPr>
          <p:nvPr>
            <p:ph type="body" idx="1"/>
          </p:nvPr>
        </p:nvSpPr>
        <p:spPr>
          <a:xfrm>
            <a:off x="482138"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7" name="Google Shape;667;p84"/>
          <p:cNvSpPr txBox="1">
            <a:spLocks noGrp="1"/>
          </p:cNvSpPr>
          <p:nvPr>
            <p:ph type="body" idx="2"/>
          </p:nvPr>
        </p:nvSpPr>
        <p:spPr>
          <a:xfrm>
            <a:off x="4638502" y="1361515"/>
            <a:ext cx="4023360"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8" name="Google Shape;668;p84"/>
          <p:cNvSpPr txBox="1">
            <a:spLocks noGrp="1"/>
          </p:cNvSpPr>
          <p:nvPr>
            <p:ph type="body" idx="3"/>
          </p:nvPr>
        </p:nvSpPr>
        <p:spPr>
          <a:xfrm>
            <a:off x="482138" y="3032402"/>
            <a:ext cx="8179723" cy="156044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69" name="Google Shape;669;p8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0" name="Google Shape;670;p8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1" name="Google Shape;671;p84"/>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2" name="Google Shape;672;p84"/>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73" name="Google Shape;673;p84"/>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ntent: Three">
  <p:cSld name="Content: Three">
    <p:spTree>
      <p:nvGrpSpPr>
        <p:cNvPr id="1" name="Shape 674"/>
        <p:cNvGrpSpPr/>
        <p:nvPr/>
      </p:nvGrpSpPr>
      <p:grpSpPr>
        <a:xfrm>
          <a:off x="0" y="0"/>
          <a:ext cx="0" cy="0"/>
          <a:chOff x="0" y="0"/>
          <a:chExt cx="0" cy="0"/>
        </a:xfrm>
      </p:grpSpPr>
      <p:sp>
        <p:nvSpPr>
          <p:cNvPr id="675" name="Google Shape;675;p85"/>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6" name="Google Shape;676;p85"/>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77" name="Google Shape;677;p8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78" name="Google Shape;678;p8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79" name="Google Shape;679;p85"/>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0" name="Google Shape;680;p85"/>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1" name="Google Shape;681;p8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2" name="Google Shape;682;p8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3" name="Google Shape;683;p85"/>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84" name="Google Shape;684;p85"/>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85" name="Google Shape;685;p85"/>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ontent: Four">
  <p:cSld name="Content: Four">
    <p:spTree>
      <p:nvGrpSpPr>
        <p:cNvPr id="1" name="Shape 686"/>
        <p:cNvGrpSpPr/>
        <p:nvPr/>
      </p:nvGrpSpPr>
      <p:grpSpPr>
        <a:xfrm>
          <a:off x="0" y="0"/>
          <a:ext cx="0" cy="0"/>
          <a:chOff x="0" y="0"/>
          <a:chExt cx="0" cy="0"/>
        </a:xfrm>
      </p:grpSpPr>
      <p:sp>
        <p:nvSpPr>
          <p:cNvPr id="687" name="Google Shape;687;p86"/>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8" name="Google Shape;688;p86"/>
          <p:cNvSpPr txBox="1">
            <a:spLocks noGrp="1"/>
          </p:cNvSpPr>
          <p:nvPr>
            <p:ph type="body" idx="1"/>
          </p:nvPr>
        </p:nvSpPr>
        <p:spPr>
          <a:xfrm>
            <a:off x="482138"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89" name="Google Shape;689;p86"/>
          <p:cNvSpPr txBox="1">
            <a:spLocks noGrp="1"/>
          </p:cNvSpPr>
          <p:nvPr>
            <p:ph type="body" idx="2"/>
          </p:nvPr>
        </p:nvSpPr>
        <p:spPr>
          <a:xfrm>
            <a:off x="4638502" y="1361515"/>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0" name="Google Shape;690;p86"/>
          <p:cNvSpPr txBox="1">
            <a:spLocks noGrp="1"/>
          </p:cNvSpPr>
          <p:nvPr>
            <p:ph type="body" idx="3"/>
          </p:nvPr>
        </p:nvSpPr>
        <p:spPr>
          <a:xfrm>
            <a:off x="482138"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1" name="Google Shape;691;p86"/>
          <p:cNvSpPr txBox="1">
            <a:spLocks noGrp="1"/>
          </p:cNvSpPr>
          <p:nvPr>
            <p:ph type="body" idx="4"/>
          </p:nvPr>
        </p:nvSpPr>
        <p:spPr>
          <a:xfrm>
            <a:off x="4638502" y="3031640"/>
            <a:ext cx="4023360" cy="15612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692" name="Google Shape;692;p8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693" name="Google Shape;693;p8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4" name="Google Shape;694;p8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5" name="Google Shape;695;p8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6" name="Google Shape;696;p86"/>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697" name="Google Shape;697;p86"/>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698" name="Google Shape;698;p86"/>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Empty" type="blank">
  <p:cSld name="BLANK">
    <p:spTree>
      <p:nvGrpSpPr>
        <p:cNvPr id="1" name="Shape 699"/>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ontent: Title Only ">
  <p:cSld name="Content: Title Only ">
    <p:spTree>
      <p:nvGrpSpPr>
        <p:cNvPr id="1" name="Shape 700"/>
        <p:cNvGrpSpPr/>
        <p:nvPr/>
      </p:nvGrpSpPr>
      <p:grpSpPr>
        <a:xfrm>
          <a:off x="0" y="0"/>
          <a:ext cx="0" cy="0"/>
          <a:chOff x="0" y="0"/>
          <a:chExt cx="0" cy="0"/>
        </a:xfrm>
      </p:grpSpPr>
      <p:sp>
        <p:nvSpPr>
          <p:cNvPr id="701" name="Google Shape;701;p88"/>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2" name="Google Shape;702;p88"/>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ntent: Header Footer Only">
  <p:cSld name="Content: Header Footer Only">
    <p:spTree>
      <p:nvGrpSpPr>
        <p:cNvPr id="1" name="Shape 703"/>
        <p:cNvGrpSpPr/>
        <p:nvPr/>
      </p:nvGrpSpPr>
      <p:grpSpPr>
        <a:xfrm>
          <a:off x="0" y="0"/>
          <a:ext cx="0" cy="0"/>
          <a:chOff x="0" y="0"/>
          <a:chExt cx="0" cy="0"/>
        </a:xfrm>
      </p:grpSpPr>
      <p:sp>
        <p:nvSpPr>
          <p:cNvPr id="704" name="Google Shape;704;p89"/>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05" name="Google Shape;705;p89"/>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06" name="Google Shape;706;p89"/>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7" name="Google Shape;707;p89"/>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8" name="Google Shape;708;p89"/>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09" name="Google Shape;709;p89"/>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0" name="Google Shape;710;p89"/>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Intro Only">
  <p:cSld name="Intro Only">
    <p:spTree>
      <p:nvGrpSpPr>
        <p:cNvPr id="1" name="Shape 711"/>
        <p:cNvGrpSpPr/>
        <p:nvPr/>
      </p:nvGrpSpPr>
      <p:grpSpPr>
        <a:xfrm>
          <a:off x="0" y="0"/>
          <a:ext cx="0" cy="0"/>
          <a:chOff x="0" y="0"/>
          <a:chExt cx="0" cy="0"/>
        </a:xfrm>
      </p:grpSpPr>
      <p:sp>
        <p:nvSpPr>
          <p:cNvPr id="712" name="Google Shape;712;p90"/>
          <p:cNvSpPr txBox="1"/>
          <p:nvPr/>
        </p:nvSpPr>
        <p:spPr>
          <a:xfrm>
            <a:off x="3255818" y="465941"/>
            <a:ext cx="5403273"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13" name="Google Shape;713;p90"/>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4" name="Google Shape;714;p90"/>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5" name="Google Shape;715;p90"/>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16" name="Google Shape;716;p90"/>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17" name="Google Shape;717;p90"/>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At a Glance ">
  <p:cSld name="At a Glance ">
    <p:spTree>
      <p:nvGrpSpPr>
        <p:cNvPr id="1" name="Shape 718"/>
        <p:cNvGrpSpPr/>
        <p:nvPr/>
      </p:nvGrpSpPr>
      <p:grpSpPr>
        <a:xfrm>
          <a:off x="0" y="0"/>
          <a:ext cx="0" cy="0"/>
          <a:chOff x="0" y="0"/>
          <a:chExt cx="0" cy="0"/>
        </a:xfrm>
      </p:grpSpPr>
      <p:sp>
        <p:nvSpPr>
          <p:cNvPr id="719" name="Google Shape;719;p91"/>
          <p:cNvSpPr txBox="1">
            <a:spLocks noGrp="1"/>
          </p:cNvSpPr>
          <p:nvPr>
            <p:ph type="title"/>
          </p:nvPr>
        </p:nvSpPr>
        <p:spPr>
          <a:xfrm>
            <a:off x="482138" y="707987"/>
            <a:ext cx="2635135"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0" name="Google Shape;720;p91"/>
          <p:cNvSpPr txBox="1">
            <a:spLocks noGrp="1"/>
          </p:cNvSpPr>
          <p:nvPr>
            <p:ph type="body" idx="1"/>
          </p:nvPr>
        </p:nvSpPr>
        <p:spPr>
          <a:xfrm>
            <a:off x="482138"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1" name="Google Shape;721;p91"/>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22" name="Google Shape;722;p91"/>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3" name="Google Shape;723;p91"/>
          <p:cNvSpPr txBox="1">
            <a:spLocks noGrp="1"/>
          </p:cNvSpPr>
          <p:nvPr>
            <p:ph type="body" idx="2"/>
          </p:nvPr>
        </p:nvSpPr>
        <p:spPr>
          <a:xfrm>
            <a:off x="3254433"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4" name="Google Shape;724;p91"/>
          <p:cNvSpPr txBox="1">
            <a:spLocks noGrp="1"/>
          </p:cNvSpPr>
          <p:nvPr>
            <p:ph type="body" idx="3"/>
          </p:nvPr>
        </p:nvSpPr>
        <p:spPr>
          <a:xfrm>
            <a:off x="6026727" y="1361515"/>
            <a:ext cx="2635135" cy="316900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5" name="Google Shape;725;p91"/>
          <p:cNvSpPr txBox="1">
            <a:spLocks noGrp="1"/>
          </p:cNvSpPr>
          <p:nvPr>
            <p:ph type="body" idx="4"/>
          </p:nvPr>
        </p:nvSpPr>
        <p:spPr>
          <a:xfrm>
            <a:off x="3254433" y="712363"/>
            <a:ext cx="5407429" cy="55670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sz="700" b="1" i="0">
                <a:solidFill>
                  <a:schemeClr val="accent1"/>
                </a:solidFill>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26" name="Google Shape;726;p91"/>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7" name="Google Shape;727;p91"/>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8" name="Google Shape;728;p91"/>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29" name="Google Shape;729;p91"/>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30" name="Google Shape;730;p91"/>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Glossary">
  <p:cSld name="Glossary">
    <p:spTree>
      <p:nvGrpSpPr>
        <p:cNvPr id="1" name="Shape 731"/>
        <p:cNvGrpSpPr/>
        <p:nvPr/>
      </p:nvGrpSpPr>
      <p:grpSpPr>
        <a:xfrm>
          <a:off x="0" y="0"/>
          <a:ext cx="0" cy="0"/>
          <a:chOff x="0" y="0"/>
          <a:chExt cx="0" cy="0"/>
        </a:xfrm>
      </p:grpSpPr>
      <p:sp>
        <p:nvSpPr>
          <p:cNvPr id="732" name="Google Shape;732;p92"/>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900"/>
              <a:buFont typeface="Georgia"/>
              <a:buNone/>
              <a:defRPr sz="19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3" name="Google Shape;733;p92"/>
          <p:cNvSpPr txBox="1">
            <a:spLocks noGrp="1"/>
          </p:cNvSpPr>
          <p:nvPr>
            <p:ph type="body" idx="1"/>
          </p:nvPr>
        </p:nvSpPr>
        <p:spPr>
          <a:xfrm>
            <a:off x="482138" y="1361515"/>
            <a:ext cx="8179723" cy="3231328"/>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atin typeface="Arial"/>
                <a:ea typeface="Arial"/>
                <a:cs typeface="Arial"/>
                <a:sym typeface="Arial"/>
              </a:defRPr>
            </a:lvl1pPr>
            <a:lvl2pPr marL="914400" lvl="1" indent="-273050" algn="l">
              <a:lnSpc>
                <a:spcPct val="100000"/>
              </a:lnSpc>
              <a:spcBef>
                <a:spcPts val="400"/>
              </a:spcBef>
              <a:spcAft>
                <a:spcPts val="0"/>
              </a:spcAft>
              <a:buSzPts val="700"/>
              <a:buChar char="•"/>
              <a:defRPr>
                <a:latin typeface="Arial"/>
                <a:ea typeface="Arial"/>
                <a:cs typeface="Arial"/>
                <a:sym typeface="Arial"/>
              </a:defRPr>
            </a:lvl2pPr>
            <a:lvl3pPr marL="1371600" lvl="2" indent="-273050" algn="l">
              <a:lnSpc>
                <a:spcPct val="100000"/>
              </a:lnSpc>
              <a:spcBef>
                <a:spcPts val="400"/>
              </a:spcBef>
              <a:spcAft>
                <a:spcPts val="0"/>
              </a:spcAft>
              <a:buSzPts val="700"/>
              <a:buChar char="-"/>
              <a:defRPr>
                <a:latin typeface="Arial"/>
                <a:ea typeface="Arial"/>
                <a:cs typeface="Arial"/>
                <a:sym typeface="Arial"/>
              </a:defRPr>
            </a:lvl3pPr>
            <a:lvl4pPr marL="1828800" lvl="3" indent="-273050" algn="l">
              <a:lnSpc>
                <a:spcPct val="100000"/>
              </a:lnSpc>
              <a:spcBef>
                <a:spcPts val="400"/>
              </a:spcBef>
              <a:spcAft>
                <a:spcPts val="0"/>
              </a:spcAft>
              <a:buSzPts val="700"/>
              <a:buChar char="◦"/>
              <a:defRPr>
                <a:latin typeface="Arial"/>
                <a:ea typeface="Arial"/>
                <a:cs typeface="Arial"/>
                <a:sym typeface="Arial"/>
              </a:defRPr>
            </a:lvl4pPr>
            <a:lvl5pPr marL="2286000" lvl="4" indent="-273050" algn="l">
              <a:lnSpc>
                <a:spcPct val="100000"/>
              </a:lnSpc>
              <a:spcBef>
                <a:spcPts val="400"/>
              </a:spcBef>
              <a:spcAft>
                <a:spcPts val="0"/>
              </a:spcAft>
              <a:buSzPts val="700"/>
              <a:buChar char="›"/>
              <a:defRPr>
                <a:latin typeface="Arial"/>
                <a:ea typeface="Arial"/>
                <a:cs typeface="Arial"/>
                <a:sym typeface="Aria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734" name="Google Shape;734;p92"/>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5" name="Google Shape;735;p92"/>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36" name="Google Shape;736;p92"/>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7" name="Google Shape;737;p92"/>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8" name="Google Shape;738;p92"/>
          <p:cNvSpPr txBox="1"/>
          <p:nvPr/>
        </p:nvSpPr>
        <p:spPr>
          <a:xfrm>
            <a:off x="773593" y="4851506"/>
            <a:ext cx="222582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chemeClr val="dk1"/>
              </a:solidFill>
              <a:latin typeface="Arial"/>
              <a:ea typeface="Arial"/>
              <a:cs typeface="Arial"/>
              <a:sym typeface="Arial"/>
            </a:endParaRPr>
          </a:p>
        </p:txBody>
      </p:sp>
      <p:sp>
        <p:nvSpPr>
          <p:cNvPr id="739" name="Google Shape;739;p92"/>
          <p:cNvSpPr txBox="1"/>
          <p:nvPr/>
        </p:nvSpPr>
        <p:spPr>
          <a:xfrm>
            <a:off x="482138" y="4851506"/>
            <a:ext cx="212086" cy="8146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000000"/>
              </a:buClr>
              <a:buSzPts val="500"/>
              <a:buFont typeface="Arial"/>
              <a:buNone/>
            </a:pPr>
            <a:r>
              <a:rPr lang="en" sz="500" b="0" i="0" u="none" strike="noStrike" cap="none">
                <a:solidFill>
                  <a:schemeClr val="dk1"/>
                </a:solidFill>
                <a:latin typeface="Arial"/>
                <a:ea typeface="Arial"/>
                <a:cs typeface="Arial"/>
                <a:sym typeface="Arial"/>
              </a:rPr>
              <a:t>PwC</a:t>
            </a:r>
            <a:endParaRPr sz="1100" b="0" i="0" u="none" strike="noStrike" cap="none">
              <a:solidFill>
                <a:srgbClr val="000000"/>
              </a:solidFill>
              <a:latin typeface="Arial"/>
              <a:ea typeface="Arial"/>
              <a:cs typeface="Arial"/>
              <a:sym typeface="Arial"/>
            </a:endParaRPr>
          </a:p>
        </p:txBody>
      </p:sp>
      <p:cxnSp>
        <p:nvCxnSpPr>
          <p:cNvPr id="740" name="Google Shape;740;p92"/>
          <p:cNvCxnSpPr/>
          <p:nvPr/>
        </p:nvCxnSpPr>
        <p:spPr>
          <a:xfrm>
            <a:off x="726980" y="4858952"/>
            <a:ext cx="0" cy="66563"/>
          </a:xfrm>
          <a:prstGeom prst="straightConnector1">
            <a:avLst/>
          </a:prstGeom>
          <a:noFill/>
          <a:ln w="9525" cap="flat" cmpd="sng">
            <a:solidFill>
              <a:schemeClr val="accent1"/>
            </a:solidFill>
            <a:prstDash val="solid"/>
            <a:round/>
            <a:headEnd type="none" w="sm" len="sm"/>
            <a:tailEnd type="none" w="sm" len="sm"/>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ction Divider">
  <p:cSld name="Section Divider">
    <p:bg>
      <p:bgPr>
        <a:solidFill>
          <a:schemeClr val="accent1"/>
        </a:solidFill>
        <a:effectLst/>
      </p:bgPr>
    </p:bg>
    <p:spTree>
      <p:nvGrpSpPr>
        <p:cNvPr id="1" name="Shape 741"/>
        <p:cNvGrpSpPr/>
        <p:nvPr/>
      </p:nvGrpSpPr>
      <p:grpSpPr>
        <a:xfrm>
          <a:off x="0" y="0"/>
          <a:ext cx="0" cy="0"/>
          <a:chOff x="0" y="0"/>
          <a:chExt cx="0" cy="0"/>
        </a:xfrm>
      </p:grpSpPr>
      <p:sp>
        <p:nvSpPr>
          <p:cNvPr id="742" name="Google Shape;742;p93"/>
          <p:cNvSpPr txBox="1">
            <a:spLocks noGrp="1"/>
          </p:cNvSpPr>
          <p:nvPr>
            <p:ph type="title"/>
          </p:nvPr>
        </p:nvSpPr>
        <p:spPr>
          <a:xfrm>
            <a:off x="0" y="709207"/>
            <a:ext cx="5918662" cy="499012"/>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3" name="Google Shape;743;p93"/>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44" name="Google Shape;744;p93"/>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5" name="Google Shape;745;p93"/>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46" name="Google Shape;746;p93"/>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47" name="Google Shape;747;p93"/>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Divider 1">
  <p:cSld name="Section Divider 1">
    <p:bg>
      <p:bgPr>
        <a:solidFill>
          <a:schemeClr val="accent6"/>
        </a:solidFill>
        <a:effectLst/>
      </p:bgPr>
    </p:bg>
    <p:spTree>
      <p:nvGrpSpPr>
        <p:cNvPr id="1" name="Shape 748"/>
        <p:cNvGrpSpPr/>
        <p:nvPr/>
      </p:nvGrpSpPr>
      <p:grpSpPr>
        <a:xfrm>
          <a:off x="0" y="0"/>
          <a:ext cx="0" cy="0"/>
          <a:chOff x="0" y="0"/>
          <a:chExt cx="0" cy="0"/>
        </a:xfrm>
      </p:grpSpPr>
      <p:sp>
        <p:nvSpPr>
          <p:cNvPr id="749" name="Google Shape;749;p94"/>
          <p:cNvSpPr txBox="1">
            <a:spLocks noGrp="1"/>
          </p:cNvSpPr>
          <p:nvPr>
            <p:ph type="title"/>
          </p:nvPr>
        </p:nvSpPr>
        <p:spPr>
          <a:xfrm>
            <a:off x="0" y="709207"/>
            <a:ext cx="5918662" cy="499012"/>
          </a:xfrm>
          <a:prstGeom prst="rect">
            <a:avLst/>
          </a:prstGeom>
          <a:solidFill>
            <a:schemeClr val="accent1"/>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i="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0" name="Google Shape;750;p94"/>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1" name="Google Shape;751;p94"/>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2" name="Google Shape;752;p94"/>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3" name="Google Shape;753;p94"/>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54" name="Google Shape;754;p94"/>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Appendix Divider">
  <p:cSld name="Appendix Divider">
    <p:bg>
      <p:bgPr>
        <a:solidFill>
          <a:schemeClr val="accent1"/>
        </a:solidFill>
        <a:effectLst/>
      </p:bgPr>
    </p:bg>
    <p:spTree>
      <p:nvGrpSpPr>
        <p:cNvPr id="1" name="Shape 755"/>
        <p:cNvGrpSpPr/>
        <p:nvPr/>
      </p:nvGrpSpPr>
      <p:grpSpPr>
        <a:xfrm>
          <a:off x="0" y="0"/>
          <a:ext cx="0" cy="0"/>
          <a:chOff x="0" y="0"/>
          <a:chExt cx="0" cy="0"/>
        </a:xfrm>
      </p:grpSpPr>
      <p:sp>
        <p:nvSpPr>
          <p:cNvPr id="756" name="Google Shape;756;p95"/>
          <p:cNvSpPr txBox="1">
            <a:spLocks noGrp="1"/>
          </p:cNvSpPr>
          <p:nvPr>
            <p:ph type="title"/>
          </p:nvPr>
        </p:nvSpPr>
        <p:spPr>
          <a:xfrm>
            <a:off x="0" y="705970"/>
            <a:ext cx="5919393" cy="502248"/>
          </a:xfrm>
          <a:prstGeom prst="rect">
            <a:avLst/>
          </a:prstGeom>
          <a:solidFill>
            <a:schemeClr val="accent6"/>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7" name="Google Shape;757;p95"/>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58" name="Google Shape;758;p95"/>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59" name="Google Shape;759;p95"/>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0" name="Google Shape;760;p95"/>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1" name="Google Shape;761;p95"/>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Appendix Divider 1">
  <p:cSld name="Appendix Divider 1">
    <p:bg>
      <p:bgPr>
        <a:solidFill>
          <a:schemeClr val="accent6"/>
        </a:solidFill>
        <a:effectLst/>
      </p:bgPr>
    </p:bg>
    <p:spTree>
      <p:nvGrpSpPr>
        <p:cNvPr id="1" name="Shape 762"/>
        <p:cNvGrpSpPr/>
        <p:nvPr/>
      </p:nvGrpSpPr>
      <p:grpSpPr>
        <a:xfrm>
          <a:off x="0" y="0"/>
          <a:ext cx="0" cy="0"/>
          <a:chOff x="0" y="0"/>
          <a:chExt cx="0" cy="0"/>
        </a:xfrm>
      </p:grpSpPr>
      <p:sp>
        <p:nvSpPr>
          <p:cNvPr id="763" name="Google Shape;763;p96"/>
          <p:cNvSpPr txBox="1">
            <a:spLocks noGrp="1"/>
          </p:cNvSpPr>
          <p:nvPr>
            <p:ph type="title"/>
          </p:nvPr>
        </p:nvSpPr>
        <p:spPr>
          <a:xfrm>
            <a:off x="0" y="705970"/>
            <a:ext cx="5919393" cy="502248"/>
          </a:xfrm>
          <a:prstGeom prst="rect">
            <a:avLst/>
          </a:prstGeom>
          <a:solidFill>
            <a:schemeClr val="accent4"/>
          </a:solidFill>
          <a:ln>
            <a:noFill/>
          </a:ln>
        </p:spPr>
        <p:txBody>
          <a:bodyPr spcFirstLastPara="1" wrap="square" lIns="342900" tIns="68575" rIns="68575" bIns="68575" anchor="ctr" anchorCtr="0">
            <a:noAutofit/>
          </a:bodyPr>
          <a:lstStyle>
            <a:lvl1pPr lvl="0" algn="l">
              <a:lnSpc>
                <a:spcPct val="100000"/>
              </a:lnSpc>
              <a:spcBef>
                <a:spcPts val="0"/>
              </a:spcBef>
              <a:spcAft>
                <a:spcPts val="0"/>
              </a:spcAft>
              <a:buClr>
                <a:schemeClr val="lt1"/>
              </a:buClr>
              <a:buSzPts val="2600"/>
              <a:buFont typeface="Arial"/>
              <a:buNone/>
              <a:defRPr sz="2600" b="0"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4" name="Google Shape;764;p96"/>
          <p:cNvSpPr txBox="1"/>
          <p:nvPr/>
        </p:nvSpPr>
        <p:spPr>
          <a:xfrm>
            <a:off x="1895302" y="1573307"/>
            <a:ext cx="6766560" cy="30260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Georgia"/>
              <a:ea typeface="Georgia"/>
              <a:cs typeface="Georgia"/>
              <a:sym typeface="Georgia"/>
            </a:endParaRPr>
          </a:p>
        </p:txBody>
      </p:sp>
      <p:sp>
        <p:nvSpPr>
          <p:cNvPr id="765" name="Google Shape;765;p96"/>
          <p:cNvSpPr txBox="1"/>
          <p:nvPr/>
        </p:nvSpPr>
        <p:spPr>
          <a:xfrm>
            <a:off x="8661814" y="4738072"/>
            <a:ext cx="48" cy="81464"/>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6" name="Google Shape;766;p96"/>
          <p:cNvSpPr txBox="1"/>
          <p:nvPr/>
        </p:nvSpPr>
        <p:spPr>
          <a:xfrm>
            <a:off x="8370917" y="4840058"/>
            <a:ext cx="290945" cy="92911"/>
          </a:xfrm>
          <a:prstGeom prst="rect">
            <a:avLst/>
          </a:prstGeom>
          <a:noFill/>
          <a:ln>
            <a:noFill/>
          </a:ln>
        </p:spPr>
        <p:txBody>
          <a:bodyPr spcFirstLastPara="1" wrap="square" lIns="0" tIns="0" rIns="0" bIns="0" anchor="t" anchorCtr="0">
            <a:noAutofit/>
          </a:bodyPr>
          <a:lstStyle/>
          <a:p>
            <a:pPr marL="0" marR="0" lvl="0" indent="0" algn="r" rtl="0">
              <a:lnSpc>
                <a:spcPct val="124929"/>
              </a:lnSpc>
              <a:spcBef>
                <a:spcPts val="0"/>
              </a:spcBef>
              <a:spcAft>
                <a:spcPts val="0"/>
              </a:spcAft>
              <a:buClr>
                <a:srgbClr val="000000"/>
              </a:buClr>
              <a:buSzPts val="500"/>
              <a:buFont typeface="Arial"/>
              <a:buNone/>
            </a:pPr>
            <a:endParaRPr sz="500" b="0" i="0" u="none" strike="noStrike" cap="none">
              <a:solidFill>
                <a:schemeClr val="lt1"/>
              </a:solidFill>
              <a:latin typeface="Arial"/>
              <a:ea typeface="Arial"/>
              <a:cs typeface="Arial"/>
              <a:sym typeface="Arial"/>
            </a:endParaRPr>
          </a:p>
        </p:txBody>
      </p:sp>
      <p:sp>
        <p:nvSpPr>
          <p:cNvPr id="767" name="Google Shape;767;p96"/>
          <p:cNvSpPr txBox="1"/>
          <p:nvPr/>
        </p:nvSpPr>
        <p:spPr>
          <a:xfrm>
            <a:off x="3255818" y="465941"/>
            <a:ext cx="5399467" cy="9166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dk1"/>
              </a:solidFill>
              <a:latin typeface="Arial"/>
              <a:ea typeface="Arial"/>
              <a:cs typeface="Arial"/>
              <a:sym typeface="Arial"/>
            </a:endParaRPr>
          </a:p>
        </p:txBody>
      </p:sp>
      <p:sp>
        <p:nvSpPr>
          <p:cNvPr id="768" name="Google Shape;768;p96"/>
          <p:cNvSpPr txBox="1"/>
          <p:nvPr/>
        </p:nvSpPr>
        <p:spPr>
          <a:xfrm>
            <a:off x="482138" y="465941"/>
            <a:ext cx="2758526" cy="90768"/>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69"/>
        <p:cNvGrpSpPr/>
        <p:nvPr/>
      </p:nvGrpSpPr>
      <p:grpSpPr>
        <a:xfrm>
          <a:off x="0" y="0"/>
          <a:ext cx="0" cy="0"/>
          <a:chOff x="0" y="0"/>
          <a:chExt cx="0" cy="0"/>
        </a:xfrm>
      </p:grpSpPr>
      <p:sp>
        <p:nvSpPr>
          <p:cNvPr id="770" name="Google Shape;770;p97"/>
          <p:cNvSpPr txBox="1">
            <a:spLocks noGrp="1"/>
          </p:cNvSpPr>
          <p:nvPr>
            <p:ph type="title"/>
          </p:nvPr>
        </p:nvSpPr>
        <p:spPr>
          <a:xfrm>
            <a:off x="457200" y="342900"/>
            <a:ext cx="3981797" cy="1887967"/>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dk1"/>
              </a:buClr>
              <a:buSzPts val="3200"/>
              <a:buFont typeface="Georgia"/>
              <a:buNone/>
              <a:defRPr sz="3200" b="0" i="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1" name="Google Shape;771;p97"/>
          <p:cNvSpPr/>
          <p:nvPr/>
        </p:nvSpPr>
        <p:spPr>
          <a:xfrm>
            <a:off x="0" y="3705641"/>
            <a:ext cx="9144000" cy="1437860"/>
          </a:xfrm>
          <a:prstGeom prst="rect">
            <a:avLst/>
          </a:pr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772" name="Google Shape;772;p97"/>
          <p:cNvSpPr txBox="1">
            <a:spLocks noGrp="1"/>
          </p:cNvSpPr>
          <p:nvPr>
            <p:ph type="body" idx="1"/>
          </p:nvPr>
        </p:nvSpPr>
        <p:spPr>
          <a:xfrm>
            <a:off x="457200" y="3909060"/>
            <a:ext cx="8179724" cy="10287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700"/>
              <a:buNone/>
              <a:defRPr>
                <a:solidFill>
                  <a:schemeClr val="lt1"/>
                </a:solidFill>
              </a:defRPr>
            </a:lvl1pPr>
            <a:lvl2pPr marL="914400" lvl="1" indent="-273050" algn="l">
              <a:lnSpc>
                <a:spcPct val="100000"/>
              </a:lnSpc>
              <a:spcBef>
                <a:spcPts val="400"/>
              </a:spcBef>
              <a:spcAft>
                <a:spcPts val="0"/>
              </a:spcAft>
              <a:buSzPts val="700"/>
              <a:buChar char="•"/>
              <a:defRPr>
                <a:solidFill>
                  <a:schemeClr val="lt1"/>
                </a:solidFill>
              </a:defRPr>
            </a:lvl2pPr>
            <a:lvl3pPr marL="1371600" lvl="2" indent="-273050" algn="l">
              <a:lnSpc>
                <a:spcPct val="100000"/>
              </a:lnSpc>
              <a:spcBef>
                <a:spcPts val="400"/>
              </a:spcBef>
              <a:spcAft>
                <a:spcPts val="0"/>
              </a:spcAft>
              <a:buSzPts val="700"/>
              <a:buChar char="-"/>
              <a:defRPr>
                <a:solidFill>
                  <a:schemeClr val="lt1"/>
                </a:solidFill>
              </a:defRPr>
            </a:lvl3pPr>
            <a:lvl4pPr marL="1828800" lvl="3" indent="-273050" algn="l">
              <a:lnSpc>
                <a:spcPct val="100000"/>
              </a:lnSpc>
              <a:spcBef>
                <a:spcPts val="400"/>
              </a:spcBef>
              <a:spcAft>
                <a:spcPts val="0"/>
              </a:spcAft>
              <a:buSzPts val="700"/>
              <a:buChar char="◦"/>
              <a:defRPr>
                <a:solidFill>
                  <a:schemeClr val="lt1"/>
                </a:solidFill>
              </a:defRPr>
            </a:lvl4pPr>
            <a:lvl5pPr marL="2286000" lvl="4" indent="-273050" algn="l">
              <a:lnSpc>
                <a:spcPct val="100000"/>
              </a:lnSpc>
              <a:spcBef>
                <a:spcPts val="400"/>
              </a:spcBef>
              <a:spcAft>
                <a:spcPts val="0"/>
              </a:spcAft>
              <a:buSzPts val="700"/>
              <a:buChar char="›"/>
              <a:defRPr>
                <a:solidFill>
                  <a:schemeClr val="lt1"/>
                </a:solidFill>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2">
  <p:cSld name="Title slide 2">
    <p:spTree>
      <p:nvGrpSpPr>
        <p:cNvPr id="1" name="Shape 773"/>
        <p:cNvGrpSpPr/>
        <p:nvPr/>
      </p:nvGrpSpPr>
      <p:grpSpPr>
        <a:xfrm>
          <a:off x="0" y="0"/>
          <a:ext cx="0" cy="0"/>
          <a:chOff x="0" y="0"/>
          <a:chExt cx="0" cy="0"/>
        </a:xfrm>
      </p:grpSpPr>
      <p:pic>
        <p:nvPicPr>
          <p:cNvPr id="774" name="Google Shape;774;p98"/>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75" name="Google Shape;775;p98"/>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76" name="Google Shape;776;p98"/>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77" name="Google Shape;777;p98"/>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8" name="Google Shape;778;p98"/>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79" name="Google Shape;779;p98"/>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0" name="Google Shape;780;p98"/>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81" name="Google Shape;781;p98"/>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slide 3">
  <p:cSld name="Title slide 3">
    <p:spTree>
      <p:nvGrpSpPr>
        <p:cNvPr id="1" name="Shape 782"/>
        <p:cNvGrpSpPr/>
        <p:nvPr/>
      </p:nvGrpSpPr>
      <p:grpSpPr>
        <a:xfrm>
          <a:off x="0" y="0"/>
          <a:ext cx="0" cy="0"/>
          <a:chOff x="0" y="0"/>
          <a:chExt cx="0" cy="0"/>
        </a:xfrm>
      </p:grpSpPr>
      <p:pic>
        <p:nvPicPr>
          <p:cNvPr id="783" name="Google Shape;783;p99"/>
          <p:cNvPicPr preferRelativeResize="0"/>
          <p:nvPr/>
        </p:nvPicPr>
        <p:blipFill rotWithShape="1">
          <a:blip r:embed="rId2">
            <a:alphaModFix/>
          </a:blip>
          <a:srcRect l="17709" r="24167"/>
          <a:stretch/>
        </p:blipFill>
        <p:spPr>
          <a:xfrm>
            <a:off x="1870364" y="2"/>
            <a:ext cx="7273636" cy="5151259"/>
          </a:xfrm>
          <a:prstGeom prst="rect">
            <a:avLst/>
          </a:prstGeom>
          <a:noFill/>
          <a:ln>
            <a:noFill/>
          </a:ln>
        </p:spPr>
      </p:pic>
      <p:sp>
        <p:nvSpPr>
          <p:cNvPr id="784" name="Google Shape;784;p99"/>
          <p:cNvSpPr/>
          <p:nvPr/>
        </p:nvSpPr>
        <p:spPr>
          <a:xfrm>
            <a:off x="1" y="1"/>
            <a:ext cx="6275652" cy="51435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785" name="Google Shape;785;p99"/>
          <p:cNvPicPr preferRelativeResize="0"/>
          <p:nvPr/>
        </p:nvPicPr>
        <p:blipFill rotWithShape="1">
          <a:blip r:embed="rId3">
            <a:alphaModFix/>
          </a:blip>
          <a:srcRect/>
          <a:stretch/>
        </p:blipFill>
        <p:spPr>
          <a:xfrm>
            <a:off x="258896" y="4058098"/>
            <a:ext cx="1487978" cy="894166"/>
          </a:xfrm>
          <a:prstGeom prst="rect">
            <a:avLst/>
          </a:prstGeom>
          <a:noFill/>
          <a:ln>
            <a:noFill/>
          </a:ln>
        </p:spPr>
      </p:pic>
      <p:sp>
        <p:nvSpPr>
          <p:cNvPr id="786" name="Google Shape;786;p99"/>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7" name="Google Shape;787;p99"/>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88" name="Google Shape;788;p99"/>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89" name="Google Shape;789;p99"/>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0" name="Google Shape;790;p99"/>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slide 4">
  <p:cSld name="Title slide 4">
    <p:bg>
      <p:bgPr>
        <a:solidFill>
          <a:schemeClr val="accent6"/>
        </a:solidFill>
        <a:effectLst/>
      </p:bgPr>
    </p:bg>
    <p:spTree>
      <p:nvGrpSpPr>
        <p:cNvPr id="1" name="Shape 791"/>
        <p:cNvGrpSpPr/>
        <p:nvPr/>
      </p:nvGrpSpPr>
      <p:grpSpPr>
        <a:xfrm>
          <a:off x="0" y="0"/>
          <a:ext cx="0" cy="0"/>
          <a:chOff x="0" y="0"/>
          <a:chExt cx="0" cy="0"/>
        </a:xfrm>
      </p:grpSpPr>
      <p:pic>
        <p:nvPicPr>
          <p:cNvPr id="792" name="Google Shape;792;p100"/>
          <p:cNvPicPr preferRelativeResize="0"/>
          <p:nvPr/>
        </p:nvPicPr>
        <p:blipFill rotWithShape="1">
          <a:blip r:embed="rId2">
            <a:alphaModFix/>
          </a:blip>
          <a:srcRect/>
          <a:stretch/>
        </p:blipFill>
        <p:spPr>
          <a:xfrm>
            <a:off x="258896" y="4058098"/>
            <a:ext cx="1487978" cy="894166"/>
          </a:xfrm>
          <a:prstGeom prst="rect">
            <a:avLst/>
          </a:prstGeom>
          <a:noFill/>
          <a:ln>
            <a:noFill/>
          </a:ln>
        </p:spPr>
      </p:pic>
      <p:sp>
        <p:nvSpPr>
          <p:cNvPr id="793" name="Google Shape;793;p100"/>
          <p:cNvSpPr txBox="1">
            <a:spLocks noGrp="1"/>
          </p:cNvSpPr>
          <p:nvPr>
            <p:ph type="ctrTitle"/>
          </p:nvPr>
        </p:nvSpPr>
        <p:spPr>
          <a:xfrm>
            <a:off x="452126" y="1592669"/>
            <a:ext cx="4711002" cy="415162"/>
          </a:xfrm>
          <a:prstGeom prst="rect">
            <a:avLst/>
          </a:prstGeom>
          <a:noFill/>
          <a:ln>
            <a:noFill/>
          </a:ln>
        </p:spPr>
        <p:txBody>
          <a:bodyPr spcFirstLastPara="1" wrap="square" lIns="0" tIns="0" rIns="0" bIns="48000" anchor="t" anchorCtr="0">
            <a:spAutoFit/>
          </a:bodyPr>
          <a:lstStyle>
            <a:lvl1pPr lvl="0" algn="l">
              <a:lnSpc>
                <a:spcPct val="90000"/>
              </a:lnSpc>
              <a:spcBef>
                <a:spcPts val="0"/>
              </a:spcBef>
              <a:spcAft>
                <a:spcPts val="0"/>
              </a:spcAft>
              <a:buClr>
                <a:schemeClr val="lt1"/>
              </a:buClr>
              <a:buSzPts val="2600"/>
              <a:buFont typeface="Georgia"/>
              <a:buNone/>
              <a:defRPr sz="2600" b="0" i="0">
                <a:solidFill>
                  <a:schemeClr val="lt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4" name="Google Shape;794;p100"/>
          <p:cNvSpPr txBox="1">
            <a:spLocks noGrp="1"/>
          </p:cNvSpPr>
          <p:nvPr>
            <p:ph type="subTitle" idx="1"/>
          </p:nvPr>
        </p:nvSpPr>
        <p:spPr>
          <a:xfrm>
            <a:off x="452126" y="2047579"/>
            <a:ext cx="4711002" cy="137481"/>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1000"/>
              <a:buNone/>
              <a:defRPr sz="1000">
                <a:solidFill>
                  <a:schemeClr val="lt1"/>
                </a:solidFill>
                <a:latin typeface="Arial"/>
                <a:ea typeface="Arial"/>
                <a:cs typeface="Arial"/>
                <a:sym typeface="Arial"/>
              </a:defRPr>
            </a:lvl1pPr>
            <a:lvl2pPr lvl="1" algn="ctr">
              <a:lnSpc>
                <a:spcPct val="100000"/>
              </a:lnSpc>
              <a:spcBef>
                <a:spcPts val="0"/>
              </a:spcBef>
              <a:spcAft>
                <a:spcPts val="0"/>
              </a:spcAft>
              <a:buSzPts val="700"/>
              <a:buNone/>
              <a:defRPr>
                <a:solidFill>
                  <a:srgbClr val="888888"/>
                </a:solidFill>
              </a:defRPr>
            </a:lvl2pPr>
            <a:lvl3pPr lvl="2" algn="ctr">
              <a:lnSpc>
                <a:spcPct val="100000"/>
              </a:lnSpc>
              <a:spcBef>
                <a:spcPts val="400"/>
              </a:spcBef>
              <a:spcAft>
                <a:spcPts val="0"/>
              </a:spcAft>
              <a:buSzPts val="700"/>
              <a:buNone/>
              <a:defRPr>
                <a:solidFill>
                  <a:srgbClr val="888888"/>
                </a:solidFill>
              </a:defRPr>
            </a:lvl3pPr>
            <a:lvl4pPr lvl="3" algn="ctr">
              <a:lnSpc>
                <a:spcPct val="100000"/>
              </a:lnSpc>
              <a:spcBef>
                <a:spcPts val="400"/>
              </a:spcBef>
              <a:spcAft>
                <a:spcPts val="0"/>
              </a:spcAft>
              <a:buSzPts val="700"/>
              <a:buNone/>
              <a:defRPr>
                <a:solidFill>
                  <a:srgbClr val="888888"/>
                </a:solidFill>
              </a:defRPr>
            </a:lvl4pPr>
            <a:lvl5pPr lvl="4" algn="ctr">
              <a:lnSpc>
                <a:spcPct val="100000"/>
              </a:lnSpc>
              <a:spcBef>
                <a:spcPts val="400"/>
              </a:spcBef>
              <a:spcAft>
                <a:spcPts val="0"/>
              </a:spcAft>
              <a:buSzPts val="700"/>
              <a:buNone/>
              <a:defRPr>
                <a:solidFill>
                  <a:srgbClr val="888888"/>
                </a:solidFill>
              </a:defRPr>
            </a:lvl5pPr>
            <a:lvl6pPr lvl="5" algn="ctr">
              <a:lnSpc>
                <a:spcPct val="100000"/>
              </a:lnSpc>
              <a:spcBef>
                <a:spcPts val="400"/>
              </a:spcBef>
              <a:spcAft>
                <a:spcPts val="0"/>
              </a:spcAft>
              <a:buClr>
                <a:srgbClr val="888888"/>
              </a:buClr>
              <a:buSzPts val="700"/>
              <a:buNone/>
              <a:defRPr>
                <a:solidFill>
                  <a:srgbClr val="888888"/>
                </a:solidFill>
              </a:defRPr>
            </a:lvl6pPr>
            <a:lvl7pPr lvl="6" algn="ctr">
              <a:lnSpc>
                <a:spcPct val="100000"/>
              </a:lnSpc>
              <a:spcBef>
                <a:spcPts val="400"/>
              </a:spcBef>
              <a:spcAft>
                <a:spcPts val="0"/>
              </a:spcAft>
              <a:buClr>
                <a:srgbClr val="888888"/>
              </a:buClr>
              <a:buSzPts val="700"/>
              <a:buNone/>
              <a:defRPr>
                <a:solidFill>
                  <a:srgbClr val="888888"/>
                </a:solidFill>
              </a:defRPr>
            </a:lvl7pPr>
            <a:lvl8pPr lvl="7" algn="ctr">
              <a:lnSpc>
                <a:spcPct val="100000"/>
              </a:lnSpc>
              <a:spcBef>
                <a:spcPts val="400"/>
              </a:spcBef>
              <a:spcAft>
                <a:spcPts val="0"/>
              </a:spcAft>
              <a:buClr>
                <a:srgbClr val="888888"/>
              </a:buClr>
              <a:buSzPts val="700"/>
              <a:buNone/>
              <a:defRPr>
                <a:solidFill>
                  <a:srgbClr val="888888"/>
                </a:solidFill>
              </a:defRPr>
            </a:lvl8pPr>
            <a:lvl9pPr lvl="8" algn="ctr">
              <a:lnSpc>
                <a:spcPct val="100000"/>
              </a:lnSpc>
              <a:spcBef>
                <a:spcPts val="400"/>
              </a:spcBef>
              <a:spcAft>
                <a:spcPts val="400"/>
              </a:spcAft>
              <a:buClr>
                <a:srgbClr val="888888"/>
              </a:buClr>
              <a:buSzPts val="700"/>
              <a:buNone/>
              <a:defRPr>
                <a:solidFill>
                  <a:srgbClr val="888888"/>
                </a:solidFill>
              </a:defRPr>
            </a:lvl9pPr>
          </a:lstStyle>
          <a:p>
            <a:endParaRPr/>
          </a:p>
        </p:txBody>
      </p:sp>
      <p:sp>
        <p:nvSpPr>
          <p:cNvPr id="795" name="Google Shape;795;p100"/>
          <p:cNvSpPr txBox="1"/>
          <p:nvPr/>
        </p:nvSpPr>
        <p:spPr>
          <a:xfrm>
            <a:off x="482138" y="3132214"/>
            <a:ext cx="4680989"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796" name="Google Shape;796;p100"/>
          <p:cNvSpPr txBox="1"/>
          <p:nvPr/>
        </p:nvSpPr>
        <p:spPr>
          <a:xfrm>
            <a:off x="482138" y="2937725"/>
            <a:ext cx="2002444" cy="137481"/>
          </a:xfrm>
          <a:prstGeom prst="rect">
            <a:avLst/>
          </a:prstGeom>
          <a:noFill/>
          <a:ln>
            <a:noFill/>
          </a:ln>
        </p:spPr>
        <p:txBody>
          <a:bodyPr spcFirstLastPara="1" wrap="square" lIns="0" tIns="0" rIns="0" bIns="90750" anchor="t"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7" name="Google Shape;797;p100"/>
          <p:cNvSpPr txBox="1"/>
          <p:nvPr/>
        </p:nvSpPr>
        <p:spPr>
          <a:xfrm>
            <a:off x="452126" y="2210632"/>
            <a:ext cx="1727657"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Ttle Slide 2 - without image">
  <p:cSld name="Ttle Slide 2 - without image">
    <p:spTree>
      <p:nvGrpSpPr>
        <p:cNvPr id="1" name="Shape 798"/>
        <p:cNvGrpSpPr/>
        <p:nvPr/>
      </p:nvGrpSpPr>
      <p:grpSpPr>
        <a:xfrm>
          <a:off x="0" y="0"/>
          <a:ext cx="0" cy="0"/>
          <a:chOff x="0" y="0"/>
          <a:chExt cx="0" cy="0"/>
        </a:xfrm>
      </p:grpSpPr>
      <p:sp>
        <p:nvSpPr>
          <p:cNvPr id="799" name="Google Shape;799;p101"/>
          <p:cNvSpPr>
            <a:spLocks noGrp="1"/>
          </p:cNvSpPr>
          <p:nvPr>
            <p:ph type="pic" idx="2"/>
          </p:nvPr>
        </p:nvSpPr>
        <p:spPr>
          <a:xfrm>
            <a:off x="2057400" y="1"/>
            <a:ext cx="7086600" cy="5143499"/>
          </a:xfrm>
          <a:prstGeom prst="rect">
            <a:avLst/>
          </a:prstGeom>
          <a:solidFill>
            <a:srgbClr val="DEDEDE"/>
          </a:solidFill>
          <a:ln>
            <a:noFill/>
          </a:ln>
        </p:spPr>
      </p:sp>
      <p:grpSp>
        <p:nvGrpSpPr>
          <p:cNvPr id="800" name="Google Shape;800;p101"/>
          <p:cNvGrpSpPr/>
          <p:nvPr/>
        </p:nvGrpSpPr>
        <p:grpSpPr>
          <a:xfrm>
            <a:off x="1" y="1"/>
            <a:ext cx="6275652" cy="5143500"/>
            <a:chOff x="1" y="3"/>
            <a:chExt cx="6126163" cy="6858000"/>
          </a:xfrm>
        </p:grpSpPr>
        <p:sp>
          <p:nvSpPr>
            <p:cNvPr id="801" name="Google Shape;801;p101"/>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chemeClr val="accent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02" name="Google Shape;802;p101"/>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03" name="Google Shape;803;p101"/>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04" name="Google Shape;804;p101"/>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05" name="Google Shape;805;p101"/>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06" name="Google Shape;806;p101"/>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07" name="Google Shape;807;p101"/>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08" name="Google Shape;808;p101"/>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Ttle Slide 3 - without image">
  <p:cSld name="Ttle Slide 3 - without image">
    <p:spTree>
      <p:nvGrpSpPr>
        <p:cNvPr id="1" name="Shape 809"/>
        <p:cNvGrpSpPr/>
        <p:nvPr/>
      </p:nvGrpSpPr>
      <p:grpSpPr>
        <a:xfrm>
          <a:off x="0" y="0"/>
          <a:ext cx="0" cy="0"/>
          <a:chOff x="0" y="0"/>
          <a:chExt cx="0" cy="0"/>
        </a:xfrm>
      </p:grpSpPr>
      <p:sp>
        <p:nvSpPr>
          <p:cNvPr id="810" name="Google Shape;810;p102"/>
          <p:cNvSpPr>
            <a:spLocks noGrp="1"/>
          </p:cNvSpPr>
          <p:nvPr>
            <p:ph type="pic" idx="2"/>
          </p:nvPr>
        </p:nvSpPr>
        <p:spPr>
          <a:xfrm>
            <a:off x="2057400" y="1"/>
            <a:ext cx="7086600" cy="5143499"/>
          </a:xfrm>
          <a:prstGeom prst="rect">
            <a:avLst/>
          </a:prstGeom>
          <a:solidFill>
            <a:srgbClr val="DEDEDE"/>
          </a:solidFill>
          <a:ln>
            <a:noFill/>
          </a:ln>
        </p:spPr>
      </p:sp>
      <p:grpSp>
        <p:nvGrpSpPr>
          <p:cNvPr id="811" name="Google Shape;811;p102"/>
          <p:cNvGrpSpPr/>
          <p:nvPr/>
        </p:nvGrpSpPr>
        <p:grpSpPr>
          <a:xfrm>
            <a:off x="1" y="1"/>
            <a:ext cx="6275652" cy="5143500"/>
            <a:chOff x="1" y="3"/>
            <a:chExt cx="6126163" cy="6858000"/>
          </a:xfrm>
        </p:grpSpPr>
        <p:sp>
          <p:nvSpPr>
            <p:cNvPr id="812" name="Google Shape;812;p102"/>
            <p:cNvSpPr/>
            <p:nvPr/>
          </p:nvSpPr>
          <p:spPr>
            <a:xfrm>
              <a:off x="1" y="3"/>
              <a:ext cx="6126163" cy="6858000"/>
            </a:xfrm>
            <a:custGeom>
              <a:avLst/>
              <a:gdLst/>
              <a:ahLst/>
              <a:cxnLst/>
              <a:rect l="l" t="t" r="r" b="b"/>
              <a:pathLst>
                <a:path w="6126163" h="6858000" extrusionOk="0">
                  <a:moveTo>
                    <a:pt x="0" y="0"/>
                  </a:moveTo>
                  <a:lnTo>
                    <a:pt x="2381250" y="0"/>
                  </a:lnTo>
                  <a:lnTo>
                    <a:pt x="2381250" y="765175"/>
                  </a:lnTo>
                  <a:lnTo>
                    <a:pt x="3149601" y="765175"/>
                  </a:lnTo>
                  <a:lnTo>
                    <a:pt x="3149601" y="1957388"/>
                  </a:lnTo>
                  <a:lnTo>
                    <a:pt x="5132388" y="1957388"/>
                  </a:lnTo>
                  <a:lnTo>
                    <a:pt x="5132388" y="4899025"/>
                  </a:lnTo>
                  <a:lnTo>
                    <a:pt x="6126163" y="4899025"/>
                  </a:lnTo>
                  <a:lnTo>
                    <a:pt x="6126163" y="6858000"/>
                  </a:lnTo>
                  <a:lnTo>
                    <a:pt x="5132388" y="6858000"/>
                  </a:lnTo>
                  <a:lnTo>
                    <a:pt x="3149601" y="6858000"/>
                  </a:lnTo>
                  <a:lnTo>
                    <a:pt x="2381250" y="6858000"/>
                  </a:lnTo>
                  <a:lnTo>
                    <a:pt x="917576" y="6858000"/>
                  </a:lnTo>
                  <a:lnTo>
                    <a:pt x="0" y="6858000"/>
                  </a:lnTo>
                  <a:close/>
                </a:path>
              </a:pathLst>
            </a:custGeom>
            <a:solidFill>
              <a:srgbClr val="D04A0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lt1"/>
                </a:solidFill>
                <a:latin typeface="Arial"/>
                <a:ea typeface="Arial"/>
                <a:cs typeface="Arial"/>
                <a:sym typeface="Arial"/>
              </a:endParaRPr>
            </a:p>
          </p:txBody>
        </p:sp>
        <p:pic>
          <p:nvPicPr>
            <p:cNvPr id="813" name="Google Shape;813;p102"/>
            <p:cNvPicPr preferRelativeResize="0"/>
            <p:nvPr/>
          </p:nvPicPr>
          <p:blipFill rotWithShape="1">
            <a:blip r:embed="rId2">
              <a:alphaModFix/>
            </a:blip>
            <a:srcRect/>
            <a:stretch/>
          </p:blipFill>
          <p:spPr>
            <a:xfrm>
              <a:off x="201168" y="5330955"/>
              <a:ext cx="1636776" cy="1351184"/>
            </a:xfrm>
            <a:prstGeom prst="rect">
              <a:avLst/>
            </a:prstGeom>
            <a:noFill/>
            <a:ln>
              <a:noFill/>
            </a:ln>
          </p:spPr>
        </p:pic>
      </p:grpSp>
      <p:sp>
        <p:nvSpPr>
          <p:cNvPr id="814" name="Google Shape;814;p102"/>
          <p:cNvSpPr txBox="1"/>
          <p:nvPr/>
        </p:nvSpPr>
        <p:spPr>
          <a:xfrm>
            <a:off x="427453" y="3156042"/>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Arial"/>
                <a:ea typeface="Arial"/>
                <a:cs typeface="Arial"/>
                <a:sym typeface="Arial"/>
              </a:rPr>
              <a:t> </a:t>
            </a:r>
            <a:endParaRPr sz="1100" b="0" i="0" u="none" strike="noStrike" cap="none">
              <a:solidFill>
                <a:srgbClr val="000000"/>
              </a:solidFill>
              <a:latin typeface="Arial"/>
              <a:ea typeface="Arial"/>
              <a:cs typeface="Arial"/>
              <a:sym typeface="Arial"/>
            </a:endParaRPr>
          </a:p>
        </p:txBody>
      </p:sp>
      <p:sp>
        <p:nvSpPr>
          <p:cNvPr id="815" name="Google Shape;815;p102"/>
          <p:cNvSpPr txBox="1"/>
          <p:nvPr/>
        </p:nvSpPr>
        <p:spPr>
          <a:xfrm>
            <a:off x="427454" y="3541644"/>
            <a:ext cx="2443952" cy="1018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Arial"/>
              <a:buNone/>
            </a:pPr>
            <a:endParaRPr sz="700" b="1" i="0" u="none" strike="noStrike" cap="none">
              <a:solidFill>
                <a:schemeClr val="lt1"/>
              </a:solidFill>
              <a:latin typeface="Arial"/>
              <a:ea typeface="Arial"/>
              <a:cs typeface="Arial"/>
              <a:sym typeface="Arial"/>
            </a:endParaRPr>
          </a:p>
        </p:txBody>
      </p:sp>
      <p:sp>
        <p:nvSpPr>
          <p:cNvPr id="816" name="Google Shape;816;p102"/>
          <p:cNvSpPr txBox="1"/>
          <p:nvPr/>
        </p:nvSpPr>
        <p:spPr>
          <a:xfrm>
            <a:off x="427453" y="2813797"/>
            <a:ext cx="2183264"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817" name="Google Shape;817;p102"/>
          <p:cNvSpPr txBox="1"/>
          <p:nvPr/>
        </p:nvSpPr>
        <p:spPr>
          <a:xfrm>
            <a:off x="1731213" y="2375717"/>
            <a:ext cx="6109026" cy="21179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Georgia"/>
              <a:ea typeface="Georgia"/>
              <a:cs typeface="Georgia"/>
              <a:sym typeface="Georgia"/>
            </a:endParaRPr>
          </a:p>
        </p:txBody>
      </p:sp>
      <p:sp>
        <p:nvSpPr>
          <p:cNvPr id="818" name="Google Shape;818;p102"/>
          <p:cNvSpPr txBox="1"/>
          <p:nvPr/>
        </p:nvSpPr>
        <p:spPr>
          <a:xfrm>
            <a:off x="427453" y="1663306"/>
            <a:ext cx="4761151" cy="48888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 sz="32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
        <p:nvSpPr>
          <p:cNvPr id="819" name="Google Shape;819;p102"/>
          <p:cNvSpPr txBox="1"/>
          <p:nvPr/>
        </p:nvSpPr>
        <p:spPr>
          <a:xfrm>
            <a:off x="427453" y="2608057"/>
            <a:ext cx="4761151" cy="1528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lt1"/>
                </a:solidFill>
                <a:latin typeface="Georgia"/>
                <a:ea typeface="Georgia"/>
                <a:cs typeface="Georgia"/>
                <a:sym typeface="Georgia"/>
              </a:rPr>
              <a:t>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chemeClr val="lt1"/>
        </a:solidFill>
        <a:effectLst/>
      </p:bgPr>
    </p:bg>
    <p:spTree>
      <p:nvGrpSpPr>
        <p:cNvPr id="1" name="Shape 820"/>
        <p:cNvGrpSpPr/>
        <p:nvPr/>
      </p:nvGrpSpPr>
      <p:grpSpPr>
        <a:xfrm>
          <a:off x="0" y="0"/>
          <a:ext cx="0" cy="0"/>
          <a:chOff x="0" y="0"/>
          <a:chExt cx="0" cy="0"/>
        </a:xfrm>
      </p:grpSpPr>
      <p:sp>
        <p:nvSpPr>
          <p:cNvPr id="821" name="Google Shape;821;p10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8400"/>
              <a:buFont typeface="Arial"/>
              <a:buNone/>
              <a:defRPr sz="18400" b="0" i="0">
                <a:solidFill>
                  <a:schemeClr val="lt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2" name="Google Shape;822;p10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700"/>
              <a:buNone/>
              <a:defRPr/>
            </a:lvl1pPr>
            <a:lvl2pPr marL="914400" lvl="1" indent="-317500" algn="l">
              <a:lnSpc>
                <a:spcPct val="100000"/>
              </a:lnSpc>
              <a:spcBef>
                <a:spcPts val="400"/>
              </a:spcBef>
              <a:spcAft>
                <a:spcPts val="0"/>
              </a:spcAft>
              <a:buSzPts val="1400"/>
              <a:buChar char="•"/>
              <a:defRPr/>
            </a:lvl2pPr>
            <a:lvl3pPr marL="1371600" lvl="2" indent="-317500" algn="l">
              <a:lnSpc>
                <a:spcPct val="100000"/>
              </a:lnSpc>
              <a:spcBef>
                <a:spcPts val="400"/>
              </a:spcBef>
              <a:spcAft>
                <a:spcPts val="0"/>
              </a:spcAft>
              <a:buSzPts val="1400"/>
              <a:buChar char="-"/>
              <a:defRPr/>
            </a:lvl3pPr>
            <a:lvl4pPr marL="1828800" lvl="3" indent="-317500" algn="l">
              <a:lnSpc>
                <a:spcPct val="100000"/>
              </a:lnSpc>
              <a:spcBef>
                <a:spcPts val="400"/>
              </a:spcBef>
              <a:spcAft>
                <a:spcPts val="0"/>
              </a:spcAft>
              <a:buSzPts val="1400"/>
              <a:buChar char="◦"/>
              <a:defRPr/>
            </a:lvl4pPr>
            <a:lvl5pPr marL="2286000" lvl="4" indent="-317500" algn="l">
              <a:lnSpc>
                <a:spcPct val="100000"/>
              </a:lnSpc>
              <a:spcBef>
                <a:spcPts val="400"/>
              </a:spcBef>
              <a:spcAft>
                <a:spcPts val="0"/>
              </a:spcAft>
              <a:buSzPts val="1400"/>
              <a:buChar char="›"/>
              <a:defRPr/>
            </a:lvl5pPr>
            <a:lvl6pPr marL="2743200" lvl="5" indent="-317500" algn="l">
              <a:lnSpc>
                <a:spcPct val="100000"/>
              </a:lnSpc>
              <a:spcBef>
                <a:spcPts val="400"/>
              </a:spcBef>
              <a:spcAft>
                <a:spcPts val="0"/>
              </a:spcAft>
              <a:buClr>
                <a:schemeClr val="dk1"/>
              </a:buClr>
              <a:buSzPts val="1400"/>
              <a:buAutoNum type="arabicPeriod"/>
              <a:defRPr/>
            </a:lvl6pPr>
            <a:lvl7pPr marL="3200400" lvl="6" indent="-317500" algn="l">
              <a:lnSpc>
                <a:spcPct val="100000"/>
              </a:lnSpc>
              <a:spcBef>
                <a:spcPts val="400"/>
              </a:spcBef>
              <a:spcAft>
                <a:spcPts val="0"/>
              </a:spcAft>
              <a:buClr>
                <a:schemeClr val="dk1"/>
              </a:buClr>
              <a:buSzPts val="1400"/>
              <a:buAutoNum type="alphaLcPeriod"/>
              <a:defRPr/>
            </a:lvl7pPr>
            <a:lvl8pPr marL="3657600" lvl="7" indent="-317500" algn="l">
              <a:lnSpc>
                <a:spcPct val="100000"/>
              </a:lnSpc>
              <a:spcBef>
                <a:spcPts val="400"/>
              </a:spcBef>
              <a:spcAft>
                <a:spcPts val="0"/>
              </a:spcAft>
              <a:buClr>
                <a:schemeClr val="dk1"/>
              </a:buClr>
              <a:buSzPts val="1400"/>
              <a:buAutoNum type="romanLcPeriod"/>
              <a:defRPr/>
            </a:lvl8pPr>
            <a:lvl9pPr marL="4114800" lvl="8" indent="-228600" algn="l">
              <a:lnSpc>
                <a:spcPct val="100000"/>
              </a:lnSpc>
              <a:spcBef>
                <a:spcPts val="400"/>
              </a:spcBef>
              <a:spcAft>
                <a:spcPts val="400"/>
              </a:spcAft>
              <a:buClr>
                <a:schemeClr val="dk2"/>
              </a:buClr>
              <a:buSzPts val="1400"/>
              <a:buNone/>
              <a:defRPr/>
            </a:lvl9pPr>
          </a:lstStyle>
          <a:p>
            <a:endParaRPr/>
          </a:p>
        </p:txBody>
      </p:sp>
      <p:sp>
        <p:nvSpPr>
          <p:cNvPr id="823" name="Google Shape;823;p103"/>
          <p:cNvSpPr txBox="1">
            <a:spLocks noGrp="1"/>
          </p:cNvSpPr>
          <p:nvPr>
            <p:ph type="ftr" idx="11"/>
          </p:nvPr>
        </p:nvSpPr>
        <p:spPr>
          <a:xfrm>
            <a:off x="482138" y="4689662"/>
            <a:ext cx="5253644"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sz="600" b="0" i="0">
                <a:solidFill>
                  <a:schemeClr val="dk1"/>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4" name="Google Shape;824;p103"/>
          <p:cNvSpPr txBox="1">
            <a:spLocks noGrp="1"/>
          </p:cNvSpPr>
          <p:nvPr>
            <p:ph type="dt" idx="10"/>
          </p:nvPr>
        </p:nvSpPr>
        <p:spPr>
          <a:xfrm>
            <a:off x="7132320" y="4689662"/>
            <a:ext cx="1521229" cy="10287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5" name="Google Shape;825;p103"/>
          <p:cNvSpPr txBox="1">
            <a:spLocks noGrp="1"/>
          </p:cNvSpPr>
          <p:nvPr>
            <p:ph type="sldNum" idx="12"/>
          </p:nvPr>
        </p:nvSpPr>
        <p:spPr>
          <a:xfrm>
            <a:off x="7132320" y="4792532"/>
            <a:ext cx="1521229" cy="102870"/>
          </a:xfrm>
          <a:prstGeom prst="rect">
            <a:avLst/>
          </a:prstGeom>
          <a:noFill/>
          <a:ln>
            <a:noFill/>
          </a:ln>
        </p:spPr>
        <p:txBody>
          <a:bodyPr spcFirstLastPara="1" wrap="square" lIns="0" tIns="0" rIns="0" bIns="0" anchor="ctr" anchorCtr="0">
            <a:noAutofit/>
          </a:bodyPr>
          <a:lstStyle>
            <a:lvl1pPr marL="25400" marR="0" lvl="0"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25400" marR="0" lvl="1"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25400" marR="0" lvl="2"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25400" marR="0" lvl="3"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25400" marR="0" lvl="4"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25400" marR="0" lvl="5"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25400" marR="0" lvl="6"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25400" marR="0" lvl="7"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25400" marR="0" lvl="8" indent="0" algn="r">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itre de section">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29306"/>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190726709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298329" y="2594969"/>
            <a:ext cx="4234381" cy="1944956"/>
          </a:xfrm>
        </p:spPr>
        <p:txBody>
          <a:bodyPr anchor="b" anchorCtr="0"/>
          <a:lstStyle>
            <a:lvl1pPr>
              <a:lnSpc>
                <a:spcPct val="80000"/>
              </a:lnSpc>
              <a:spcBef>
                <a:spcPts val="1050"/>
              </a:spcBef>
              <a:defRPr sz="3600" b="0"/>
            </a:lvl1pPr>
          </a:lstStyle>
          <a:p>
            <a:r>
              <a:rPr lang="fr-FR"/>
              <a:t>Modifiez le style du titre</a:t>
            </a:r>
            <a:endParaRPr lang="en-US"/>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6145368" y="432054"/>
            <a:ext cx="2596571" cy="3231654"/>
          </a:xfrm>
        </p:spPr>
        <p:txBody>
          <a:bodyPr wrap="square">
            <a:spAutoFit/>
          </a:bodyPr>
          <a:lstStyle>
            <a:lvl1pPr marL="0" indent="0" algn="r">
              <a:lnSpc>
                <a:spcPct val="80000"/>
              </a:lnSpc>
              <a:spcBef>
                <a:spcPts val="0"/>
              </a:spcBef>
              <a:spcAft>
                <a:spcPts val="0"/>
              </a:spcAft>
              <a:buNone/>
              <a:defRPr sz="26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Tree>
    <p:extLst>
      <p:ext uri="{BB962C8B-B14F-4D97-AF65-F5344CB8AC3E}">
        <p14:creationId xmlns:p14="http://schemas.microsoft.com/office/powerpoint/2010/main" val="434015855"/>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00038" y="-225561"/>
            <a:ext cx="4232672" cy="207749"/>
          </a:xfrm>
        </p:spPr>
        <p:txBody>
          <a:bodyPr wrap="square">
            <a:spAutoFit/>
          </a:bodyPr>
          <a:lstStyle>
            <a:lvl1pPr>
              <a:defRPr sz="135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4612707" y="688666"/>
            <a:ext cx="4245542" cy="1384994"/>
          </a:xfrm>
        </p:spPr>
        <p:txBody>
          <a:bodyPr wrap="square">
            <a:spAutoFit/>
          </a:bodyPr>
          <a:lstStyle>
            <a:lvl1pPr marL="0" indent="0" algn="l">
              <a:lnSpc>
                <a:spcPct val="80000"/>
              </a:lnSpc>
              <a:spcBef>
                <a:spcPts val="0"/>
              </a:spcBef>
              <a:spcAft>
                <a:spcPts val="0"/>
              </a:spcAft>
              <a:buNone/>
              <a:defRPr sz="11250" b="0" kern="100" spc="-38" baseline="0">
                <a:solidFill>
                  <a:schemeClr val="accent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4612707" y="1825228"/>
            <a:ext cx="4245543" cy="2270522"/>
          </a:xfrm>
        </p:spPr>
        <p:txBody>
          <a:bodyPr/>
          <a:lstStyle>
            <a:lvl1pPr>
              <a:lnSpc>
                <a:spcPct val="100000"/>
              </a:lnSpc>
              <a:spcBef>
                <a:spcPts val="675"/>
              </a:spcBef>
              <a:spcAft>
                <a:spcPts val="0"/>
              </a:spcAft>
              <a:defRPr sz="4950" b="0" spc="-38" baseline="0">
                <a:latin typeface="+mj-lt"/>
              </a:defRPr>
            </a:lvl1pPr>
          </a:lstStyle>
          <a:p>
            <a:pPr lvl="0"/>
            <a:r>
              <a:rPr lang="fr-FR"/>
              <a:t>Cliquez pour modifier les styles du texte du masque</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800100" y="4873081"/>
            <a:ext cx="6611112" cy="121187"/>
          </a:xfrm>
          <a:prstGeom prst="rect">
            <a:avLst/>
          </a:prstGeom>
        </p:spPr>
        <p:txBody>
          <a:bodyPr vert="horz" wrap="square" lIns="0" tIns="0" rIns="0" bIns="0" rtlCol="0" anchor="b" anchorCtr="0">
            <a:spAutoFit/>
          </a:bodyPr>
          <a:lstStyle>
            <a:lvl1pPr algn="l">
              <a:defRPr sz="788"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8627864" y="4876039"/>
            <a:ext cx="223657" cy="121187"/>
          </a:xfrm>
          <a:prstGeom prst="rect">
            <a:avLst/>
          </a:prstGeom>
        </p:spPr>
        <p:txBody>
          <a:bodyPr vert="horz" wrap="square" lIns="0" tIns="0" rIns="0" bIns="0" rtlCol="0" anchor="b" anchorCtr="0">
            <a:spAutoFit/>
          </a:bodyPr>
          <a:lstStyle>
            <a:lvl1pPr algn="r">
              <a:defRPr sz="788">
                <a:solidFill>
                  <a:schemeClr val="tx1"/>
                </a:solidFill>
                <a:latin typeface="+mn-lt"/>
                <a:cs typeface="Arial" panose="020B0604020202020204" pitchFamily="34" charset="0"/>
              </a:defRPr>
            </a:lvl1pPr>
          </a:lstStyle>
          <a:p>
            <a:fld id="{3E6AC032-1535-134B-A583-D5E1DDD0D167}" type="slidenum">
              <a:rPr lang="en-US" smtClean="0"/>
              <a:pPr/>
              <a:t>‹N°›</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301475" y="3385495"/>
            <a:ext cx="3513288" cy="1074538"/>
          </a:xfrm>
        </p:spPr>
        <p:txBody>
          <a:bodyPr/>
          <a:lstStyle>
            <a:lvl1pPr>
              <a:lnSpc>
                <a:spcPct val="100000"/>
              </a:lnSpc>
              <a:spcBef>
                <a:spcPts val="0"/>
              </a:spcBef>
              <a:spcAft>
                <a:spcPts val="0"/>
              </a:spcAft>
              <a:defRPr sz="1350" b="1"/>
            </a:lvl1pPr>
            <a:lvl2pPr>
              <a:lnSpc>
                <a:spcPct val="100000"/>
              </a:lnSpc>
              <a:spcBef>
                <a:spcPts val="0"/>
              </a:spcBef>
              <a:spcAft>
                <a:spcPts val="0"/>
              </a:spcAft>
              <a:defRPr sz="1350" b="0">
                <a:latin typeface="+mj-lt"/>
              </a:defRPr>
            </a:lvl2pPr>
            <a:lvl3pPr marL="0" indent="0">
              <a:buNone/>
              <a:defRPr/>
            </a:lvl3pPr>
          </a:lstStyle>
          <a:p>
            <a:pPr lvl="0"/>
            <a:r>
              <a:rPr lang="fr-FR"/>
              <a:t>Cliquez pour modifier les styles du texte du masque</a:t>
            </a:r>
          </a:p>
          <a:p>
            <a:pPr lvl="1"/>
            <a:r>
              <a:rPr lang="fr-FR"/>
              <a:t>Deuxième niveau</a:t>
            </a:r>
          </a:p>
        </p:txBody>
      </p:sp>
    </p:spTree>
    <p:extLst>
      <p:ext uri="{BB962C8B-B14F-4D97-AF65-F5344CB8AC3E}">
        <p14:creationId xmlns:p14="http://schemas.microsoft.com/office/powerpoint/2010/main" val="14491914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graphicFrame>
        <p:nvGraphicFramePr>
          <p:cNvPr id="7" name="Objet 6" hidden="1"/>
          <p:cNvGraphicFramePr>
            <a:graphicFrameLocks noChangeAspect="1"/>
          </p:cNvGraphicFramePr>
          <p:nvPr userDrawn="1">
            <p:custDataLst>
              <p:tags r:id="rId1"/>
            </p:custDataLst>
            <p:extLst>
              <p:ext uri="{D42A27DB-BD31-4B8C-83A1-F6EECF244321}">
                <p14:modId xmlns:p14="http://schemas.microsoft.com/office/powerpoint/2010/main" val="370239629"/>
              </p:ext>
            </p:ext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Diapositive think-cell" r:id="rId3" imgW="592" imgH="591" progId="TCLayout.ActiveDocument.1">
                  <p:embed/>
                </p:oleObj>
              </mc:Choice>
              <mc:Fallback>
                <p:oleObj name="Diapositive think-cell" r:id="rId3" imgW="592" imgH="591" progId="TCLayout.ActiveDocument.1">
                  <p:embed/>
                  <p:pic>
                    <p:nvPicPr>
                      <p:cNvPr id="7" name="Objet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3" name="Content Placeholder 2"/>
          <p:cNvSpPr>
            <a:spLocks noGrp="1"/>
          </p:cNvSpPr>
          <p:nvPr>
            <p:ph idx="1" hasCustomPrompt="1"/>
          </p:nvPr>
        </p:nvSpPr>
        <p:spPr>
          <a:xfrm>
            <a:off x="457200" y="1577578"/>
            <a:ext cx="8229600" cy="305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endParaRPr lang="en-GB"/>
          </a:p>
        </p:txBody>
      </p:sp>
      <p:sp>
        <p:nvSpPr>
          <p:cNvPr id="6" name="Slide Number Placeholder 5">
            <a:extLst>
              <a:ext uri="{FF2B5EF4-FFF2-40B4-BE49-F238E27FC236}">
                <a16:creationId xmlns:a16="http://schemas.microsoft.com/office/drawing/2014/main" id="{D3433AD6-7E25-3440-A0A8-374B46CA701C}"/>
              </a:ext>
            </a:extLst>
          </p:cNvPr>
          <p:cNvSpPr>
            <a:spLocks noGrp="1"/>
          </p:cNvSpPr>
          <p:nvPr>
            <p:ph type="sldNum" sz="quarter" idx="11"/>
          </p:nvPr>
        </p:nvSpPr>
        <p:spPr/>
        <p:txBody>
          <a:bodyPr/>
          <a:lstStyle/>
          <a:p>
            <a:fld id="{7870704B-CE94-48CC-AF30-84932A1262A7}" type="slidenum">
              <a:rPr lang="en-GB" smtClean="0"/>
              <a:pPr/>
              <a:t>‹N°›</a:t>
            </a:fld>
            <a:endParaRPr lang="en-GB"/>
          </a:p>
        </p:txBody>
      </p:sp>
      <p:sp>
        <p:nvSpPr>
          <p:cNvPr id="4" name="Title 3">
            <a:extLst>
              <a:ext uri="{FF2B5EF4-FFF2-40B4-BE49-F238E27FC236}">
                <a16:creationId xmlns:a16="http://schemas.microsoft.com/office/drawing/2014/main" id="{776FB90E-F37C-5341-AEB0-5E882FB00C69}"/>
              </a:ext>
            </a:extLst>
          </p:cNvPr>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78D09915-22BB-A744-9F60-36B5E912ADF7}"/>
              </a:ext>
            </a:extLst>
          </p:cNvPr>
          <p:cNvSpPr>
            <a:spLocks noGrp="1"/>
          </p:cNvSpPr>
          <p:nvPr>
            <p:ph type="dt" sz="half" idx="12"/>
          </p:nvPr>
        </p:nvSpPr>
        <p:spPr/>
        <p:txBody>
          <a:bodyPr/>
          <a:lstStyle/>
          <a:p>
            <a:r>
              <a:rPr lang="fr-FR"/>
              <a:t>Date</a:t>
            </a:r>
            <a:endParaRPr lang="en-US"/>
          </a:p>
        </p:txBody>
      </p:sp>
      <p:sp>
        <p:nvSpPr>
          <p:cNvPr id="5" name="Footer Placeholder 4">
            <a:extLst>
              <a:ext uri="{FF2B5EF4-FFF2-40B4-BE49-F238E27FC236}">
                <a16:creationId xmlns:a16="http://schemas.microsoft.com/office/drawing/2014/main" id="{85B138C9-6561-B649-8622-AF1946B5370B}"/>
              </a:ext>
            </a:extLst>
          </p:cNvPr>
          <p:cNvSpPr>
            <a:spLocks noGrp="1"/>
          </p:cNvSpPr>
          <p:nvPr>
            <p:ph type="ftr" sz="quarter" idx="13"/>
          </p:nvPr>
        </p:nvSpPr>
        <p:spPr/>
        <p:txBody>
          <a:bodyPr/>
          <a:lstStyle/>
          <a:p>
            <a:pPr algn="l"/>
            <a:r>
              <a:rPr lang="en-US"/>
              <a:t>PwC - mars 2019</a:t>
            </a:r>
          </a:p>
        </p:txBody>
      </p:sp>
    </p:spTree>
    <p:extLst>
      <p:ext uri="{BB962C8B-B14F-4D97-AF65-F5344CB8AC3E}">
        <p14:creationId xmlns:p14="http://schemas.microsoft.com/office/powerpoint/2010/main" val="39806658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34" Type="http://schemas.openxmlformats.org/officeDocument/2006/relationships/theme" Target="../theme/theme2.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cxnSp>
        <p:nvCxnSpPr>
          <p:cNvPr id="51" name="Google Shape;51;p13"/>
          <p:cNvCxnSpPr/>
          <p:nvPr/>
        </p:nvCxnSpPr>
        <p:spPr>
          <a:xfrm rot="10800000">
            <a:off x="180942" y="4971563"/>
            <a:ext cx="3563" cy="171938"/>
          </a:xfrm>
          <a:prstGeom prst="straightConnector1">
            <a:avLst/>
          </a:prstGeom>
          <a:noFill/>
          <a:ln w="9525" cap="flat" cmpd="sng">
            <a:solidFill>
              <a:srgbClr val="D93954"/>
            </a:solidFill>
            <a:prstDash val="solid"/>
            <a:round/>
            <a:headEnd type="none" w="sm" len="sm"/>
            <a:tailEnd type="none" w="sm" len="sm"/>
          </a:ln>
        </p:spPr>
      </p:cxnSp>
      <p:sp>
        <p:nvSpPr>
          <p:cNvPr id="52" name="Google Shape;52;p13"/>
          <p:cNvSpPr txBox="1">
            <a:spLocks noGrp="1"/>
          </p:cNvSpPr>
          <p:nvPr>
            <p:ph type="title"/>
          </p:nvPr>
        </p:nvSpPr>
        <p:spPr>
          <a:xfrm>
            <a:off x="332185" y="324001"/>
            <a:ext cx="8479687" cy="1040437"/>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900"/>
              <a:buFont typeface="Georgia"/>
              <a:buNone/>
              <a:defRPr sz="29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700" b="0" i="0" u="none" strike="noStrike" cap="none">
                <a:solidFill>
                  <a:srgbClr val="000000"/>
                </a:solidFill>
                <a:latin typeface="Arial"/>
                <a:ea typeface="Arial"/>
                <a:cs typeface="Arial"/>
                <a:sym typeface="Arial"/>
              </a:defRPr>
            </a:lvl9pPr>
          </a:lstStyle>
          <a:p>
            <a:endParaRPr/>
          </a:p>
        </p:txBody>
      </p:sp>
      <p:sp>
        <p:nvSpPr>
          <p:cNvPr id="53" name="Google Shape;53;p13"/>
          <p:cNvSpPr txBox="1">
            <a:spLocks noGrp="1"/>
          </p:cNvSpPr>
          <p:nvPr>
            <p:ph type="body" idx="1"/>
          </p:nvPr>
        </p:nvSpPr>
        <p:spPr>
          <a:xfrm>
            <a:off x="332188" y="1317516"/>
            <a:ext cx="8479687" cy="3311625"/>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500"/>
              </a:spcBef>
              <a:spcAft>
                <a:spcPts val="5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242889" y="4845094"/>
            <a:ext cx="548625" cy="86625"/>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
        <p:nvSpPr>
          <p:cNvPr id="55" name="Google Shape;55;p13"/>
          <p:cNvSpPr txBox="1"/>
          <p:nvPr/>
        </p:nvSpPr>
        <p:spPr>
          <a:xfrm>
            <a:off x="332188" y="4845094"/>
            <a:ext cx="1875000" cy="13465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400"/>
              </a:spcAft>
              <a:buClr>
                <a:srgbClr val="000000"/>
              </a:buClr>
              <a:buSzPts val="600"/>
              <a:buFont typeface="Arial"/>
              <a:buNone/>
            </a:pPr>
            <a:r>
              <a:rPr lang="en" sz="600" b="1" i="0" u="none" strike="noStrike" cap="none">
                <a:solidFill>
                  <a:schemeClr val="dk1"/>
                </a:solidFill>
                <a:latin typeface="Arial"/>
                <a:ea typeface="Arial"/>
                <a:cs typeface="Arial"/>
                <a:sym typeface="Arial"/>
              </a:rPr>
              <a:t>PwC</a:t>
            </a:r>
            <a:r>
              <a:rPr lang="en" sz="600" b="0" i="0" u="none" strike="noStrike" cap="none">
                <a:solidFill>
                  <a:schemeClr val="dk1"/>
                </a:solidFill>
                <a:latin typeface="Arial"/>
                <a:ea typeface="Arial"/>
                <a:cs typeface="Arial"/>
                <a:sym typeface="Arial"/>
              </a:rPr>
              <a:t> </a:t>
            </a:r>
            <a:endParaRPr sz="600" b="0" i="0" u="none" strike="noStrike" cap="none">
              <a:solidFill>
                <a:schemeClr val="dk1"/>
              </a:solidFill>
              <a:latin typeface="Arial"/>
              <a:ea typeface="Arial"/>
              <a:cs typeface="Arial"/>
              <a:sym typeface="Arial"/>
            </a:endParaRPr>
          </a:p>
        </p:txBody>
      </p:sp>
      <p:grpSp>
        <p:nvGrpSpPr>
          <p:cNvPr id="56" name="Google Shape;56;p13"/>
          <p:cNvGrpSpPr/>
          <p:nvPr/>
        </p:nvGrpSpPr>
        <p:grpSpPr>
          <a:xfrm rot="-5400000">
            <a:off x="-2029027" y="2702798"/>
            <a:ext cx="4419938" cy="165188"/>
            <a:chOff x="94992" y="152400"/>
            <a:chExt cx="7071900" cy="264300"/>
          </a:xfrm>
        </p:grpSpPr>
        <p:cxnSp>
          <p:nvCxnSpPr>
            <p:cNvPr id="57" name="Google Shape;57;p13"/>
            <p:cNvCxnSpPr>
              <a:stCxn id="58" idx="0"/>
            </p:cNvCxnSpPr>
            <p:nvPr/>
          </p:nvCxnSpPr>
          <p:spPr>
            <a:xfrm rot="-5400000">
              <a:off x="3783192" y="-3099150"/>
              <a:ext cx="600" cy="6766800"/>
            </a:xfrm>
            <a:prstGeom prst="straightConnector1">
              <a:avLst/>
            </a:prstGeom>
            <a:noFill/>
            <a:ln w="9525" cap="flat" cmpd="sng">
              <a:solidFill>
                <a:srgbClr val="D93954"/>
              </a:solidFill>
              <a:prstDash val="solid"/>
              <a:round/>
              <a:headEnd type="none" w="sm" len="sm"/>
              <a:tailEnd type="none" w="sm" len="sm"/>
            </a:ln>
          </p:spPr>
        </p:cxnSp>
        <p:sp>
          <p:nvSpPr>
            <p:cNvPr id="58" name="Google Shape;58;p13"/>
            <p:cNvSpPr/>
            <p:nvPr/>
          </p:nvSpPr>
          <p:spPr>
            <a:xfrm>
              <a:off x="94992" y="152400"/>
              <a:ext cx="305100" cy="264300"/>
            </a:xfrm>
            <a:prstGeom prst="hexagon">
              <a:avLst>
                <a:gd name="adj" fmla="val 25000"/>
                <a:gd name="vf" fmla="val 115470"/>
              </a:avLst>
            </a:prstGeom>
            <a:solidFill>
              <a:srgbClr val="EA8C09"/>
            </a:solidFill>
            <a:ln w="12700"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000000"/>
                </a:solidFill>
                <a:latin typeface="Arial"/>
                <a:ea typeface="Arial"/>
                <a:cs typeface="Arial"/>
                <a:sym typeface="Arial"/>
              </a:endParaRPr>
            </a:p>
          </p:txBody>
        </p:sp>
      </p:grpSp>
      <p:grpSp>
        <p:nvGrpSpPr>
          <p:cNvPr id="59" name="Google Shape;59;p13"/>
          <p:cNvGrpSpPr/>
          <p:nvPr/>
        </p:nvGrpSpPr>
        <p:grpSpPr>
          <a:xfrm>
            <a:off x="0" y="224057"/>
            <a:ext cx="218398" cy="617220"/>
            <a:chOff x="4552950" y="755650"/>
            <a:chExt cx="309944" cy="875940"/>
          </a:xfrm>
        </p:grpSpPr>
        <p:sp>
          <p:nvSpPr>
            <p:cNvPr id="60" name="Google Shape;60;p13"/>
            <p:cNvSpPr/>
            <p:nvPr/>
          </p:nvSpPr>
          <p:spPr>
            <a:xfrm>
              <a:off x="4552950" y="755650"/>
              <a:ext cx="224866" cy="350200"/>
            </a:xfrm>
            <a:prstGeom prst="rect">
              <a:avLst/>
            </a:prstGeom>
            <a:solidFill>
              <a:srgbClr val="EA8C0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1" name="Google Shape;61;p13"/>
            <p:cNvSpPr/>
            <p:nvPr/>
          </p:nvSpPr>
          <p:spPr>
            <a:xfrm>
              <a:off x="4601165" y="1105850"/>
              <a:ext cx="261729" cy="261729"/>
            </a:xfrm>
            <a:prstGeom prst="rect">
              <a:avLst/>
            </a:prstGeom>
            <a:solidFill>
              <a:srgbClr val="D9395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2" name="Google Shape;62;p13"/>
            <p:cNvSpPr/>
            <p:nvPr/>
          </p:nvSpPr>
          <p:spPr>
            <a:xfrm>
              <a:off x="4641288" y="1366175"/>
              <a:ext cx="116422" cy="265415"/>
            </a:xfrm>
            <a:prstGeom prst="rect">
              <a:avLst/>
            </a:prstGeom>
            <a:solidFill>
              <a:srgbClr val="CF4C16"/>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grpSp>
      <p:cxnSp>
        <p:nvCxnSpPr>
          <p:cNvPr id="63" name="Google Shape;63;p13"/>
          <p:cNvCxnSpPr/>
          <p:nvPr/>
        </p:nvCxnSpPr>
        <p:spPr>
          <a:xfrm>
            <a:off x="191531" y="-36431"/>
            <a:ext cx="0" cy="383063"/>
          </a:xfrm>
          <a:prstGeom prst="straightConnector1">
            <a:avLst/>
          </a:prstGeom>
          <a:noFill/>
          <a:ln w="9525" cap="flat" cmpd="sng">
            <a:solidFill>
              <a:srgbClr val="CF4C16"/>
            </a:solidFill>
            <a:prstDash val="solid"/>
            <a:round/>
            <a:headEnd type="none" w="sm" len="sm"/>
            <a:tailEnd type="none" w="sm" len="sm"/>
          </a:ln>
        </p:spPr>
      </p:cxnSp>
      <p:cxnSp>
        <p:nvCxnSpPr>
          <p:cNvPr id="64" name="Google Shape;64;p13"/>
          <p:cNvCxnSpPr/>
          <p:nvPr/>
        </p:nvCxnSpPr>
        <p:spPr>
          <a:xfrm>
            <a:off x="8952469" y="-36431"/>
            <a:ext cx="0" cy="383063"/>
          </a:xfrm>
          <a:prstGeom prst="straightConnector1">
            <a:avLst/>
          </a:prstGeom>
          <a:noFill/>
          <a:ln w="9525" cap="flat" cmpd="sng">
            <a:solidFill>
              <a:srgbClr val="CF4C16"/>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51" r:id="rId5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456">
          <p15:clr>
            <a:srgbClr val="F26B43"/>
          </p15:clr>
        </p15:guide>
        <p15:guide id="2" pos="251">
          <p15:clr>
            <a:srgbClr val="F26B43"/>
          </p15:clr>
        </p15:guide>
        <p15:guide id="3" pos="6661">
          <p15:clr>
            <a:srgbClr val="F26B43"/>
          </p15:clr>
        </p15:guide>
        <p15:guide id="4" pos="3558">
          <p15:clr>
            <a:srgbClr val="F26B43"/>
          </p15:clr>
        </p15:guide>
        <p15:guide id="5" pos="3354">
          <p15:clr>
            <a:srgbClr val="F26B43"/>
          </p15:clr>
        </p15:guide>
        <p15:guide id="6" orient="horz" pos="3499">
          <p15:clr>
            <a:srgbClr val="F26B43"/>
          </p15:clr>
        </p15:guide>
        <p15:guide id="7" pos="2453">
          <p15:clr>
            <a:srgbClr val="F26B43"/>
          </p15:clr>
        </p15:guide>
        <p15:guide id="8" pos="2251">
          <p15:clr>
            <a:srgbClr val="F26B43"/>
          </p15:clr>
        </p15:guide>
        <p15:guide id="9" pos="4457">
          <p15:clr>
            <a:srgbClr val="F26B43"/>
          </p15:clr>
        </p15:guide>
        <p15:guide id="10" pos="4659">
          <p15:clr>
            <a:srgbClr val="F26B43"/>
          </p15:clr>
        </p15:guide>
        <p15:guide id="11" orient="horz" pos="1944">
          <p15:clr>
            <a:srgbClr val="F26B43"/>
          </p15:clr>
        </p15:guide>
        <p15:guide id="12" orient="horz" pos="996">
          <p15:clr>
            <a:srgbClr val="F26B43"/>
          </p15:clr>
        </p15:guide>
        <p15:guide id="13" orient="horz" pos="810">
          <p15:clr>
            <a:srgbClr val="F26B43"/>
          </p15:clr>
        </p15:guide>
        <p15:guide id="14" orient="horz" pos="2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3"/>
        <p:cNvGrpSpPr/>
        <p:nvPr/>
      </p:nvGrpSpPr>
      <p:grpSpPr>
        <a:xfrm>
          <a:off x="0" y="0"/>
          <a:ext cx="0" cy="0"/>
          <a:chOff x="0" y="0"/>
          <a:chExt cx="0" cy="0"/>
        </a:xfrm>
      </p:grpSpPr>
      <p:sp>
        <p:nvSpPr>
          <p:cNvPr id="544" name="Google Shape;544;p73"/>
          <p:cNvSpPr txBox="1">
            <a:spLocks noGrp="1"/>
          </p:cNvSpPr>
          <p:nvPr>
            <p:ph type="title"/>
          </p:nvPr>
        </p:nvSpPr>
        <p:spPr>
          <a:xfrm>
            <a:off x="482138" y="707987"/>
            <a:ext cx="8179723" cy="556709"/>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900"/>
              <a:buFont typeface="Georgia"/>
              <a:buNone/>
              <a:defRPr sz="1900" b="1"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5" name="Google Shape;545;p73"/>
          <p:cNvSpPr txBox="1">
            <a:spLocks noGrp="1"/>
          </p:cNvSpPr>
          <p:nvPr>
            <p:ph type="body" idx="1"/>
          </p:nvPr>
        </p:nvSpPr>
        <p:spPr>
          <a:xfrm>
            <a:off x="482138" y="1361515"/>
            <a:ext cx="8179723" cy="323047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700"/>
              <a:buFont typeface="Noto Sans Symbols"/>
              <a:buNone/>
              <a:defRPr sz="700" b="0" i="0" u="none" strike="noStrike" cap="none">
                <a:solidFill>
                  <a:schemeClr val="dk1"/>
                </a:solidFill>
                <a:latin typeface="Arial"/>
                <a:ea typeface="Arial"/>
                <a:cs typeface="Arial"/>
                <a:sym typeface="Arial"/>
              </a:defRPr>
            </a:lvl1pPr>
            <a:lvl2pPr marL="914400" marR="0" lvl="1" indent="-273050" algn="l" rtl="0">
              <a:lnSpc>
                <a:spcPct val="100000"/>
              </a:lnSpc>
              <a:spcBef>
                <a:spcPts val="400"/>
              </a:spcBef>
              <a:spcAft>
                <a:spcPts val="0"/>
              </a:spcAft>
              <a:buClr>
                <a:srgbClr val="000000"/>
              </a:buClr>
              <a:buSzPts val="700"/>
              <a:buFont typeface="Times New Roman"/>
              <a:buChar char="•"/>
              <a:defRPr sz="700" b="0" i="0" u="none" strike="noStrike" cap="none">
                <a:solidFill>
                  <a:schemeClr val="dk1"/>
                </a:solidFill>
                <a:latin typeface="Arial"/>
                <a:ea typeface="Arial"/>
                <a:cs typeface="Arial"/>
                <a:sym typeface="Arial"/>
              </a:defRPr>
            </a:lvl2pPr>
            <a:lvl3pPr marL="1371600" marR="0" lvl="2" indent="-273050" algn="l" rtl="0">
              <a:lnSpc>
                <a:spcPct val="100000"/>
              </a:lnSpc>
              <a:spcBef>
                <a:spcPts val="400"/>
              </a:spcBef>
              <a:spcAft>
                <a:spcPts val="0"/>
              </a:spcAft>
              <a:buClr>
                <a:srgbClr val="000000"/>
              </a:buClr>
              <a:buSzPts val="700"/>
              <a:buFont typeface="Arial"/>
              <a:buChar char="-"/>
              <a:defRPr sz="700" b="0" i="0" u="none" strike="noStrike" cap="none">
                <a:solidFill>
                  <a:schemeClr val="dk1"/>
                </a:solidFill>
                <a:latin typeface="Arial"/>
                <a:ea typeface="Arial"/>
                <a:cs typeface="Arial"/>
                <a:sym typeface="Arial"/>
              </a:defRPr>
            </a:lvl3pPr>
            <a:lvl4pPr marL="1828800" marR="0" lvl="3"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4pPr>
            <a:lvl5pPr marL="2286000" marR="0" lvl="4" indent="-273050" algn="l" rtl="0">
              <a:lnSpc>
                <a:spcPct val="100000"/>
              </a:lnSpc>
              <a:spcBef>
                <a:spcPts val="400"/>
              </a:spcBef>
              <a:spcAft>
                <a:spcPts val="0"/>
              </a:spcAft>
              <a:buClr>
                <a:srgbClr val="000000"/>
              </a:buClr>
              <a:buSzPts val="700"/>
              <a:buFont typeface="Georgia"/>
              <a:buChar char="›"/>
              <a:defRPr sz="700" b="0" i="0" u="none" strike="noStrike" cap="none">
                <a:solidFill>
                  <a:schemeClr val="dk1"/>
                </a:solidFill>
                <a:latin typeface="Arial"/>
                <a:ea typeface="Arial"/>
                <a:cs typeface="Arial"/>
                <a:sym typeface="Arial"/>
              </a:defRPr>
            </a:lvl5pPr>
            <a:lvl6pPr marL="2743200" marR="0" lvl="5" indent="-273050" algn="l" rtl="0">
              <a:lnSpc>
                <a:spcPct val="100000"/>
              </a:lnSpc>
              <a:spcBef>
                <a:spcPts val="400"/>
              </a:spcBef>
              <a:spcAft>
                <a:spcPts val="0"/>
              </a:spcAft>
              <a:buClr>
                <a:schemeClr val="dk1"/>
              </a:buClr>
              <a:buSzPts val="700"/>
              <a:buFont typeface="Georgia"/>
              <a:buAutoNum type="arabicPeriod"/>
              <a:defRPr sz="700" b="0" i="0" u="none" strike="noStrike" cap="none">
                <a:solidFill>
                  <a:schemeClr val="dk1"/>
                </a:solidFill>
                <a:latin typeface="Arial"/>
                <a:ea typeface="Arial"/>
                <a:cs typeface="Arial"/>
                <a:sym typeface="Arial"/>
              </a:defRPr>
            </a:lvl6pPr>
            <a:lvl7pPr marL="3200400" marR="0" lvl="6" indent="-273050" algn="l" rtl="0">
              <a:lnSpc>
                <a:spcPct val="100000"/>
              </a:lnSpc>
              <a:spcBef>
                <a:spcPts val="400"/>
              </a:spcBef>
              <a:spcAft>
                <a:spcPts val="0"/>
              </a:spcAft>
              <a:buClr>
                <a:schemeClr val="dk1"/>
              </a:buClr>
              <a:buSzPts val="700"/>
              <a:buFont typeface="Georgia"/>
              <a:buAutoNum type="alphaLcPeriod"/>
              <a:defRPr sz="700" b="0" i="0" u="none" strike="noStrike" cap="none">
                <a:solidFill>
                  <a:schemeClr val="dk1"/>
                </a:solidFill>
                <a:latin typeface="Arial"/>
                <a:ea typeface="Arial"/>
                <a:cs typeface="Arial"/>
                <a:sym typeface="Arial"/>
              </a:defRPr>
            </a:lvl7pPr>
            <a:lvl8pPr marL="3657600" marR="0" lvl="7" indent="-273050" algn="l" rtl="0">
              <a:lnSpc>
                <a:spcPct val="100000"/>
              </a:lnSpc>
              <a:spcBef>
                <a:spcPts val="400"/>
              </a:spcBef>
              <a:spcAft>
                <a:spcPts val="0"/>
              </a:spcAft>
              <a:buClr>
                <a:schemeClr val="dk1"/>
              </a:buClr>
              <a:buSzPts val="700"/>
              <a:buFont typeface="Georgia"/>
              <a:buAutoNum type="romanLcPeriod"/>
              <a:defRPr sz="700" b="0" i="0" u="none" strike="noStrike" cap="none">
                <a:solidFill>
                  <a:schemeClr val="dk1"/>
                </a:solidFill>
                <a:latin typeface="Arial"/>
                <a:ea typeface="Arial"/>
                <a:cs typeface="Arial"/>
                <a:sym typeface="Arial"/>
              </a:defRPr>
            </a:lvl8pPr>
            <a:lvl9pPr marL="4114800" marR="0" lvl="8" indent="-228600" algn="l" rtl="0">
              <a:lnSpc>
                <a:spcPct val="100000"/>
              </a:lnSpc>
              <a:spcBef>
                <a:spcPts val="400"/>
              </a:spcBef>
              <a:spcAft>
                <a:spcPts val="400"/>
              </a:spcAft>
              <a:buClr>
                <a:schemeClr val="dk2"/>
              </a:buClr>
              <a:buSzPts val="700"/>
              <a:buFont typeface="Arial"/>
              <a:buNone/>
              <a:defRPr sz="700" b="1" i="0" u="none" strike="noStrike" cap="none">
                <a:solidFill>
                  <a:schemeClr val="dk2"/>
                </a:solidFill>
                <a:latin typeface="Arial"/>
                <a:ea typeface="Arial"/>
                <a:cs typeface="Arial"/>
                <a:sym typeface="Arial"/>
              </a:defRPr>
            </a:lvl9pPr>
          </a:lstStyle>
          <a:p>
            <a:endParaRPr/>
          </a:p>
        </p:txBody>
      </p:sp>
      <p:sp>
        <p:nvSpPr>
          <p:cNvPr id="546" name="Google Shape;546;p73"/>
          <p:cNvSpPr txBox="1">
            <a:spLocks noGrp="1"/>
          </p:cNvSpPr>
          <p:nvPr>
            <p:ph type="dt" idx="10"/>
          </p:nvPr>
        </p:nvSpPr>
        <p:spPr>
          <a:xfrm>
            <a:off x="7132320" y="4689662"/>
            <a:ext cx="1521229" cy="102870"/>
          </a:xfrm>
          <a:prstGeom prst="rect">
            <a:avLst/>
          </a:prstGeom>
          <a:noFill/>
          <a:ln>
            <a:noFill/>
          </a:ln>
        </p:spPr>
        <p:txBody>
          <a:bodyPr spcFirstLastPara="1" wrap="square" lIns="76400" tIns="38200" rIns="76400" bIns="38200" anchor="ctr" anchorCtr="0">
            <a:noAutofit/>
          </a:bodyPr>
          <a:lstStyle>
            <a:lvl1pPr marR="0" lvl="0" algn="r"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7" name="Google Shape;547;p73"/>
          <p:cNvSpPr txBox="1">
            <a:spLocks noGrp="1"/>
          </p:cNvSpPr>
          <p:nvPr>
            <p:ph type="ftr" idx="11"/>
          </p:nvPr>
        </p:nvSpPr>
        <p:spPr>
          <a:xfrm>
            <a:off x="482138" y="4689662"/>
            <a:ext cx="5253644" cy="102870"/>
          </a:xfrm>
          <a:prstGeom prst="rect">
            <a:avLst/>
          </a:prstGeom>
          <a:noFill/>
          <a:ln>
            <a:noFill/>
          </a:ln>
        </p:spPr>
        <p:txBody>
          <a:bodyPr spcFirstLastPara="1" wrap="square" lIns="76400" tIns="38200" rIns="76400" bIns="38200" anchor="ctr" anchorCtr="0">
            <a:noAutofit/>
          </a:bodyPr>
          <a:lstStyle>
            <a:lvl1pPr marR="0" lvl="0" algn="l" rtl="0">
              <a:lnSpc>
                <a:spcPct val="100000"/>
              </a:lnSpc>
              <a:spcBef>
                <a:spcPts val="0"/>
              </a:spcBef>
              <a:spcAft>
                <a:spcPts val="0"/>
              </a:spcAft>
              <a:buClr>
                <a:srgbClr val="000000"/>
              </a:buClr>
              <a:buSzPts val="1100"/>
              <a:buFont typeface="Arial"/>
              <a:buNone/>
              <a:defRPr sz="6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8" name="Google Shape;548;p73"/>
          <p:cNvSpPr txBox="1">
            <a:spLocks noGrp="1"/>
          </p:cNvSpPr>
          <p:nvPr>
            <p:ph type="sldNum" idx="12"/>
          </p:nvPr>
        </p:nvSpPr>
        <p:spPr>
          <a:xfrm>
            <a:off x="7132320" y="4792532"/>
            <a:ext cx="1521229" cy="102870"/>
          </a:xfrm>
          <a:prstGeom prst="rect">
            <a:avLst/>
          </a:prstGeom>
          <a:noFill/>
          <a:ln>
            <a:noFill/>
          </a:ln>
        </p:spPr>
        <p:txBody>
          <a:bodyPr spcFirstLastPara="1" wrap="square" lIns="76400" tIns="38200" rIns="76400" bIns="38200" anchor="ctr" anchorCtr="0">
            <a:noAutofit/>
          </a:bodyPr>
          <a:lstStyle>
            <a:lvl1pPr marL="25400" marR="0" lvl="0"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1pPr>
            <a:lvl2pPr marL="25400" marR="0" lvl="1"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2pPr>
            <a:lvl3pPr marL="25400" marR="0" lvl="2"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3pPr>
            <a:lvl4pPr marL="25400" marR="0" lvl="3"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4pPr>
            <a:lvl5pPr marL="25400" marR="0" lvl="4"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5pPr>
            <a:lvl6pPr marL="25400" marR="0" lvl="5"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6pPr>
            <a:lvl7pPr marL="25400" marR="0" lvl="6"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7pPr>
            <a:lvl8pPr marL="25400" marR="0" lvl="7"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8pPr>
            <a:lvl9pPr marL="25400" marR="0" lvl="8" indent="0" algn="r" rtl="0">
              <a:lnSpc>
                <a:spcPct val="100000"/>
              </a:lnSpc>
              <a:spcBef>
                <a:spcPts val="0"/>
              </a:spcBef>
              <a:spcAft>
                <a:spcPts val="0"/>
              </a:spcAft>
              <a:buClr>
                <a:srgbClr val="000000"/>
              </a:buClr>
              <a:buSzPts val="600"/>
              <a:buFont typeface="Arial"/>
              <a:buNone/>
              <a:defRPr sz="600" b="0" i="0" u="none" strike="noStrike" cap="none">
                <a:solidFill>
                  <a:srgbClr val="888888"/>
                </a:solidFill>
                <a:latin typeface="Arial"/>
                <a:ea typeface="Arial"/>
                <a:cs typeface="Arial"/>
                <a:sym typeface="Arial"/>
              </a:defRPr>
            </a:lvl9pPr>
          </a:lstStyle>
          <a:p>
            <a:pPr marL="2540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52" r:id="rId30"/>
    <p:sldLayoutId id="2147483753" r:id="rId31"/>
    <p:sldLayoutId id="2147483754" r:id="rId32"/>
    <p:sldLayoutId id="2147483755"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9.xml"/><Relationship Id="rId2" Type="http://schemas.openxmlformats.org/officeDocument/2006/relationships/tags" Target="../tags/tag5.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ags" Target="../tags/tag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fr-FR"/>
              <a:t>30/04/2026</a:t>
            </a:r>
            <a:endParaRPr lang="fr-FR" noProof="0" dirty="0"/>
          </a:p>
        </p:txBody>
      </p:sp>
      <p:pic>
        <p:nvPicPr>
          <p:cNvPr id="38" name="Graphic 37">
            <a:extLst>
              <a:ext uri="{FF2B5EF4-FFF2-40B4-BE49-F238E27FC236}">
                <a16:creationId xmlns:a16="http://schemas.microsoft.com/office/drawing/2014/main" id="{8BA1E75A-D246-CA7E-BB5D-004AE9815A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544" y="287536"/>
            <a:ext cx="798005" cy="388427"/>
          </a:xfrm>
          <a:prstGeom prst="rect">
            <a:avLst/>
          </a:prstGeom>
        </p:spPr>
      </p:pic>
      <p:sp>
        <p:nvSpPr>
          <p:cNvPr id="5" name="Google Shape;830;p104">
            <a:extLst>
              <a:ext uri="{FF2B5EF4-FFF2-40B4-BE49-F238E27FC236}">
                <a16:creationId xmlns:a16="http://schemas.microsoft.com/office/drawing/2014/main" id="{71938D77-C48A-0DD4-E7B1-178A622B3C6C}"/>
              </a:ext>
            </a:extLst>
          </p:cNvPr>
          <p:cNvSpPr txBox="1">
            <a:spLocks noGrp="1"/>
          </p:cNvSpPr>
          <p:nvPr>
            <p:ph type="ctrTitle"/>
          </p:nvPr>
        </p:nvSpPr>
        <p:spPr>
          <a:xfrm>
            <a:off x="701546" y="793600"/>
            <a:ext cx="4446187" cy="1814813"/>
          </a:xfrm>
          <a:prstGeom prst="rect">
            <a:avLst/>
          </a:prstGeom>
          <a:noFill/>
          <a:ln>
            <a:noFill/>
          </a:ln>
        </p:spPr>
        <p:txBody>
          <a:bodyPr spcFirstLastPara="1" wrap="square" lIns="0" tIns="0" rIns="0" bIns="0" anchor="b" anchorCtr="0">
            <a:noAutofit/>
          </a:bodyPr>
          <a:lstStyle/>
          <a:p>
            <a:pPr lvl="0">
              <a:lnSpc>
                <a:spcPct val="85000"/>
              </a:lnSpc>
              <a:spcBef>
                <a:spcPts val="0"/>
              </a:spcBef>
              <a:buClr>
                <a:schemeClr val="lt1"/>
              </a:buClr>
              <a:buSzPts val="4500"/>
            </a:pPr>
            <a:r>
              <a:rPr lang="fr-FR"/>
              <a:t>Direction des systemes d'information - Groupe Example</a:t>
            </a:r>
            <a:br>
              <a:rPr lang="fr-FR"/>
            </a:br>
            <a:br>
              <a:rPr lang="fr-FR"/>
            </a:br>
            <a:r>
              <a:rPr lang="fr-FR"/>
              <a:t>Audit ITGC - Revue des controles generaux informatiques</a:t>
            </a:r>
            <a:endParaRPr lang="fr-FR" sz="2400" noProof="0" dirty="0"/>
          </a:p>
        </p:txBody>
      </p:sp>
    </p:spTree>
    <p:extLst>
      <p:ext uri="{BB962C8B-B14F-4D97-AF65-F5344CB8AC3E}">
        <p14:creationId xmlns:p14="http://schemas.microsoft.com/office/powerpoint/2010/main" val="186585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7AC7D3FB-B7E1-9616-6D61-E49931E06BF3}"/>
              </a:ext>
            </a:extLst>
          </p:cNvPr>
          <p:cNvSpPr>
            <a:spLocks noGrp="1"/>
          </p:cNvSpPr>
          <p:nvPr>
            <p:ph type="title"/>
          </p:nvPr>
        </p:nvSpPr>
        <p:spPr>
          <a:xfrm>
            <a:off x="298329" y="2594969"/>
            <a:ext cx="4234381" cy="1944956"/>
          </a:xfrm>
        </p:spPr>
        <p:txBody>
          <a:bodyPr/>
          <a:lstStyle/>
          <a:p>
            <a:br>
              <a:rPr lang="fr-FR" noProof="0"/>
            </a:br>
            <a:br>
              <a:rPr lang="fr-FR" noProof="0"/>
            </a:br>
            <a:r>
              <a:rPr lang="fr-FR" sz="4500" noProof="0"/>
              <a:t>Sommaire</a:t>
            </a:r>
            <a:br>
              <a:rPr lang="fr-FR" noProof="0"/>
            </a:br>
            <a:endParaRPr lang="fr-FR" noProof="0"/>
          </a:p>
        </p:txBody>
      </p:sp>
      <p:sp>
        <p:nvSpPr>
          <p:cNvPr id="2" name="Footer Placeholder 1">
            <a:extLst>
              <a:ext uri="{FF2B5EF4-FFF2-40B4-BE49-F238E27FC236}">
                <a16:creationId xmlns:a16="http://schemas.microsoft.com/office/drawing/2014/main" id="{EDA90BE5-06D4-CB53-B923-683524E3E5B2}"/>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1ADB6433-10C5-42DA-56FD-E9965A5966D6}"/>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a:t>
            </a:fld>
            <a:endParaRPr lang="fr-FR" noProof="0"/>
          </a:p>
        </p:txBody>
      </p:sp>
      <p:sp>
        <p:nvSpPr>
          <p:cNvPr id="7" name="Text Placeholder 44">
            <a:extLst>
              <a:ext uri="{FF2B5EF4-FFF2-40B4-BE49-F238E27FC236}">
                <a16:creationId xmlns:a16="http://schemas.microsoft.com/office/drawing/2014/main" id="{EFDB2BAB-F1E3-5E11-CF30-F85B03F8E3AF}"/>
              </a:ext>
            </a:extLst>
          </p:cNvPr>
          <p:cNvSpPr txBox="1">
            <a:spLocks/>
          </p:cNvSpPr>
          <p:nvPr/>
        </p:nvSpPr>
        <p:spPr>
          <a:xfrm>
            <a:off x="3213308" y="603575"/>
            <a:ext cx="6085813" cy="23967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2800" b="1" noProof="0">
                <a:solidFill>
                  <a:srgbClr val="FF0000"/>
                </a:solidFill>
                <a:latin typeface="+mn-lt"/>
              </a:rPr>
              <a:t>1 Introduction</a:t>
            </a:r>
          </a:p>
          <a:p>
            <a:r>
              <a:rPr lang="fr-FR" sz="2800" b="1" noProof="0">
                <a:solidFill>
                  <a:srgbClr val="FF0000"/>
                </a:solidFill>
                <a:latin typeface="+mn-lt"/>
              </a:rPr>
              <a:t>2 Approche des travaux d’audit informatique</a:t>
            </a:r>
          </a:p>
          <a:p>
            <a:r>
              <a:rPr lang="fr-FR" sz="2800" b="1" noProof="0">
                <a:solidFill>
                  <a:srgbClr val="FF0000"/>
                </a:solidFill>
                <a:latin typeface="+mn-lt"/>
              </a:rPr>
              <a:t>3 Les points relevés FY2026</a:t>
            </a:r>
          </a:p>
          <a:p>
            <a:pPr marL="71437"/>
            <a:endParaRPr lang="fr-FR" noProof="0" dirty="0"/>
          </a:p>
        </p:txBody>
      </p:sp>
    </p:spTree>
    <p:extLst>
      <p:ext uri="{BB962C8B-B14F-4D97-AF65-F5344CB8AC3E}">
        <p14:creationId xmlns:p14="http://schemas.microsoft.com/office/powerpoint/2010/main" val="3551372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0C69BB14-A37E-2BEE-818F-049729C78A20}"/>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D999F387-E2D3-0BA1-371E-61591D08AEF6}"/>
              </a:ext>
            </a:extLst>
          </p:cNvPr>
          <p:cNvSpPr>
            <a:spLocks noGrp="1"/>
          </p:cNvSpPr>
          <p:nvPr>
            <p:ph type="title"/>
          </p:nvPr>
        </p:nvSpPr>
        <p:spPr>
          <a:xfrm>
            <a:off x="298329" y="2594969"/>
            <a:ext cx="4234381" cy="1944956"/>
          </a:xfrm>
        </p:spPr>
        <p:txBody>
          <a:bodyPr/>
          <a:lstStyle/>
          <a:p>
            <a:br>
              <a:rPr lang="fr-FR" noProof="0"/>
            </a:br>
            <a:br>
              <a:rPr lang="fr-FR" noProof="0"/>
            </a:br>
            <a:r>
              <a:rPr lang="fr-FR" noProof="0"/>
              <a:t>Introduction</a:t>
            </a:r>
            <a:br>
              <a:rPr lang="fr-FR" noProof="0"/>
            </a:br>
            <a:endParaRPr lang="fr-FR" noProof="0"/>
          </a:p>
        </p:txBody>
      </p:sp>
      <p:sp>
        <p:nvSpPr>
          <p:cNvPr id="13" name="Text Placeholder 12">
            <a:extLst>
              <a:ext uri="{FF2B5EF4-FFF2-40B4-BE49-F238E27FC236}">
                <a16:creationId xmlns:a16="http://schemas.microsoft.com/office/drawing/2014/main" id="{A823B3B7-C186-6E48-E2D4-FF3530161A11}"/>
              </a:ext>
            </a:extLst>
          </p:cNvPr>
          <p:cNvSpPr>
            <a:spLocks noGrp="1"/>
          </p:cNvSpPr>
          <p:nvPr>
            <p:ph type="body" idx="1"/>
          </p:nvPr>
        </p:nvSpPr>
        <p:spPr>
          <a:xfrm>
            <a:off x="6145368" y="429306"/>
            <a:ext cx="2596571" cy="3231654"/>
          </a:xfrm>
        </p:spPr>
        <p:txBody>
          <a:bodyPr/>
          <a:lstStyle/>
          <a:p>
            <a:r>
              <a:rPr lang="fr-FR" noProof="0"/>
              <a:t>1</a:t>
            </a:r>
          </a:p>
        </p:txBody>
      </p:sp>
      <p:sp>
        <p:nvSpPr>
          <p:cNvPr id="2" name="Footer Placeholder 1">
            <a:extLst>
              <a:ext uri="{FF2B5EF4-FFF2-40B4-BE49-F238E27FC236}">
                <a16:creationId xmlns:a16="http://schemas.microsoft.com/office/drawing/2014/main" id="{EB167F69-99FD-6869-CCA8-7214EF554D77}"/>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3DB6DCC4-D6BC-B438-8DB3-EE864371510D}"/>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3</a:t>
            </a:fld>
            <a:endParaRPr lang="fr-FR" noProof="0"/>
          </a:p>
        </p:txBody>
      </p:sp>
    </p:spTree>
    <p:extLst>
      <p:ext uri="{BB962C8B-B14F-4D97-AF65-F5344CB8AC3E}">
        <p14:creationId xmlns:p14="http://schemas.microsoft.com/office/powerpoint/2010/main" val="201848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C7F6D3-0ADB-375E-F739-CBD7B9EF4F62}"/>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E2362C9A-06E6-C4D9-CC87-714B4C76DBC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4</a:t>
            </a:fld>
            <a:endParaRPr lang="fr-FR" noProof="0"/>
          </a:p>
        </p:txBody>
      </p:sp>
      <p:sp>
        <p:nvSpPr>
          <p:cNvPr id="13" name="Google Shape;862;p107">
            <a:extLst>
              <a:ext uri="{FF2B5EF4-FFF2-40B4-BE49-F238E27FC236}">
                <a16:creationId xmlns:a16="http://schemas.microsoft.com/office/drawing/2014/main" id="{FA09DFE5-689F-08A9-810A-E7FAD4F2C3DA}"/>
              </a:ext>
            </a:extLst>
          </p:cNvPr>
          <p:cNvSpPr txBox="1"/>
          <p:nvPr/>
        </p:nvSpPr>
        <p:spPr>
          <a:xfrm>
            <a:off x="433604" y="840507"/>
            <a:ext cx="8276700" cy="1361881"/>
          </a:xfrm>
          <a:prstGeom prst="rect">
            <a:avLst/>
          </a:prstGeom>
          <a:noFill/>
          <a:ln>
            <a:noFill/>
          </a:ln>
        </p:spPr>
        <p:txBody>
          <a:bodyPr spcFirstLastPara="1" wrap="square" lIns="68575" tIns="34275" rIns="68575" bIns="34275" anchor="t" anchorCtr="0">
            <a:spAutoFit/>
          </a:bodyPr>
          <a:lstStyle/>
          <a:p>
            <a:pPr lvl="0" indent="-69850" algn="just">
              <a:buClr>
                <a:schemeClr val="accent1"/>
              </a:buClr>
              <a:buSzPts val="1100"/>
              <a:buFont typeface="Noto Sans Symbols"/>
              <a:buChar char="❑"/>
            </a:pPr>
            <a:r>
              <a:rPr lang="fr-FR"/>
              <a:t>Le present document restitue les principaux constats issus de notre revue des controles generaux informatiques conduite chez Direction des systemes d'information - Groupe Example sur la periode Janvier 2026 - Mars 2026. Cette intervention s'inscrit dans le cadre d'une mission ITGC et a pour objectif d'apprecier le niveau de maitrise du dispositif de controle interne informatique sur le perimetre retenu. Le present support est confidentiel et destine exclusivement aux parties prenantes de la mission.</a:t>
            </a:r>
            <a:endParaRPr lang="fr-FR" sz="1100" b="1" i="0" u="none" strike="noStrike" cap="none" noProof="0" dirty="0">
              <a:solidFill>
                <a:schemeClr val="dk1"/>
              </a:solidFill>
              <a:latin typeface="Arial"/>
              <a:ea typeface="Arial"/>
              <a:cs typeface="Arial"/>
              <a:sym typeface="Arial"/>
            </a:endParaRPr>
          </a:p>
        </p:txBody>
      </p:sp>
      <p:sp>
        <p:nvSpPr>
          <p:cNvPr id="14" name="Google Shape;861;p107">
            <a:extLst>
              <a:ext uri="{FF2B5EF4-FFF2-40B4-BE49-F238E27FC236}">
                <a16:creationId xmlns:a16="http://schemas.microsoft.com/office/drawing/2014/main" id="{D50B6FB9-9748-2781-9C31-5677E75F30C8}"/>
              </a:ext>
            </a:extLst>
          </p:cNvPr>
          <p:cNvSpPr txBox="1"/>
          <p:nvPr/>
        </p:nvSpPr>
        <p:spPr>
          <a:xfrm>
            <a:off x="433604" y="142189"/>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Préambule</a:t>
            </a:r>
          </a:p>
        </p:txBody>
      </p:sp>
    </p:spTree>
    <p:extLst>
      <p:ext uri="{BB962C8B-B14F-4D97-AF65-F5344CB8AC3E}">
        <p14:creationId xmlns:p14="http://schemas.microsoft.com/office/powerpoint/2010/main" val="110681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4729-3473-1C00-0926-B740196EA6D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7A6C4D9-0F7D-7C4E-E024-82FF7A96935E}"/>
              </a:ext>
              <a:ext uri="{C183D7F6-B498-43B3-948B-1728B52AA6E4}">
                <adec:decorative xmlns:adec="http://schemas.microsoft.com/office/drawing/2017/decorative" val="0"/>
              </a:ext>
            </a:extLst>
          </p:cNvPr>
          <p:cNvSpPr>
            <a:spLocks noGrp="1"/>
          </p:cNvSpPr>
          <p:nvPr>
            <p:ph type="ftr" sz="quarter" idx="3"/>
          </p:nvPr>
        </p:nvSpPr>
        <p:spPr>
          <a:xfrm>
            <a:off x="833967" y="4876039"/>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9EF2D55C-55CA-F4FF-EB83-EB68E5463536}"/>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5</a:t>
            </a:fld>
            <a:endParaRPr lang="fr-FR" noProof="0"/>
          </a:p>
        </p:txBody>
      </p:sp>
      <p:sp>
        <p:nvSpPr>
          <p:cNvPr id="14" name="Google Shape;861;p107">
            <a:extLst>
              <a:ext uri="{FF2B5EF4-FFF2-40B4-BE49-F238E27FC236}">
                <a16:creationId xmlns:a16="http://schemas.microsoft.com/office/drawing/2014/main" id="{BB46A7B9-0979-C720-FCE0-3621926974F1}"/>
              </a:ext>
            </a:extLst>
          </p:cNvPr>
          <p:cNvSpPr txBox="1"/>
          <p:nvPr/>
        </p:nvSpPr>
        <p:spPr>
          <a:xfrm>
            <a:off x="433604" y="150432"/>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Objectif</a:t>
            </a:r>
          </a:p>
        </p:txBody>
      </p:sp>
      <p:sp>
        <p:nvSpPr>
          <p:cNvPr id="9" name="Google Shape;884;p109">
            <a:extLst>
              <a:ext uri="{FF2B5EF4-FFF2-40B4-BE49-F238E27FC236}">
                <a16:creationId xmlns:a16="http://schemas.microsoft.com/office/drawing/2014/main" id="{DBB8353A-82B4-6C56-8252-2FB224E9D9B1}"/>
              </a:ext>
            </a:extLst>
          </p:cNvPr>
          <p:cNvSpPr txBox="1"/>
          <p:nvPr/>
        </p:nvSpPr>
        <p:spPr>
          <a:xfrm>
            <a:off x="433604" y="840507"/>
            <a:ext cx="8276700" cy="718628"/>
          </a:xfrm>
          <a:prstGeom prst="rect">
            <a:avLst/>
          </a:prstGeom>
          <a:noFill/>
          <a:ln>
            <a:noFill/>
          </a:ln>
        </p:spPr>
        <p:txBody>
          <a:bodyPr spcFirstLastPara="1" wrap="square" lIns="68575" tIns="34275" rIns="68575" bIns="34275" anchor="t" anchorCtr="0">
            <a:spAutoFit/>
          </a:bodyPr>
          <a:lstStyle/>
          <a:p>
            <a:pPr lvl="0" algn="just">
              <a:lnSpc>
                <a:spcPct val="115000"/>
              </a:lnSpc>
              <a:spcBef>
                <a:spcPts val="1200"/>
              </a:spcBef>
            </a:pPr>
            <a:r>
              <a:rPr lang="fr-FR"/>
              <a:t>Apprecier le niveau de maitrise du dispositif de controle interne informatique sur le perimetre retenu, au travers d'entretiens, d'analyses documentaires et de tests de controles cibles.</a:t>
            </a:r>
            <a:endParaRPr lang="fr-FR" sz="1100" noProof="0" dirty="0">
              <a:solidFill>
                <a:schemeClr val="dk1"/>
              </a:solidFill>
            </a:endParaRPr>
          </a:p>
        </p:txBody>
      </p:sp>
    </p:spTree>
    <p:extLst>
      <p:ext uri="{BB962C8B-B14F-4D97-AF65-F5344CB8AC3E}">
        <p14:creationId xmlns:p14="http://schemas.microsoft.com/office/powerpoint/2010/main" val="1103486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5DF8-99EE-4F4F-C8BD-B1CA90D835C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DE79C50-09C3-BBF5-9D7E-EB3156CC73FB}"/>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87943D9B-94CE-BBD0-9FCF-831FFD4BC1F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6</a:t>
            </a:fld>
            <a:endParaRPr lang="fr-FR" noProof="0"/>
          </a:p>
        </p:txBody>
      </p:sp>
      <p:sp>
        <p:nvSpPr>
          <p:cNvPr id="14" name="Google Shape;861;p107">
            <a:extLst>
              <a:ext uri="{FF2B5EF4-FFF2-40B4-BE49-F238E27FC236}">
                <a16:creationId xmlns:a16="http://schemas.microsoft.com/office/drawing/2014/main" id="{7C80CD78-0DB0-D7F4-3573-3E034250F2B1}"/>
              </a:ext>
            </a:extLst>
          </p:cNvPr>
          <p:cNvSpPr txBox="1"/>
          <p:nvPr/>
        </p:nvSpPr>
        <p:spPr>
          <a:xfrm>
            <a:off x="433600"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Modalité</a:t>
            </a:r>
          </a:p>
        </p:txBody>
      </p:sp>
      <p:sp>
        <p:nvSpPr>
          <p:cNvPr id="3" name="Google Shape;871;p108">
            <a:extLst>
              <a:ext uri="{FF2B5EF4-FFF2-40B4-BE49-F238E27FC236}">
                <a16:creationId xmlns:a16="http://schemas.microsoft.com/office/drawing/2014/main" id="{E7EDC0F0-1BC3-490A-053B-9F82CC27FA38}"/>
              </a:ext>
            </a:extLst>
          </p:cNvPr>
          <p:cNvSpPr txBox="1"/>
          <p:nvPr/>
        </p:nvSpPr>
        <p:spPr>
          <a:xfrm>
            <a:off x="433600" y="840501"/>
            <a:ext cx="8276700" cy="585386"/>
          </a:xfrm>
          <a:prstGeom prst="rect">
            <a:avLst/>
          </a:prstGeom>
          <a:noFill/>
          <a:ln>
            <a:noFill/>
          </a:ln>
        </p:spPr>
        <p:txBody>
          <a:bodyPr spcFirstLastPara="1" wrap="square" lIns="68575" tIns="34275" rIns="68575" bIns="34275" anchor="t" anchorCtr="0">
            <a:spAutoFit/>
          </a:bodyPr>
          <a:lstStyle/>
          <a:p>
            <a:pPr marL="171450" lvl="0" indent="-171450">
              <a:lnSpc>
                <a:spcPct val="107000"/>
              </a:lnSpc>
              <a:spcBef>
                <a:spcPts val="1200"/>
              </a:spcBef>
              <a:buClr>
                <a:schemeClr val="accent4"/>
              </a:buClr>
              <a:buFont typeface="Wingdings" panose="05000000000000000000" pitchFamily="2" charset="2"/>
              <a:buChar char="q"/>
            </a:pPr>
            <a:r>
              <a:rPr lang="fr-FR" sz="1100" noProof="0">
                <a:solidFill>
                  <a:schemeClr val="dk1"/>
                </a:solidFill>
              </a:rPr>
              <a:t>Notre intervention s?est d?roul?e durant Janvier 2026 - Mars 2026. Nous avons proc?d? par entretiens, ?changes avec les interlocuteurs cl?s et analyse de la documentation mise ? notre disposition.</a:t>
            </a:r>
            <a:endParaRPr lang="fr-FR" sz="1100" noProof="0" dirty="0">
              <a:solidFill>
                <a:schemeClr val="dk1"/>
              </a:solidFill>
            </a:endParaRPr>
          </a:p>
        </p:txBody>
      </p:sp>
      <p:sp>
        <p:nvSpPr>
          <p:cNvPr id="4" name="Google Shape;872;p108">
            <a:extLst>
              <a:ext uri="{FF2B5EF4-FFF2-40B4-BE49-F238E27FC236}">
                <a16:creationId xmlns:a16="http://schemas.microsoft.com/office/drawing/2014/main" id="{ECC8D293-318A-609C-1B00-F157E8D7A575}"/>
              </a:ext>
            </a:extLst>
          </p:cNvPr>
          <p:cNvSpPr txBox="1"/>
          <p:nvPr/>
        </p:nvSpPr>
        <p:spPr>
          <a:xfrm>
            <a:off x="4752829" y="2055264"/>
            <a:ext cx="3762520" cy="381821"/>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None/>
            </a:pPr>
            <a:r>
              <a:rPr lang="fr-FR" sz="1100" b="1" noProof="0">
                <a:solidFill>
                  <a:schemeClr val="bg1"/>
                </a:solidFill>
              </a:rPr>
              <a:t>Fonctions</a:t>
            </a:r>
            <a:endParaRPr lang="fr-FR" sz="1100" b="1" i="0" u="none" strike="noStrike" cap="none" noProof="0">
              <a:solidFill>
                <a:schemeClr val="tx1"/>
              </a:solidFill>
              <a:latin typeface="Arial"/>
              <a:ea typeface="Arial"/>
              <a:cs typeface="Arial"/>
              <a:sym typeface="Arial"/>
            </a:endParaRPr>
          </a:p>
        </p:txBody>
      </p:sp>
      <p:sp>
        <p:nvSpPr>
          <p:cNvPr id="6" name="Google Shape;873;p108">
            <a:extLst>
              <a:ext uri="{FF2B5EF4-FFF2-40B4-BE49-F238E27FC236}">
                <a16:creationId xmlns:a16="http://schemas.microsoft.com/office/drawing/2014/main" id="{698ED727-E867-51AB-3449-B616E397023E}"/>
              </a:ext>
            </a:extLst>
          </p:cNvPr>
          <p:cNvSpPr txBox="1"/>
          <p:nvPr/>
        </p:nvSpPr>
        <p:spPr>
          <a:xfrm>
            <a:off x="4752828" y="2495379"/>
            <a:ext cx="3762521" cy="2023458"/>
          </a:xfrm>
          <a:prstGeom prst="rect">
            <a:avLst/>
          </a:prstGeom>
          <a:solidFill>
            <a:srgbClr val="F2F2F2"/>
          </a:solidFill>
          <a:ln>
            <a:noFill/>
          </a:ln>
        </p:spPr>
        <p:txBody>
          <a:bodyPr spcFirstLastPara="1" wrap="square" lIns="68575" tIns="34275" rIns="68575" bIns="34275" anchor="t" anchorCtr="0">
            <a:noAutofit/>
          </a:bodyPr>
          <a:lstStyle/>
          <a:p>
            <a:pPr marL="127000" lvl="0" indent="-133350">
              <a:spcBef>
                <a:spcPts val="500"/>
              </a:spcBef>
              <a:buSzPts val="1100"/>
              <a:buChar char="•"/>
            </a:pPr>
            <a:r>
              <a:rPr lang="fr-FR"/>
              <a:t>Audit Manager</a:t>
            </a:r>
          </a:p>
          <a:p>
            <a:pPr marL="127000" lvl="0" indent="-133350">
              <a:spcBef>
                <a:spcPts val="500"/>
              </a:spcBef>
              <a:buSzPts val="1100"/>
              <a:buChar char="•"/>
            </a:pPr>
            <a:r>
              <a:rPr lang="fr-FR"/>
              <a:t>DSI</a:t>
            </a:r>
          </a:p>
          <a:p>
            <a:pPr marL="127000" lvl="0" indent="-133350">
              <a:spcBef>
                <a:spcPts val="500"/>
              </a:spcBef>
              <a:buSzPts val="1100"/>
              <a:buChar char="•"/>
            </a:pPr>
            <a:r>
              <a:rPr lang="fr-FR"/>
              <a:t>Finance</a:t>
            </a:r>
            <a:endParaRPr lang="fr-FR" sz="1100" noProof="0" dirty="0"/>
          </a:p>
        </p:txBody>
      </p:sp>
      <p:sp>
        <p:nvSpPr>
          <p:cNvPr id="7" name="Google Shape;874;p108">
            <a:extLst>
              <a:ext uri="{FF2B5EF4-FFF2-40B4-BE49-F238E27FC236}">
                <a16:creationId xmlns:a16="http://schemas.microsoft.com/office/drawing/2014/main" id="{1C668651-3848-38F2-90CD-EE420A43C8FB}"/>
              </a:ext>
            </a:extLst>
          </p:cNvPr>
          <p:cNvSpPr txBox="1"/>
          <p:nvPr/>
        </p:nvSpPr>
        <p:spPr>
          <a:xfrm>
            <a:off x="1456275" y="2055264"/>
            <a:ext cx="3159000" cy="396565"/>
          </a:xfrm>
          <a:prstGeom prst="rect">
            <a:avLst/>
          </a:prstGeom>
          <a:solidFill>
            <a:schemeClr val="tx1">
              <a:lumMod val="75000"/>
              <a:lumOff val="25000"/>
            </a:schemeClr>
          </a:solidFill>
          <a:ln w="9525" cap="flat" cmpd="sng">
            <a:solidFill>
              <a:schemeClr val="bg1"/>
            </a:solidFill>
            <a:prstDash val="solid"/>
            <a:round/>
            <a:headEnd type="none" w="sm" len="sm"/>
            <a:tailEnd type="none" w="sm" len="sm"/>
          </a:ln>
        </p:spPr>
        <p:txBody>
          <a:bodyPr spcFirstLastPara="1" wrap="square" lIns="0" tIns="0" rIns="0" bIns="0" anchor="t" anchorCtr="0">
            <a:noAutofit/>
          </a:bodyPr>
          <a:lstStyle/>
          <a:p>
            <a:pPr marL="0" marR="0" lvl="0" indent="0" algn="ctr" rtl="0">
              <a:lnSpc>
                <a:spcPct val="200000"/>
              </a:lnSpc>
              <a:spcBef>
                <a:spcPts val="0"/>
              </a:spcBef>
              <a:spcAft>
                <a:spcPts val="0"/>
              </a:spcAft>
              <a:buClr>
                <a:srgbClr val="000000"/>
              </a:buClr>
              <a:buSzPts val="1000"/>
              <a:buFont typeface="Noto Sans Symbols"/>
              <a:buNone/>
            </a:pPr>
            <a:r>
              <a:rPr lang="fr-FR" sz="1100" b="1" noProof="0">
                <a:solidFill>
                  <a:schemeClr val="bg1"/>
                </a:solidFill>
              </a:rPr>
              <a:t>Interlocuteurs</a:t>
            </a:r>
            <a:endParaRPr lang="fr-FR" sz="1100" b="0" i="0" u="none" strike="noStrike" cap="none" noProof="0">
              <a:solidFill>
                <a:schemeClr val="tx1"/>
              </a:solidFill>
              <a:latin typeface="Arial"/>
              <a:ea typeface="Arial"/>
              <a:cs typeface="Arial"/>
              <a:sym typeface="Arial"/>
            </a:endParaRPr>
          </a:p>
        </p:txBody>
      </p:sp>
      <p:sp>
        <p:nvSpPr>
          <p:cNvPr id="8" name="Google Shape;875;p108">
            <a:extLst>
              <a:ext uri="{FF2B5EF4-FFF2-40B4-BE49-F238E27FC236}">
                <a16:creationId xmlns:a16="http://schemas.microsoft.com/office/drawing/2014/main" id="{4110668C-BDE6-2FD4-9CC3-B1297DDD6402}"/>
              </a:ext>
            </a:extLst>
          </p:cNvPr>
          <p:cNvSpPr txBox="1"/>
          <p:nvPr/>
        </p:nvSpPr>
        <p:spPr>
          <a:xfrm>
            <a:off x="1456275" y="2495379"/>
            <a:ext cx="3159000" cy="2023458"/>
          </a:xfrm>
          <a:prstGeom prst="rect">
            <a:avLst/>
          </a:prstGeom>
          <a:solidFill>
            <a:srgbClr val="F2F2F2"/>
          </a:solidFill>
          <a:ln>
            <a:noFill/>
          </a:ln>
        </p:spPr>
        <p:txBody>
          <a:bodyPr spcFirstLastPara="1" wrap="square" lIns="68575" tIns="34275" rIns="68575" bIns="34275" anchor="t" anchorCtr="0">
            <a:noAutofit/>
          </a:bodyPr>
          <a:lstStyle/>
          <a:p>
            <a:pPr marL="127000" lvl="0" indent="-133350" algn="just">
              <a:spcBef>
                <a:spcPts val="500"/>
              </a:spcBef>
              <a:buSzPts val="1100"/>
              <a:buFont typeface="Arial"/>
              <a:buChar char="•"/>
            </a:pPr>
            <a:r>
              <a:rPr lang="en-US"/>
              <a:t>Lead Auditor</a:t>
            </a:r>
          </a:p>
          <a:p>
            <a:pPr marL="127000" lvl="0" indent="-133350" algn="just">
              <a:spcBef>
                <a:spcPts val="500"/>
              </a:spcBef>
              <a:buSzPts val="1100"/>
              <a:buFont typeface="Arial"/>
              <a:buChar char="•"/>
            </a:pPr>
            <a:r>
              <a:rPr lang="en-US"/>
              <a:t>IT Manager</a:t>
            </a:r>
          </a:p>
          <a:p>
            <a:pPr marL="127000" lvl="0" indent="-133350" algn="just">
              <a:spcBef>
                <a:spcPts val="500"/>
              </a:spcBef>
              <a:buSzPts val="1100"/>
              <a:buFont typeface="Arial"/>
              <a:buChar char="•"/>
            </a:pPr>
            <a:r>
              <a:rPr lang="en-US"/>
              <a:t>Application Owner</a:t>
            </a:r>
            <a:endParaRPr lang="fr-FR" sz="1000" noProof="0" dirty="0"/>
          </a:p>
        </p:txBody>
      </p:sp>
    </p:spTree>
    <p:extLst>
      <p:ext uri="{BB962C8B-B14F-4D97-AF65-F5344CB8AC3E}">
        <p14:creationId xmlns:p14="http://schemas.microsoft.com/office/powerpoint/2010/main" val="339412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1F47-84FE-29FB-70DC-0B049D2B763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DA48A7-ED61-78B4-DDAD-F13844366BD4}"/>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noProof="0"/>
              <a:t>PwC | Direction des systemes d'information - Groupe Example Janvier 2026 - Mars 2026</a:t>
            </a:r>
          </a:p>
        </p:txBody>
      </p:sp>
      <p:sp>
        <p:nvSpPr>
          <p:cNvPr id="5" name="Slide Number Placeholder 4">
            <a:extLst>
              <a:ext uri="{FF2B5EF4-FFF2-40B4-BE49-F238E27FC236}">
                <a16:creationId xmlns:a16="http://schemas.microsoft.com/office/drawing/2014/main" id="{89433FD6-9F01-3631-8C61-2AB538D84B3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7</a:t>
            </a:fld>
            <a:endParaRPr lang="fr-FR" noProof="0"/>
          </a:p>
        </p:txBody>
      </p:sp>
      <p:sp>
        <p:nvSpPr>
          <p:cNvPr id="14" name="Google Shape;861;p107">
            <a:extLst>
              <a:ext uri="{FF2B5EF4-FFF2-40B4-BE49-F238E27FC236}">
                <a16:creationId xmlns:a16="http://schemas.microsoft.com/office/drawing/2014/main" id="{C845AC01-2E24-E88B-343B-4EB6CAD4292E}"/>
              </a:ext>
            </a:extLst>
          </p:cNvPr>
          <p:cNvSpPr txBox="1"/>
          <p:nvPr/>
        </p:nvSpPr>
        <p:spPr>
          <a:xfrm>
            <a:off x="457200" y="7246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Périmètre d’intervention</a:t>
            </a:r>
          </a:p>
        </p:txBody>
      </p:sp>
      <p:sp>
        <p:nvSpPr>
          <p:cNvPr id="12" name="Espace réservé du contenu 5">
            <a:extLst>
              <a:ext uri="{FF2B5EF4-FFF2-40B4-BE49-F238E27FC236}">
                <a16:creationId xmlns:a16="http://schemas.microsoft.com/office/drawing/2014/main" id="{94A481EA-2DF4-3022-347B-603CB4548B1A}"/>
              </a:ext>
            </a:extLst>
          </p:cNvPr>
          <p:cNvSpPr>
            <a:spLocks noGrp="1"/>
          </p:cNvSpPr>
          <p:nvPr>
            <p:ph idx="1"/>
          </p:nvPr>
        </p:nvSpPr>
        <p:spPr>
          <a:xfrm>
            <a:off x="457200" y="521497"/>
            <a:ext cx="8327268" cy="4187281"/>
          </a:xfrm>
        </p:spPr>
        <p:txBody>
          <a:bodyPr/>
          <a:lstStyle/>
          <a:p>
            <a:pPr marL="228600" lvl="1" indent="-228600" algn="just">
              <a:buClr>
                <a:schemeClr val="accent1"/>
              </a:buClr>
              <a:buSzPct val="100000"/>
              <a:buFont typeface="+mj-lt"/>
              <a:buAutoNum type="arabicPeriod"/>
            </a:pPr>
            <a:r>
              <a:rPr lang="fr-FR" sz="1100" noProof="0"/>
              <a:t>Le perimetre d'intervention couvre principalement les applications suivantes : Active Directory, SAP S/4HANA, Serveurs Windows, Application Finance, Serveur Backup, Outil de ticketing. Les travaux portent sur les processus APD, PC, CO ainsi que sur les dependances informatiques associees.</a:t>
            </a:r>
          </a:p>
          <a:p>
            <a:pPr marL="228600" lvl="1" indent="-228600" algn="just">
              <a:buClr>
                <a:schemeClr val="accent1"/>
              </a:buClr>
              <a:buSzPct val="100000"/>
              <a:buFont typeface="+mj-lt"/>
              <a:buAutoNum type="arabicPeriod"/>
            </a:pPr>
            <a:endParaRPr lang="fr-FR" sz="1100" noProof="0"/>
          </a:p>
          <a:p>
            <a:pPr marL="228600" lvl="1" indent="-228600" algn="just">
              <a:buClr>
                <a:schemeClr val="accent1"/>
              </a:buClr>
              <a:buSzPct val="100000"/>
              <a:buFont typeface="+mj-lt"/>
              <a:buAutoNum type="arabicPeriod"/>
            </a:pPr>
            <a:r>
              <a:rPr lang="fr-FR" sz="1100" noProof="0"/>
              <a:t>Nos travaux ont ?t? r?alis?s en application de notre d?marche d'audit et reposent principalement sur :</a:t>
            </a:r>
          </a:p>
          <a:p>
            <a:pPr marL="228600" lvl="1" indent="-228600" algn="just">
              <a:buClr>
                <a:schemeClr val="accent1"/>
              </a:buClr>
              <a:buSzPct val="100000"/>
              <a:buFont typeface="+mj-lt"/>
              <a:buAutoNum type="arabicPeriod"/>
            </a:pPr>
            <a:r>
              <a:rPr lang="fr-FR" sz="1100" noProof="0"/>
              <a:t>L’analyse de la documentation mise à notre disposition.</a:t>
            </a:r>
          </a:p>
          <a:p>
            <a:pPr marL="228600" lvl="1" indent="-228600" algn="just">
              <a:buClr>
                <a:schemeClr val="accent1"/>
              </a:buClr>
              <a:buSzPct val="100000"/>
              <a:buFont typeface="+mj-lt"/>
              <a:buAutoNum type="arabicPeriod"/>
            </a:pPr>
            <a:r>
              <a:rPr lang="fr-FR" sz="1100" noProof="0"/>
              <a:t>Des tests de contrôles, réalisés par sondage et observation, permettant de confirmer notre compréhension des principaux contrôles-clés définis.</a:t>
            </a:r>
            <a:endParaRPr lang="fr-FR" sz="900" noProof="0" dirty="0"/>
          </a:p>
        </p:txBody>
      </p:sp>
      <p:graphicFrame>
        <p:nvGraphicFramePr>
          <p:cNvPr id="13" name="Google Shape;438;p5">
            <a:extLst>
              <a:ext uri="{FF2B5EF4-FFF2-40B4-BE49-F238E27FC236}">
                <a16:creationId xmlns:a16="http://schemas.microsoft.com/office/drawing/2014/main" id="{76D587CA-2A0D-B380-2C59-F2245D49CC89}"/>
              </a:ext>
            </a:extLst>
          </p:cNvPr>
          <p:cNvGraphicFramePr/>
          <p:nvPr>
            <p:extLst>
              <p:ext uri="{D42A27DB-BD31-4B8C-83A1-F6EECF244321}">
                <p14:modId xmlns:p14="http://schemas.microsoft.com/office/powerpoint/2010/main" val="2330091731"/>
              </p:ext>
            </p:extLst>
          </p:nvPr>
        </p:nvGraphicFramePr>
        <p:xfrm>
          <a:off x="2292256" y="1165967"/>
          <a:ext cx="4559488" cy="2292287"/>
        </p:xfrm>
        <a:graphic>
          <a:graphicData uri="http://schemas.openxmlformats.org/drawingml/2006/table">
            <a:tbl>
              <a:tblPr firstRow="1" bandRow="1">
                <a:noFill/>
              </a:tblPr>
              <a:tblGrid>
                <a:gridCol w="887866">
                  <a:extLst>
                    <a:ext uri="{9D8B030D-6E8A-4147-A177-3AD203B41FA5}">
                      <a16:colId xmlns:a16="http://schemas.microsoft.com/office/drawing/2014/main" val="20001"/>
                    </a:ext>
                  </a:extLst>
                </a:gridCol>
                <a:gridCol w="1530801">
                  <a:extLst>
                    <a:ext uri="{9D8B030D-6E8A-4147-A177-3AD203B41FA5}">
                      <a16:colId xmlns:a16="http://schemas.microsoft.com/office/drawing/2014/main" val="20002"/>
                    </a:ext>
                  </a:extLst>
                </a:gridCol>
                <a:gridCol w="1271178">
                  <a:extLst>
                    <a:ext uri="{9D8B030D-6E8A-4147-A177-3AD203B41FA5}">
                      <a16:colId xmlns:a16="http://schemas.microsoft.com/office/drawing/2014/main" val="20003"/>
                    </a:ext>
                  </a:extLst>
                </a:gridCol>
                <a:gridCol w="869643">
                  <a:extLst>
                    <a:ext uri="{9D8B030D-6E8A-4147-A177-3AD203B41FA5}">
                      <a16:colId xmlns:a16="http://schemas.microsoft.com/office/drawing/2014/main" val="840386284"/>
                    </a:ext>
                  </a:extLst>
                </a:gridCol>
              </a:tblGrid>
              <a:tr h="311087">
                <a:tc>
                  <a:txBody>
                    <a:bodyPr/>
                    <a:lstStyle/>
                    <a:p>
                      <a:pPr marL="0" lvl="0" indent="0" algn="ctr" rtl="0">
                        <a:spcBef>
                          <a:spcPts val="0"/>
                        </a:spcBef>
                        <a:spcAft>
                          <a:spcPts val="0"/>
                        </a:spcAft>
                        <a:buNone/>
                      </a:pPr>
                      <a:r>
                        <a:rPr lang="fr-FR" sz="700" b="1" noProof="0">
                          <a:solidFill>
                            <a:schemeClr val="lt1"/>
                          </a:solidFill>
                        </a:rPr>
                        <a:t>Application</a:t>
                      </a:r>
                      <a:endParaRPr lang="fr-FR" sz="700" noProof="0">
                        <a:solidFill>
                          <a:schemeClr val="lt1"/>
                        </a:solidFill>
                      </a:endParaRPr>
                    </a:p>
                  </a:txBody>
                  <a:tcPr marL="49856" marR="49856" marT="24919" marB="24919" anchor="ctr">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Description</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marL="0" lvl="0" indent="0" algn="ctr" rtl="0">
                        <a:spcBef>
                          <a:spcPts val="0"/>
                        </a:spcBef>
                        <a:spcAft>
                          <a:spcPts val="0"/>
                        </a:spcAft>
                        <a:buNone/>
                      </a:pPr>
                      <a:r>
                        <a:rPr lang="fr-FR" sz="700" b="1" noProof="0">
                          <a:solidFill>
                            <a:schemeClr val="lt1"/>
                          </a:solidFill>
                        </a:rPr>
                        <a:t>Système d’exploitation</a:t>
                      </a:r>
                      <a:endParaRPr lang="fr-FR" sz="700" noProof="0">
                        <a:solidFill>
                          <a:schemeClr val="lt1"/>
                        </a:solidFill>
                      </a:endParaRP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tc>
                  <a:txBody>
                    <a:bodyPr/>
                    <a:lstStyle/>
                    <a:p>
                      <a:pPr algn="ctr"/>
                      <a:r>
                        <a:rPr lang="fr-FR" sz="700" b="1" noProof="0">
                          <a:solidFill>
                            <a:schemeClr val="lt1"/>
                          </a:solidFill>
                        </a:rPr>
                        <a:t>Bases des données</a:t>
                      </a:r>
                      <a:endParaRPr lang="fr-FR"/>
                    </a:p>
                  </a:txBody>
                  <a:tcPr marL="49856" marR="49856" marT="24919" marB="24919"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3E3E3E"/>
                    </a:solidFill>
                  </a:tcPr>
                </a:tc>
                <a:extLst>
                  <a:ext uri="{0D108BD9-81ED-4DB2-BD59-A6C34878D82A}">
                    <a16:rowId xmlns:a16="http://schemas.microsoft.com/office/drawing/2014/main" val="10001"/>
                  </a:ext>
                </a:extLst>
              </a:tr>
              <a:tr h="435026">
                <a:tc>
                  <a:txBody>
                    <a:bodyPr/>
                    <a:lstStyle/>
                    <a:p>
                      <a:pPr algn="ctr"/>
                      <a:r>
                        <a:rPr lang="fr-FR" sz="1100" b="0" i="0" u="none" strike="noStrike" cap="none">
                          <a:solidFill>
                            <a:schemeClr val="tx1"/>
                          </a:solidFill>
                          <a:effectLst/>
                          <a:latin typeface="+mn-lt"/>
                          <a:ea typeface="+mn-ea"/>
                          <a:cs typeface="+mn-cs"/>
                          <a:sym typeface="Arial"/>
                        </a:rPr>
                        <a:t>Active Directory</a:t>
                      </a:r>
                      <a:endParaRPr lang="fr-FR" sz="5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1400" b="0" i="0" u="none" strike="noStrike" cap="none">
                          <a:solidFill>
                            <a:schemeClr val="tx1"/>
                          </a:solidFill>
                          <a:effectLst/>
                          <a:latin typeface="+mn-lt"/>
                          <a:ea typeface="+mn-ea"/>
                          <a:cs typeface="+mn-cs"/>
                          <a:sym typeface="Arial"/>
                        </a:rPr>
                        <a:t>Comptes actifs apres depart de collaborateurs</a:t>
                      </a:r>
                      <a:endParaRPr lang="fr-FR" sz="8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75911131"/>
                  </a:ext>
                </a:extLst>
              </a:tr>
              <a:tr h="435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0" i="0" u="none" strike="noStrike" cap="none">
                          <a:solidFill>
                            <a:schemeClr val="tx1"/>
                          </a:solidFill>
                          <a:effectLst/>
                          <a:latin typeface="+mn-lt"/>
                          <a:ea typeface="+mn-ea"/>
                          <a:cs typeface="+mn-cs"/>
                          <a:sym typeface="Arial"/>
                        </a:rPr>
                        <a:t>SAP S/4HANA</a:t>
                      </a:r>
                      <a:endParaRPr lang="fr-FR" sz="7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Absence de validation formelle pour certaines creations d acces</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784508143"/>
                  </a:ext>
                </a:extLst>
              </a:tr>
              <a:tr h="435026">
                <a:tc>
                  <a:txBody>
                    <a:bodyPr/>
                    <a:lstStyle/>
                    <a:p>
                      <a:pPr algn="ctr"/>
                      <a:r>
                        <a:rPr lang="fr-FR" sz="800" b="0" i="0" u="none" strike="noStrike" cap="none">
                          <a:solidFill>
                            <a:schemeClr val="tx1"/>
                          </a:solidFill>
                          <a:effectLst/>
                          <a:latin typeface="+mn-lt"/>
                          <a:ea typeface="+mn-ea"/>
                          <a:cs typeface="+mn-cs"/>
                          <a:sym typeface="Arial"/>
                        </a:rPr>
                        <a:t>Serveurs Windows</a:t>
                      </a:r>
                      <a:endParaRPr lang="fr-FR" sz="1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Supervision insuffisante des comptes administrateurs</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710658988"/>
                  </a:ext>
                </a:extLst>
              </a:tr>
              <a:tr h="43502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0" i="0" u="none" strike="noStrike" cap="none">
                          <a:solidFill>
                            <a:schemeClr val="tx1"/>
                          </a:solidFill>
                          <a:effectLst/>
                          <a:latin typeface="+mn-lt"/>
                          <a:ea typeface="+mn-ea"/>
                          <a:cs typeface="+mn-cs"/>
                          <a:sym typeface="Arial"/>
                        </a:rPr>
                        <a:t>Application Finance</a:t>
                      </a:r>
                      <a:endParaRPr lang="fr-FR" sz="700" b="1" kern="1200" noProof="0" dirty="0">
                        <a:solidFill>
                          <a:srgbClr val="000000"/>
                        </a:solidFill>
                        <a:latin typeface="+mn-lt"/>
                        <a:ea typeface="+mn-ea"/>
                        <a:cs typeface="+mn-cs"/>
                      </a:endParaRPr>
                    </a:p>
                  </a:txBody>
                  <a:tcPr marL="68580" marR="68580" marT="34290" marB="34290"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algn="ctr"/>
                      <a:r>
                        <a:rPr lang="fr-FR" sz="800" b="0" i="0" u="none" strike="noStrike" cap="none">
                          <a:solidFill>
                            <a:schemeClr val="tx1"/>
                          </a:solidFill>
                          <a:effectLst/>
                          <a:latin typeface="+mn-lt"/>
                          <a:ea typeface="+mn-ea"/>
                          <a:cs typeface="+mn-cs"/>
                          <a:sym typeface="Arial"/>
                        </a:rPr>
                        <a:t>Parametrage des mots de passe non aligne avec la politique de securite</a:t>
                      </a:r>
                      <a:endParaRPr lang="fr-FR" sz="200" kern="1200" noProof="0" dirty="0">
                        <a:solidFill>
                          <a:srgbClr val="000000"/>
                        </a:solidFill>
                        <a:latin typeface="+mn-lt"/>
                        <a:ea typeface="+mn-ea"/>
                        <a:cs typeface="+mn-cs"/>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8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400" b="0" i="0" u="none" strike="noStrike" cap="none">
                          <a:solidFill>
                            <a:schemeClr val="tx1"/>
                          </a:solidFill>
                          <a:effectLst/>
                          <a:latin typeface="+mn-lt"/>
                          <a:ea typeface="+mn-ea"/>
                          <a:cs typeface="+mn-cs"/>
                          <a:sym typeface="Arial"/>
                        </a:rPr>
                        <a:t>A renseigner</a:t>
                      </a:r>
                      <a:endParaRPr lang="fr-FR" sz="800" b="0" i="0" u="none" strike="noStrike" kern="1200" cap="none" noProof="0" dirty="0">
                        <a:solidFill>
                          <a:schemeClr val="tx1"/>
                        </a:solidFill>
                        <a:latin typeface="+mn-lt"/>
                        <a:ea typeface="Arial"/>
                        <a:cs typeface="Arial"/>
                        <a:sym typeface="Arial"/>
                      </a:endParaRPr>
                    </a:p>
                  </a:txBody>
                  <a:tcPr marL="68580" marR="68580" marT="34290" marB="34290"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2031250325"/>
                  </a:ext>
                </a:extLst>
              </a:tr>
            </a:tbl>
          </a:graphicData>
        </a:graphic>
      </p:graphicFrame>
    </p:spTree>
    <p:extLst>
      <p:ext uri="{BB962C8B-B14F-4D97-AF65-F5344CB8AC3E}">
        <p14:creationId xmlns:p14="http://schemas.microsoft.com/office/powerpoint/2010/main" val="328190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6876C-7836-00EF-1C90-410A70A01FC1}"/>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5FB9B40F-D26E-E51F-6424-F58B0B66EFEF}"/>
              </a:ext>
            </a:extLst>
          </p:cNvPr>
          <p:cNvSpPr>
            <a:spLocks noGrp="1"/>
          </p:cNvSpPr>
          <p:nvPr>
            <p:ph type="title"/>
          </p:nvPr>
        </p:nvSpPr>
        <p:spPr>
          <a:xfrm>
            <a:off x="298329" y="2594969"/>
            <a:ext cx="4940733" cy="1944956"/>
          </a:xfrm>
        </p:spPr>
        <p:txBody>
          <a:bodyPr/>
          <a:lstStyle/>
          <a:p>
            <a:r>
              <a:rPr lang="fr-FR" noProof="0"/>
              <a:t>Approche des travaux d’audit informatique</a:t>
            </a:r>
            <a:br>
              <a:rPr lang="fr-FR" noProof="0"/>
            </a:br>
            <a:endParaRPr lang="fr-FR" noProof="0"/>
          </a:p>
        </p:txBody>
      </p:sp>
      <p:sp>
        <p:nvSpPr>
          <p:cNvPr id="13" name="Text Placeholder 12">
            <a:extLst>
              <a:ext uri="{FF2B5EF4-FFF2-40B4-BE49-F238E27FC236}">
                <a16:creationId xmlns:a16="http://schemas.microsoft.com/office/drawing/2014/main" id="{7AD8FDD1-9470-07A1-FB26-0A3B42EB15E7}"/>
              </a:ext>
            </a:extLst>
          </p:cNvPr>
          <p:cNvSpPr>
            <a:spLocks noGrp="1"/>
          </p:cNvSpPr>
          <p:nvPr>
            <p:ph type="body" idx="1"/>
          </p:nvPr>
        </p:nvSpPr>
        <p:spPr>
          <a:xfrm>
            <a:off x="6145368" y="432054"/>
            <a:ext cx="2596571" cy="3231654"/>
          </a:xfrm>
        </p:spPr>
        <p:txBody>
          <a:bodyPr/>
          <a:lstStyle/>
          <a:p>
            <a:r>
              <a:rPr lang="fr-FR" noProof="0"/>
              <a:t>2</a:t>
            </a:r>
          </a:p>
        </p:txBody>
      </p:sp>
      <p:sp>
        <p:nvSpPr>
          <p:cNvPr id="2" name="Footer Placeholder 1">
            <a:extLst>
              <a:ext uri="{FF2B5EF4-FFF2-40B4-BE49-F238E27FC236}">
                <a16:creationId xmlns:a16="http://schemas.microsoft.com/office/drawing/2014/main" id="{4AD5B976-E5D3-1B8D-BFB8-00695AD77164}"/>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646CF0DD-232B-97F1-8F8B-40CF7CDFEA0A}"/>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8</a:t>
            </a:fld>
            <a:endParaRPr lang="fr-FR" noProof="0"/>
          </a:p>
        </p:txBody>
      </p:sp>
    </p:spTree>
    <p:extLst>
      <p:ext uri="{BB962C8B-B14F-4D97-AF65-F5344CB8AC3E}">
        <p14:creationId xmlns:p14="http://schemas.microsoft.com/office/powerpoint/2010/main" val="343730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BAE79-E4DB-2CB7-78BE-AB98F24AD0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456EF2-501B-B6EF-D204-AE1DC7020C5C}"/>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BDBAE791-F57D-10BB-27C2-9B0431065E7A}"/>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9</a:t>
            </a:fld>
            <a:endParaRPr lang="fr-FR" noProof="0"/>
          </a:p>
        </p:txBody>
      </p:sp>
      <p:sp>
        <p:nvSpPr>
          <p:cNvPr id="14" name="Google Shape;861;p107">
            <a:extLst>
              <a:ext uri="{FF2B5EF4-FFF2-40B4-BE49-F238E27FC236}">
                <a16:creationId xmlns:a16="http://schemas.microsoft.com/office/drawing/2014/main" id="{260695D0-9DDD-AD7E-2B62-6FF9D53BEE52}"/>
              </a:ext>
            </a:extLst>
          </p:cNvPr>
          <p:cNvSpPr txBox="1"/>
          <p:nvPr/>
        </p:nvSpPr>
        <p:spPr>
          <a:xfrm>
            <a:off x="433604" y="146274"/>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Approche des travaux d’audit informatique</a:t>
            </a:r>
          </a:p>
        </p:txBody>
      </p:sp>
      <p:sp>
        <p:nvSpPr>
          <p:cNvPr id="9" name="Google Shape;914;p112">
            <a:extLst>
              <a:ext uri="{FF2B5EF4-FFF2-40B4-BE49-F238E27FC236}">
                <a16:creationId xmlns:a16="http://schemas.microsoft.com/office/drawing/2014/main" id="{F869FBEF-A987-E8B9-1FD6-99CCCDA992B8}"/>
              </a:ext>
            </a:extLst>
          </p:cNvPr>
          <p:cNvSpPr txBox="1"/>
          <p:nvPr/>
        </p:nvSpPr>
        <p:spPr>
          <a:xfrm>
            <a:off x="433604" y="840507"/>
            <a:ext cx="8276700" cy="4131870"/>
          </a:xfrm>
          <a:prstGeom prst="rect">
            <a:avLst/>
          </a:prstGeom>
          <a:noFill/>
          <a:ln>
            <a:noFill/>
          </a:ln>
        </p:spPr>
        <p:txBody>
          <a:bodyPr spcFirstLastPara="1" wrap="square" lIns="68575" tIns="34275" rIns="68575" bIns="34275" anchor="t" anchorCtr="0">
            <a:spAutoFit/>
          </a:bodyPr>
          <a:lstStyle/>
          <a:p>
            <a:r>
              <a:rPr lang="fr-FR" sz="1200"/>
              <a:t>Notre approche d’audit intègre la composante systèmes d’information dès la phase de planification de la mission.</a:t>
            </a:r>
          </a:p>
          <a:p>
            <a:endParaRPr lang="fr-FR" sz="1200"/>
          </a:p>
          <a:p>
            <a:r>
              <a:rPr lang="fr-FR" sz="1200"/>
              <a:t>Cette approche peut ?tre d?compos?e de la mani?re suivante :</a:t>
            </a:r>
          </a:p>
          <a:p>
            <a:endParaRPr lang="fr-FR" sz="1200"/>
          </a:p>
          <a:p>
            <a:r>
              <a:rPr lang="fr-FR" sz="1200"/>
              <a:t>Une phase de :</a:t>
            </a:r>
          </a:p>
          <a:p>
            <a:r>
              <a:rPr lang="fr-FR" sz="1200"/>
              <a:t>Prise de connaissance de l'environnement informatique de l'entite et des evolutions significatives de l'exercice.</a:t>
            </a:r>
          </a:p>
          <a:p>
            <a:r>
              <a:rPr lang="fr-FR" sz="1200"/>
              <a:t>Entretiens avec les interlocuteurs cles, analyse documentaire et collecte des evidences necessaires a la revue.</a:t>
            </a:r>
          </a:p>
          <a:p>
            <a:r>
              <a:rPr lang="fr-FR" sz="1200"/>
              <a:t>Execution de tests de controles par sondage et observation sur les processus de gestion des acces, des changements et de l'exploitation informatique.</a:t>
            </a:r>
          </a:p>
          <a:p>
            <a:r>
              <a:rPr lang="fr-FR" sz="1200"/>
              <a:t>Synthese des constats, evaluation du niveau de maitrise et formalisation des recommandations a destination du management.</a:t>
            </a:r>
          </a:p>
          <a:p>
            <a:endParaRPr lang="fr-FR" sz="1200"/>
          </a:p>
          <a:p>
            <a:r>
              <a:rPr lang="fr-FR" sz="1200"/>
              <a:t>Nos travaux ont porte sur les applications suivantes: Active Directory, SAP S/4HANA, Serveurs Windows, Application Finance, Serveur Backup, Outil de ticketing. Le perimetre couvre principalement Gestion des acces aux donnees et aux programmes, Gestion des changements et developpements, Exploitation informatique. Les diligences ont ete realisees au travers d'entretiens, d'analyses documentaires et de tests de controles cibles.</a:t>
            </a:r>
          </a:p>
          <a:p>
            <a:endParaRPr lang="fr-FR" sz="1200"/>
          </a:p>
          <a:p>
            <a:r>
              <a:rPr lang="fr-FR" sz="1200"/>
              <a:t>La revue ITGC menee sur Direction des systemes d'information - Groupe Example a mis en evidence 9 observation(s) significative(s) sur les applications Active Directory, SAP S/4HANA, Serveurs Windows, Application Finance, Serveur Backup, Outil de ticketing. Les constats les plus sensibles concernent la gestion des acces, l'exploitation informatique et la gestion des changements, avec un impact direct potentiel sur le dispositif de controle interne et la securite des traitements.</a:t>
            </a:r>
            <a:endParaRPr lang="fr-FR" sz="14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6163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E5AE1-E5DB-8E69-3096-92C05AA4BF1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B09BE1-A917-1F7F-BB44-89AA694C69CD}"/>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EAFB8C43-BDF1-C266-0AB2-D2A379DA7351}"/>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10</a:t>
            </a:fld>
            <a:endParaRPr lang="fr-FR" noProof="0"/>
          </a:p>
        </p:txBody>
      </p:sp>
      <p:sp>
        <p:nvSpPr>
          <p:cNvPr id="14" name="Google Shape;861;p107">
            <a:extLst>
              <a:ext uri="{FF2B5EF4-FFF2-40B4-BE49-F238E27FC236}">
                <a16:creationId xmlns:a16="http://schemas.microsoft.com/office/drawing/2014/main" id="{024E7028-3F65-05CA-9C07-D19270FB15A1}"/>
              </a:ext>
            </a:extLst>
          </p:cNvPr>
          <p:cNvSpPr txBox="1"/>
          <p:nvPr/>
        </p:nvSpPr>
        <p:spPr>
          <a:xfrm>
            <a:off x="433604" y="15493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Liste des contrôles couverts</a:t>
            </a:r>
          </a:p>
        </p:txBody>
      </p:sp>
      <p:graphicFrame>
        <p:nvGraphicFramePr>
          <p:cNvPr id="3" name="Tableau 2">
            <a:extLst>
              <a:ext uri="{FF2B5EF4-FFF2-40B4-BE49-F238E27FC236}">
                <a16:creationId xmlns:a16="http://schemas.microsoft.com/office/drawing/2014/main" id="{4ED7BA9E-2DC0-D933-50A3-A66CEEF679F1}"/>
              </a:ext>
            </a:extLst>
          </p:cNvPr>
          <p:cNvGraphicFramePr>
            <a:graphicFrameLocks noGrp="1"/>
          </p:cNvGraphicFramePr>
          <p:nvPr>
            <p:custDataLst>
              <p:tags r:id="rId1"/>
            </p:custDataLst>
            <p:extLst>
              <p:ext uri="{D42A27DB-BD31-4B8C-83A1-F6EECF244321}">
                <p14:modId xmlns:p14="http://schemas.microsoft.com/office/powerpoint/2010/main" val="3538762285"/>
              </p:ext>
            </p:extLst>
          </p:nvPr>
        </p:nvGraphicFramePr>
        <p:xfrm>
          <a:off x="180204" y="660986"/>
          <a:ext cx="8702600" cy="3523962"/>
        </p:xfrm>
        <a:graphic>
          <a:graphicData uri="http://schemas.openxmlformats.org/drawingml/2006/table">
            <a:tbl>
              <a:tblPr firstRow="1" firstCol="1" bandRow="1"/>
              <a:tblGrid>
                <a:gridCol w="830243">
                  <a:extLst>
                    <a:ext uri="{9D8B030D-6E8A-4147-A177-3AD203B41FA5}">
                      <a16:colId xmlns:a16="http://schemas.microsoft.com/office/drawing/2014/main" val="20000"/>
                    </a:ext>
                  </a:extLst>
                </a:gridCol>
                <a:gridCol w="3526160">
                  <a:extLst>
                    <a:ext uri="{9D8B030D-6E8A-4147-A177-3AD203B41FA5}">
                      <a16:colId xmlns:a16="http://schemas.microsoft.com/office/drawing/2014/main" val="20001"/>
                    </a:ext>
                  </a:extLst>
                </a:gridCol>
                <a:gridCol w="4346197">
                  <a:extLst>
                    <a:ext uri="{9D8B030D-6E8A-4147-A177-3AD203B41FA5}">
                      <a16:colId xmlns:a16="http://schemas.microsoft.com/office/drawing/2014/main" val="20002"/>
                    </a:ext>
                  </a:extLst>
                </a:gridCol>
              </a:tblGrid>
              <a:tr h="171751">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Description</a:t>
                      </a:r>
                      <a:r>
                        <a:rPr lang="fr-FR" sz="800" baseline="0" noProof="0">
                          <a:solidFill>
                            <a:schemeClr val="bg1"/>
                          </a:solidFill>
                          <a:latin typeface="+mn-lt"/>
                        </a:rPr>
                        <a:t> du contrôle</a:t>
                      </a:r>
                      <a:endParaRPr lang="fr-FR" sz="800" noProof="0">
                        <a:solidFill>
                          <a:schemeClr val="bg1"/>
                        </a:solidFill>
                        <a:latin typeface="+mn-lt"/>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extLst>
                  <a:ext uri="{0D108BD9-81ED-4DB2-BD59-A6C34878D82A}">
                    <a16:rowId xmlns:a16="http://schemas.microsoft.com/office/drawing/2014/main" val="10000"/>
                  </a:ext>
                </a:extLst>
              </a:tr>
              <a:tr h="171751">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Gestion des acces aux donnees et aux programmes</a:t>
                      </a:r>
                      <a:endParaRPr lang="fr-FR" sz="800" noProof="0" dirty="0">
                        <a:solidFill>
                          <a:schemeClr val="bg1"/>
                        </a:solidFill>
                        <a:latin typeface="+mn-lt"/>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807230">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APD-01</a:t>
                      </a:r>
                      <a:endParaRPr lang="fr-FR" sz="800" b="0" noProof="0" dirty="0">
                        <a:solidFill>
                          <a:schemeClr val="tx1"/>
                        </a:solidFill>
                        <a:latin typeface="+mn-l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demandes d'acces aux applications du systeme d'information sont autorisees et validees par le management.</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Verifier l'existence d'une validation formelle des creations et modifications d'acces.</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APD-02</a:t>
                      </a:r>
                      <a:endParaRPr lang="fr-FR" sz="8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droits d'acces des utilisateurs quittant l'entite sont retires en temps opportun.</a:t>
                      </a:r>
                      <a:endParaRPr lang="fr-FR" sz="800" noProof="0" dirty="0">
                        <a:solidFill>
                          <a:srgbClr val="FF0000"/>
                        </a:solidFill>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Comparer les departs / mobilites aux comptes toujours actifs dans les applications et infrastructures.</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APD-03</a:t>
                      </a:r>
                      <a:endParaRPr lang="fr-FR" sz="800" b="0" noProof="0" dirty="0">
                        <a:solidFill>
                          <a:schemeClr val="tx1"/>
                        </a:solidFill>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droits et transactions sensibles sont revus periodiquement.</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S'assurer qu'une revue periodique des acces et privileges etendus est planifiee et documentee.</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APD-04</a:t>
                      </a:r>
                      <a:endParaRPr lang="fr-FR" sz="800" dirty="0"/>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comptes privilegies et generiques font l'objet d'un suivi adapte.</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Verifier l'encadrement des comptes d'administration et la surveillance des activites sensibles.</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45147091"/>
                  </a:ext>
                </a:extLst>
              </a:tr>
              <a:tr h="572503">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APD-05</a:t>
                      </a:r>
                      <a:endParaRPr lang="fr-FR" sz="800" b="0" noProof="0" dirty="0">
                        <a:solidFill>
                          <a:schemeClr val="tx1"/>
                        </a:solidFill>
                        <a:latin typeface="+mn-lt"/>
                      </a:endParaRPr>
                    </a:p>
                  </a:txBody>
                  <a:tcPr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parametres de securite et mots de passe sont conformes aux politiques en vigueur.</a:t>
                      </a:r>
                      <a:endParaRPr lang="fr-FR" sz="800" dirty="0"/>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Revoir la configuration des parametres de securite et l'alignement avec la politique de securite.</a:t>
                      </a:r>
                      <a:endParaRPr lang="fr-FR" sz="800" noProof="0" dirty="0">
                        <a:effectLst/>
                        <a:latin typeface="+mn-lt"/>
                        <a:ea typeface="Times New Roman" panose="02020603050405020304" pitchFamily="18" charset="0"/>
                      </a:endParaRPr>
                    </a:p>
                  </a:txBody>
                  <a:tcPr marL="44450" marR="44450" marT="0" marB="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2374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97059-CDCB-9FEB-7E43-951E5AC897B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39CD27-4C18-7468-7F60-3CE07E3D0E43}"/>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F80576BD-520B-4E03-89E7-11189FBFA127}"/>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11</a:t>
            </a:fld>
            <a:endParaRPr lang="fr-FR" noProof="0"/>
          </a:p>
        </p:txBody>
      </p:sp>
      <p:sp>
        <p:nvSpPr>
          <p:cNvPr id="14" name="Google Shape;861;p107">
            <a:extLst>
              <a:ext uri="{FF2B5EF4-FFF2-40B4-BE49-F238E27FC236}">
                <a16:creationId xmlns:a16="http://schemas.microsoft.com/office/drawing/2014/main" id="{23EFEC80-FE31-22B9-718B-5443F01E929D}"/>
              </a:ext>
            </a:extLst>
          </p:cNvPr>
          <p:cNvSpPr txBox="1"/>
          <p:nvPr/>
        </p:nvSpPr>
        <p:spPr>
          <a:xfrm>
            <a:off x="433604" y="15493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Liste des contrôles couverts</a:t>
            </a:r>
          </a:p>
        </p:txBody>
      </p:sp>
      <p:graphicFrame>
        <p:nvGraphicFramePr>
          <p:cNvPr id="4" name="Tableau 3">
            <a:extLst>
              <a:ext uri="{FF2B5EF4-FFF2-40B4-BE49-F238E27FC236}">
                <a16:creationId xmlns:a16="http://schemas.microsoft.com/office/drawing/2014/main" id="{60C688CC-80B7-B781-4A10-CD8EDF6EFD4D}"/>
              </a:ext>
            </a:extLst>
          </p:cNvPr>
          <p:cNvGraphicFramePr>
            <a:graphicFrameLocks noGrp="1"/>
          </p:cNvGraphicFramePr>
          <p:nvPr>
            <p:custDataLst>
              <p:tags r:id="rId1"/>
            </p:custDataLst>
            <p:extLst>
              <p:ext uri="{D42A27DB-BD31-4B8C-83A1-F6EECF244321}">
                <p14:modId xmlns:p14="http://schemas.microsoft.com/office/powerpoint/2010/main" val="1139149713"/>
              </p:ext>
            </p:extLst>
          </p:nvPr>
        </p:nvGraphicFramePr>
        <p:xfrm>
          <a:off x="175339" y="655520"/>
          <a:ext cx="8707465" cy="1828412"/>
        </p:xfrm>
        <a:graphic>
          <a:graphicData uri="http://schemas.openxmlformats.org/drawingml/2006/table">
            <a:tbl>
              <a:tblPr firstRow="1" firstCol="1" bandRow="1"/>
              <a:tblGrid>
                <a:gridCol w="830707">
                  <a:extLst>
                    <a:ext uri="{9D8B030D-6E8A-4147-A177-3AD203B41FA5}">
                      <a16:colId xmlns:a16="http://schemas.microsoft.com/office/drawing/2014/main" val="20000"/>
                    </a:ext>
                  </a:extLst>
                </a:gridCol>
                <a:gridCol w="3528131">
                  <a:extLst>
                    <a:ext uri="{9D8B030D-6E8A-4147-A177-3AD203B41FA5}">
                      <a16:colId xmlns:a16="http://schemas.microsoft.com/office/drawing/2014/main" val="20001"/>
                    </a:ext>
                  </a:extLst>
                </a:gridCol>
                <a:gridCol w="4348627">
                  <a:extLst>
                    <a:ext uri="{9D8B030D-6E8A-4147-A177-3AD203B41FA5}">
                      <a16:colId xmlns:a16="http://schemas.microsoft.com/office/drawing/2014/main" val="20002"/>
                    </a:ext>
                  </a:extLst>
                </a:gridCol>
              </a:tblGrid>
              <a:tr h="185129">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Réf.</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dirty="0">
                          <a:solidFill>
                            <a:schemeClr val="bg1"/>
                          </a:solidFill>
                          <a:latin typeface="+mn-lt"/>
                        </a:rPr>
                        <a:t>Description</a:t>
                      </a:r>
                      <a:r>
                        <a:rPr lang="fr-FR" sz="800" baseline="0" noProof="0" dirty="0">
                          <a:solidFill>
                            <a:schemeClr val="bg1"/>
                          </a:solidFill>
                          <a:latin typeface="+mn-lt"/>
                        </a:rPr>
                        <a:t> du contrôle</a:t>
                      </a:r>
                      <a:endParaRPr lang="fr-FR" sz="800" noProof="0" dirty="0">
                        <a:solidFill>
                          <a:schemeClr val="bg1"/>
                        </a:solidFill>
                        <a:latin typeface="+mn-lt"/>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Procédure de test</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D04A02"/>
                    </a:solidFill>
                  </a:tcPr>
                </a:tc>
                <a:extLst>
                  <a:ext uri="{0D108BD9-81ED-4DB2-BD59-A6C34878D82A}">
                    <a16:rowId xmlns:a16="http://schemas.microsoft.com/office/drawing/2014/main" val="10000"/>
                  </a:ext>
                </a:extLst>
              </a:tr>
              <a:tr h="185129">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noProof="0">
                          <a:solidFill>
                            <a:schemeClr val="bg1"/>
                          </a:solidFill>
                          <a:latin typeface="+mn-lt"/>
                        </a:rPr>
                        <a:t>Gestion des changements</a:t>
                      </a:r>
                      <a:endParaRPr lang="fr-FR" sz="800" noProof="0" dirty="0">
                        <a:solidFill>
                          <a:schemeClr val="bg1"/>
                        </a:solidFill>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595058">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r>
                        <a:rPr lang="fr-FR" sz="800"/>
                        <a:t>PC-01</a:t>
                      </a:r>
                      <a:endParaRPr lang="fr-FR" sz="8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changements applicatifs sont testes et valides avant mise en production.</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Examiner un echantillon de changements et verifier les validations prealables a la mise en production.</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806634">
                <a:tc>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
                          <a:srgbClr val="000000"/>
                        </a:buClr>
                        <a:buSzTx/>
                        <a:buFont typeface="Arial"/>
                        <a:buNone/>
                        <a:tabLst/>
                        <a:defRPr/>
                      </a:pPr>
                      <a:r>
                        <a:rPr lang="fr-FR" sz="800"/>
                        <a:t>PC-02</a:t>
                      </a:r>
                      <a:endParaRPr lang="fr-FR" sz="8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r>
                        <a:rPr lang="fr-FR" sz="800"/>
                        <a:t>Les environnements de developpement, de test et de production sont separes.</a:t>
                      </a:r>
                      <a:endParaRPr lang="fr-FR" sz="800" dirty="0"/>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685800" rtl="0" eaLnBrk="1" latinLnBrk="0" hangingPunct="1">
                        <a:defRPr sz="1400" kern="1200">
                          <a:solidFill>
                            <a:schemeClr val="dk1"/>
                          </a:solidFill>
                          <a:latin typeface="Arial"/>
                        </a:defRPr>
                      </a:lvl1pPr>
                      <a:lvl2pPr marL="342900" algn="l" defTabSz="685800" rtl="0" eaLnBrk="1" latinLnBrk="0" hangingPunct="1">
                        <a:defRPr sz="1400" kern="1200">
                          <a:solidFill>
                            <a:schemeClr val="dk1"/>
                          </a:solidFill>
                          <a:latin typeface="Arial"/>
                        </a:defRPr>
                      </a:lvl2pPr>
                      <a:lvl3pPr marL="685800" algn="l" defTabSz="685800" rtl="0" eaLnBrk="1" latinLnBrk="0" hangingPunct="1">
                        <a:defRPr sz="1400" kern="1200">
                          <a:solidFill>
                            <a:schemeClr val="dk1"/>
                          </a:solidFill>
                          <a:latin typeface="Arial"/>
                        </a:defRPr>
                      </a:lvl3pPr>
                      <a:lvl4pPr marL="1028700" algn="l" defTabSz="685800" rtl="0" eaLnBrk="1" latinLnBrk="0" hangingPunct="1">
                        <a:defRPr sz="1400" kern="1200">
                          <a:solidFill>
                            <a:schemeClr val="dk1"/>
                          </a:solidFill>
                          <a:latin typeface="Arial"/>
                        </a:defRPr>
                      </a:lvl4pPr>
                      <a:lvl5pPr marL="1371600" algn="l" defTabSz="685800" rtl="0" eaLnBrk="1" latinLnBrk="0" hangingPunct="1">
                        <a:defRPr sz="1400" kern="1200">
                          <a:solidFill>
                            <a:schemeClr val="dk1"/>
                          </a:solidFill>
                          <a:latin typeface="Arial"/>
                        </a:defRPr>
                      </a:lvl5pPr>
                      <a:lvl6pPr marL="1714500" algn="l" defTabSz="685800" rtl="0" eaLnBrk="1" latinLnBrk="0" hangingPunct="1">
                        <a:defRPr sz="1400" kern="1200">
                          <a:solidFill>
                            <a:schemeClr val="dk1"/>
                          </a:solidFill>
                          <a:latin typeface="Arial"/>
                        </a:defRPr>
                      </a:lvl6pPr>
                      <a:lvl7pPr marL="2057400" algn="l" defTabSz="685800" rtl="0" eaLnBrk="1" latinLnBrk="0" hangingPunct="1">
                        <a:defRPr sz="1400" kern="1200">
                          <a:solidFill>
                            <a:schemeClr val="dk1"/>
                          </a:solidFill>
                          <a:latin typeface="Arial"/>
                        </a:defRPr>
                      </a:lvl7pPr>
                      <a:lvl8pPr marL="2400300" algn="l" defTabSz="685800" rtl="0" eaLnBrk="1" latinLnBrk="0" hangingPunct="1">
                        <a:defRPr sz="1400" kern="1200">
                          <a:solidFill>
                            <a:schemeClr val="dk1"/>
                          </a:solidFill>
                          <a:latin typeface="Arial"/>
                        </a:defRPr>
                      </a:lvl8pPr>
                      <a:lvl9pPr marL="2743200" algn="l" defTabSz="685800" rtl="0" eaLnBrk="1" latinLnBrk="0" hangingPunct="1">
                        <a:defRPr sz="1400" kern="1200">
                          <a:solidFill>
                            <a:schemeClr val="dk1"/>
                          </a:solidFill>
                          <a:latin typeface="Arial"/>
                        </a:defRPr>
                      </a:lvl9pPr>
                    </a:lstStyle>
                    <a:p>
                      <a:pPr marL="0" marR="0" lvl="0" indent="0" algn="just" defTabSz="685800" rtl="0" eaLnBrk="1" fontAlgn="auto" latinLnBrk="0" hangingPunct="1">
                        <a:lnSpc>
                          <a:spcPct val="100000"/>
                        </a:lnSpc>
                        <a:spcBef>
                          <a:spcPts val="0"/>
                        </a:spcBef>
                        <a:spcAft>
                          <a:spcPts val="300"/>
                        </a:spcAft>
                        <a:buClr>
                          <a:srgbClr val="000000"/>
                        </a:buClr>
                        <a:buSzTx/>
                        <a:buFont typeface="+mj-lt"/>
                        <a:buNone/>
                        <a:tabLst/>
                        <a:defRPr/>
                      </a:pPr>
                      <a:r>
                        <a:rPr lang="fr-FR" sz="800"/>
                        <a:t>Confirmer la separation logique et organisationnelle entre les environnements.</a:t>
                      </a:r>
                      <a:endParaRPr lang="fr-FR" sz="800" b="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3"/>
                  </a:ext>
                </a:extLst>
              </a:tr>
            </a:tbl>
          </a:graphicData>
        </a:graphic>
      </p:graphicFrame>
      <p:graphicFrame>
        <p:nvGraphicFramePr>
          <p:cNvPr id="6" name="Tableau 5">
            <a:extLst>
              <a:ext uri="{FF2B5EF4-FFF2-40B4-BE49-F238E27FC236}">
                <a16:creationId xmlns:a16="http://schemas.microsoft.com/office/drawing/2014/main" id="{32F8FC89-800F-8DD2-50B4-ED48BE2A5F86}"/>
              </a:ext>
            </a:extLst>
          </p:cNvPr>
          <p:cNvGraphicFramePr>
            <a:graphicFrameLocks noGrp="1"/>
          </p:cNvGraphicFramePr>
          <p:nvPr>
            <p:custDataLst>
              <p:tags r:id="rId2"/>
            </p:custDataLst>
            <p:extLst>
              <p:ext uri="{D42A27DB-BD31-4B8C-83A1-F6EECF244321}">
                <p14:modId xmlns:p14="http://schemas.microsoft.com/office/powerpoint/2010/main" val="481697543"/>
              </p:ext>
            </p:extLst>
          </p:nvPr>
        </p:nvGraphicFramePr>
        <p:xfrm>
          <a:off x="178665" y="2679766"/>
          <a:ext cx="8707465" cy="1575380"/>
        </p:xfrm>
        <a:graphic>
          <a:graphicData uri="http://schemas.openxmlformats.org/drawingml/2006/table">
            <a:tbl>
              <a:tblPr firstRow="1" firstCol="1" bandRow="1"/>
              <a:tblGrid>
                <a:gridCol w="830707">
                  <a:extLst>
                    <a:ext uri="{9D8B030D-6E8A-4147-A177-3AD203B41FA5}">
                      <a16:colId xmlns:a16="http://schemas.microsoft.com/office/drawing/2014/main" val="20000"/>
                    </a:ext>
                  </a:extLst>
                </a:gridCol>
                <a:gridCol w="3528131">
                  <a:extLst>
                    <a:ext uri="{9D8B030D-6E8A-4147-A177-3AD203B41FA5}">
                      <a16:colId xmlns:a16="http://schemas.microsoft.com/office/drawing/2014/main" val="20001"/>
                    </a:ext>
                  </a:extLst>
                </a:gridCol>
                <a:gridCol w="4348627">
                  <a:extLst>
                    <a:ext uri="{9D8B030D-6E8A-4147-A177-3AD203B41FA5}">
                      <a16:colId xmlns:a16="http://schemas.microsoft.com/office/drawing/2014/main" val="20002"/>
                    </a:ext>
                  </a:extLst>
                </a:gridCol>
              </a:tblGrid>
              <a:tr h="185129">
                <a:tc gridSpan="3">
                  <a:txBody>
                    <a:bodyPr/>
                    <a:lstStyle>
                      <a:lvl1pPr marL="0" algn="l" defTabSz="685800" rtl="0" eaLnBrk="1" latinLnBrk="0" hangingPunct="1">
                        <a:defRPr sz="1400" b="1" kern="1200">
                          <a:solidFill>
                            <a:schemeClr val="lt1"/>
                          </a:solidFill>
                          <a:latin typeface="Arial"/>
                        </a:defRPr>
                      </a:lvl1pPr>
                      <a:lvl2pPr marL="342900" algn="l" defTabSz="685800" rtl="0" eaLnBrk="1" latinLnBrk="0" hangingPunct="1">
                        <a:defRPr sz="1400" b="1" kern="1200">
                          <a:solidFill>
                            <a:schemeClr val="lt1"/>
                          </a:solidFill>
                          <a:latin typeface="Arial"/>
                        </a:defRPr>
                      </a:lvl2pPr>
                      <a:lvl3pPr marL="685800" algn="l" defTabSz="685800" rtl="0" eaLnBrk="1" latinLnBrk="0" hangingPunct="1">
                        <a:defRPr sz="1400" b="1" kern="1200">
                          <a:solidFill>
                            <a:schemeClr val="lt1"/>
                          </a:solidFill>
                          <a:latin typeface="Arial"/>
                        </a:defRPr>
                      </a:lvl3pPr>
                      <a:lvl4pPr marL="1028700" algn="l" defTabSz="685800" rtl="0" eaLnBrk="1" latinLnBrk="0" hangingPunct="1">
                        <a:defRPr sz="1400" b="1" kern="1200">
                          <a:solidFill>
                            <a:schemeClr val="lt1"/>
                          </a:solidFill>
                          <a:latin typeface="Arial"/>
                        </a:defRPr>
                      </a:lvl4pPr>
                      <a:lvl5pPr marL="1371600" algn="l" defTabSz="685800" rtl="0" eaLnBrk="1" latinLnBrk="0" hangingPunct="1">
                        <a:defRPr sz="1400" b="1" kern="1200">
                          <a:solidFill>
                            <a:schemeClr val="lt1"/>
                          </a:solidFill>
                          <a:latin typeface="Arial"/>
                        </a:defRPr>
                      </a:lvl5pPr>
                      <a:lvl6pPr marL="1714500" algn="l" defTabSz="685800" rtl="0" eaLnBrk="1" latinLnBrk="0" hangingPunct="1">
                        <a:defRPr sz="1400" b="1" kern="1200">
                          <a:solidFill>
                            <a:schemeClr val="lt1"/>
                          </a:solidFill>
                          <a:latin typeface="Arial"/>
                        </a:defRPr>
                      </a:lvl6pPr>
                      <a:lvl7pPr marL="2057400" algn="l" defTabSz="685800" rtl="0" eaLnBrk="1" latinLnBrk="0" hangingPunct="1">
                        <a:defRPr sz="1400" b="1" kern="1200">
                          <a:solidFill>
                            <a:schemeClr val="lt1"/>
                          </a:solidFill>
                          <a:latin typeface="Arial"/>
                        </a:defRPr>
                      </a:lvl7pPr>
                      <a:lvl8pPr marL="2400300" algn="l" defTabSz="685800" rtl="0" eaLnBrk="1" latinLnBrk="0" hangingPunct="1">
                        <a:defRPr sz="1400" b="1" kern="1200">
                          <a:solidFill>
                            <a:schemeClr val="lt1"/>
                          </a:solidFill>
                          <a:latin typeface="Arial"/>
                        </a:defRPr>
                      </a:lvl8pPr>
                      <a:lvl9pPr marL="2743200" algn="l" defTabSz="685800" rtl="0" eaLnBrk="1" latinLnBrk="0" hangingPunct="1">
                        <a:defRPr sz="1400" b="1" kern="1200">
                          <a:solidFill>
                            <a:schemeClr val="lt1"/>
                          </a:solidFill>
                          <a:latin typeface="Arial"/>
                        </a:defRPr>
                      </a:lvl9pPr>
                    </a:lstStyle>
                    <a:p>
                      <a:pPr algn="ctr"/>
                      <a:r>
                        <a:rPr lang="fr-FR" sz="800" b="1" i="0" u="none" strike="noStrike" kern="1200" cap="none" noProof="0">
                          <a:solidFill>
                            <a:schemeClr val="bg1"/>
                          </a:solidFill>
                          <a:latin typeface="Arial"/>
                          <a:ea typeface="+mn-ea"/>
                          <a:cs typeface="+mn-cs"/>
                          <a:sym typeface="Arial"/>
                        </a:rPr>
                        <a:t>Exploitation informatique</a:t>
                      </a:r>
                      <a:endParaRPr lang="fr-FR" sz="800" b="1" i="0" u="none" strike="noStrike" kern="1200" cap="none" noProof="0" dirty="0">
                        <a:solidFill>
                          <a:schemeClr val="bg1"/>
                        </a:solidFill>
                        <a:latin typeface="Arial"/>
                        <a:ea typeface="+mn-ea"/>
                        <a:cs typeface="+mn-cs"/>
                        <a:sym typeface="Arial"/>
                      </a:endParaRPr>
                    </a:p>
                  </a:txBody>
                  <a:tcPr anchor="ctr">
                    <a:lnL w="12700" cmpd="sng">
                      <a:solidFill>
                        <a:srgbClr val="FFFFFF"/>
                      </a:solidFill>
                    </a:lnL>
                    <a:lnR w="12700" cmpd="sng">
                      <a:solidFill>
                        <a:srgbClr val="FFFFFF"/>
                      </a:solidFill>
                    </a:lnR>
                    <a:lnT w="381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595057">
                <a:tc>
                  <a:txBody>
                    <a:bodyPr/>
                    <a:lstStyle/>
                    <a:p>
                      <a:pPr marL="0" marR="0" lvl="0" indent="0" algn="ctr" defTabSz="685800" rtl="0" eaLnBrk="1" fontAlgn="auto" latinLnBrk="0" hangingPunct="1">
                        <a:lnSpc>
                          <a:spcPct val="100000"/>
                        </a:lnSpc>
                        <a:spcBef>
                          <a:spcPts val="0"/>
                        </a:spcBef>
                        <a:spcAft>
                          <a:spcPts val="300"/>
                        </a:spcAft>
                        <a:buClr>
                          <a:srgbClr val="000000"/>
                        </a:buClr>
                        <a:buSzTx/>
                        <a:buFont typeface="+mj-lt"/>
                        <a:buNone/>
                        <a:tabLst/>
                        <a:defRPr/>
                      </a:pPr>
                      <a:r>
                        <a:rPr lang="fr-FR" sz="800"/>
                        <a:t>CO-01</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fr-FR" sz="800"/>
                        <a:t>Les sauvegardes sont realisees et regulierement testees.</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300"/>
                        </a:spcAft>
                        <a:buClr>
                          <a:srgbClr val="000000"/>
                        </a:buClr>
                        <a:buSzTx/>
                        <a:buFont typeface="+mj-lt"/>
                        <a:buNone/>
                        <a:tabLst/>
                        <a:defRPr/>
                      </a:pPr>
                      <a:r>
                        <a:rPr lang="fr-FR" sz="800"/>
                        <a:t>Verifier la periodicite des sauvegardes et la realisation de tests de restauration.</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766963">
                <a:tc>
                  <a:txBody>
                    <a:bodyPr/>
                    <a:lstStyle/>
                    <a:p>
                      <a:pPr marL="0" marR="0" lvl="0" indent="0" algn="ctr" defTabSz="685800" rtl="0" eaLnBrk="1" fontAlgn="auto" latinLnBrk="0" hangingPunct="1">
                        <a:lnSpc>
                          <a:spcPct val="100000"/>
                        </a:lnSpc>
                        <a:spcBef>
                          <a:spcPts val="0"/>
                        </a:spcBef>
                        <a:spcAft>
                          <a:spcPts val="300"/>
                        </a:spcAft>
                        <a:buClr>
                          <a:srgbClr val="000000"/>
                        </a:buClr>
                        <a:buSzTx/>
                        <a:buFont typeface="+mj-lt"/>
                        <a:buNone/>
                        <a:tabLst/>
                        <a:defRPr/>
                      </a:pPr>
                      <a:r>
                        <a:rPr lang="fr-FR" sz="800"/>
                        <a:t>CO-02</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fr-FR" sz="800"/>
                        <a:t>Les incidents de production sont identifies, traces et resolus dans des delais appropries.</a:t>
                      </a:r>
                      <a:endParaRPr lang="fr-FR" sz="800" dirty="0"/>
                    </a:p>
                  </a:txBody>
                  <a:tcPr marL="44450" marR="4445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just" defTabSz="685800" rtl="0" eaLnBrk="1" fontAlgn="auto" latinLnBrk="0" hangingPunct="1">
                        <a:lnSpc>
                          <a:spcPct val="100000"/>
                        </a:lnSpc>
                        <a:spcBef>
                          <a:spcPts val="0"/>
                        </a:spcBef>
                        <a:spcAft>
                          <a:spcPts val="300"/>
                        </a:spcAft>
                        <a:buClr>
                          <a:srgbClr val="000000"/>
                        </a:buClr>
                        <a:buSzTx/>
                        <a:buFont typeface="+mj-lt"/>
                        <a:buNone/>
                        <a:tabLst/>
                        <a:defRPr/>
                      </a:pPr>
                      <a:r>
                        <a:rPr lang="fr-FR" sz="800"/>
                        <a:t>Analyser le suivi des incidents et les delais de resolution associes.</a:t>
                      </a:r>
                      <a:endParaRPr lang="fr-FR" sz="800" b="0" kern="1200" noProof="0" dirty="0">
                        <a:solidFill>
                          <a:schemeClr val="tx1"/>
                        </a:solidFill>
                        <a:effectLst/>
                        <a:latin typeface="+mn-lt"/>
                        <a:ea typeface="Times New Roman" panose="02020603050405020304" pitchFamily="18" charset="0"/>
                        <a:cs typeface="Arial" panose="020B0604020202020204" pitchFamily="34" charset="0"/>
                      </a:endParaRPr>
                    </a:p>
                  </a:txBody>
                  <a:tcPr marL="44450" marR="44450" marT="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32476032"/>
                  </a:ext>
                </a:extLst>
              </a:tr>
            </a:tbl>
          </a:graphicData>
        </a:graphic>
      </p:graphicFrame>
    </p:spTree>
    <p:extLst>
      <p:ext uri="{BB962C8B-B14F-4D97-AF65-F5344CB8AC3E}">
        <p14:creationId xmlns:p14="http://schemas.microsoft.com/office/powerpoint/2010/main" val="2928166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2412-78E5-C009-3D05-D455894F175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1D224D-25EA-4535-C106-663FD7109010}"/>
              </a:ext>
              <a:ext uri="{C183D7F6-B498-43B3-948B-1728B52AA6E4}">
                <adec:decorative xmlns:adec="http://schemas.microsoft.com/office/drawing/2017/decorative" val="0"/>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5" name="Slide Number Placeholder 4">
            <a:extLst>
              <a:ext uri="{FF2B5EF4-FFF2-40B4-BE49-F238E27FC236}">
                <a16:creationId xmlns:a16="http://schemas.microsoft.com/office/drawing/2014/main" id="{4F4E4413-BDD1-F656-69F6-D50DF5A95CA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12</a:t>
            </a:fld>
            <a:endParaRPr lang="fr-FR" noProof="0"/>
          </a:p>
        </p:txBody>
      </p:sp>
      <p:sp>
        <p:nvSpPr>
          <p:cNvPr id="14" name="Google Shape;861;p107">
            <a:extLst>
              <a:ext uri="{FF2B5EF4-FFF2-40B4-BE49-F238E27FC236}">
                <a16:creationId xmlns:a16="http://schemas.microsoft.com/office/drawing/2014/main" id="{1A193787-E8ED-8E96-97E3-5AC568B6E56C}"/>
              </a:ext>
            </a:extLst>
          </p:cNvPr>
          <p:cNvSpPr txBox="1"/>
          <p:nvPr/>
        </p:nvSpPr>
        <p:spPr>
          <a:xfrm>
            <a:off x="433604" y="129095"/>
            <a:ext cx="8449200" cy="287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3200" i="0" u="none" strike="noStrike" cap="none" noProof="0">
                <a:solidFill>
                  <a:srgbClr val="000000"/>
                </a:solidFill>
                <a:latin typeface="Georgia"/>
                <a:ea typeface="Georgia"/>
                <a:cs typeface="Georgia"/>
                <a:sym typeface="Georgia"/>
              </a:rPr>
              <a:t>Approche des travaux d’audit informatique</a:t>
            </a:r>
          </a:p>
        </p:txBody>
      </p:sp>
      <p:sp>
        <p:nvSpPr>
          <p:cNvPr id="3" name="Google Shape;923;p113">
            <a:extLst>
              <a:ext uri="{FF2B5EF4-FFF2-40B4-BE49-F238E27FC236}">
                <a16:creationId xmlns:a16="http://schemas.microsoft.com/office/drawing/2014/main" id="{A1D5F25F-5140-61F0-B619-69DEFA85569B}"/>
              </a:ext>
            </a:extLst>
          </p:cNvPr>
          <p:cNvSpPr txBox="1"/>
          <p:nvPr/>
        </p:nvSpPr>
        <p:spPr>
          <a:xfrm>
            <a:off x="433604" y="629487"/>
            <a:ext cx="8276792" cy="238497"/>
          </a:xfrm>
          <a:prstGeom prst="rect">
            <a:avLst/>
          </a:prstGeom>
          <a:noFill/>
          <a:ln>
            <a:noFill/>
          </a:ln>
        </p:spPr>
        <p:txBody>
          <a:bodyPr spcFirstLastPara="1" wrap="square" lIns="68575" tIns="34275" rIns="68575" bIns="34275" anchor="t" anchorCtr="0">
            <a:spAutoFit/>
          </a:bodyPr>
          <a:lstStyle/>
          <a:p>
            <a:pPr marL="0" marR="0" lvl="0" indent="0" algn="just" rtl="0">
              <a:lnSpc>
                <a:spcPct val="100000"/>
              </a:lnSpc>
              <a:spcBef>
                <a:spcPts val="0"/>
              </a:spcBef>
              <a:spcAft>
                <a:spcPts val="0"/>
              </a:spcAft>
              <a:buClr>
                <a:srgbClr val="000000"/>
              </a:buClr>
              <a:buSzPts val="1000"/>
              <a:buFont typeface="Arial"/>
              <a:buNone/>
            </a:pPr>
            <a:r>
              <a:rPr lang="fr-FR" sz="1100" b="0" i="0" u="none" strike="noStrike" cap="none" noProof="0">
                <a:solidFill>
                  <a:srgbClr val="000000"/>
                </a:solidFill>
                <a:latin typeface="Arial"/>
                <a:ea typeface="Arial"/>
                <a:cs typeface="Arial"/>
                <a:sym typeface="Arial"/>
              </a:rPr>
              <a:t>Niveau de priorité :</a:t>
            </a:r>
          </a:p>
        </p:txBody>
      </p:sp>
      <p:graphicFrame>
        <p:nvGraphicFramePr>
          <p:cNvPr id="6" name="Google Shape;971;p114">
            <a:extLst>
              <a:ext uri="{FF2B5EF4-FFF2-40B4-BE49-F238E27FC236}">
                <a16:creationId xmlns:a16="http://schemas.microsoft.com/office/drawing/2014/main" id="{CA1EAC7D-01B0-B2EA-0648-8B813DBC62F0}"/>
              </a:ext>
            </a:extLst>
          </p:cNvPr>
          <p:cNvGraphicFramePr/>
          <p:nvPr>
            <p:extLst>
              <p:ext uri="{D42A27DB-BD31-4B8C-83A1-F6EECF244321}">
                <p14:modId xmlns:p14="http://schemas.microsoft.com/office/powerpoint/2010/main" val="3496407001"/>
              </p:ext>
            </p:extLst>
          </p:nvPr>
        </p:nvGraphicFramePr>
        <p:xfrm>
          <a:off x="1060511" y="1088170"/>
          <a:ext cx="6646000" cy="3332755"/>
        </p:xfrm>
        <a:graphic>
          <a:graphicData uri="http://schemas.openxmlformats.org/drawingml/2006/table">
            <a:tbl>
              <a:tblPr>
                <a:noFill/>
                <a:tableStyleId>{73734612-505C-44F7-90CF-F3AAC29208FF}</a:tableStyleId>
              </a:tblPr>
              <a:tblGrid>
                <a:gridCol w="1800550">
                  <a:extLst>
                    <a:ext uri="{9D8B030D-6E8A-4147-A177-3AD203B41FA5}">
                      <a16:colId xmlns:a16="http://schemas.microsoft.com/office/drawing/2014/main" val="20000"/>
                    </a:ext>
                  </a:extLst>
                </a:gridCol>
                <a:gridCol w="4845450">
                  <a:extLst>
                    <a:ext uri="{9D8B030D-6E8A-4147-A177-3AD203B41FA5}">
                      <a16:colId xmlns:a16="http://schemas.microsoft.com/office/drawing/2014/main" val="20001"/>
                    </a:ext>
                  </a:extLst>
                </a:gridCol>
              </a:tblGrid>
              <a:tr h="275850">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Notation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fr-FR" sz="1000" b="1" u="none" strike="noStrike" cap="none" noProof="0">
                          <a:solidFill>
                            <a:schemeClr val="bg1"/>
                          </a:solidFill>
                        </a:rPr>
                        <a:t>Description</a:t>
                      </a:r>
                    </a:p>
                  </a:txBody>
                  <a:tcPr marL="68600" marR="68600" marT="34300" marB="343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00"/>
                  </a:ext>
                </a:extLst>
              </a:tr>
              <a:tr h="1104900">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solidFill>
                          <a:schemeClr val="dk1"/>
                        </a:solidFill>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Faible</a:t>
                      </a:r>
                      <a:endParaRPr lang="fr-FR" sz="1000" b="1" u="none" strike="noStrike" cap="none" noProof="0">
                        <a:solidFill>
                          <a:schemeClr val="tx1"/>
                        </a:solidFill>
                        <a:latin typeface="Arial"/>
                        <a:ea typeface="Arial"/>
                        <a:cs typeface="Arial"/>
                        <a:sym typeface="Arial"/>
                      </a:endParaRPr>
                    </a:p>
                    <a:p>
                      <a:pPr marL="0" marR="0" lvl="0" indent="0" algn="just" rtl="0">
                        <a:lnSpc>
                          <a:spcPct val="145454"/>
                        </a:lnSpc>
                        <a:spcBef>
                          <a:spcPts val="0"/>
                        </a:spcBef>
                        <a:spcAft>
                          <a:spcPts val="0"/>
                        </a:spcAft>
                        <a:buClr>
                          <a:srgbClr val="000000"/>
                        </a:buClr>
                        <a:buSzPts val="900"/>
                        <a:buFont typeface="Arial"/>
                        <a:buNone/>
                      </a:pPr>
                      <a:r>
                        <a:rPr lang="fr-FR" sz="900" u="none" strike="noStrike" cap="none" noProof="0">
                          <a:solidFill>
                            <a:schemeClr val="dk1"/>
                          </a:solidFill>
                          <a:latin typeface="Arial"/>
                          <a:ea typeface="Arial"/>
                          <a:cs typeface="Arial"/>
                          <a:sym typeface="Arial"/>
                        </a:rPr>
                        <a:t>Recommandation ayant pour objectif l’amélioration de l’efficacité du système actuel. Cela implique que le système atteint ses objectifs mais d’une manière non satisfaisante. Le but de la recommandation étant d’optimiser les moyens utilisés.</a:t>
                      </a:r>
                      <a:endParaRPr lang="fr-FR" sz="900" u="none" strike="noStrike" cap="none" noProof="0">
                        <a:latin typeface="Arial"/>
                        <a:ea typeface="Arial"/>
                        <a:cs typeface="Arial"/>
                        <a:sym typeface="Arial"/>
                      </a:endParaRPr>
                    </a:p>
                  </a:txBody>
                  <a:tcPr marL="68600" marR="68600" marT="34300" marB="34300">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800"/>
                        <a:buFont typeface="Arial"/>
                        <a:buNone/>
                      </a:pPr>
                      <a:endParaRPr lang="fr-FR" sz="800" b="1" i="1" u="none" strike="noStrike" cap="none" noProof="0">
                        <a:latin typeface="Georgia"/>
                        <a:ea typeface="Georgia"/>
                        <a:cs typeface="Georgia"/>
                        <a:sym typeface="Georgia"/>
                      </a:endParaRPr>
                    </a:p>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Moyen</a:t>
                      </a:r>
                    </a:p>
                    <a:p>
                      <a:pPr marL="0" marR="0" lvl="0" indent="0" algn="just" rtl="0">
                        <a:lnSpc>
                          <a:spcPct val="145454"/>
                        </a:lnSpc>
                        <a:spcBef>
                          <a:spcPts val="0"/>
                        </a:spcBef>
                        <a:spcAft>
                          <a:spcPts val="0"/>
                        </a:spcAft>
                        <a:buClr>
                          <a:srgbClr val="000000"/>
                        </a:buClr>
                        <a:buSzPts val="900"/>
                        <a:buFont typeface="Arial"/>
                        <a:buNone/>
                      </a:pPr>
                      <a:r>
                        <a:rPr lang="fr-FR" sz="900" i="0" u="none" strike="noStrike" cap="none" noProof="0">
                          <a:latin typeface="Arial"/>
                          <a:ea typeface="Arial"/>
                          <a:cs typeface="Arial"/>
                          <a:sym typeface="Arial"/>
                        </a:rPr>
                        <a:t>Recommandation faisant ressortir des insuffisances observées ou potentielles du système de contrôle interne.</a:t>
                      </a:r>
                      <a:endParaRPr lang="fr-FR" sz="900" u="none" strike="noStrike" cap="none" noProof="0">
                        <a:latin typeface="Arial"/>
                        <a:ea typeface="Arial"/>
                        <a:cs typeface="Arial"/>
                        <a:sym typeface="Arial"/>
                      </a:endParaRPr>
                    </a:p>
                    <a:p>
                      <a:pPr marL="0" marR="0" lvl="0" indent="0" algn="just" rtl="0">
                        <a:lnSpc>
                          <a:spcPct val="145454"/>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32175">
                <a:tc>
                  <a:txBody>
                    <a:bodyPr/>
                    <a:lstStyle/>
                    <a:p>
                      <a:pPr marL="0" marR="0" lvl="0" indent="0" algn="l" rtl="0">
                        <a:lnSpc>
                          <a:spcPct val="100000"/>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just" rtl="0">
                        <a:lnSpc>
                          <a:spcPct val="145454"/>
                        </a:lnSpc>
                        <a:spcBef>
                          <a:spcPts val="0"/>
                        </a:spcBef>
                        <a:spcAft>
                          <a:spcPts val="0"/>
                        </a:spcAft>
                        <a:buClr>
                          <a:srgbClr val="000000"/>
                        </a:buClr>
                        <a:buSzPts val="1100"/>
                        <a:buFont typeface="Arial"/>
                        <a:buNone/>
                      </a:pPr>
                      <a:r>
                        <a:rPr lang="fr-FR" sz="1000" b="1" i="0" u="none" strike="noStrike" cap="none" noProof="0">
                          <a:solidFill>
                            <a:schemeClr val="tx1"/>
                          </a:solidFill>
                          <a:latin typeface="Arial"/>
                          <a:ea typeface="Arial"/>
                          <a:cs typeface="Arial"/>
                          <a:sym typeface="Arial"/>
                        </a:rPr>
                        <a:t>Risque Élevé</a:t>
                      </a:r>
                    </a:p>
                    <a:p>
                      <a:pPr marL="0" marR="0" lvl="0" indent="0" algn="just" rtl="0">
                        <a:lnSpc>
                          <a:spcPct val="145454"/>
                        </a:lnSpc>
                        <a:spcBef>
                          <a:spcPts val="0"/>
                        </a:spcBef>
                        <a:spcAft>
                          <a:spcPts val="0"/>
                        </a:spcAft>
                        <a:buClr>
                          <a:srgbClr val="000000"/>
                        </a:buClr>
                        <a:buSzPts val="900"/>
                        <a:buFont typeface="Arial"/>
                        <a:buNone/>
                      </a:pPr>
                      <a:r>
                        <a:rPr lang="fr-FR" sz="900" i="0" u="none" strike="noStrike" cap="none" noProof="0">
                          <a:latin typeface="Arial"/>
                          <a:ea typeface="Arial"/>
                          <a:cs typeface="Arial"/>
                          <a:sym typeface="Arial"/>
                        </a:rPr>
                        <a:t>Recommandation faisant ressortir des insuffisances sérieuses pouvant avoir un impact sur l’activité de la société.</a:t>
                      </a:r>
                      <a:endParaRPr lang="fr-FR" sz="900" u="none" strike="noStrike" cap="none" noProof="0">
                        <a:latin typeface="Arial"/>
                        <a:ea typeface="Arial"/>
                        <a:cs typeface="Arial"/>
                        <a:sym typeface="Arial"/>
                      </a:endParaRPr>
                    </a:p>
                    <a:p>
                      <a:pPr marL="0" marR="0" lvl="0" indent="0" algn="just" rtl="0">
                        <a:lnSpc>
                          <a:spcPct val="145454"/>
                        </a:lnSpc>
                        <a:spcBef>
                          <a:spcPts val="0"/>
                        </a:spcBef>
                        <a:spcAft>
                          <a:spcPts val="0"/>
                        </a:spcAft>
                        <a:buClr>
                          <a:srgbClr val="000000"/>
                        </a:buClr>
                        <a:buSzPts val="800"/>
                        <a:buFont typeface="Arial"/>
                        <a:buNone/>
                      </a:pPr>
                      <a:endParaRPr lang="fr-FR" sz="800" u="none" strike="noStrike" cap="none" noProof="0"/>
                    </a:p>
                  </a:txBody>
                  <a:tcPr marL="68600" marR="68600" marT="34300" marB="3430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grpSp>
        <p:nvGrpSpPr>
          <p:cNvPr id="50" name="Groupe 49">
            <a:extLst>
              <a:ext uri="{FF2B5EF4-FFF2-40B4-BE49-F238E27FC236}">
                <a16:creationId xmlns:a16="http://schemas.microsoft.com/office/drawing/2014/main" id="{18220ECB-E862-63BB-B257-A19F6E6035CB}"/>
              </a:ext>
            </a:extLst>
          </p:cNvPr>
          <p:cNvGrpSpPr/>
          <p:nvPr/>
        </p:nvGrpSpPr>
        <p:grpSpPr>
          <a:xfrm>
            <a:off x="1105481" y="3743236"/>
            <a:ext cx="1537189" cy="449502"/>
            <a:chOff x="1105481" y="3743236"/>
            <a:chExt cx="1537189" cy="449502"/>
          </a:xfrm>
        </p:grpSpPr>
        <p:grpSp>
          <p:nvGrpSpPr>
            <p:cNvPr id="8" name="Google Shape;933;p114">
              <a:extLst>
                <a:ext uri="{FF2B5EF4-FFF2-40B4-BE49-F238E27FC236}">
                  <a16:creationId xmlns:a16="http://schemas.microsoft.com/office/drawing/2014/main" id="{9E15B593-E34D-78B2-21E5-CD702FEB9C81}"/>
                </a:ext>
              </a:extLst>
            </p:cNvPr>
            <p:cNvGrpSpPr/>
            <p:nvPr/>
          </p:nvGrpSpPr>
          <p:grpSpPr>
            <a:xfrm>
              <a:off x="1105481" y="3797094"/>
              <a:ext cx="1535914" cy="216242"/>
              <a:chOff x="7492226" y="4261382"/>
              <a:chExt cx="2484000" cy="341878"/>
            </a:xfrm>
          </p:grpSpPr>
          <p:sp>
            <p:nvSpPr>
              <p:cNvPr id="9" name="Google Shape;934;p114">
                <a:extLst>
                  <a:ext uri="{FF2B5EF4-FFF2-40B4-BE49-F238E27FC236}">
                    <a16:creationId xmlns:a16="http://schemas.microsoft.com/office/drawing/2014/main" id="{9B804FE5-9FDD-BF96-A1D4-16B6576B74FB}"/>
                  </a:ext>
                </a:extLst>
              </p:cNvPr>
              <p:cNvSpPr/>
              <p:nvPr/>
            </p:nvSpPr>
            <p:spPr>
              <a:xfrm>
                <a:off x="7492226" y="4261382"/>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10" name="Google Shape;935;p114">
                <a:extLst>
                  <a:ext uri="{FF2B5EF4-FFF2-40B4-BE49-F238E27FC236}">
                    <a16:creationId xmlns:a16="http://schemas.microsoft.com/office/drawing/2014/main" id="{5835407E-2EBB-6702-BDFC-C812A02BA7AF}"/>
                  </a:ext>
                </a:extLst>
              </p:cNvPr>
              <p:cNvGrpSpPr/>
              <p:nvPr/>
            </p:nvGrpSpPr>
            <p:grpSpPr>
              <a:xfrm>
                <a:off x="8314794" y="4480199"/>
                <a:ext cx="828918" cy="123061"/>
                <a:chOff x="1493828" y="2467991"/>
                <a:chExt cx="828918" cy="144016"/>
              </a:xfrm>
            </p:grpSpPr>
            <p:cxnSp>
              <p:nvCxnSpPr>
                <p:cNvPr id="11" name="Google Shape;936;p114">
                  <a:extLst>
                    <a:ext uri="{FF2B5EF4-FFF2-40B4-BE49-F238E27FC236}">
                      <a16:creationId xmlns:a16="http://schemas.microsoft.com/office/drawing/2014/main" id="{57B7986A-C5DF-B7EE-6E2B-F1E18F89169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12" name="Google Shape;937;p114">
                  <a:extLst>
                    <a:ext uri="{FF2B5EF4-FFF2-40B4-BE49-F238E27FC236}">
                      <a16:creationId xmlns:a16="http://schemas.microsoft.com/office/drawing/2014/main" id="{1EE24740-B151-31F6-B84E-95664821DC04}"/>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13" name="Google Shape;938;p114">
              <a:extLst>
                <a:ext uri="{FF2B5EF4-FFF2-40B4-BE49-F238E27FC236}">
                  <a16:creationId xmlns:a16="http://schemas.microsoft.com/office/drawing/2014/main" id="{64D4AAD6-ACBA-FDFC-9D07-B687FAE61628}"/>
                </a:ext>
              </a:extLst>
            </p:cNvPr>
            <p:cNvGrpSpPr/>
            <p:nvPr/>
          </p:nvGrpSpPr>
          <p:grpSpPr>
            <a:xfrm>
              <a:off x="2111649" y="3743236"/>
              <a:ext cx="531021" cy="230906"/>
              <a:chOff x="9141172" y="4177369"/>
              <a:chExt cx="828000" cy="360040"/>
            </a:xfrm>
          </p:grpSpPr>
          <p:sp>
            <p:nvSpPr>
              <p:cNvPr id="15" name="Google Shape;939;p114">
                <a:extLst>
                  <a:ext uri="{FF2B5EF4-FFF2-40B4-BE49-F238E27FC236}">
                    <a16:creationId xmlns:a16="http://schemas.microsoft.com/office/drawing/2014/main" id="{3C104E24-D185-2ACD-42EE-167EB4898C24}"/>
                  </a:ext>
                </a:extLst>
              </p:cNvPr>
              <p:cNvSpPr/>
              <p:nvPr/>
            </p:nvSpPr>
            <p:spPr>
              <a:xfrm>
                <a:off x="9141172" y="4281702"/>
                <a:ext cx="828000" cy="180000"/>
              </a:xfrm>
              <a:prstGeom prst="roundRect">
                <a:avLst>
                  <a:gd name="adj" fmla="val 50000"/>
                </a:avLst>
              </a:prstGeom>
              <a:solidFill>
                <a:schemeClr val="accent3"/>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6" name="Google Shape;940;p114">
                <a:extLst>
                  <a:ext uri="{FF2B5EF4-FFF2-40B4-BE49-F238E27FC236}">
                    <a16:creationId xmlns:a16="http://schemas.microsoft.com/office/drawing/2014/main" id="{40BD97AA-FE2E-624A-84FF-9E1E09C50C1B}"/>
                  </a:ext>
                </a:extLst>
              </p:cNvPr>
              <p:cNvSpPr/>
              <p:nvPr/>
            </p:nvSpPr>
            <p:spPr>
              <a:xfrm rot="8100000">
                <a:off x="9375152" y="4177369"/>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17" name="Google Shape;941;p114">
                <a:extLst>
                  <a:ext uri="{FF2B5EF4-FFF2-40B4-BE49-F238E27FC236}">
                    <a16:creationId xmlns:a16="http://schemas.microsoft.com/office/drawing/2014/main" id="{3CDD232D-2FCC-5DD4-7828-C70BD90954C1}"/>
                  </a:ext>
                </a:extLst>
              </p:cNvPr>
              <p:cNvSpPr/>
              <p:nvPr/>
            </p:nvSpPr>
            <p:spPr>
              <a:xfrm>
                <a:off x="9470322" y="4272539"/>
                <a:ext cx="169700" cy="169700"/>
              </a:xfrm>
              <a:prstGeom prst="ellipse">
                <a:avLst/>
              </a:prstGeom>
              <a:solidFill>
                <a:schemeClr val="lt2"/>
              </a:solidFill>
              <a:ln w="9525" cap="flat" cmpd="sng">
                <a:solidFill>
                  <a:srgbClr val="D8D8D8"/>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sp>
          <p:nvSpPr>
            <p:cNvPr id="18" name="Google Shape;942;p114">
              <a:extLst>
                <a:ext uri="{FF2B5EF4-FFF2-40B4-BE49-F238E27FC236}">
                  <a16:creationId xmlns:a16="http://schemas.microsoft.com/office/drawing/2014/main" id="{CFBD884D-4ADE-E6C3-5077-90C68C1B6D55}"/>
                </a:ext>
              </a:extLst>
            </p:cNvPr>
            <p:cNvSpPr txBox="1"/>
            <p:nvPr/>
          </p:nvSpPr>
          <p:spPr>
            <a:xfrm>
              <a:off x="1133865"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19" name="Google Shape;943;p114">
              <a:extLst>
                <a:ext uri="{FF2B5EF4-FFF2-40B4-BE49-F238E27FC236}">
                  <a16:creationId xmlns:a16="http://schemas.microsoft.com/office/drawing/2014/main" id="{12B9C988-B362-D0AF-6C43-4676094D9B53}"/>
                </a:ext>
              </a:extLst>
            </p:cNvPr>
            <p:cNvSpPr txBox="1"/>
            <p:nvPr/>
          </p:nvSpPr>
          <p:spPr>
            <a:xfrm>
              <a:off x="1648682"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20" name="Google Shape;944;p114">
              <a:extLst>
                <a:ext uri="{FF2B5EF4-FFF2-40B4-BE49-F238E27FC236}">
                  <a16:creationId xmlns:a16="http://schemas.microsoft.com/office/drawing/2014/main" id="{8199C7A0-3C4B-A86D-1CCA-35E023C23F77}"/>
                </a:ext>
              </a:extLst>
            </p:cNvPr>
            <p:cNvSpPr txBox="1"/>
            <p:nvPr/>
          </p:nvSpPr>
          <p:spPr>
            <a:xfrm>
              <a:off x="2177436" y="4035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9" name="Groupe 48">
            <a:extLst>
              <a:ext uri="{FF2B5EF4-FFF2-40B4-BE49-F238E27FC236}">
                <a16:creationId xmlns:a16="http://schemas.microsoft.com/office/drawing/2014/main" id="{941AE4FF-8DD2-1E31-52A0-DA846C10D281}"/>
              </a:ext>
            </a:extLst>
          </p:cNvPr>
          <p:cNvGrpSpPr/>
          <p:nvPr/>
        </p:nvGrpSpPr>
        <p:grpSpPr>
          <a:xfrm>
            <a:off x="1105481" y="2796059"/>
            <a:ext cx="1593064" cy="442679"/>
            <a:chOff x="1105481" y="2796059"/>
            <a:chExt cx="1593064" cy="442679"/>
          </a:xfrm>
        </p:grpSpPr>
        <p:grpSp>
          <p:nvGrpSpPr>
            <p:cNvPr id="21" name="Google Shape;945;p114">
              <a:extLst>
                <a:ext uri="{FF2B5EF4-FFF2-40B4-BE49-F238E27FC236}">
                  <a16:creationId xmlns:a16="http://schemas.microsoft.com/office/drawing/2014/main" id="{88D7F697-3AAA-B671-8F47-1CFCD46EC971}"/>
                </a:ext>
              </a:extLst>
            </p:cNvPr>
            <p:cNvGrpSpPr/>
            <p:nvPr/>
          </p:nvGrpSpPr>
          <p:grpSpPr>
            <a:xfrm>
              <a:off x="1105481" y="2849940"/>
              <a:ext cx="1593064" cy="216651"/>
              <a:chOff x="671260" y="2273543"/>
              <a:chExt cx="2484000" cy="337814"/>
            </a:xfrm>
          </p:grpSpPr>
          <p:sp>
            <p:nvSpPr>
              <p:cNvPr id="22" name="Google Shape;946;p114">
                <a:extLst>
                  <a:ext uri="{FF2B5EF4-FFF2-40B4-BE49-F238E27FC236}">
                    <a16:creationId xmlns:a16="http://schemas.microsoft.com/office/drawing/2014/main" id="{64CF914D-680E-EC22-2B09-993892B9A761}"/>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3" name="Google Shape;947;p114">
                <a:extLst>
                  <a:ext uri="{FF2B5EF4-FFF2-40B4-BE49-F238E27FC236}">
                    <a16:creationId xmlns:a16="http://schemas.microsoft.com/office/drawing/2014/main" id="{85A3539D-8E2B-8F8E-65E5-D0D40D89FDF5}"/>
                  </a:ext>
                </a:extLst>
              </p:cNvPr>
              <p:cNvGrpSpPr/>
              <p:nvPr/>
            </p:nvGrpSpPr>
            <p:grpSpPr>
              <a:xfrm>
                <a:off x="1493828" y="2488296"/>
                <a:ext cx="828918" cy="123061"/>
                <a:chOff x="1493828" y="2467991"/>
                <a:chExt cx="828918" cy="144016"/>
              </a:xfrm>
            </p:grpSpPr>
            <p:cxnSp>
              <p:nvCxnSpPr>
                <p:cNvPr id="24" name="Google Shape;948;p114">
                  <a:extLst>
                    <a:ext uri="{FF2B5EF4-FFF2-40B4-BE49-F238E27FC236}">
                      <a16:creationId xmlns:a16="http://schemas.microsoft.com/office/drawing/2014/main" id="{27287D0F-FB23-9517-B01F-CAF6C9FAE768}"/>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25" name="Google Shape;949;p114">
                  <a:extLst>
                    <a:ext uri="{FF2B5EF4-FFF2-40B4-BE49-F238E27FC236}">
                      <a16:creationId xmlns:a16="http://schemas.microsoft.com/office/drawing/2014/main" id="{99D34E67-7D1E-53F3-ED13-4C5441F39E75}"/>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26" name="Google Shape;950;p114">
              <a:extLst>
                <a:ext uri="{FF2B5EF4-FFF2-40B4-BE49-F238E27FC236}">
                  <a16:creationId xmlns:a16="http://schemas.microsoft.com/office/drawing/2014/main" id="{FCEF4829-0513-1005-A9C5-9FB7F308B8FB}"/>
                </a:ext>
              </a:extLst>
            </p:cNvPr>
            <p:cNvGrpSpPr/>
            <p:nvPr/>
          </p:nvGrpSpPr>
          <p:grpSpPr>
            <a:xfrm>
              <a:off x="1630238" y="2796059"/>
              <a:ext cx="531021" cy="230906"/>
              <a:chOff x="8310457" y="3280644"/>
              <a:chExt cx="828000" cy="360040"/>
            </a:xfrm>
          </p:grpSpPr>
          <p:sp>
            <p:nvSpPr>
              <p:cNvPr id="27" name="Google Shape;951;p114">
                <a:extLst>
                  <a:ext uri="{FF2B5EF4-FFF2-40B4-BE49-F238E27FC236}">
                    <a16:creationId xmlns:a16="http://schemas.microsoft.com/office/drawing/2014/main" id="{C9772301-0C1B-6B5B-D028-E9A219F44805}"/>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28" name="Google Shape;952;p114">
                <a:extLst>
                  <a:ext uri="{FF2B5EF4-FFF2-40B4-BE49-F238E27FC236}">
                    <a16:creationId xmlns:a16="http://schemas.microsoft.com/office/drawing/2014/main" id="{6DBCEBF6-CA65-E6B2-74EC-DF0CCE04EC2F}"/>
                  </a:ext>
                </a:extLst>
              </p:cNvPr>
              <p:cNvGrpSpPr/>
              <p:nvPr/>
            </p:nvGrpSpPr>
            <p:grpSpPr>
              <a:xfrm>
                <a:off x="8544437" y="3280644"/>
                <a:ext cx="360040" cy="360040"/>
                <a:chOff x="-629964" y="1476375"/>
                <a:chExt cx="360040" cy="360040"/>
              </a:xfrm>
            </p:grpSpPr>
            <p:sp>
              <p:nvSpPr>
                <p:cNvPr id="29" name="Google Shape;953;p114">
                  <a:extLst>
                    <a:ext uri="{FF2B5EF4-FFF2-40B4-BE49-F238E27FC236}">
                      <a16:creationId xmlns:a16="http://schemas.microsoft.com/office/drawing/2014/main" id="{D712F54F-9FC7-0FC5-FB36-7FF7614B9E8A}"/>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30" name="Google Shape;954;p114">
                  <a:extLst>
                    <a:ext uri="{FF2B5EF4-FFF2-40B4-BE49-F238E27FC236}">
                      <a16:creationId xmlns:a16="http://schemas.microsoft.com/office/drawing/2014/main" id="{DB608DC2-6207-7764-5B45-0009A8B7E23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31" name="Google Shape;955;p114">
              <a:extLst>
                <a:ext uri="{FF2B5EF4-FFF2-40B4-BE49-F238E27FC236}">
                  <a16:creationId xmlns:a16="http://schemas.microsoft.com/office/drawing/2014/main" id="{013807BC-97D9-8F40-15D0-4DFF2DCD6F8E}"/>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32" name="Google Shape;956;p114">
              <a:extLst>
                <a:ext uri="{FF2B5EF4-FFF2-40B4-BE49-F238E27FC236}">
                  <a16:creationId xmlns:a16="http://schemas.microsoft.com/office/drawing/2014/main" id="{3D3C3A6D-F34A-8E4E-DEC4-A7BE0C9ACCD5}"/>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33" name="Google Shape;957;p114">
              <a:extLst>
                <a:ext uri="{FF2B5EF4-FFF2-40B4-BE49-F238E27FC236}">
                  <a16:creationId xmlns:a16="http://schemas.microsoft.com/office/drawing/2014/main" id="{40B57A50-CC78-5B18-A325-B0CCF9760BF3}"/>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grpSp>
        <p:nvGrpSpPr>
          <p:cNvPr id="48" name="Groupe 47">
            <a:extLst>
              <a:ext uri="{FF2B5EF4-FFF2-40B4-BE49-F238E27FC236}">
                <a16:creationId xmlns:a16="http://schemas.microsoft.com/office/drawing/2014/main" id="{A7C12FF0-5DB9-9276-259B-B552EDE6B296}"/>
              </a:ext>
            </a:extLst>
          </p:cNvPr>
          <p:cNvGrpSpPr/>
          <p:nvPr/>
        </p:nvGrpSpPr>
        <p:grpSpPr>
          <a:xfrm>
            <a:off x="1126912" y="1687668"/>
            <a:ext cx="1593064" cy="442370"/>
            <a:chOff x="1126912" y="1687668"/>
            <a:chExt cx="1593064" cy="442370"/>
          </a:xfrm>
        </p:grpSpPr>
        <p:grpSp>
          <p:nvGrpSpPr>
            <p:cNvPr id="34" name="Google Shape;958;p114">
              <a:extLst>
                <a:ext uri="{FF2B5EF4-FFF2-40B4-BE49-F238E27FC236}">
                  <a16:creationId xmlns:a16="http://schemas.microsoft.com/office/drawing/2014/main" id="{7D93B022-3FEF-A396-96E7-FC6DFE5347AC}"/>
                </a:ext>
              </a:extLst>
            </p:cNvPr>
            <p:cNvGrpSpPr/>
            <p:nvPr/>
          </p:nvGrpSpPr>
          <p:grpSpPr>
            <a:xfrm>
              <a:off x="1126912" y="1741550"/>
              <a:ext cx="1593064" cy="216651"/>
              <a:chOff x="671260" y="2273543"/>
              <a:chExt cx="2484000" cy="337814"/>
            </a:xfrm>
          </p:grpSpPr>
          <p:sp>
            <p:nvSpPr>
              <p:cNvPr id="35" name="Google Shape;959;p114">
                <a:extLst>
                  <a:ext uri="{FF2B5EF4-FFF2-40B4-BE49-F238E27FC236}">
                    <a16:creationId xmlns:a16="http://schemas.microsoft.com/office/drawing/2014/main" id="{E5FEFEC6-1DF9-D409-D82F-E4A87197624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36" name="Google Shape;960;p114">
                <a:extLst>
                  <a:ext uri="{FF2B5EF4-FFF2-40B4-BE49-F238E27FC236}">
                    <a16:creationId xmlns:a16="http://schemas.microsoft.com/office/drawing/2014/main" id="{EB8DA24E-DCA7-F201-384B-9691EFCC10F9}"/>
                  </a:ext>
                </a:extLst>
              </p:cNvPr>
              <p:cNvGrpSpPr/>
              <p:nvPr/>
            </p:nvGrpSpPr>
            <p:grpSpPr>
              <a:xfrm>
                <a:off x="1493828" y="2488296"/>
                <a:ext cx="828918" cy="123061"/>
                <a:chOff x="1493828" y="2467991"/>
                <a:chExt cx="828918" cy="144016"/>
              </a:xfrm>
            </p:grpSpPr>
            <p:cxnSp>
              <p:nvCxnSpPr>
                <p:cNvPr id="37" name="Google Shape;961;p114">
                  <a:extLst>
                    <a:ext uri="{FF2B5EF4-FFF2-40B4-BE49-F238E27FC236}">
                      <a16:creationId xmlns:a16="http://schemas.microsoft.com/office/drawing/2014/main" id="{F57952A6-F7BE-D68B-81EA-9B227654435B}"/>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38" name="Google Shape;962;p114">
                  <a:extLst>
                    <a:ext uri="{FF2B5EF4-FFF2-40B4-BE49-F238E27FC236}">
                      <a16:creationId xmlns:a16="http://schemas.microsoft.com/office/drawing/2014/main" id="{7BED8F39-6270-323F-CBC5-56E86250C23A}"/>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39" name="Google Shape;963;p114">
              <a:extLst>
                <a:ext uri="{FF2B5EF4-FFF2-40B4-BE49-F238E27FC236}">
                  <a16:creationId xmlns:a16="http://schemas.microsoft.com/office/drawing/2014/main" id="{86FD8E39-903A-EC9E-0EF6-28A173C9278A}"/>
                </a:ext>
              </a:extLst>
            </p:cNvPr>
            <p:cNvGrpSpPr/>
            <p:nvPr/>
          </p:nvGrpSpPr>
          <p:grpSpPr>
            <a:xfrm>
              <a:off x="1133428" y="1687668"/>
              <a:ext cx="531021" cy="230906"/>
              <a:chOff x="7502386" y="2233439"/>
              <a:chExt cx="828000" cy="360040"/>
            </a:xfrm>
          </p:grpSpPr>
          <p:sp>
            <p:nvSpPr>
              <p:cNvPr id="40" name="Google Shape;964;p114">
                <a:extLst>
                  <a:ext uri="{FF2B5EF4-FFF2-40B4-BE49-F238E27FC236}">
                    <a16:creationId xmlns:a16="http://schemas.microsoft.com/office/drawing/2014/main" id="{920EDD62-1684-86AB-DFFB-BDB89CF9CB89}"/>
                  </a:ext>
                </a:extLst>
              </p:cNvPr>
              <p:cNvSpPr/>
              <p:nvPr/>
            </p:nvSpPr>
            <p:spPr>
              <a:xfrm>
                <a:off x="7502386" y="2337772"/>
                <a:ext cx="828000" cy="180000"/>
              </a:xfrm>
              <a:prstGeom prst="roundRect">
                <a:avLst>
                  <a:gd name="adj" fmla="val 50000"/>
                </a:avLst>
              </a:prstGeom>
              <a:solidFill>
                <a:schemeClr val="accent2"/>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1" name="Google Shape;965;p114">
                <a:extLst>
                  <a:ext uri="{FF2B5EF4-FFF2-40B4-BE49-F238E27FC236}">
                    <a16:creationId xmlns:a16="http://schemas.microsoft.com/office/drawing/2014/main" id="{6A5425AF-10DA-CE1B-0902-EEC1AA78435E}"/>
                  </a:ext>
                </a:extLst>
              </p:cNvPr>
              <p:cNvGrpSpPr/>
              <p:nvPr/>
            </p:nvGrpSpPr>
            <p:grpSpPr>
              <a:xfrm>
                <a:off x="7736366" y="2233439"/>
                <a:ext cx="360040" cy="360040"/>
                <a:chOff x="-629964" y="1476375"/>
                <a:chExt cx="360040" cy="360040"/>
              </a:xfrm>
            </p:grpSpPr>
            <p:sp>
              <p:nvSpPr>
                <p:cNvPr id="42" name="Google Shape;966;p114">
                  <a:extLst>
                    <a:ext uri="{FF2B5EF4-FFF2-40B4-BE49-F238E27FC236}">
                      <a16:creationId xmlns:a16="http://schemas.microsoft.com/office/drawing/2014/main" id="{C3D70B53-537C-BF3D-359E-AF28AC84C222}"/>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3" name="Google Shape;967;p114">
                  <a:extLst>
                    <a:ext uri="{FF2B5EF4-FFF2-40B4-BE49-F238E27FC236}">
                      <a16:creationId xmlns:a16="http://schemas.microsoft.com/office/drawing/2014/main" id="{181B1D44-86AD-20AE-E0D4-5496A01BD0AA}"/>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4" name="Google Shape;968;p114">
              <a:extLst>
                <a:ext uri="{FF2B5EF4-FFF2-40B4-BE49-F238E27FC236}">
                  <a16:creationId xmlns:a16="http://schemas.microsoft.com/office/drawing/2014/main" id="{163CDE29-681F-8DC2-61D8-1ADCACA33FE2}"/>
                </a:ext>
              </a:extLst>
            </p:cNvPr>
            <p:cNvSpPr txBox="1"/>
            <p:nvPr/>
          </p:nvSpPr>
          <p:spPr>
            <a:xfrm>
              <a:off x="1212446"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Low</a:t>
              </a:r>
              <a:endParaRPr lang="fr-FR" sz="800" b="1" i="0" u="none" strike="noStrike" cap="none" noProof="0">
                <a:solidFill>
                  <a:schemeClr val="dk2"/>
                </a:solidFill>
                <a:latin typeface="Arial"/>
                <a:ea typeface="Arial"/>
                <a:cs typeface="Arial"/>
                <a:sym typeface="Arial"/>
              </a:endParaRPr>
            </a:p>
          </p:txBody>
        </p:sp>
        <p:sp>
          <p:nvSpPr>
            <p:cNvPr id="45" name="Google Shape;969;p114">
              <a:extLst>
                <a:ext uri="{FF2B5EF4-FFF2-40B4-BE49-F238E27FC236}">
                  <a16:creationId xmlns:a16="http://schemas.microsoft.com/office/drawing/2014/main" id="{CC07BF23-B4C9-980A-51CC-E3A294E5E39F}"/>
                </a:ext>
              </a:extLst>
            </p:cNvPr>
            <p:cNvSpPr txBox="1"/>
            <p:nvPr/>
          </p:nvSpPr>
          <p:spPr>
            <a:xfrm>
              <a:off x="1727264"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Medium</a:t>
              </a:r>
              <a:endParaRPr lang="fr-FR" sz="800" b="1" i="0" u="none" strike="noStrike" cap="none" noProof="0">
                <a:solidFill>
                  <a:schemeClr val="dk2"/>
                </a:solidFill>
                <a:latin typeface="Arial"/>
                <a:ea typeface="Arial"/>
                <a:cs typeface="Arial"/>
                <a:sym typeface="Arial"/>
              </a:endParaRPr>
            </a:p>
          </p:txBody>
        </p:sp>
        <p:sp>
          <p:nvSpPr>
            <p:cNvPr id="46" name="Google Shape;970;p114">
              <a:extLst>
                <a:ext uri="{FF2B5EF4-FFF2-40B4-BE49-F238E27FC236}">
                  <a16:creationId xmlns:a16="http://schemas.microsoft.com/office/drawing/2014/main" id="{BC86BA8F-6DC1-4863-E54B-13BAB5228CF5}"/>
                </a:ext>
              </a:extLst>
            </p:cNvPr>
            <p:cNvSpPr txBox="1"/>
            <p:nvPr/>
          </p:nvSpPr>
          <p:spPr>
            <a:xfrm>
              <a:off x="2256017" y="19732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800" b="0" i="0" u="none" strike="noStrike" cap="none" noProof="0">
                  <a:solidFill>
                    <a:schemeClr val="dk2"/>
                  </a:solidFill>
                  <a:latin typeface="Arial"/>
                  <a:ea typeface="Arial"/>
                  <a:cs typeface="Arial"/>
                  <a:sym typeface="Arial"/>
                </a:rPr>
                <a:t>High</a:t>
              </a:r>
              <a:endParaRPr lang="fr-FR" sz="800" b="1" i="0" u="none" strike="noStrike" cap="none" noProof="0">
                <a:solidFill>
                  <a:schemeClr val="dk2"/>
                </a:solidFill>
                <a:latin typeface="Arial"/>
                <a:ea typeface="Arial"/>
                <a:cs typeface="Arial"/>
                <a:sym typeface="Arial"/>
              </a:endParaRPr>
            </a:p>
          </p:txBody>
        </p:sp>
      </p:grpSp>
    </p:spTree>
    <p:extLst>
      <p:ext uri="{BB962C8B-B14F-4D97-AF65-F5344CB8AC3E}">
        <p14:creationId xmlns:p14="http://schemas.microsoft.com/office/powerpoint/2010/main" val="3232573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1"/>
          </p:nvPr>
        </p:nvSpPr>
        <p:spPr/>
        <p:txBody>
          <a:bodyPr/>
          <a:lstStyle/>
          <a:p>
            <a:fld id="{7870704B-CE94-48CC-AF30-84932A1262A7}" type="slidenum">
              <a:rPr lang="fr-FR" noProof="0" smtClean="0"/>
              <a:pPr/>
              <a:t>13</a:t>
            </a:fld>
            <a:endParaRPr lang="fr-FR" noProof="0"/>
          </a:p>
        </p:txBody>
      </p:sp>
      <p:graphicFrame>
        <p:nvGraphicFramePr>
          <p:cNvPr id="8" name="Tableau 7">
            <a:extLst>
              <a:ext uri="{FF2B5EF4-FFF2-40B4-BE49-F238E27FC236}">
                <a16:creationId xmlns:a16="http://schemas.microsoft.com/office/drawing/2014/main" id="{420B27DE-84C5-4FE1-98E3-DEC4580A8FC9}"/>
              </a:ext>
            </a:extLst>
          </p:cNvPr>
          <p:cNvGraphicFramePr>
            <a:graphicFrameLocks noGrp="1"/>
          </p:cNvGraphicFramePr>
          <p:nvPr>
            <p:extLst>
              <p:ext uri="{D42A27DB-BD31-4B8C-83A1-F6EECF244321}">
                <p14:modId xmlns:p14="http://schemas.microsoft.com/office/powerpoint/2010/main" val="1641680189"/>
              </p:ext>
            </p:extLst>
          </p:nvPr>
        </p:nvGraphicFramePr>
        <p:xfrm>
          <a:off x="103340" y="514001"/>
          <a:ext cx="8774487" cy="4564474"/>
        </p:xfrm>
        <a:graphic>
          <a:graphicData uri="http://schemas.openxmlformats.org/drawingml/2006/table">
            <a:tbl>
              <a:tblPr firstRow="1" bandRow="1"/>
              <a:tblGrid>
                <a:gridCol w="353194">
                  <a:extLst>
                    <a:ext uri="{9D8B030D-6E8A-4147-A177-3AD203B41FA5}">
                      <a16:colId xmlns:a16="http://schemas.microsoft.com/office/drawing/2014/main" val="2571681979"/>
                    </a:ext>
                  </a:extLst>
                </a:gridCol>
                <a:gridCol w="3418411">
                  <a:extLst>
                    <a:ext uri="{9D8B030D-6E8A-4147-A177-3AD203B41FA5}">
                      <a16:colId xmlns:a16="http://schemas.microsoft.com/office/drawing/2014/main" val="142206567"/>
                    </a:ext>
                  </a:extLst>
                </a:gridCol>
                <a:gridCol w="830406">
                  <a:extLst>
                    <a:ext uri="{9D8B030D-6E8A-4147-A177-3AD203B41FA5}">
                      <a16:colId xmlns:a16="http://schemas.microsoft.com/office/drawing/2014/main" val="1387322598"/>
                    </a:ext>
                  </a:extLst>
                </a:gridCol>
                <a:gridCol w="857250">
                  <a:extLst>
                    <a:ext uri="{9D8B030D-6E8A-4147-A177-3AD203B41FA5}">
                      <a16:colId xmlns:a16="http://schemas.microsoft.com/office/drawing/2014/main" val="1642324202"/>
                    </a:ext>
                  </a:extLst>
                </a:gridCol>
                <a:gridCol w="1076326">
                  <a:extLst>
                    <a:ext uri="{9D8B030D-6E8A-4147-A177-3AD203B41FA5}">
                      <a16:colId xmlns:a16="http://schemas.microsoft.com/office/drawing/2014/main" val="697296393"/>
                    </a:ext>
                  </a:extLst>
                </a:gridCol>
                <a:gridCol w="952500">
                  <a:extLst>
                    <a:ext uri="{9D8B030D-6E8A-4147-A177-3AD203B41FA5}">
                      <a16:colId xmlns:a16="http://schemas.microsoft.com/office/drawing/2014/main" val="451301992"/>
                    </a:ext>
                  </a:extLst>
                </a:gridCol>
                <a:gridCol w="1286400">
                  <a:extLst>
                    <a:ext uri="{9D8B030D-6E8A-4147-A177-3AD203B41FA5}">
                      <a16:colId xmlns:a16="http://schemas.microsoft.com/office/drawing/2014/main" val="2529955503"/>
                    </a:ext>
                  </a:extLst>
                </a:gridCol>
              </a:tblGrid>
              <a:tr h="156870">
                <a:tc gridSpan="2">
                  <a:txBody>
                    <a:bodyPr/>
                    <a:lstStyle/>
                    <a:p>
                      <a:pPr algn="ctr">
                        <a:buClr>
                          <a:schemeClr val="tx2"/>
                        </a:buClr>
                      </a:pPr>
                      <a:r>
                        <a:rPr lang="fr-FR" sz="700" b="1" kern="1200" noProof="0">
                          <a:solidFill>
                            <a:schemeClr val="bg1"/>
                          </a:solidFill>
                          <a:latin typeface="+mn-lt"/>
                          <a:ea typeface="+mn-ea"/>
                          <a:cs typeface="Calibri"/>
                        </a:rPr>
                        <a:t>Description du contr?le</a:t>
                      </a:r>
                    </a:p>
                  </a:txBody>
                  <a:tcPr marL="27000" marR="27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hMerge="1">
                  <a:txBody>
                    <a:bodyPr/>
                    <a:lstStyle/>
                    <a:p>
                      <a:endParaRPr lang="en-GB"/>
                    </a:p>
                  </a:txBody>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 typeface="Arial"/>
                        <a:buNone/>
                        <a:tabLst/>
                        <a:defRPr/>
                      </a:pPr>
                      <a:r>
                        <a:rPr lang="fr-FR" sz="800" b="1">
                          <a:solidFill>
                            <a:schemeClr val="bg1"/>
                          </a:solidFill>
                        </a:rPr>
                        <a:t>Active Directory</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fr-FR" sz="800" b="1">
                          <a:solidFill>
                            <a:schemeClr val="bg1"/>
                          </a:solidFill>
                        </a:rPr>
                        <a:t>SAP S/4HANA</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Serveurs Windows</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Application Finance</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ctr"/>
                      <a:r>
                        <a:rPr lang="fr-FR" sz="800" b="1">
                          <a:solidFill>
                            <a:schemeClr val="bg1"/>
                          </a:solidFill>
                        </a:rPr>
                        <a:t>RISK</a:t>
                      </a:r>
                      <a:endParaRPr lang="fr-FR" sz="800" b="1" dirty="0">
                        <a:solidFill>
                          <a:schemeClr val="bg1"/>
                        </a:solidFill>
                      </a:endParaRPr>
                    </a:p>
                  </a:txBody>
                  <a:tcPr marL="0" marR="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186601291"/>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dirty="0">
                          <a:ln>
                            <a:noFill/>
                          </a:ln>
                          <a:solidFill>
                            <a:srgbClr val="FFFFFF"/>
                          </a:solidFill>
                          <a:effectLst/>
                          <a:uLnTx/>
                          <a:uFillTx/>
                          <a:latin typeface="+mn-lt"/>
                          <a:ea typeface="+mn-ea"/>
                          <a:cs typeface="Calibri"/>
                        </a:rPr>
                        <a:t>Gestion des accès aux données et aux programmes </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1732199141"/>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solidFill>
                            <a:schemeClr val="tx1"/>
                          </a:solidFill>
                          <a:effectLst/>
                          <a:latin typeface="+mn-lt"/>
                          <a:ea typeface="Times New Roman" panose="02020603050405020304" pitchFamily="18" charset="0"/>
                        </a:rPr>
                        <a:t>Les demandes d’accès aux applications du système d’information sont autorisées et validées par le supérieur hiérarchique de l’utilisateur.</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800"/>
                        <a:t>N/A</a:t>
                      </a:r>
                      <a:endParaRPr lang="fr-FR" sz="700" b="1" noProof="0" dirty="0">
                        <a:solidFill>
                          <a:srgbClr val="00B050"/>
                        </a:solidFill>
                        <a:effectLst/>
                        <a:latin typeface="Arial"/>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rgbClr val="00B050"/>
                        </a:solidFill>
                        <a:effectLst/>
                        <a:uLnTx/>
                        <a:uFillTx/>
                        <a:latin typeface="Arial"/>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0714359"/>
                  </a:ext>
                </a:extLst>
              </a:tr>
              <a:tr h="341942">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Les droits d’accès aux applications du système d’information sont désactivés à la suite du départ / de la mobilité d’un collaborateur.</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kumimoji="0" lang="en-US" sz="700" b="1" i="0" u="none" strike="noStrike" kern="1200" cap="none" spc="0" normalizeH="0" baseline="0" noProof="0">
                          <a:ln>
                            <a:noFill/>
                          </a:ln>
                          <a:solidFill>
                            <a:srgbClr val="FF0000"/>
                          </a:solidFill>
                          <a:effectLst/>
                          <a:uLnTx/>
                          <a:uFillTx/>
                          <a:latin typeface="+mn-lt"/>
                          <a:ea typeface="+mn-ea"/>
                          <a:cs typeface="+mn-cs"/>
                        </a:rPr>
                        <a:t>Elevee</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2969740"/>
                  </a:ext>
                </a:extLst>
              </a:tr>
              <a:tr h="362610">
                <a:tc>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r>
                        <a:rPr kumimoji="0" lang="fr-FR" sz="700" b="1" i="0" u="none" strike="noStrike" kern="1200" cap="none" normalizeH="0" baseline="0" noProof="0">
                          <a:ln>
                            <a:noFill/>
                          </a:ln>
                          <a:solidFill>
                            <a:schemeClr val="tx1"/>
                          </a:solidFill>
                          <a:effectLst/>
                          <a:latin typeface="+mn-lt"/>
                          <a:ea typeface="+mn-ea"/>
                          <a:cs typeface="Calibri"/>
                        </a:rPr>
                        <a:t>APD-03</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
                          <a:schemeClr val="tx2"/>
                        </a:buClr>
                        <a:buSzTx/>
                        <a:buFontTx/>
                        <a:buNone/>
                        <a:tabLst/>
                        <a:defRPr/>
                      </a:pPr>
                      <a:r>
                        <a:rPr lang="fr-FR" sz="700" noProof="0">
                          <a:effectLst/>
                          <a:latin typeface="+mn-lt"/>
                          <a:ea typeface="Times New Roman" panose="02020603050405020304" pitchFamily="18" charset="0"/>
                        </a:rPr>
                        <a:t>Les transactions sensibles réalisées à partir des comptes Administrateur et des comptes génériques font l’objet d’un suivi périodique. </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endParaRPr kumimoji="0" lang="fr-FR" sz="700" b="0" i="0" u="none" strike="noStrike" kern="1200" cap="none" spc="0" normalizeH="0" baseline="0" noProof="0">
                        <a:ln>
                          <a:noFill/>
                        </a:ln>
                        <a:solidFill>
                          <a:srgbClr val="000000"/>
                        </a:solidFill>
                        <a:effectLst/>
                        <a:uLnTx/>
                        <a:uFillTx/>
                        <a:latin typeface="Arial (Corps)"/>
                        <a:ea typeface="+mn-ea"/>
                        <a:cs typeface="+mn-cs"/>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2470150"/>
                  </a:ext>
                </a:extLst>
              </a:tr>
              <a:tr h="554241">
                <a:tc>
                  <a:txBody>
                    <a:bodyPr/>
                    <a:lstStyle/>
                    <a:p>
                      <a:pPr algn="ctr"/>
                      <a:r>
                        <a:rPr kumimoji="0" lang="fr-FR" sz="700" b="1" i="0" u="none" strike="noStrike" kern="1200" cap="none" normalizeH="0" baseline="0" noProof="0">
                          <a:ln>
                            <a:noFill/>
                          </a:ln>
                          <a:solidFill>
                            <a:schemeClr val="tx1"/>
                          </a:solidFill>
                          <a:effectLst/>
                          <a:latin typeface="+mn-lt"/>
                          <a:ea typeface="+mn-ea"/>
                          <a:cs typeface="Calibri"/>
                        </a:rPr>
                        <a:t>APD-04</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fr-FR" sz="700" noProof="0">
                          <a:effectLst/>
                          <a:latin typeface="+mn-lt"/>
                          <a:ea typeface="Times New Roman" panose="02020603050405020304" pitchFamily="18" charset="0"/>
                        </a:rPr>
                        <a:t>Les droits d?acc?s aux applications du syst?me d?information font l?objet d?une re certification p?riodique (v?rification de l?ad?quation du profil de l?utilisateur par rapport ? la fonction qu?il occupe au sein de l?entit?).</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Elevee</a:t>
                      </a:r>
                      <a:endParaRPr lang="fr-FR" sz="700" b="1" noProof="0" dirty="0">
                        <a:solidFill>
                          <a:srgbClr val="FF0000"/>
                        </a:solidFill>
                        <a:effectLst/>
                        <a:latin typeface="+mn-lt"/>
                        <a:ea typeface="Times New Roman" panose="02020603050405020304" pitchFamily="18" charset="0"/>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marL="0" marR="0" indent="0" algn="ctr" defTabSz="914400" rtl="0" eaLnBrk="1" fontAlgn="auto" latinLnBrk="0" hangingPunct="1">
                        <a:lnSpc>
                          <a:spcPct val="100000"/>
                        </a:lnSpc>
                        <a:spcBef>
                          <a:spcPts val="0"/>
                        </a:spcBef>
                        <a:spcAft>
                          <a:spcPts val="0"/>
                        </a:spcAft>
                        <a:buClr>
                          <a:schemeClr val="tx2"/>
                        </a:buClr>
                        <a:buSzTx/>
                        <a:buFontTx/>
                        <a:buNone/>
                        <a:tabLst/>
                        <a:defRPr/>
                      </a:pPr>
                      <a:endParaRPr kumimoji="0" lang="fr-FR" sz="800" b="0"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567868"/>
                  </a:ext>
                </a:extLst>
              </a:tr>
              <a:tr h="465480">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APD-05</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700" kern="1200" baseline="0" noProof="0">
                          <a:solidFill>
                            <a:schemeClr val="tx1"/>
                          </a:solidFill>
                          <a:effectLst/>
                          <a:latin typeface="+mn-lt"/>
                          <a:ea typeface="Times New Roman" panose="02020603050405020304" pitchFamily="18" charset="0"/>
                          <a:cs typeface="+mn-cs"/>
                        </a:rPr>
                        <a:t>La PSSI est conforme aux bonnes pratiques en matière de sécurité logique.</a:t>
                      </a:r>
                    </a:p>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700" kern="1200" baseline="0" noProof="0">
                          <a:solidFill>
                            <a:schemeClr val="tx1"/>
                          </a:solidFill>
                          <a:effectLst/>
                          <a:latin typeface="+mn-lt"/>
                          <a:ea typeface="Times New Roman" panose="02020603050405020304" pitchFamily="18" charset="0"/>
                          <a:cs typeface="+mn-cs"/>
                        </a:rPr>
                        <a:t>La configuration des mots de passe d’accès aux applications du système d’information est conforme à la PSSI.</a:t>
                      </a:r>
                      <a:endParaRPr kumimoji="0" lang="fr-FR" sz="700" b="1" i="0" u="none" strike="noStrike" kern="1200" cap="none" normalizeH="0" baseline="0" noProof="0">
                        <a:ln>
                          <a:noFill/>
                        </a:ln>
                        <a:solidFill>
                          <a:schemeClr val="tx1"/>
                        </a:solidFill>
                        <a:effectLst/>
                        <a:latin typeface="+mn-lt"/>
                        <a:ea typeface="+mn-ea"/>
                        <a:cs typeface="Calibri" panose="020F0502020204030204" pitchFamily="34" charset="0"/>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24853573"/>
                  </a:ext>
                </a:extLst>
              </a:tr>
              <a:tr h="19946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dirty="0">
                          <a:ln>
                            <a:noFill/>
                          </a:ln>
                          <a:solidFill>
                            <a:srgbClr val="FFFFFF"/>
                          </a:solidFill>
                          <a:effectLst/>
                          <a:uLnTx/>
                          <a:uFillTx/>
                          <a:latin typeface="+mn-lt"/>
                          <a:ea typeface="+mn-ea"/>
                          <a:cs typeface="Calibri"/>
                        </a:rPr>
                        <a:t>Gestion des changements</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805578786"/>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PC-01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Les changements au niveau applicatif</a:t>
                      </a:r>
                      <a:r>
                        <a:rPr lang="fr-FR" sz="700" b="0" baseline="0" noProof="0">
                          <a:solidFill>
                            <a:schemeClr val="tx1"/>
                          </a:solidFill>
                          <a:effectLst/>
                          <a:latin typeface="+mn-lt"/>
                          <a:ea typeface="Times New Roman" panose="02020603050405020304" pitchFamily="18" charset="0"/>
                          <a:cs typeface="Arial"/>
                        </a:rPr>
                        <a:t> </a:t>
                      </a:r>
                      <a:r>
                        <a:rPr lang="fr-FR" sz="700" b="0" noProof="0">
                          <a:solidFill>
                            <a:schemeClr val="tx1"/>
                          </a:solidFill>
                          <a:effectLst/>
                          <a:latin typeface="+mn-lt"/>
                          <a:ea typeface="Times New Roman" panose="02020603050405020304" pitchFamily="18" charset="0"/>
                          <a:cs typeface="Arial"/>
                        </a:rPr>
                        <a:t>sont testés et validés par les utilisateurs finaux avant toute mise en production.</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Elevee</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ctr"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en-US" sz="800"/>
                        <a:t>N/A</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Elevee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5096274"/>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PC-02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noProof="0">
                          <a:solidFill>
                            <a:schemeClr val="tx1"/>
                          </a:solidFill>
                          <a:effectLst/>
                          <a:latin typeface="+mn-lt"/>
                          <a:ea typeface="Times New Roman" panose="02020603050405020304" pitchFamily="18" charset="0"/>
                          <a:cs typeface="Arial"/>
                        </a:rPr>
                        <a:t>Les activités de développements, de tests et de production sont réalisées sur des environnements séparés.</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US" sz="800"/>
                        <a:t>N/A</a:t>
                      </a:r>
                      <a:endParaRPr kumimoji="0" lang="fr-FR" sz="700" b="1" i="0" u="none" strike="noStrike" kern="1200" cap="none" spc="0" normalizeH="0" baseline="0" noProof="0" dirty="0">
                        <a:ln>
                          <a:noFill/>
                        </a:ln>
                        <a:solidFill>
                          <a:srgbClr val="FF0000"/>
                        </a:solidFill>
                        <a:effectLst/>
                        <a:uLnTx/>
                        <a:uFillTx/>
                        <a:latin typeface="+mn-lt"/>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Elevee</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N/A</a:t>
                      </a:r>
                      <a:endParaRPr kumimoji="0" lang="fr-FR" sz="700" b="1" i="0" u="none" strike="noStrike" kern="1200" cap="none" spc="0" normalizeH="0" baseline="0" noProof="0" dirty="0">
                        <a:ln>
                          <a:noFill/>
                        </a:ln>
                        <a:solidFill>
                          <a:schemeClr val="accent1"/>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a:t>Elevee</a:t>
                      </a:r>
                      <a:endParaRPr lang="en-US" sz="11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8541624"/>
                  </a:ext>
                </a:extLst>
              </a:tr>
              <a:tr h="178206">
                <a:tc gridSpan="7">
                  <a:txBody>
                    <a:bodyPr/>
                    <a:lstStyle/>
                    <a:p>
                      <a:pPr marL="0" marR="0" lvl="0" indent="0" algn="l" defTabSz="914400" rtl="0" eaLnBrk="1" fontAlgn="auto" latinLnBrk="0" hangingPunct="1">
                        <a:lnSpc>
                          <a:spcPct val="100000"/>
                        </a:lnSpc>
                        <a:spcBef>
                          <a:spcPts val="0"/>
                        </a:spcBef>
                        <a:spcAft>
                          <a:spcPts val="0"/>
                        </a:spcAft>
                        <a:buClr>
                          <a:srgbClr val="0070CD"/>
                        </a:buClr>
                        <a:buSzTx/>
                        <a:buFontTx/>
                        <a:buNone/>
                        <a:tabLst/>
                        <a:defRPr/>
                      </a:pPr>
                      <a:r>
                        <a:rPr kumimoji="0" lang="fr-FR" sz="700" b="1" i="0" u="none" strike="noStrike" kern="1200" cap="none" spc="0" normalizeH="0" baseline="0" noProof="0" dirty="0">
                          <a:ln>
                            <a:noFill/>
                          </a:ln>
                          <a:solidFill>
                            <a:srgbClr val="FFFFFF"/>
                          </a:solidFill>
                          <a:effectLst/>
                          <a:uLnTx/>
                          <a:uFillTx/>
                          <a:latin typeface="+mn-lt"/>
                          <a:ea typeface="+mn-ea"/>
                          <a:cs typeface="Calibri"/>
                        </a:rPr>
                        <a:t>Gestion de l’exploitation informatique</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endParaRPr lang="en-GB"/>
                    </a:p>
                  </a:txBody>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endParaRPr lang="en-GB"/>
                    </a:p>
                  </a:txBody>
                  <a:tcPr>
                    <a:lnL w="12700" cap="flat" cmpd="sng" algn="ctr">
                      <a:solidFill>
                        <a:schemeClr val="bg1"/>
                      </a:solidFill>
                      <a:prstDash val="solid"/>
                      <a:round/>
                      <a:headEnd type="none" w="med" len="med"/>
                      <a:tailEnd type="none" w="med" len="med"/>
                    </a:lnL>
                    <a:lnT w="12700" cmpd="sng">
                      <a:noFill/>
                      <a:prstDash val="solid"/>
                    </a:lnT>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70CD"/>
                        </a:buClr>
                        <a:buSzTx/>
                        <a:buFontTx/>
                        <a:buNone/>
                        <a:tabLst/>
                        <a:defRPr/>
                      </a:pPr>
                      <a:endParaRPr kumimoji="0" lang="fr-FR" sz="700" b="1" i="0" u="none" strike="noStrike" kern="1200" cap="none" spc="0" normalizeH="0" baseline="0" noProof="0">
                        <a:ln>
                          <a:noFill/>
                        </a:ln>
                        <a:solidFill>
                          <a:srgbClr val="FFFFFF"/>
                        </a:solidFill>
                        <a:effectLst/>
                        <a:uLnTx/>
                        <a:uFillTx/>
                        <a:latin typeface="+mn-lt"/>
                        <a:ea typeface="+mn-ea"/>
                        <a:cs typeface="Calibri" panose="020F0502020204030204" pitchFamily="34" charset="0"/>
                      </a:endParaRPr>
                    </a:p>
                  </a:txBody>
                  <a:tcPr marL="54000" marR="54000" marT="27000" marB="27000" anchor="ctr">
                    <a:lnL w="63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2593670548"/>
                  </a:ext>
                </a:extLst>
              </a:tr>
              <a:tr h="494055">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CO-01</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685800" rtl="0" eaLnBrk="1" latinLnBrk="0" hangingPunct="1">
                        <a:lnSpc>
                          <a:spcPct val="100000"/>
                        </a:lnSpc>
                        <a:spcAft>
                          <a:spcPts val="300"/>
                        </a:spcAft>
                        <a:buFont typeface="+mj-lt"/>
                        <a:buNone/>
                      </a:pPr>
                      <a:r>
                        <a:rPr lang="fr-FR" sz="700" b="0" kern="1200" noProof="0">
                          <a:solidFill>
                            <a:schemeClr val="tx1"/>
                          </a:solidFill>
                          <a:effectLst/>
                          <a:latin typeface="+mn-lt"/>
                          <a:ea typeface="Times New Roman" panose="02020603050405020304" pitchFamily="18" charset="0"/>
                          <a:cs typeface="Arial"/>
                        </a:rPr>
                        <a:t>Les données sont correctement sauvegardées selon la politique de sauvegarde en place.</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300"/>
                        </a:spcAft>
                        <a:buClr>
                          <a:srgbClr val="000000"/>
                        </a:buClr>
                        <a:buSzTx/>
                        <a:buFont typeface="+mj-lt"/>
                        <a:buNone/>
                        <a:tabLst/>
                        <a:defRPr/>
                      </a:pPr>
                      <a:r>
                        <a:rPr lang="en-US" sz="800"/>
                        <a:t>N/A</a:t>
                      </a:r>
                      <a:endParaRPr lang="fr-FR" sz="700" b="1" kern="1200" noProof="0" dirty="0">
                        <a:solidFill>
                          <a:srgbClr val="00B050"/>
                        </a:solidFill>
                        <a:effectLst/>
                        <a:latin typeface="+mn-lt"/>
                        <a:ea typeface="Times New Roman" panose="02020603050405020304" pitchFamily="18" charset="0"/>
                        <a:cs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N/A</a:t>
                      </a:r>
                      <a:endParaRPr kumimoji="0" lang="fr-FR" sz="700" b="1" i="0" u="none" strike="noStrike" kern="1200" cap="none" spc="0" normalizeH="0" baseline="0" noProof="0" dirty="0">
                        <a:ln>
                          <a:noFill/>
                        </a:ln>
                        <a:solidFill>
                          <a:srgbClr val="00B050"/>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chemeClr val="tx2"/>
                        </a:buClr>
                        <a:buSzTx/>
                        <a:buFontTx/>
                        <a:buNone/>
                        <a:tabLst/>
                        <a:defRPr/>
                      </a:pPr>
                      <a:r>
                        <a:rPr lang="en-US" sz="800"/>
                        <a:t>N/A</a:t>
                      </a:r>
                      <a:endParaRPr kumimoji="0" lang="fr-FR" sz="700" b="1" i="0" u="none" strike="noStrike" kern="1200" cap="none" spc="0" normalizeH="0" baseline="0" noProof="0" dirty="0">
                        <a:ln>
                          <a:noFill/>
                        </a:ln>
                        <a:solidFill>
                          <a:srgbClr val="00B050"/>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800"/>
                        <a:t>N/A</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lang="en-US" sz="800"/>
                        <a:t>Elevee</a:t>
                      </a:r>
                      <a:endParaRPr kumimoji="0" lang="fr-FR" sz="700" b="1" i="0" u="none" strike="noStrike" kern="1200" cap="none" spc="0" normalizeH="0" baseline="0" noProof="0" dirty="0">
                        <a:ln>
                          <a:noFill/>
                        </a:ln>
                        <a:solidFill>
                          <a:srgbClr val="00B050"/>
                        </a:solidFill>
                        <a:effectLst/>
                        <a:uLnTx/>
                        <a:uFillTx/>
                        <a:latin typeface="Arial (Corps)"/>
                        <a:ea typeface="+mn-ea"/>
                        <a:cs typeface="+mn-cs"/>
                        <a:sym typeface="Arial"/>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3323472"/>
                  </a:ext>
                </a:extLst>
              </a:tr>
              <a:tr h="341942">
                <a:tc>
                  <a:txBody>
                    <a:bodyPr/>
                    <a:lstStyle/>
                    <a:p>
                      <a:pPr marL="0" algn="ctr" defTabSz="987461" rtl="0" eaLnBrk="1" fontAlgn="ctr" latinLnBrk="0" hangingPunct="1"/>
                      <a:r>
                        <a:rPr kumimoji="0" lang="fr-FR" sz="700" b="1" i="0" u="none" strike="noStrike" kern="1200" cap="none" normalizeH="0" baseline="0" noProof="0">
                          <a:ln>
                            <a:noFill/>
                          </a:ln>
                          <a:solidFill>
                            <a:schemeClr val="tx1"/>
                          </a:solidFill>
                          <a:effectLst/>
                          <a:latin typeface="+mn-lt"/>
                          <a:ea typeface="+mn-ea"/>
                          <a:cs typeface="Calibri"/>
                        </a:rPr>
                        <a:t>CO-02</a:t>
                      </a: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87461" rtl="0" eaLnBrk="1" fontAlgn="ctr" latinLnBrk="0" hangingPunct="1"/>
                      <a:r>
                        <a:rPr lang="fr-FR" sz="700" b="0" kern="1200" noProof="0">
                          <a:solidFill>
                            <a:schemeClr val="tx1"/>
                          </a:solidFill>
                          <a:effectLst/>
                          <a:latin typeface="+mn-lt"/>
                          <a:ea typeface="Times New Roman" panose="02020603050405020304" pitchFamily="18" charset="0"/>
                          <a:cs typeface="Arial"/>
                        </a:rPr>
                        <a:t>Les incidents de production sont tracés et résolus dans des délais raisonnables.</a:t>
                      </a:r>
                      <a:endParaRPr kumimoji="0" lang="fr-FR" sz="700" b="1" i="0" u="none" strike="noStrike" kern="1200" cap="none" normalizeH="0" baseline="0" noProof="0">
                        <a:ln>
                          <a:noFill/>
                        </a:ln>
                        <a:solidFill>
                          <a:schemeClr val="tx1"/>
                        </a:solidFill>
                        <a:effectLst/>
                        <a:latin typeface="+mn-lt"/>
                        <a:ea typeface="+mn-ea"/>
                        <a:cs typeface="Arial"/>
                      </a:endParaRPr>
                    </a:p>
                  </a:txBody>
                  <a:tcPr marL="54000" marR="54000" marT="27000" marB="2700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marL="0" marR="0" lvl="0" indent="0" algn="ctr" defTabSz="914400" rtl="0" eaLnBrk="1" fontAlgn="auto" latinLnBrk="0" hangingPunct="1">
                        <a:lnSpc>
                          <a:spcPct val="100000"/>
                        </a:lnSpc>
                        <a:spcBef>
                          <a:spcPts val="0"/>
                        </a:spcBef>
                        <a:spcAft>
                          <a:spcPts val="0"/>
                        </a:spcAft>
                        <a:buClr>
                          <a:srgbClr val="7D7D7D"/>
                        </a:buClr>
                        <a:buSzTx/>
                        <a:buFontTx/>
                        <a:buNone/>
                        <a:tabLst/>
                        <a:defRPr/>
                      </a:pPr>
                      <a:r>
                        <a:rPr kumimoji="0" lang="en-US" sz="700" b="1" i="0" u="none" strike="noStrike" kern="1200" cap="none" spc="0" normalizeH="0" baseline="0" noProof="0">
                          <a:ln>
                            <a:noFill/>
                          </a:ln>
                          <a:solidFill>
                            <a:schemeClr val="tx1"/>
                          </a:solidFill>
                          <a:effectLst/>
                          <a:uLnTx/>
                          <a:uFillTx/>
                          <a:latin typeface="+mn-lt"/>
                          <a:ea typeface="+mn-ea"/>
                          <a:cs typeface="+mn-cs"/>
                        </a:rPr>
                        <a:t>N/A</a:t>
                      </a:r>
                      <a:endParaRPr kumimoji="0" lang="fr-FR" sz="700" b="1" i="0" u="none" strike="noStrike" kern="1200" cap="none" spc="0" normalizeH="0" baseline="0" noProof="0" dirty="0">
                        <a:ln>
                          <a:noFill/>
                        </a:ln>
                        <a:solidFill>
                          <a:schemeClr val="tx1"/>
                        </a:solidFill>
                        <a:effectLst/>
                        <a:uLnTx/>
                        <a:uFillTx/>
                        <a:latin typeface="+mn-lt"/>
                        <a:ea typeface="+mn-ea"/>
                        <a:cs typeface="+mn-cs"/>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800"/>
                        <a:t>Moyenne</a:t>
                      </a:r>
                      <a:endParaRPr lang="en-US" sz="800" dirty="0"/>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6352726"/>
                  </a:ext>
                </a:extLst>
              </a:tr>
            </a:tbl>
          </a:graphicData>
        </a:graphic>
      </p:graphicFrame>
      <p:sp>
        <p:nvSpPr>
          <p:cNvPr id="2" name="ZoneTexte 1">
            <a:extLst>
              <a:ext uri="{FF2B5EF4-FFF2-40B4-BE49-F238E27FC236}">
                <a16:creationId xmlns:a16="http://schemas.microsoft.com/office/drawing/2014/main" id="{AFBB2428-47EF-C203-6702-DD72F1ED91C6}"/>
              </a:ext>
            </a:extLst>
          </p:cNvPr>
          <p:cNvSpPr txBox="1"/>
          <p:nvPr/>
        </p:nvSpPr>
        <p:spPr>
          <a:xfrm>
            <a:off x="6928423" y="33334"/>
            <a:ext cx="2838450" cy="170096"/>
          </a:xfrm>
          <a:prstGeom prst="rect">
            <a:avLst/>
          </a:prstGeom>
          <a:noFill/>
        </p:spPr>
        <p:txBody>
          <a:bodyPr wrap="square" rtlCol="0">
            <a:noAutofit/>
          </a:bodyPr>
          <a:lstStyle/>
          <a:p>
            <a:pPr algn="just"/>
            <a:r>
              <a:rPr lang="fr-FR" sz="600" noProof="0">
                <a:ea typeface="Times New Roman" panose="02020603050405020304" pitchFamily="18" charset="0"/>
              </a:rPr>
              <a:t>? : Recommandation cl?tur?e en 2026</a:t>
            </a:r>
            <a:endParaRPr lang="fr-FR" sz="600" noProof="0"/>
          </a:p>
        </p:txBody>
      </p:sp>
      <p:sp>
        <p:nvSpPr>
          <p:cNvPr id="9" name="Google Shape;478;p3">
            <a:extLst>
              <a:ext uri="{FF2B5EF4-FFF2-40B4-BE49-F238E27FC236}">
                <a16:creationId xmlns:a16="http://schemas.microsoft.com/office/drawing/2014/main" id="{BD82F423-D1D6-5456-1E63-1C42F5CFE20C}"/>
              </a:ext>
            </a:extLst>
          </p:cNvPr>
          <p:cNvSpPr txBox="1">
            <a:spLocks/>
          </p:cNvSpPr>
          <p:nvPr/>
        </p:nvSpPr>
        <p:spPr>
          <a:xfrm>
            <a:off x="226559" y="118383"/>
            <a:ext cx="6172200" cy="310243"/>
          </a:xfrm>
          <a:prstGeom prst="rect">
            <a:avLst/>
          </a:prstGeom>
          <a:noFill/>
          <a:ln>
            <a:noFill/>
          </a:ln>
        </p:spPr>
        <p:txBody>
          <a:bodyPr spcFirstLastPara="1" vert="horz" wrap="square" lIns="0" tIns="0" rIns="0" bIns="0" rtlCol="0" anchor="t" anchorCtr="0">
            <a:normAutofit/>
          </a:bodyPr>
          <a:lstStyle>
            <a:lvl1pPr algn="l" defTabSz="685800" rtl="0" eaLnBrk="1" latinLnBrk="0" hangingPunct="1">
              <a:lnSpc>
                <a:spcPct val="85000"/>
              </a:lnSpc>
              <a:spcBef>
                <a:spcPct val="0"/>
              </a:spcBef>
              <a:buNone/>
              <a:defRPr sz="2800" kern="1200">
                <a:solidFill>
                  <a:schemeClr val="tx1"/>
                </a:solidFill>
                <a:latin typeface="+mj-lt"/>
                <a:ea typeface="+mj-ea"/>
                <a:cs typeface="+mj-cs"/>
              </a:defRPr>
            </a:lvl1pPr>
          </a:lstStyle>
          <a:p>
            <a:r>
              <a:rPr lang="fr-FR" sz="2250" noProof="0">
                <a:latin typeface="Georgia" panose="02040502050405020303" pitchFamily="18" charset="0"/>
              </a:rPr>
              <a:t>Synth?se par contr?le et par application</a:t>
            </a:r>
          </a:p>
        </p:txBody>
      </p:sp>
      <p:graphicFrame>
        <p:nvGraphicFramePr>
          <p:cNvPr id="4" name="Tableau 3">
            <a:extLst>
              <a:ext uri="{FF2B5EF4-FFF2-40B4-BE49-F238E27FC236}">
                <a16:creationId xmlns:a16="http://schemas.microsoft.com/office/drawing/2014/main" id="{B079A30B-0F97-AF7E-F88B-C7906364BD89}"/>
              </a:ext>
            </a:extLst>
          </p:cNvPr>
          <p:cNvGraphicFramePr>
            <a:graphicFrameLocks noGrp="1"/>
          </p:cNvGraphicFramePr>
          <p:nvPr>
            <p:extLst>
              <p:ext uri="{D42A27DB-BD31-4B8C-83A1-F6EECF244321}">
                <p14:modId xmlns:p14="http://schemas.microsoft.com/office/powerpoint/2010/main" val="2905092545"/>
              </p:ext>
            </p:extLst>
          </p:nvPr>
        </p:nvGraphicFramePr>
        <p:xfrm>
          <a:off x="11001375" y="1895475"/>
          <a:ext cx="208280" cy="609600"/>
        </p:xfrm>
        <a:graphic>
          <a:graphicData uri="http://schemas.openxmlformats.org/drawingml/2006/table">
            <a:tbl>
              <a:tblPr/>
              <a:tblGrid>
                <a:gridCol w="208280">
                  <a:extLst>
                    <a:ext uri="{9D8B030D-6E8A-4147-A177-3AD203B41FA5}">
                      <a16:colId xmlns:a16="http://schemas.microsoft.com/office/drawing/2014/main" val="123945118"/>
                    </a:ext>
                  </a:extLst>
                </a:gridCol>
              </a:tblGrid>
              <a:tr h="0">
                <a:tc>
                  <a:txBody>
                    <a:bodyPr/>
                    <a:lstStyle/>
                    <a:p>
                      <a:pPr lvl="0">
                        <a:buNone/>
                      </a:pPr>
                      <a:endParaRPr lang="fr-FR"/>
                    </a:p>
                  </a:txBody>
                  <a:tcPr>
                    <a:lnL w="3174">
                      <a:solidFill>
                        <a:schemeClr val="bg1"/>
                      </a:solidFill>
                    </a:lnL>
                    <a:lnR w="3174">
                      <a:solidFill>
                        <a:schemeClr val="bg1"/>
                      </a:solidFill>
                    </a:lnR>
                    <a:lnT w="3174">
                      <a:solidFill>
                        <a:schemeClr val="bg1"/>
                      </a:solidFill>
                    </a:lnT>
                    <a:lnB w="3174">
                      <a:solidFill>
                        <a:schemeClr val="bg1"/>
                      </a:solidFill>
                    </a:lnB>
                  </a:tcPr>
                </a:tc>
                <a:extLst>
                  <a:ext uri="{0D108BD9-81ED-4DB2-BD59-A6C34878D82A}">
                    <a16:rowId xmlns:a16="http://schemas.microsoft.com/office/drawing/2014/main" val="128838349"/>
                  </a:ext>
                </a:extLst>
              </a:tr>
              <a:tr h="0">
                <a:tc>
                  <a:txBody>
                    <a:bodyPr/>
                    <a:lstStyle/>
                    <a:p>
                      <a:endParaRPr lang="fr-FR"/>
                    </a:p>
                  </a:txBody>
                  <a:tcPr>
                    <a:lnL w="3175" cmpd="sng">
                      <a:solidFill>
                        <a:schemeClr val="bg1"/>
                      </a:solidFill>
                      <a:prstDash val="solid"/>
                    </a:lnL>
                    <a:lnR w="3175" cmpd="sng">
                      <a:solidFill>
                        <a:schemeClr val="bg1"/>
                      </a:solidFill>
                      <a:prstDash val="solid"/>
                    </a:lnR>
                    <a:lnT w="3174" cap="flat" cmpd="sng" algn="ctr">
                      <a:solidFill>
                        <a:schemeClr val="bg1"/>
                      </a:solidFill>
                      <a:prstDash val="solid"/>
                      <a:round/>
                      <a:headEnd type="none" w="med" len="med"/>
                      <a:tailEnd type="none" w="med" len="med"/>
                    </a:lnT>
                    <a:lnB w="3175" cmpd="sng">
                      <a:solidFill>
                        <a:schemeClr val="bg1"/>
                      </a:solidFill>
                      <a:prstDash val="solid"/>
                    </a:lnB>
                  </a:tcPr>
                </a:tc>
                <a:extLst>
                  <a:ext uri="{0D108BD9-81ED-4DB2-BD59-A6C34878D82A}">
                    <a16:rowId xmlns:a16="http://schemas.microsoft.com/office/drawing/2014/main" val="740852747"/>
                  </a:ext>
                </a:extLst>
              </a:tr>
            </a:tbl>
          </a:graphicData>
        </a:graphic>
      </p:graphicFrame>
    </p:spTree>
    <p:extLst>
      <p:ext uri="{BB962C8B-B14F-4D97-AF65-F5344CB8AC3E}">
        <p14:creationId xmlns:p14="http://schemas.microsoft.com/office/powerpoint/2010/main" val="4128155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9CFB5FBD-960C-4E6B-BD02-2A7319345209}"/>
            </a:ext>
          </a:extLst>
        </p:cNvPr>
        <p:cNvGrpSpPr/>
        <p:nvPr/>
      </p:nvGrpSpPr>
      <p:grpSpPr>
        <a:xfrm>
          <a:off x="0" y="0"/>
          <a:ext cx="0" cy="0"/>
          <a:chOff x="0" y="0"/>
          <a:chExt cx="0" cy="0"/>
        </a:xfrm>
      </p:grpSpPr>
      <p:sp>
        <p:nvSpPr>
          <p:cNvPr id="32" name="Title 31">
            <a:extLst>
              <a:ext uri="{FF2B5EF4-FFF2-40B4-BE49-F238E27FC236}">
                <a16:creationId xmlns:a16="http://schemas.microsoft.com/office/drawing/2014/main" id="{C258AF33-8260-9FE7-96D3-9D295D4D5FF0}"/>
              </a:ext>
            </a:extLst>
          </p:cNvPr>
          <p:cNvSpPr>
            <a:spLocks noGrp="1"/>
          </p:cNvSpPr>
          <p:nvPr>
            <p:ph type="title"/>
          </p:nvPr>
        </p:nvSpPr>
        <p:spPr>
          <a:xfrm>
            <a:off x="298329" y="2594969"/>
            <a:ext cx="4940733" cy="1944956"/>
          </a:xfrm>
        </p:spPr>
        <p:txBody>
          <a:bodyPr/>
          <a:lstStyle/>
          <a:p>
            <a:r>
              <a:rPr lang="fr-FR" noProof="0"/>
              <a:t>Points relev?s au cours de l?exercice Janvier 2026 - Mars 2026</a:t>
            </a:r>
            <a:endParaRPr lang="fr-FR" noProof="0" dirty="0"/>
          </a:p>
        </p:txBody>
      </p:sp>
      <p:sp>
        <p:nvSpPr>
          <p:cNvPr id="13" name="Text Placeholder 12">
            <a:extLst>
              <a:ext uri="{FF2B5EF4-FFF2-40B4-BE49-F238E27FC236}">
                <a16:creationId xmlns:a16="http://schemas.microsoft.com/office/drawing/2014/main" id="{628FCE1D-532A-7D44-E95B-913D1158F8D1}"/>
              </a:ext>
            </a:extLst>
          </p:cNvPr>
          <p:cNvSpPr>
            <a:spLocks noGrp="1"/>
          </p:cNvSpPr>
          <p:nvPr>
            <p:ph type="body" idx="1"/>
          </p:nvPr>
        </p:nvSpPr>
        <p:spPr>
          <a:xfrm>
            <a:off x="6145368" y="432054"/>
            <a:ext cx="2596571" cy="3231654"/>
          </a:xfrm>
        </p:spPr>
        <p:txBody>
          <a:bodyPr/>
          <a:lstStyle/>
          <a:p>
            <a:r>
              <a:rPr lang="fr-FR" noProof="0"/>
              <a:t>3</a:t>
            </a:r>
          </a:p>
        </p:txBody>
      </p:sp>
      <p:sp>
        <p:nvSpPr>
          <p:cNvPr id="2" name="Footer Placeholder 1">
            <a:extLst>
              <a:ext uri="{FF2B5EF4-FFF2-40B4-BE49-F238E27FC236}">
                <a16:creationId xmlns:a16="http://schemas.microsoft.com/office/drawing/2014/main" id="{1BADF384-6BED-3D03-7146-09514CB9897B}"/>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B226AB99-34BC-4E83-F026-1FAF5E9A9ADF}"/>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14</a:t>
            </a:fld>
            <a:endParaRPr lang="fr-FR" noProof="0"/>
          </a:p>
        </p:txBody>
      </p:sp>
    </p:spTree>
    <p:extLst>
      <p:ext uri="{BB962C8B-B14F-4D97-AF65-F5344CB8AC3E}">
        <p14:creationId xmlns:p14="http://schemas.microsoft.com/office/powerpoint/2010/main" val="1350876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15</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2048050028"/>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APD-01</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Absence de validation formelle pour certaines creations d acces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Sur l'echantillon teste, 7 creations de comptes ont ete mises en oeuvre sans validation hierarchique tracee dans l'outil de ticketing.</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Exiger une validation hierarchique tracee avant toute creation ou modification d'acces et bloquer techniquement les demandes incompletes.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 responsable applicatif effectue un controle informel a posteriori lors de la revue hebdomadaire des tickets.</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d'octroi d'acces ou de changements non autorises.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demandes etaient centralisees dans l'outil mais les pieces justificatives n'etaient pas jointes pour tous les cas testes.</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917361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16</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2214094175"/>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APD-02</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Comptes actifs apres depart de collaborateurs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12 comptes utilisateurs sont restes actifs apres le depart de collaborateurs. Parmi eux, 3 comptes ont enregistre une connexion post-depart durant la periode revue.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Mettre en place un rapprochement formel entre les departs RH et les comptes actifs, avec desactivation immediate des comptes et revue tracee des exceptions.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Une revue mensuelle des comptes est realisee par l'equipe infrastructure, sans rapprochement formel avec les mouvements RH.</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maintien d'acces non autorises et d'utilisation inappropriee de comptes.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Constat etabli a partir des extractions AD et du fichier RH des sorties. Les comptes concernent plusieurs directions support.</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3671258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17</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3134862870"/>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APD-03</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Absence de recertification periodique des droits sensibles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Aucune campagne formelle de recertification des acces sensibles n'a ete realisee sur l'exercice pour les utilisateurs disposant de transactions critiques.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Definir un plan d'action cible afin de traiter durablement le constat et d'en assurer le suivi.</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Une revue ponctuelle est effectuee en cas de changement d'organisation, sans periodicite definie ni preuve de validation.</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faiblesse du dispositif de controle interne sur le processus audite.</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 perimetre concerne principalement les roles finances et achats disposant de droits etendus.</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612329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18</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130449634"/>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APD-04</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Supervision insuffisante des comptes administrateurs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Les journaux d'activite des comptes administrateurs locaux ne font pas l'objet d'une revue periodique formalisee. 5 comptes privilegies generiques ont ete identifies sur le perimetre teste.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Definir un plan d'action cible afin de traiter durablement le constat et d'en assurer le suivi.</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journaux systeme sont conserves 30 jours et consultes uniquement en cas d'incident declare.</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faiblesse du dispositif de controle interne sur le processus audite.</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comptes concernes sont utilises par l'equipe infrastructure pour les operations d'administration courante.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3148129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19</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132921245"/>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acces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APD-05</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Parametrage des mots de passe non aligne avec la politique de securite</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La longueur minimale du mot de passe est definie a 6 caracteres et aucun blocage automatique n'est configure apres plusieurs tentatives infructueuses.</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Definir un plan d'action cible afin de traiter durablement le constat et d'en assurer le suivi.</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L'authentification est renforcee au niveau du VPN pour les acces distants, mais pas directement dans l'application.</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de faiblesse du dispositif de controle interne sur le processus audite.</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 parametrage a ete confirme lors de la revue de configuration avec l'administrateur applicatif.</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2844988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20</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3328100773"/>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Exploitation informatique</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CO-01</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Absence de test de restauration periodique</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Aucun test de restauration complet n'a ete realise sur les 12 derniers mois pour les sauvegardes des applications critiques du perimetre.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Planifier et documenter des tests de restauration periodiques afin de confirmer la recuperabilite effective des sauvegardes.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sauvegardes quotidiennes sont supervisees et les echecs techniques font l'objet d'un suivi operationnel.</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d'indisponibilite ou de perte de donnees en cas d'incident.</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journaux de sauvegarde ont ete fournis pour les dates echantillonnees et montrent une execution quotidienne reguliere.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855839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21</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278513303"/>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changements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PC-01</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Absence de preuve de recette pour des changements applicatifs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9 changements mis en production ne disposent pas de preuve de tests utilisateurs ni de validation formelle avant deployment.</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Exiger une validation hierarchique tracee avant toute creation ou modification d'acces et bloquer techniquement les demandes incompletes.</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changements urgents sont discutes en comite hebdomadaire, mais la formalisation des resultats de tests reste partielle.</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d'octroi d'acces ou de changements non autorises.</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Les changements concernent des evolutions mineures sur les flux achats et comptabilite generale.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051091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22</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2599255675"/>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Gestion des changements</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PC-02</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Acces de developpement et de production cumules</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2 intervenants externes disposent simultanement d'acces en modification sur les environnements de developpement et de production.</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Definir un plan d'action cible afin de traiter durablement le constat et d'en assurer le suivi.</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Les mises en production sont supervisees par le responsable applicatif qui valide les transports critiques.</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d'instabilite applicative et d'alteration non maitrisee de l'environnement de production.</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La situation est liee au contexte de maintenance corrective et n'est pas encadree par une derogation formelle.</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Elevee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787606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76D95-31AA-2211-61D8-613810D21FF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38F3243-4229-CEF6-494F-7AC15E7CFD5B}"/>
              </a:ext>
              <a:ext uri="{C183D7F6-B498-43B3-948B-1728B52AA6E4}">
                <adec:decorative xmlns:adec="http://schemas.microsoft.com/office/drawing/2017/decorative" val="0"/>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23</a:t>
            </a:fld>
            <a:endParaRPr lang="fr-FR" noProof="0"/>
          </a:p>
        </p:txBody>
      </p:sp>
      <p:graphicFrame>
        <p:nvGraphicFramePr>
          <p:cNvPr id="33" name="Tableau 32">
            <a:extLst>
              <a:ext uri="{FF2B5EF4-FFF2-40B4-BE49-F238E27FC236}">
                <a16:creationId xmlns:a16="http://schemas.microsoft.com/office/drawing/2014/main" id="{98851477-C407-48DF-F986-4F1BA222E758}"/>
              </a:ext>
            </a:extLst>
          </p:cNvPr>
          <p:cNvGraphicFramePr>
            <a:graphicFrameLocks noGrp="1"/>
          </p:cNvGraphicFramePr>
          <p:nvPr>
            <p:custDataLst>
              <p:tags r:id="rId1"/>
            </p:custDataLst>
            <p:extLst>
              <p:ext uri="{D42A27DB-BD31-4B8C-83A1-F6EECF244321}">
                <p14:modId xmlns:p14="http://schemas.microsoft.com/office/powerpoint/2010/main" val="1732744966"/>
              </p:ext>
            </p:extLst>
          </p:nvPr>
        </p:nvGraphicFramePr>
        <p:xfrm>
          <a:off x="0" y="503347"/>
          <a:ext cx="9144000" cy="4030734"/>
        </p:xfrm>
        <a:graphic>
          <a:graphicData uri="http://schemas.openxmlformats.org/drawingml/2006/table">
            <a:tbl>
              <a:tblPr firstRow="1" firstCol="1" bandRow="1">
                <a:tableStyleId>{5C22544A-7EE6-4342-B048-85BDC9FD1C3A}</a:tableStyleId>
              </a:tblPr>
              <a:tblGrid>
                <a:gridCol w="439993">
                  <a:extLst>
                    <a:ext uri="{9D8B030D-6E8A-4147-A177-3AD203B41FA5}">
                      <a16:colId xmlns:a16="http://schemas.microsoft.com/office/drawing/2014/main" val="20000"/>
                    </a:ext>
                  </a:extLst>
                </a:gridCol>
                <a:gridCol w="1113455">
                  <a:extLst>
                    <a:ext uri="{9D8B030D-6E8A-4147-A177-3AD203B41FA5}">
                      <a16:colId xmlns:a16="http://schemas.microsoft.com/office/drawing/2014/main" val="20001"/>
                    </a:ext>
                  </a:extLst>
                </a:gridCol>
                <a:gridCol w="3486649">
                  <a:extLst>
                    <a:ext uri="{9D8B030D-6E8A-4147-A177-3AD203B41FA5}">
                      <a16:colId xmlns:a16="http://schemas.microsoft.com/office/drawing/2014/main" val="4057883698"/>
                    </a:ext>
                  </a:extLst>
                </a:gridCol>
                <a:gridCol w="2348582">
                  <a:extLst>
                    <a:ext uri="{9D8B030D-6E8A-4147-A177-3AD203B41FA5}">
                      <a16:colId xmlns:a16="http://schemas.microsoft.com/office/drawing/2014/main" val="2265104901"/>
                    </a:ext>
                  </a:extLst>
                </a:gridCol>
                <a:gridCol w="1755321">
                  <a:extLst>
                    <a:ext uri="{9D8B030D-6E8A-4147-A177-3AD203B41FA5}">
                      <a16:colId xmlns:a16="http://schemas.microsoft.com/office/drawing/2014/main" val="1413096817"/>
                    </a:ext>
                  </a:extLst>
                </a:gridCol>
              </a:tblGrid>
              <a:tr h="380404">
                <a:tc>
                  <a:txBody>
                    <a:bodyPr/>
                    <a:lstStyle/>
                    <a:p>
                      <a:pPr algn="ctr"/>
                      <a:r>
                        <a:rPr lang="fr-FR" sz="900" noProof="0">
                          <a:solidFill>
                            <a:schemeClr val="bg1"/>
                          </a:solidFill>
                          <a:latin typeface="+mn-lt"/>
                        </a:rPr>
                        <a:t>Réf.</a:t>
                      </a: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Description</a:t>
                      </a:r>
                      <a:r>
                        <a:rPr lang="fr-FR" sz="900" b="1" kern="1200" baseline="0" noProof="0">
                          <a:solidFill>
                            <a:schemeClr val="bg1"/>
                          </a:solidFill>
                          <a:latin typeface="+mn-lt"/>
                          <a:ea typeface="+mn-ea"/>
                          <a:cs typeface="+mn-cs"/>
                        </a:rPr>
                        <a:t> du contrôle</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Constat </a:t>
                      </a:r>
                    </a:p>
                  </a:txBody>
                  <a:tcPr anchor="ctr">
                    <a:solidFill>
                      <a:schemeClr val="tx1">
                        <a:lumMod val="75000"/>
                        <a:lumOff val="25000"/>
                      </a:schemeClr>
                    </a:solidFill>
                  </a:tcPr>
                </a:tc>
                <a:tc>
                  <a:txBody>
                    <a:bodyPr/>
                    <a:lstStyle/>
                    <a:p>
                      <a:pPr marL="0" algn="ctr" defTabSz="957796" rtl="0" eaLnBrk="1" latinLnBrk="0" hangingPunct="1"/>
                      <a:r>
                        <a:rPr lang="fr-FR" sz="900" noProof="0">
                          <a:solidFill>
                            <a:schemeClr val="bg1"/>
                          </a:solidFill>
                          <a:latin typeface="+mn-lt"/>
                        </a:rPr>
                        <a:t>Recommandation</a:t>
                      </a:r>
                      <a:endParaRPr lang="fr-FR" sz="900" b="1" kern="1200" noProof="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957796" rtl="0" eaLnBrk="1" latinLnBrk="0" hangingPunct="1"/>
                      <a:r>
                        <a:rPr lang="fr-FR" sz="900" b="1" kern="1200" noProof="0">
                          <a:solidFill>
                            <a:schemeClr val="bg1"/>
                          </a:solidFill>
                          <a:latin typeface="+mn-lt"/>
                          <a:ea typeface="+mn-ea"/>
                          <a:cs typeface="+mn-cs"/>
                        </a:rPr>
                        <a:t>Risque</a:t>
                      </a:r>
                    </a:p>
                  </a:txBody>
                  <a:tcPr anchor="ctr">
                    <a:solidFill>
                      <a:schemeClr val="tx1">
                        <a:lumMod val="75000"/>
                        <a:lumOff val="25000"/>
                      </a:schemeClr>
                    </a:solidFill>
                  </a:tcPr>
                </a:tc>
                <a:extLst>
                  <a:ext uri="{0D108BD9-81ED-4DB2-BD59-A6C34878D82A}">
                    <a16:rowId xmlns:a16="http://schemas.microsoft.com/office/drawing/2014/main" val="10000"/>
                  </a:ext>
                </a:extLst>
              </a:tr>
              <a:tr h="237752">
                <a:tc gridSpan="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900" noProof="0">
                          <a:solidFill>
                            <a:schemeClr val="bg1"/>
                          </a:solidFill>
                          <a:latin typeface="+mn-lt"/>
                        </a:rPr>
                        <a:t>Exploitation informatique</a:t>
                      </a:r>
                    </a:p>
                  </a:txBody>
                  <a:tcPr anchor="ctr">
                    <a:solidFill>
                      <a:schemeClr val="tx1">
                        <a:lumMod val="50000"/>
                        <a:lumOff val="50000"/>
                      </a:schemeClr>
                    </a:solidFill>
                  </a:tcPr>
                </a:tc>
                <a:tc hMerge="1">
                  <a:txBody>
                    <a:bodyPr/>
                    <a:lstStyle/>
                    <a:p>
                      <a:endParaRPr lang="fr-FR"/>
                    </a:p>
                  </a:txBody>
                  <a:tcPr/>
                </a:tc>
                <a:tc hMerge="1">
                  <a:txBody>
                    <a:bodyPr/>
                    <a:lstStyle/>
                    <a:p>
                      <a:endParaRPr lang="fr-FR"/>
                    </a:p>
                  </a:txBody>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a:solidFill>
                          <a:schemeClr val="bg1"/>
                        </a:solidFill>
                        <a:latin typeface="+mn-lt"/>
                      </a:endParaRPr>
                    </a:p>
                  </a:txBody>
                  <a:tcPr anchor="ctr">
                    <a:solidFill>
                      <a:schemeClr val="tx1">
                        <a:lumMod val="50000"/>
                        <a:lumOff val="50000"/>
                      </a:schemeClr>
                    </a:solidFill>
                  </a:tcP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fr-FR" sz="900" noProof="0">
                        <a:solidFill>
                          <a:schemeClr val="bg1"/>
                        </a:solidFill>
                        <a:latin typeface="+mn-lt"/>
                      </a:endParaRPr>
                    </a:p>
                  </a:txBody>
                  <a:tcPr anchor="ctr">
                    <a:solidFill>
                      <a:schemeClr val="tx1">
                        <a:lumMod val="50000"/>
                        <a:lumOff val="50000"/>
                      </a:schemeClr>
                    </a:solidFill>
                  </a:tcPr>
                </a:tc>
                <a:extLst>
                  <a:ext uri="{0D108BD9-81ED-4DB2-BD59-A6C34878D82A}">
                    <a16:rowId xmlns:a16="http://schemas.microsoft.com/office/drawing/2014/main" val="10001"/>
                  </a:ext>
                </a:extLst>
              </a:tr>
              <a:tr h="633818">
                <a:tc rowSpan="3">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r>
                        <a:rPr lang="fr-FR" sz="900" b="1" kern="1200" noProof="0">
                          <a:solidFill>
                            <a:schemeClr val="bg1"/>
                          </a:solidFill>
                          <a:latin typeface="+mn-lt"/>
                          <a:ea typeface="+mn-ea"/>
                          <a:cs typeface="+mn-cs"/>
                        </a:rPr>
                        <a:t>CO-02</a:t>
                      </a:r>
                    </a:p>
                  </a:txBody>
                  <a:tcPr vert="vert270">
                    <a:solidFill>
                      <a:schemeClr val="accent1"/>
                    </a:solidFill>
                  </a:tcPr>
                </a:tc>
                <a:tc rowSpan="3">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r>
                        <a:rPr lang="fr-FR" sz="900" kern="1200" baseline="0" noProof="0">
                          <a:solidFill>
                            <a:schemeClr val="tx1"/>
                          </a:solidFill>
                          <a:effectLst/>
                          <a:highlight>
                            <a:srgbClr val="FFFF00"/>
                          </a:highlight>
                          <a:latin typeface="+mn-lt"/>
                          <a:ea typeface="Times New Roman" panose="02020603050405020304" pitchFamily="18" charset="0"/>
                          <a:cs typeface="+mn-cs"/>
                        </a:rPr>
                        <a:t>Pilotage incomplet des incidents de production</a:t>
                      </a:r>
                    </a:p>
                  </a:txBody>
                  <a:tcPr>
                    <a:solidFill>
                      <a:schemeClr val="bg1">
                        <a:lumMod val="95000"/>
                      </a:schemeClr>
                    </a:solidFill>
                  </a:tcPr>
                </a:tc>
                <a:tc rowSpan="3">
                  <a:txBody>
                    <a:bodyPr/>
                    <a:lstStyle/>
                    <a:p>
                      <a:pPr marL="0" marR="0" lvl="0" indent="0" algn="just" defTabSz="741939" rtl="0" eaLnBrk="1" fontAlgn="base" latinLnBrk="0" hangingPunct="1">
                        <a:lnSpc>
                          <a:spcPct val="100000"/>
                        </a:lnSpc>
                        <a:spcBef>
                          <a:spcPts val="0"/>
                        </a:spcBef>
                        <a:spcAft>
                          <a:spcPts val="300"/>
                        </a:spcAft>
                        <a:buClr>
                          <a:srgbClr val="000000"/>
                        </a:buClr>
                        <a:buSzTx/>
                        <a:buFont typeface="Arial"/>
                        <a:buNone/>
                        <a:tabLst/>
                        <a:defRPr/>
                      </a:pPr>
                      <a:r>
                        <a:rPr lang="fr-FR" sz="900" b="0" i="0" u="none" strike="noStrike" kern="1200" cap="none" baseline="0">
                          <a:solidFill>
                            <a:schemeClr val="tx1"/>
                          </a:solidFill>
                          <a:latin typeface="+mn-lt"/>
                          <a:ea typeface="Times New Roman" panose="02020603050405020304" pitchFamily="18" charset="0"/>
                          <a:cs typeface="Arial"/>
                          <a:sym typeface="Arial"/>
                        </a:rPr>
                        <a:t>Les incidents de production sont enregistres dans l'outil, mais aucun SLA formalise n'est defini et le suivi des delais de resolution n'est pas consolide.</a:t>
                      </a:r>
                    </a:p>
                  </a:txBody>
                  <a:tcPr marL="89535" marR="89535" marT="0" marB="0">
                    <a:solidFill>
                      <a:schemeClr val="bg1">
                        <a:lumMod val="95000"/>
                      </a:schemeClr>
                    </a:solidFill>
                  </a:tcPr>
                </a:tc>
                <a:tc rowSpan="3">
                  <a:txBody>
                    <a:bodyPr/>
                    <a:lstStyle/>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Definir un plan d'action cible afin de traiter durablement le constat et d'en assurer le suivi.</a:t>
                      </a:r>
                    </a:p>
                    <a:p>
                      <a:pPr marL="0" marR="0" lvl="0" indent="0" algn="l" rtl="0">
                        <a:lnSpc>
                          <a:spcPct val="100000"/>
                        </a:lnSpc>
                        <a:spcBef>
                          <a:spcPts val="0"/>
                        </a:spcBef>
                        <a:spcAft>
                          <a:spcPts val="0"/>
                        </a:spcAft>
                        <a:buClr>
                          <a:srgbClr val="000000"/>
                        </a:buClr>
                        <a:buSzPts val="900"/>
                        <a:buFont typeface="Noto Sans Symbols"/>
                        <a:buNone/>
                      </a:pPr>
                      <a:r>
                        <a:rPr lang="fr-FR" sz="900" b="0" i="0" u="none" strike="noStrike" cap="none" noProof="0">
                          <a:solidFill>
                            <a:srgbClr val="000000"/>
                          </a:solidFill>
                          <a:latin typeface="+mn-lt"/>
                          <a:ea typeface="Arial"/>
                          <a:cs typeface="Arial"/>
                          <a:sym typeface="Arial"/>
                        </a:rPr>
                        <a:t>Procedure compensatoire : Un point quotidien est organise par les equipes support pour suivre les incidents majeurs ouverts.</a:t>
                      </a:r>
                    </a:p>
                  </a:txBody>
                  <a:tcPr>
                    <a:solidFill>
                      <a:schemeClr val="bg1">
                        <a:lumMod val="95000"/>
                      </a:schemeClr>
                    </a:solidFill>
                  </a:tcPr>
                </a:tc>
                <a:tc>
                  <a:txBody>
                    <a:bodyPr/>
                    <a:lstStyle/>
                    <a:p>
                      <a:pPr marL="6350" marR="0" lvl="0" indent="0" algn="l" rtl="0">
                        <a:lnSpc>
                          <a:spcPct val="100000"/>
                        </a:lnSpc>
                        <a:spcBef>
                          <a:spcPts val="500"/>
                        </a:spcBef>
                        <a:spcAft>
                          <a:spcPts val="0"/>
                        </a:spcAft>
                        <a:buClr>
                          <a:srgbClr val="000000"/>
                        </a:buClr>
                        <a:buSzPts val="900"/>
                        <a:buFont typeface="Arial"/>
                        <a:buNone/>
                      </a:pPr>
                      <a:endParaRPr lang="fr-FR" sz="900" b="1" u="sng" kern="1200" baseline="0" noProof="0">
                        <a:solidFill>
                          <a:schemeClr val="tx1"/>
                        </a:solidFill>
                        <a:effectLst/>
                        <a:latin typeface="+mn-lt"/>
                        <a:ea typeface="Times New Roman" panose="02020603050405020304" pitchFamily="18" charset="0"/>
                        <a:cs typeface="+mn-cs"/>
                      </a:endParaRPr>
                    </a:p>
                  </a:txBody>
                  <a:tcPr>
                    <a:solidFill>
                      <a:schemeClr val="bg1">
                        <a:lumMod val="95000"/>
                      </a:schemeClr>
                    </a:solidFill>
                  </a:tcPr>
                </a:tc>
                <a:extLst>
                  <a:ext uri="{0D108BD9-81ED-4DB2-BD59-A6C34878D82A}">
                    <a16:rowId xmlns:a16="http://schemas.microsoft.com/office/drawing/2014/main" val="10002"/>
                  </a:ext>
                </a:extLst>
              </a:tr>
              <a:tr h="186748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Risque d'instabilite applicative et d'alteration non maitrisee de l'environnement de production.</a:t>
                      </a:r>
                    </a:p>
                    <a:p>
                      <a:pPr marL="177800" marR="0" lvl="0" indent="-171450" algn="l" rtl="0">
                        <a:lnSpc>
                          <a:spcPct val="100000"/>
                        </a:lnSpc>
                        <a:spcBef>
                          <a:spcPts val="500"/>
                        </a:spcBef>
                        <a:spcAft>
                          <a:spcPts val="0"/>
                        </a:spcAft>
                        <a:buClr>
                          <a:srgbClr val="000000"/>
                        </a:buClr>
                        <a:buSzPts val="900"/>
                        <a:buFont typeface="Arial" panose="020B0604020202020204" pitchFamily="34" charset="0"/>
                        <a:buChar char="•"/>
                      </a:pPr>
                      <a:r>
                        <a:rPr lang="fr-FR" sz="900" b="0" u="sng" kern="1200" baseline="0" noProof="0">
                          <a:solidFill>
                            <a:schemeClr val="tx1"/>
                          </a:solidFill>
                          <a:effectLst/>
                          <a:latin typeface="+mn-lt"/>
                          <a:ea typeface="Times New Roman" panose="02020603050405020304" pitchFamily="18" charset="0"/>
                          <a:cs typeface="+mn-cs"/>
                        </a:rPr>
                        <a:t>Commentaire auditeur : L'extraction fournie ne permettait pas d'identifier de facon fiable la date cible de resolution pour tous les tickets analyses.</a:t>
                      </a:r>
                      <a:endParaRPr lang="fr-FR" sz="900" b="0" u="none" kern="1200" baseline="0" noProof="0">
                        <a:solidFill>
                          <a:schemeClr val="tx1"/>
                        </a:solidFill>
                        <a:effectLst/>
                        <a:latin typeface="+mn-lt"/>
                        <a:ea typeface="Times New Roman" panose="02020603050405020304" pitchFamily="18" charset="0"/>
                        <a:cs typeface="+mn-cs"/>
                      </a:endParaRPr>
                    </a:p>
                  </a:txBody>
                  <a:tcPr anchor="ctr">
                    <a:solidFill>
                      <a:schemeClr val="bg1">
                        <a:lumMod val="95000"/>
                      </a:schemeClr>
                    </a:solidFill>
                  </a:tcPr>
                </a:tc>
                <a:extLst>
                  <a:ext uri="{0D108BD9-81ED-4DB2-BD59-A6C34878D82A}">
                    <a16:rowId xmlns:a16="http://schemas.microsoft.com/office/drawing/2014/main" val="3706568165"/>
                  </a:ext>
                </a:extLst>
              </a:tr>
              <a:tr h="0">
                <a:tc vMerge="1">
                  <a:txBody>
                    <a:bodyPr/>
                    <a:lstStyle/>
                    <a:p>
                      <a:pPr marL="0" marR="0" lvl="0" indent="0" algn="ctr" defTabSz="957796" rtl="0" eaLnBrk="1" fontAlgn="auto" latinLnBrk="0" hangingPunct="1">
                        <a:lnSpc>
                          <a:spcPct val="100000"/>
                        </a:lnSpc>
                        <a:spcBef>
                          <a:spcPts val="0"/>
                        </a:spcBef>
                        <a:spcAft>
                          <a:spcPts val="0"/>
                        </a:spcAft>
                        <a:buClrTx/>
                        <a:buSzTx/>
                        <a:buFontTx/>
                        <a:buNone/>
                        <a:tabLst/>
                        <a:defRPr/>
                      </a:pPr>
                      <a:endParaRPr lang="fr-FR" sz="900" b="1" kern="1200" noProof="0">
                        <a:solidFill>
                          <a:schemeClr val="bg1"/>
                        </a:solidFill>
                        <a:latin typeface="+mn-lt"/>
                        <a:ea typeface="+mn-ea"/>
                        <a:cs typeface="+mn-cs"/>
                      </a:endParaRPr>
                    </a:p>
                  </a:txBody>
                  <a:tcPr vert="vert270">
                    <a:solidFill>
                      <a:schemeClr val="accent1"/>
                    </a:solidFill>
                  </a:tcPr>
                </a:tc>
                <a:tc vMerge="1">
                  <a:txBody>
                    <a:bodyPr/>
                    <a:lstStyle/>
                    <a:p>
                      <a:pPr marL="0" marR="0" lvl="1" indent="0" algn="l" defTabSz="957796" rtl="0" eaLnBrk="1" fontAlgn="base" latinLnBrk="0" hangingPunct="1">
                        <a:lnSpc>
                          <a:spcPct val="100000"/>
                        </a:lnSpc>
                        <a:spcBef>
                          <a:spcPct val="0"/>
                        </a:spcBef>
                        <a:spcAft>
                          <a:spcPts val="0"/>
                        </a:spcAft>
                        <a:buClrTx/>
                        <a:buSzTx/>
                        <a:buFont typeface="Arial" panose="020B0604020202020204" pitchFamily="34" charset="0"/>
                        <a:buNone/>
                        <a:tabLst/>
                        <a:defRPr/>
                      </a:pPr>
                      <a:endParaRPr lang="fr-FR" sz="900" kern="1200" baseline="0" noProof="0">
                        <a:solidFill>
                          <a:schemeClr val="tx1"/>
                        </a:solidFill>
                        <a:effectLst/>
                        <a:highlight>
                          <a:srgbClr val="FFFF00"/>
                        </a:highlight>
                        <a:latin typeface="+mn-lt"/>
                        <a:ea typeface="Times New Roman" panose="02020603050405020304" pitchFamily="18" charset="0"/>
                        <a:cs typeface="+mn-cs"/>
                      </a:endParaRPr>
                    </a:p>
                  </a:txBody>
                  <a:tcPr>
                    <a:solidFill>
                      <a:schemeClr val="bg1">
                        <a:lumMod val="95000"/>
                      </a:schemeClr>
                    </a:solidFill>
                  </a:tcPr>
                </a:tc>
                <a:tc vMerge="1">
                  <a:txBody>
                    <a:bodyPr/>
                    <a:lstStyle/>
                    <a:p>
                      <a:pPr marL="171450" marR="0" lvl="0" indent="-171450" algn="just" defTabSz="741939" rtl="0" eaLnBrk="1" fontAlgn="base" latinLnBrk="0" hangingPunct="1">
                        <a:lnSpc>
                          <a:spcPct val="100000"/>
                        </a:lnSpc>
                        <a:spcBef>
                          <a:spcPts val="0"/>
                        </a:spcBef>
                        <a:spcAft>
                          <a:spcPts val="300"/>
                        </a:spcAft>
                        <a:buClr>
                          <a:srgbClr val="000000"/>
                        </a:buClr>
                        <a:buSzTx/>
                        <a:buFont typeface="Wingdings"/>
                        <a:buChar char="Ø"/>
                        <a:tabLst/>
                        <a:defRPr/>
                      </a:pPr>
                      <a:endParaRPr lang="fr-FR" sz="900" b="0" i="0" u="none" strike="noStrike" kern="1200" cap="none" baseline="0">
                        <a:solidFill>
                          <a:schemeClr val="tx1"/>
                        </a:solidFill>
                        <a:latin typeface="+mn-lt"/>
                        <a:ea typeface="Times New Roman" panose="02020603050405020304" pitchFamily="18" charset="0"/>
                        <a:cs typeface="Arial"/>
                        <a:sym typeface="Arial"/>
                      </a:endParaRPr>
                    </a:p>
                  </a:txBody>
                  <a:tcPr marL="89535" marR="89535" marT="0" marB="0">
                    <a:solidFill>
                      <a:schemeClr val="bg1">
                        <a:lumMod val="95000"/>
                      </a:schemeClr>
                    </a:solidFill>
                  </a:tcPr>
                </a:tc>
                <a:tc vMerge="1">
                  <a:txBody>
                    <a:bodyPr/>
                    <a:lstStyle/>
                    <a:p>
                      <a:pPr marL="171450" marR="0" lvl="0" indent="-171450" algn="just" defTabSz="741683" rtl="0" eaLnBrk="1" fontAlgn="auto" latinLnBrk="0" hangingPunct="1">
                        <a:lnSpc>
                          <a:spcPct val="100000"/>
                        </a:lnSpc>
                        <a:spcBef>
                          <a:spcPts val="200"/>
                        </a:spcBef>
                        <a:spcAft>
                          <a:spcPts val="0"/>
                        </a:spcAft>
                        <a:buClr>
                          <a:schemeClr val="dk2"/>
                        </a:buClr>
                        <a:buSzPts val="900"/>
                        <a:buFont typeface="Arial" panose="020B0604020202020204" pitchFamily="34" charset="0"/>
                        <a:buChar char="•"/>
                        <a:tabLst>
                          <a:tab pos="457200" algn="l"/>
                        </a:tabLst>
                        <a:defRPr/>
                      </a:pPr>
                      <a:endParaRPr lang="fr-FR" sz="900" b="0" i="0" u="none" strike="noStrike" cap="none" noProof="0">
                        <a:solidFill>
                          <a:srgbClr val="000000"/>
                        </a:solidFill>
                        <a:latin typeface="+mn-lt"/>
                        <a:ea typeface="Arial"/>
                        <a:cs typeface="Arial"/>
                        <a:sym typeface="Arial"/>
                      </a:endParaRPr>
                    </a:p>
                  </a:txBody>
                  <a:tcPr>
                    <a:solidFill>
                      <a:schemeClr val="bg1">
                        <a:lumMod val="95000"/>
                      </a:schemeClr>
                    </a:solidFill>
                  </a:tcPr>
                </a:tc>
                <a:tc>
                  <a:txBody>
                    <a:bodyPr/>
                    <a:lstStyle/>
                    <a:p>
                      <a:pPr marL="6350" marR="0" lvl="0" indent="0" algn="ctr" defTabSz="914400" rtl="0" eaLnBrk="1" fontAlgn="auto" latinLnBrk="0" hangingPunct="1">
                        <a:lnSpc>
                          <a:spcPct val="100000"/>
                        </a:lnSpc>
                        <a:spcBef>
                          <a:spcPts val="500"/>
                        </a:spcBef>
                        <a:spcAft>
                          <a:spcPts val="0"/>
                        </a:spcAft>
                        <a:buClr>
                          <a:srgbClr val="000000"/>
                        </a:buClr>
                        <a:buSzPts val="900"/>
                        <a:buFont typeface="Arial"/>
                        <a:buNone/>
                        <a:tabLst/>
                        <a:defRPr/>
                      </a:pPr>
                      <a:r>
                        <a:rPr lang="fr-FR" sz="900" b="1" u="none" kern="1200" baseline="0" noProof="0">
                          <a:solidFill>
                            <a:schemeClr val="accent4">
                              <a:lumMod val="75000"/>
                            </a:schemeClr>
                          </a:solidFill>
                          <a:effectLst/>
                          <a:latin typeface="+mn-lt"/>
                          <a:ea typeface="Times New Roman" panose="02020603050405020304" pitchFamily="18" charset="0"/>
                          <a:cs typeface="+mn-cs"/>
                        </a:rPr>
                        <a:t>Priorité de traitement : Moyenne</a:t>
                      </a:r>
                    </a:p>
                  </a:txBody>
                  <a:tcPr anchor="ctr">
                    <a:solidFill>
                      <a:schemeClr val="bg1">
                        <a:lumMod val="95000"/>
                      </a:schemeClr>
                    </a:solidFill>
                  </a:tcPr>
                </a:tc>
                <a:extLst>
                  <a:ext uri="{0D108BD9-81ED-4DB2-BD59-A6C34878D82A}">
                    <a16:rowId xmlns:a16="http://schemas.microsoft.com/office/drawing/2014/main" val="3386934975"/>
                  </a:ext>
                </a:extLst>
              </a:tr>
            </a:tbl>
          </a:graphicData>
        </a:graphic>
      </p:graphicFrame>
      <p:grpSp>
        <p:nvGrpSpPr>
          <p:cNvPr id="39" name="Groupe 38">
            <a:extLst>
              <a:ext uri="{FF2B5EF4-FFF2-40B4-BE49-F238E27FC236}">
                <a16:creationId xmlns:a16="http://schemas.microsoft.com/office/drawing/2014/main" id="{A432C86C-F7DD-8E45-14D5-9EF040E826F2}"/>
              </a:ext>
            </a:extLst>
          </p:cNvPr>
          <p:cNvGrpSpPr/>
          <p:nvPr/>
        </p:nvGrpSpPr>
        <p:grpSpPr>
          <a:xfrm>
            <a:off x="7620001" y="1158993"/>
            <a:ext cx="1523999" cy="507874"/>
            <a:chOff x="1105481" y="2796059"/>
            <a:chExt cx="1593064" cy="442679"/>
          </a:xfrm>
        </p:grpSpPr>
        <p:grpSp>
          <p:nvGrpSpPr>
            <p:cNvPr id="40" name="Google Shape;945;p114">
              <a:extLst>
                <a:ext uri="{FF2B5EF4-FFF2-40B4-BE49-F238E27FC236}">
                  <a16:creationId xmlns:a16="http://schemas.microsoft.com/office/drawing/2014/main" id="{1397C9B2-600B-912E-1C09-22E5A2FF8AF1}"/>
                </a:ext>
              </a:extLst>
            </p:cNvPr>
            <p:cNvGrpSpPr/>
            <p:nvPr/>
          </p:nvGrpSpPr>
          <p:grpSpPr>
            <a:xfrm>
              <a:off x="1105481" y="2849940"/>
              <a:ext cx="1593064" cy="216651"/>
              <a:chOff x="671260" y="2273543"/>
              <a:chExt cx="2484000" cy="337814"/>
            </a:xfrm>
          </p:grpSpPr>
          <p:sp>
            <p:nvSpPr>
              <p:cNvPr id="49" name="Google Shape;946;p114">
                <a:extLst>
                  <a:ext uri="{FF2B5EF4-FFF2-40B4-BE49-F238E27FC236}">
                    <a16:creationId xmlns:a16="http://schemas.microsoft.com/office/drawing/2014/main" id="{539835C8-D80E-1279-930F-337B91A07C35}"/>
                  </a:ext>
                </a:extLst>
              </p:cNvPr>
              <p:cNvSpPr/>
              <p:nvPr/>
            </p:nvSpPr>
            <p:spPr>
              <a:xfrm>
                <a:off x="671260" y="2273543"/>
                <a:ext cx="2484000" cy="216024"/>
              </a:xfrm>
              <a:prstGeom prst="roundRect">
                <a:avLst>
                  <a:gd name="adj" fmla="val 50000"/>
                </a:avLst>
              </a:prstGeom>
              <a:solidFill>
                <a:schemeClr val="lt2"/>
              </a:solidFill>
              <a:ln w="12700" cap="flat" cmpd="sng">
                <a:solidFill>
                  <a:schemeClr val="lt2"/>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50" name="Google Shape;947;p114">
                <a:extLst>
                  <a:ext uri="{FF2B5EF4-FFF2-40B4-BE49-F238E27FC236}">
                    <a16:creationId xmlns:a16="http://schemas.microsoft.com/office/drawing/2014/main" id="{BE0387A4-9B5A-CA45-80A4-82ADCEBACAAA}"/>
                  </a:ext>
                </a:extLst>
              </p:cNvPr>
              <p:cNvGrpSpPr/>
              <p:nvPr/>
            </p:nvGrpSpPr>
            <p:grpSpPr>
              <a:xfrm>
                <a:off x="1493828" y="2488296"/>
                <a:ext cx="828918" cy="123061"/>
                <a:chOff x="1493828" y="2467991"/>
                <a:chExt cx="828918" cy="144016"/>
              </a:xfrm>
            </p:grpSpPr>
            <p:cxnSp>
              <p:nvCxnSpPr>
                <p:cNvPr id="51" name="Google Shape;948;p114">
                  <a:extLst>
                    <a:ext uri="{FF2B5EF4-FFF2-40B4-BE49-F238E27FC236}">
                      <a16:creationId xmlns:a16="http://schemas.microsoft.com/office/drawing/2014/main" id="{F13C216F-F972-92A2-F289-11FD848B13D5}"/>
                    </a:ext>
                  </a:extLst>
                </p:cNvPr>
                <p:cNvCxnSpPr/>
                <p:nvPr/>
              </p:nvCxnSpPr>
              <p:spPr>
                <a:xfrm>
                  <a:off x="1493828" y="2467991"/>
                  <a:ext cx="0" cy="144016"/>
                </a:xfrm>
                <a:prstGeom prst="straightConnector1">
                  <a:avLst/>
                </a:prstGeom>
                <a:noFill/>
                <a:ln w="12700" cap="flat" cmpd="sng">
                  <a:solidFill>
                    <a:schemeClr val="lt2"/>
                  </a:solidFill>
                  <a:prstDash val="solid"/>
                  <a:round/>
                  <a:headEnd type="none" w="sm" len="sm"/>
                  <a:tailEnd type="none" w="sm" len="sm"/>
                </a:ln>
              </p:spPr>
            </p:cxnSp>
            <p:cxnSp>
              <p:nvCxnSpPr>
                <p:cNvPr id="52" name="Google Shape;949;p114">
                  <a:extLst>
                    <a:ext uri="{FF2B5EF4-FFF2-40B4-BE49-F238E27FC236}">
                      <a16:creationId xmlns:a16="http://schemas.microsoft.com/office/drawing/2014/main" id="{1E12E0EE-AB8E-8B14-283B-913FE252F586}"/>
                    </a:ext>
                  </a:extLst>
                </p:cNvPr>
                <p:cNvCxnSpPr/>
                <p:nvPr/>
              </p:nvCxnSpPr>
              <p:spPr>
                <a:xfrm>
                  <a:off x="2322746" y="2467991"/>
                  <a:ext cx="0" cy="144016"/>
                </a:xfrm>
                <a:prstGeom prst="straightConnector1">
                  <a:avLst/>
                </a:prstGeom>
                <a:noFill/>
                <a:ln w="12700" cap="flat" cmpd="sng">
                  <a:solidFill>
                    <a:schemeClr val="lt2"/>
                  </a:solidFill>
                  <a:prstDash val="solid"/>
                  <a:round/>
                  <a:headEnd type="none" w="sm" len="sm"/>
                  <a:tailEnd type="none" w="sm" len="sm"/>
                </a:ln>
              </p:spPr>
            </p:cxnSp>
          </p:grpSp>
        </p:grpSp>
        <p:grpSp>
          <p:nvGrpSpPr>
            <p:cNvPr id="41" name="Google Shape;950;p114">
              <a:extLst>
                <a:ext uri="{FF2B5EF4-FFF2-40B4-BE49-F238E27FC236}">
                  <a16:creationId xmlns:a16="http://schemas.microsoft.com/office/drawing/2014/main" id="{D7701012-2391-CF4A-D3DF-E98A88944CC5}"/>
                </a:ext>
              </a:extLst>
            </p:cNvPr>
            <p:cNvGrpSpPr/>
            <p:nvPr/>
          </p:nvGrpSpPr>
          <p:grpSpPr>
            <a:xfrm>
              <a:off x="1630238" y="2796059"/>
              <a:ext cx="531021" cy="230906"/>
              <a:chOff x="8310457" y="3280644"/>
              <a:chExt cx="828000" cy="360040"/>
            </a:xfrm>
          </p:grpSpPr>
          <p:sp>
            <p:nvSpPr>
              <p:cNvPr id="45" name="Google Shape;951;p114">
                <a:extLst>
                  <a:ext uri="{FF2B5EF4-FFF2-40B4-BE49-F238E27FC236}">
                    <a16:creationId xmlns:a16="http://schemas.microsoft.com/office/drawing/2014/main" id="{3DAD44FB-6AA5-16C0-9D81-E8A7FDED91EC}"/>
                  </a:ext>
                </a:extLst>
              </p:cNvPr>
              <p:cNvSpPr/>
              <p:nvPr/>
            </p:nvSpPr>
            <p:spPr>
              <a:xfrm>
                <a:off x="8310457" y="3384977"/>
                <a:ext cx="828000" cy="180000"/>
              </a:xfrm>
              <a:prstGeom prst="roundRect">
                <a:avLst>
                  <a:gd name="adj" fmla="val 50000"/>
                </a:avLst>
              </a:prstGeom>
              <a:solidFill>
                <a:schemeClr val="accent4"/>
              </a:solidFill>
              <a:ln w="12700"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nvGrpSpPr>
              <p:cNvPr id="46" name="Google Shape;952;p114">
                <a:extLst>
                  <a:ext uri="{FF2B5EF4-FFF2-40B4-BE49-F238E27FC236}">
                    <a16:creationId xmlns:a16="http://schemas.microsoft.com/office/drawing/2014/main" id="{327C942E-CC51-2A0A-45BE-9599BFBA2793}"/>
                  </a:ext>
                </a:extLst>
              </p:cNvPr>
              <p:cNvGrpSpPr/>
              <p:nvPr/>
            </p:nvGrpSpPr>
            <p:grpSpPr>
              <a:xfrm>
                <a:off x="8544437" y="3280644"/>
                <a:ext cx="360040" cy="360040"/>
                <a:chOff x="-629964" y="1476375"/>
                <a:chExt cx="360040" cy="360040"/>
              </a:xfrm>
            </p:grpSpPr>
            <p:sp>
              <p:nvSpPr>
                <p:cNvPr id="47" name="Google Shape;953;p114">
                  <a:extLst>
                    <a:ext uri="{FF2B5EF4-FFF2-40B4-BE49-F238E27FC236}">
                      <a16:creationId xmlns:a16="http://schemas.microsoft.com/office/drawing/2014/main" id="{28DE9DCD-B4FA-85E2-5496-32DD9A01E5AE}"/>
                    </a:ext>
                  </a:extLst>
                </p:cNvPr>
                <p:cNvSpPr/>
                <p:nvPr/>
              </p:nvSpPr>
              <p:spPr>
                <a:xfrm rot="8100000">
                  <a:off x="-629964" y="1476375"/>
                  <a:ext cx="360040" cy="360040"/>
                </a:xfrm>
                <a:prstGeom prst="teardrop">
                  <a:avLst>
                    <a:gd name="adj" fmla="val 111841"/>
                  </a:avLst>
                </a:prstGeom>
                <a:solidFill>
                  <a:srgbClr val="FFFFFF"/>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sp>
              <p:nvSpPr>
                <p:cNvPr id="48" name="Google Shape;954;p114">
                  <a:extLst>
                    <a:ext uri="{FF2B5EF4-FFF2-40B4-BE49-F238E27FC236}">
                      <a16:creationId xmlns:a16="http://schemas.microsoft.com/office/drawing/2014/main" id="{63D40E4A-20C2-6BC7-ECF4-2683A085FF88}"/>
                    </a:ext>
                  </a:extLst>
                </p:cNvPr>
                <p:cNvSpPr/>
                <p:nvPr/>
              </p:nvSpPr>
              <p:spPr>
                <a:xfrm>
                  <a:off x="-534794" y="1571545"/>
                  <a:ext cx="169700" cy="169700"/>
                </a:xfrm>
                <a:prstGeom prst="ellipse">
                  <a:avLst/>
                </a:prstGeom>
                <a:solidFill>
                  <a:schemeClr val="lt2"/>
                </a:solidFill>
                <a:ln w="9525" cap="flat" cmpd="sng">
                  <a:solidFill>
                    <a:srgbClr val="F1F1F1"/>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lang="fr-FR" sz="800" b="0" i="0" u="none" strike="noStrike" cap="none" noProof="0">
                    <a:solidFill>
                      <a:schemeClr val="dk2"/>
                    </a:solidFill>
                    <a:latin typeface="Arial"/>
                    <a:ea typeface="Arial"/>
                    <a:cs typeface="Arial"/>
                    <a:sym typeface="Arial"/>
                  </a:endParaRPr>
                </a:p>
              </p:txBody>
            </p:sp>
          </p:grpSp>
        </p:grpSp>
        <p:sp>
          <p:nvSpPr>
            <p:cNvPr id="42" name="Google Shape;955;p114">
              <a:extLst>
                <a:ext uri="{FF2B5EF4-FFF2-40B4-BE49-F238E27FC236}">
                  <a16:creationId xmlns:a16="http://schemas.microsoft.com/office/drawing/2014/main" id="{0099052C-8490-F091-E6C8-C974C82C8962}"/>
                </a:ext>
              </a:extLst>
            </p:cNvPr>
            <p:cNvSpPr txBox="1"/>
            <p:nvPr/>
          </p:nvSpPr>
          <p:spPr>
            <a:xfrm>
              <a:off x="1191015"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Low</a:t>
              </a:r>
              <a:endParaRPr lang="fr-FR" sz="600" b="1" i="0" u="none" strike="noStrike" cap="none" noProof="0">
                <a:solidFill>
                  <a:schemeClr val="dk2"/>
                </a:solidFill>
                <a:latin typeface="Arial"/>
                <a:ea typeface="Arial"/>
                <a:cs typeface="Arial"/>
                <a:sym typeface="Arial"/>
              </a:endParaRPr>
            </a:p>
          </p:txBody>
        </p:sp>
        <p:sp>
          <p:nvSpPr>
            <p:cNvPr id="43" name="Google Shape;956;p114">
              <a:extLst>
                <a:ext uri="{FF2B5EF4-FFF2-40B4-BE49-F238E27FC236}">
                  <a16:creationId xmlns:a16="http://schemas.microsoft.com/office/drawing/2014/main" id="{2CDDB662-679B-C32C-B9DF-C06D42ABA453}"/>
                </a:ext>
              </a:extLst>
            </p:cNvPr>
            <p:cNvSpPr txBox="1"/>
            <p:nvPr/>
          </p:nvSpPr>
          <p:spPr>
            <a:xfrm>
              <a:off x="1699317"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Medium</a:t>
              </a:r>
              <a:endParaRPr lang="fr-FR" sz="600" b="1" i="0" u="none" strike="noStrike" cap="none" noProof="0">
                <a:solidFill>
                  <a:schemeClr val="dk2"/>
                </a:solidFill>
                <a:latin typeface="Arial"/>
                <a:ea typeface="Arial"/>
                <a:cs typeface="Arial"/>
                <a:sym typeface="Arial"/>
              </a:endParaRPr>
            </a:p>
          </p:txBody>
        </p:sp>
        <p:sp>
          <p:nvSpPr>
            <p:cNvPr id="44" name="Google Shape;957;p114">
              <a:extLst>
                <a:ext uri="{FF2B5EF4-FFF2-40B4-BE49-F238E27FC236}">
                  <a16:creationId xmlns:a16="http://schemas.microsoft.com/office/drawing/2014/main" id="{4E89A4CF-65B8-1493-8B85-111F2A598B15}"/>
                </a:ext>
              </a:extLst>
            </p:cNvPr>
            <p:cNvSpPr txBox="1"/>
            <p:nvPr/>
          </p:nvSpPr>
          <p:spPr>
            <a:xfrm>
              <a:off x="2234586" y="3081904"/>
              <a:ext cx="379764" cy="15683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fr-FR" sz="600" b="0" i="0" u="none" strike="noStrike" cap="none" noProof="0">
                  <a:solidFill>
                    <a:schemeClr val="dk2"/>
                  </a:solidFill>
                  <a:latin typeface="Arial"/>
                  <a:ea typeface="Arial"/>
                  <a:cs typeface="Arial"/>
                  <a:sym typeface="Arial"/>
                </a:rPr>
                <a:t>High</a:t>
              </a:r>
              <a:endParaRPr lang="fr-FR" sz="600" b="1" i="0" u="none" strike="noStrike" cap="none" noProof="0">
                <a:solidFill>
                  <a:schemeClr val="dk2"/>
                </a:solidFill>
                <a:latin typeface="Arial"/>
                <a:ea typeface="Arial"/>
                <a:cs typeface="Arial"/>
                <a:sym typeface="Arial"/>
              </a:endParaRPr>
            </a:p>
          </p:txBody>
        </p:sp>
      </p:grpSp>
      <p:sp>
        <p:nvSpPr>
          <p:cNvPr id="53" name="Footer Placeholder 1">
            <a:extLst>
              <a:ext uri="{FF2B5EF4-FFF2-40B4-BE49-F238E27FC236}">
                <a16:creationId xmlns:a16="http://schemas.microsoft.com/office/drawing/2014/main" id="{89B9D8E1-A056-2B6F-6F3D-989A38562F09}"/>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2" name="Google Shape;861;p107">
            <a:extLst>
              <a:ext uri="{FF2B5EF4-FFF2-40B4-BE49-F238E27FC236}">
                <a16:creationId xmlns:a16="http://schemas.microsoft.com/office/drawing/2014/main" id="{873E8C82-E282-C186-7BB8-9F5CF24908C2}"/>
              </a:ext>
            </a:extLst>
          </p:cNvPr>
          <p:cNvSpPr txBox="1"/>
          <p:nvPr/>
        </p:nvSpPr>
        <p:spPr>
          <a:xfrm>
            <a:off x="444399" y="11337"/>
            <a:ext cx="8719922" cy="2691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fr-FR" sz="2600" i="0" u="none" strike="noStrike" cap="none" noProof="0">
                <a:solidFill>
                  <a:srgbClr val="000000"/>
                </a:solidFill>
                <a:latin typeface="Georgia"/>
                <a:ea typeface="Georgia"/>
                <a:cs typeface="Georgia"/>
                <a:sym typeface="Georgia"/>
              </a:rPr>
              <a:t>Les points relev?s en Janvier 2026 - Mars 2026</a:t>
            </a:r>
          </a:p>
        </p:txBody>
      </p:sp>
    </p:spTree>
    <p:extLst>
      <p:ext uri="{BB962C8B-B14F-4D97-AF65-F5344CB8AC3E}">
        <p14:creationId xmlns:p14="http://schemas.microsoft.com/office/powerpoint/2010/main" val="1851365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E8D4"/>
        </a:solidFill>
        <a:effectLst/>
      </p:bgPr>
    </p:bg>
    <p:spTree>
      <p:nvGrpSpPr>
        <p:cNvPr id="1" name="">
          <a:extLst>
            <a:ext uri="{FF2B5EF4-FFF2-40B4-BE49-F238E27FC236}">
              <a16:creationId xmlns:a16="http://schemas.microsoft.com/office/drawing/2014/main" id="{8B54722A-34EF-265A-0850-17ABB378F827}"/>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F86AB607-7698-B74A-B727-54B38D7E3705}"/>
              </a:ext>
            </a:extLst>
          </p:cNvPr>
          <p:cNvSpPr>
            <a:spLocks noGrp="1"/>
          </p:cNvSpPr>
          <p:nvPr>
            <p:ph type="title"/>
          </p:nvPr>
        </p:nvSpPr>
        <p:spPr>
          <a:xfrm>
            <a:off x="510601" y="2334985"/>
            <a:ext cx="4234381" cy="1012954"/>
          </a:xfrm>
        </p:spPr>
        <p:txBody>
          <a:bodyPr/>
          <a:lstStyle/>
          <a:p>
            <a:br>
              <a:rPr lang="fr-FR" noProof="0"/>
            </a:br>
            <a:br>
              <a:rPr lang="fr-FR" noProof="0"/>
            </a:br>
            <a:r>
              <a:rPr lang="fr-FR" noProof="0"/>
              <a:t>Fin du rapport</a:t>
            </a:r>
            <a:br>
              <a:rPr lang="fr-FR" noProof="0"/>
            </a:br>
            <a:endParaRPr lang="fr-FR" noProof="0"/>
          </a:p>
        </p:txBody>
      </p:sp>
      <p:sp>
        <p:nvSpPr>
          <p:cNvPr id="2" name="Footer Placeholder 1">
            <a:extLst>
              <a:ext uri="{FF2B5EF4-FFF2-40B4-BE49-F238E27FC236}">
                <a16:creationId xmlns:a16="http://schemas.microsoft.com/office/drawing/2014/main" id="{9D0383CF-BEDC-8E17-AC8F-23DB13F7E767}"/>
              </a:ext>
            </a:extLst>
          </p:cNvPr>
          <p:cNvSpPr>
            <a:spLocks noGrp="1"/>
          </p:cNvSpPr>
          <p:nvPr>
            <p:ph type="ftr" sz="quarter" idx="3"/>
          </p:nvPr>
        </p:nvSpPr>
        <p:spPr>
          <a:xfrm>
            <a:off x="800100" y="4873081"/>
            <a:ext cx="6611112" cy="121187"/>
          </a:xfrm>
        </p:spPr>
        <p:txBody>
          <a:bodyPr/>
          <a:lstStyle/>
          <a:p>
            <a:r>
              <a:rPr lang="fr-FR"/>
              <a:t>PwC | Direction des systemes d'information - Groupe Example Janvier 2026 - Mars 2026</a:t>
            </a:r>
            <a:endParaRPr lang="fr-FR" noProof="0" dirty="0"/>
          </a:p>
        </p:txBody>
      </p:sp>
      <p:sp>
        <p:nvSpPr>
          <p:cNvPr id="3" name="Slide Number Placeholder 2">
            <a:extLst>
              <a:ext uri="{FF2B5EF4-FFF2-40B4-BE49-F238E27FC236}">
                <a16:creationId xmlns:a16="http://schemas.microsoft.com/office/drawing/2014/main" id="{06B9B953-7EDA-25A4-BCFA-BB7CF04E7F48}"/>
              </a:ext>
            </a:extLst>
          </p:cNvPr>
          <p:cNvSpPr>
            <a:spLocks noGrp="1"/>
          </p:cNvSpPr>
          <p:nvPr>
            <p:ph type="sldNum" sz="quarter" idx="4"/>
          </p:nvPr>
        </p:nvSpPr>
        <p:spPr>
          <a:xfrm>
            <a:off x="8627864" y="4876039"/>
            <a:ext cx="223657" cy="121187"/>
          </a:xfrm>
        </p:spPr>
        <p:txBody>
          <a:bodyPr/>
          <a:lstStyle/>
          <a:p>
            <a:fld id="{3E6AC032-1535-134B-A583-D5E1DDD0D167}" type="slidenum">
              <a:rPr lang="fr-FR" noProof="0" smtClean="0"/>
              <a:pPr/>
              <a:t>24</a:t>
            </a:fld>
            <a:endParaRPr lang="fr-FR" noProof="0"/>
          </a:p>
        </p:txBody>
      </p:sp>
      <p:sp>
        <p:nvSpPr>
          <p:cNvPr id="10" name="Text Placeholder 12">
            <a:extLst>
              <a:ext uri="{FF2B5EF4-FFF2-40B4-BE49-F238E27FC236}">
                <a16:creationId xmlns:a16="http://schemas.microsoft.com/office/drawing/2014/main" id="{CF95C683-2E06-B3C7-2BFC-47CAC9784AAD}"/>
              </a:ext>
            </a:extLst>
          </p:cNvPr>
          <p:cNvSpPr>
            <a:spLocks noGrp="1"/>
          </p:cNvSpPr>
          <p:nvPr>
            <p:ph type="body" idx="1"/>
          </p:nvPr>
        </p:nvSpPr>
        <p:spPr>
          <a:xfrm>
            <a:off x="6145368" y="432054"/>
            <a:ext cx="2596571" cy="3231654"/>
          </a:xfrm>
        </p:spPr>
        <p:txBody>
          <a:bodyPr/>
          <a:lstStyle/>
          <a:p>
            <a:r>
              <a:rPr lang="fr-FR" noProof="0"/>
              <a:t>4</a:t>
            </a:r>
          </a:p>
        </p:txBody>
      </p:sp>
    </p:spTree>
    <p:extLst>
      <p:ext uri="{BB962C8B-B14F-4D97-AF65-F5344CB8AC3E}">
        <p14:creationId xmlns:p14="http://schemas.microsoft.com/office/powerpoint/2010/main" val="1888606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86,1,Mai 2025"/>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MARTSHAPETYPE" val="Table"/>
  <p:tag name="TABLEID" val="c044b689-16b8-4915-8d96-d8112e67f337"/>
</p:tagLst>
</file>

<file path=ppt/tags/tag4.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5.xml><?xml version="1.0" encoding="utf-8"?>
<p:tagLst xmlns:a="http://schemas.openxmlformats.org/drawingml/2006/main" xmlns:r="http://schemas.openxmlformats.org/officeDocument/2006/relationships" xmlns:p="http://schemas.openxmlformats.org/presentationml/2006/main">
  <p:tag name="SMARTSHAPETYPE" val="Table"/>
  <p:tag name="TABLEID" val="a212afdb-cd7a-4666-80db-66fa7ccbc358"/>
</p:tagLst>
</file>

<file path=ppt/tags/tag6.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7.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8.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9.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0.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1.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2.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3.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ags/tag14.xml><?xml version="1.0" encoding="utf-8"?>
<p:tagLst xmlns:a="http://schemas.openxmlformats.org/drawingml/2006/main" xmlns:r="http://schemas.openxmlformats.org/officeDocument/2006/relationships" xmlns:p="http://schemas.openxmlformats.org/presentationml/2006/main">
  <p:tag name="SMARTSHAPETYPE" val="Table"/>
  <p:tag name="TABLEID" val="8154cdb3-d5d3-4e69-9d89-7670060a356a"/>
</p:tagLst>
</file>

<file path=ppt/theme/theme1.xml><?xml version="1.0" encoding="utf-8"?>
<a:theme xmlns:a="http://schemas.openxmlformats.org/drawingml/2006/main" name="1_PwC">
  <a:themeElements>
    <a:clrScheme name="PwC Colors">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93954"/>
      </a:accent5>
      <a:accent6>
        <a:srgbClr val="464646"/>
      </a:accent6>
      <a:hlink>
        <a:srgbClr val="D04A02"/>
      </a:hlink>
      <a:folHlink>
        <a:srgbClr val="D939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wC Smart">
  <a:themeElements>
    <a:clrScheme name="PwC">
      <a:dk1>
        <a:srgbClr val="000000"/>
      </a:dk1>
      <a:lt1>
        <a:srgbClr val="FFFFFF"/>
      </a:lt1>
      <a:dk2>
        <a:srgbClr val="7D7D7D"/>
      </a:dk2>
      <a:lt2>
        <a:srgbClr val="DEDEDE"/>
      </a:lt2>
      <a:accent1>
        <a:srgbClr val="D04A02"/>
      </a:accent1>
      <a:accent2>
        <a:srgbClr val="FFB600"/>
      </a:accent2>
      <a:accent3>
        <a:srgbClr val="E0301E"/>
      </a:accent3>
      <a:accent4>
        <a:srgbClr val="EB8C00"/>
      </a:accent4>
      <a:accent5>
        <a:srgbClr val="DB536A"/>
      </a:accent5>
      <a:accent6>
        <a:srgbClr val="464646"/>
      </a:accent6>
      <a:hlink>
        <a:srgbClr val="D04A02"/>
      </a:hlink>
      <a:folHlink>
        <a:srgbClr val="DB53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5a9f8ba1-a861-4a24-83bd-4005ac11411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B04E68AAEA50438F2687E242B459A6" ma:contentTypeVersion="15" ma:contentTypeDescription="Create a new document." ma:contentTypeScope="" ma:versionID="5452b29c6f12039eed28a02ef56060ff">
  <xsd:schema xmlns:xsd="http://www.w3.org/2001/XMLSchema" xmlns:xs="http://www.w3.org/2001/XMLSchema" xmlns:p="http://schemas.microsoft.com/office/2006/metadata/properties" xmlns:ns3="5a9f8ba1-a861-4a24-83bd-4005ac11411f" xmlns:ns4="3e5771bd-c484-46b7-a193-6245f74fe2a8" targetNamespace="http://schemas.microsoft.com/office/2006/metadata/properties" ma:root="true" ma:fieldsID="9c1a447aa8531d2ae456163da3fbf617" ns3:_="" ns4:_="">
    <xsd:import namespace="5a9f8ba1-a861-4a24-83bd-4005ac11411f"/>
    <xsd:import namespace="3e5771bd-c484-46b7-a193-6245f74fe2a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SystemTags" minOccurs="0"/>
                <xsd:element ref="ns3:MediaServiceSearchProperties" minOccurs="0"/>
                <xsd:element ref="ns4:_dlc_DocId" minOccurs="0"/>
                <xsd:element ref="ns4:_dlc_DocIdUrl" minOccurs="0"/>
                <xsd:element ref="ns4:_dlc_DocIdPersistId"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f8ba1-a861-4a24-83bd-4005ac11411f"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e5771bd-c484-46b7-a193-6245f74fe2a8"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element name="_dlc_DocId" ma:index="22" nillable="true" ma:displayName="Document ID Value" ma:description="The value of the document ID assigned to this item." ma:indexed="true" ma:internalName="_dlc_DocId" ma:readOnly="true">
      <xsd:simpleType>
        <xsd:restriction base="dms:Text"/>
      </xsd:simpleType>
    </xsd:element>
    <xsd:element name="_dlc_DocIdUrl" ma:index="23"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4"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040F275D-4AE7-4059-85D8-E2495FE005D2}">
  <ds:schemaRefs>
    <ds:schemaRef ds:uri="http://schemas.microsoft.com/office/2006/metadata/properties"/>
    <ds:schemaRef ds:uri="http://purl.org/dc/terms/"/>
    <ds:schemaRef ds:uri="http://www.w3.org/XML/1998/namespace"/>
    <ds:schemaRef ds:uri="5a9f8ba1-a861-4a24-83bd-4005ac11411f"/>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3e5771bd-c484-46b7-a193-6245f74fe2a8"/>
  </ds:schemaRefs>
</ds:datastoreItem>
</file>

<file path=customXml/itemProps2.xml><?xml version="1.0" encoding="utf-8"?>
<ds:datastoreItem xmlns:ds="http://schemas.openxmlformats.org/officeDocument/2006/customXml" ds:itemID="{81417216-8001-49C3-AE70-32D9AD8F582C}">
  <ds:schemaRefs>
    <ds:schemaRef ds:uri="http://schemas.microsoft.com/sharepoint/v3/contenttype/forms"/>
  </ds:schemaRefs>
</ds:datastoreItem>
</file>

<file path=customXml/itemProps3.xml><?xml version="1.0" encoding="utf-8"?>
<ds:datastoreItem xmlns:ds="http://schemas.openxmlformats.org/officeDocument/2006/customXml" ds:itemID="{12D252D9-4049-48C1-9F4B-EEE47F2724F9}">
  <ds:schemaRefs>
    <ds:schemaRef ds:uri="3e5771bd-c484-46b7-a193-6245f74fe2a8"/>
    <ds:schemaRef ds:uri="5a9f8ba1-a861-4a24-83bd-4005ac1141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2D58AB86-E648-4BAB-8549-9872F0703769}">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30</TotalTime>
  <Words>2914</Words>
  <Application>Microsoft Office PowerPoint</Application>
  <PresentationFormat>Affichage à l'écran (16:9)</PresentationFormat>
  <Paragraphs>404</Paragraphs>
  <Slides>24</Slides>
  <Notes>1</Notes>
  <HiddenSlides>0</HiddenSlides>
  <MMClips>0</MMClips>
  <ScaleCrop>false</ScaleCrop>
  <HeadingPairs>
    <vt:vector size="8" baseType="variant">
      <vt:variant>
        <vt:lpstr>Polices utilisées</vt:lpstr>
      </vt:variant>
      <vt:variant>
        <vt:i4>8</vt:i4>
      </vt:variant>
      <vt:variant>
        <vt:lpstr>Thème</vt:lpstr>
      </vt:variant>
      <vt:variant>
        <vt:i4>2</vt:i4>
      </vt:variant>
      <vt:variant>
        <vt:lpstr>Serveurs OLE incorporés</vt:lpstr>
      </vt:variant>
      <vt:variant>
        <vt:i4>1</vt:i4>
      </vt:variant>
      <vt:variant>
        <vt:lpstr>Titres des diapositives</vt:lpstr>
      </vt:variant>
      <vt:variant>
        <vt:i4>24</vt:i4>
      </vt:variant>
    </vt:vector>
  </HeadingPairs>
  <TitlesOfParts>
    <vt:vector size="35" baseType="lpstr">
      <vt:lpstr>Wingdings</vt:lpstr>
      <vt:lpstr>Georgia</vt:lpstr>
      <vt:lpstr>Arial (Corps)</vt:lpstr>
      <vt:lpstr>Noto Sans Symbols</vt:lpstr>
      <vt:lpstr>Helvetica Neue</vt:lpstr>
      <vt:lpstr>Arial</vt:lpstr>
      <vt:lpstr>Helvetica Neue Light</vt:lpstr>
      <vt:lpstr>Times New Roman</vt:lpstr>
      <vt:lpstr>1_PwC</vt:lpstr>
      <vt:lpstr>1_PwC Smart</vt:lpstr>
      <vt:lpstr>Diapositive think-cell</vt:lpstr>
      <vt:lpstr>Direction des systemes d'information - Groupe Example  Audit ITGC - Revue des controles generaux informatiques</vt:lpstr>
      <vt:lpstr>  Sommaire </vt:lpstr>
      <vt:lpstr>  Introduction </vt:lpstr>
      <vt:lpstr>Présentation PowerPoint</vt:lpstr>
      <vt:lpstr>Présentation PowerPoint</vt:lpstr>
      <vt:lpstr>Présentation PowerPoint</vt:lpstr>
      <vt:lpstr>Présentation PowerPoint</vt:lpstr>
      <vt:lpstr>Approche des travaux d’audit informatique </vt:lpstr>
      <vt:lpstr>Présentation PowerPoint</vt:lpstr>
      <vt:lpstr>Présentation PowerPoint</vt:lpstr>
      <vt:lpstr>Présentation PowerPoint</vt:lpstr>
      <vt:lpstr>Présentation PowerPoint</vt:lpstr>
      <vt:lpstr>Présentation PowerPoint</vt:lpstr>
      <vt:lpstr>Points relev?s au cours de l?exercice Janvier 2026 - Mars 2026</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Fin du rapport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STIAL  Rapports de revue de contrôles généraux informatiques FY22</dc:title>
  <dc:creator>Emna Behi</dc:creator>
  <cp:lastModifiedBy>Ahlem BOUCHAHOUA</cp:lastModifiedBy>
  <cp:revision>5</cp:revision>
  <dcterms:modified xsi:type="dcterms:W3CDTF">2026-04-07T10:23:25Z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0x0101003CB04E68AAEA50438F2687E242B459A6</vt:lpwstr>
  </property>
</Properties>
</file>