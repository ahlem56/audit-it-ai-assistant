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9" r:id="rId5"/>
    <p:sldMasterId id="2147483750" r:id="rId6"/>
  </p:sldMasterIdLst>
  <p:notesMasterIdLst>
    <p:notesMasterId r:id="rId35"/>
  </p:notesMasterIdLst>
  <p:sldIdLst>
    <p:sldId id="286" r:id="rId7"/>
    <p:sldId id="287" r:id="rId8"/>
    <p:sldId id="2147471543" r:id="rId9"/>
    <p:sldId id="2147471538" r:id="rId10"/>
    <p:sldId id="2147471544" r:id="rId11"/>
    <p:sldId id="2147471542" r:id="rId12"/>
    <p:sldId id="2147471545" r:id="rId13"/>
    <p:sldId id="288" r:id="rId14"/>
    <p:sldId id="2147471546" r:id="rId15"/>
    <p:sldId id="2147471556" r:id="rId16"/>
    <p:sldId id="2147471557" r:id="rId17"/>
    <p:sldId id="2147471548" r:id="rId18"/>
    <p:sldId id="486" r:id="rId19"/>
    <p:sldId id="290" r:id="rId20"/>
    <p:sldId id="2147471564" r:id="rId21"/>
    <p:sldId id="2147471567" r:id="rId22"/>
    <p:sldId id="2147471566" r:id="rId23"/>
    <p:sldId id="2147471563" r:id="rId24"/>
    <p:sldId id="2147471565" r:id="rId25"/>
    <p:sldId id="2147471576" r:id="rId26"/>
    <p:sldId id="2147471574" r:id="rId27"/>
    <p:sldId id="2147471572" r:id="rId28"/>
    <p:sldId id="2147471575" r:id="rId29"/>
    <p:sldId id="2147471562" r:id="rId30"/>
    <p:sldId id="2147471570" r:id="rId31"/>
    <p:sldId id="2147471569" r:id="rId32"/>
    <p:sldId id="2147471568" r:id="rId33"/>
    <p:sldId id="2147471550" r:id="rId34"/>
  </p:sldIdLst>
  <p:sldSz cx="9144000" cy="5143500" type="screen16x9"/>
  <p:notesSz cx="6858000" cy="9144000"/>
  <p:embeddedFontLst>
    <p:embeddedFont>
      <p:font typeface="Georgia" panose="02040502050405020303" pitchFamily="18" charset="0"/>
      <p:regular r:id="rId36"/>
      <p:bold r:id="rId37"/>
      <p:italic r:id="rId38"/>
      <p:boldItalic r:id="rId39"/>
    </p:embeddedFont>
    <p:embeddedFont>
      <p:font typeface="Helvetica Neue" panose="020B0604020202020204" charset="0"/>
      <p:regular r:id="rId40"/>
      <p:bold r:id="rId41"/>
      <p:italic r:id="rId42"/>
      <p:boldItalic r:id="rId43"/>
    </p:embeddedFont>
    <p:embeddedFont>
      <p:font typeface="Helvetica Neue Light" panose="020B0604020202020204" charset="0"/>
      <p:regular r:id="rId44"/>
      <p:bold r:id="rId45"/>
      <p:italic r:id="rId46"/>
      <p:boldItalic r:id="rId47"/>
    </p:embeddedFont>
  </p:embeddedFontLst>
  <p:custDataLst>
    <p:tags r:id="rId4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301E"/>
    <a:srgbClr val="FFB600"/>
    <a:srgbClr val="EB8C00"/>
    <a:srgbClr val="FFD391"/>
    <a:srgbClr val="ED8278"/>
    <a:srgbClr val="FFFFFF"/>
    <a:srgbClr val="FFAA72"/>
    <a:srgbClr val="D04A02"/>
    <a:srgbClr val="FC5108"/>
    <a:srgbClr val="A25F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5150A4-1039-42B2-9A32-7799FDAB53B5}" v="740" dt="2025-06-12T11:14:04.373"/>
    <p1510:client id="{1E8791AF-ED57-47EB-A979-97AEE8CFC83C}" v="297" dt="2025-06-12T11:15:32.034"/>
    <p1510:client id="{7B91BC3D-8B6B-8733-8E5B-8B42AD3E6B62}" v="31" dt="2025-06-12T08:45:21.222"/>
    <p1510:client id="{C0FF9C42-4D58-495C-984B-097AA3AF0E47}" v="747" dt="2025-06-12T10:21:23.441"/>
  </p1510:revLst>
</p1510:revInfo>
</file>

<file path=ppt/tableStyles.xml><?xml version="1.0" encoding="utf-8"?>
<a:tblStyleLst xmlns:a="http://schemas.openxmlformats.org/drawingml/2006/main" def="{73734612-505C-44F7-90CF-F3AAC29208FF}">
  <a:tblStyle styleId="{73734612-505C-44F7-90CF-F3AAC29208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260" y="2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4.fntdata"/><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microsoft.com/office/2015/10/relationships/revisionInfo" Target="revisionInfo.xml"/><Relationship Id="rId5" Type="http://schemas.openxmlformats.org/officeDocument/2006/relationships/slideMaster" Target="slideMasters/slide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font" Target="fonts/font9.fntdata"/><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gs" Target="tags/tag1.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4.xml"/><Relationship Id="rId41"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1.fntdata"/><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a:p>
        </p:txBody>
      </p:sp>
    </p:spTree>
    <p:extLst>
      <p:ext uri="{BB962C8B-B14F-4D97-AF65-F5344CB8AC3E}">
        <p14:creationId xmlns:p14="http://schemas.microsoft.com/office/powerpoint/2010/main" val="302554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3D4D0-F0DA-20F3-014F-6199309657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7E9236-8648-1321-964F-A55FDDAE5425}"/>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794F168D-0607-0DB7-ED9D-AE3B231F234E}"/>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804268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a:p>
        </p:txBody>
      </p:sp>
    </p:spTree>
    <p:extLst>
      <p:ext uri="{BB962C8B-B14F-4D97-AF65-F5344CB8AC3E}">
        <p14:creationId xmlns:p14="http://schemas.microsoft.com/office/powerpoint/2010/main" val="1499907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All Grey">
  <p:cSld name="Title Slide All Grey">
    <p:bg>
      <p:bgPr>
        <a:solidFill>
          <a:srgbClr val="464646"/>
        </a:solidFill>
        <a:effectLst/>
      </p:bgPr>
    </p:bg>
    <p:spTree>
      <p:nvGrpSpPr>
        <p:cNvPr id="1" name="Shape 85"/>
        <p:cNvGrpSpPr/>
        <p:nvPr/>
      </p:nvGrpSpPr>
      <p:grpSpPr>
        <a:xfrm>
          <a:off x="0" y="0"/>
          <a:ext cx="0" cy="0"/>
          <a:chOff x="0" y="0"/>
          <a:chExt cx="0" cy="0"/>
        </a:xfrm>
      </p:grpSpPr>
      <p:sp>
        <p:nvSpPr>
          <p:cNvPr id="86" name="Google Shape;86;p17"/>
          <p:cNvSpPr txBox="1">
            <a:spLocks noGrp="1"/>
          </p:cNvSpPr>
          <p:nvPr>
            <p:ph type="ctrTitle"/>
          </p:nvPr>
        </p:nvSpPr>
        <p:spPr>
          <a:xfrm>
            <a:off x="332184" y="2008800"/>
            <a:ext cx="5563875" cy="1988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400"/>
              <a:buFont typeface="Georgia"/>
              <a:buNone/>
              <a:defRPr sz="45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87" name="Google Shape;87;p17"/>
          <p:cNvSpPr txBox="1">
            <a:spLocks noGrp="1"/>
          </p:cNvSpPr>
          <p:nvPr>
            <p:ph type="subTitle" idx="1"/>
          </p:nvPr>
        </p:nvSpPr>
        <p:spPr>
          <a:xfrm>
            <a:off x="332185" y="4499111"/>
            <a:ext cx="410531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pic>
        <p:nvPicPr>
          <p:cNvPr id="88" name="Google Shape;88;p17"/>
          <p:cNvPicPr preferRelativeResize="0"/>
          <p:nvPr/>
        </p:nvPicPr>
        <p:blipFill rotWithShape="1">
          <a:blip r:embed="rId2">
            <a:alphaModFix/>
          </a:blip>
          <a:srcRect/>
          <a:stretch/>
        </p:blipFill>
        <p:spPr>
          <a:xfrm>
            <a:off x="196005" y="226801"/>
            <a:ext cx="1227582" cy="1013388"/>
          </a:xfrm>
          <a:prstGeom prst="rect">
            <a:avLst/>
          </a:prstGeom>
          <a:noFill/>
          <a:ln>
            <a:noFill/>
          </a:ln>
        </p:spPr>
      </p:pic>
      <p:sp>
        <p:nvSpPr>
          <p:cNvPr id="89" name="Google Shape;89;p1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Logo Shape Orange">
  <p:cSld name="Title Slide Logo Shape Orange">
    <p:spTree>
      <p:nvGrpSpPr>
        <p:cNvPr id="1" name="Shape 90"/>
        <p:cNvGrpSpPr/>
        <p:nvPr/>
      </p:nvGrpSpPr>
      <p:grpSpPr>
        <a:xfrm>
          <a:off x="0" y="0"/>
          <a:ext cx="0" cy="0"/>
          <a:chOff x="0" y="0"/>
          <a:chExt cx="0" cy="0"/>
        </a:xfrm>
      </p:grpSpPr>
      <p:grpSp>
        <p:nvGrpSpPr>
          <p:cNvPr id="91" name="Google Shape;91;p18"/>
          <p:cNvGrpSpPr/>
          <p:nvPr/>
        </p:nvGrpSpPr>
        <p:grpSpPr>
          <a:xfrm>
            <a:off x="0" y="0"/>
            <a:ext cx="6685577" cy="5143501"/>
            <a:chOff x="0" y="0"/>
            <a:chExt cx="8914102" cy="6858001"/>
          </a:xfrm>
        </p:grpSpPr>
        <p:sp>
          <p:nvSpPr>
            <p:cNvPr id="92" name="Google Shape;92;p18"/>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04A02"/>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3" name="Google Shape;93;p18"/>
            <p:cNvPicPr preferRelativeResize="0"/>
            <p:nvPr/>
          </p:nvPicPr>
          <p:blipFill rotWithShape="1">
            <a:blip r:embed="rId2">
              <a:alphaModFix/>
            </a:blip>
            <a:srcRect/>
            <a:stretch/>
          </p:blipFill>
          <p:spPr>
            <a:xfrm>
              <a:off x="261339" y="301752"/>
              <a:ext cx="1636775" cy="1351183"/>
            </a:xfrm>
            <a:prstGeom prst="rect">
              <a:avLst/>
            </a:prstGeom>
            <a:noFill/>
            <a:ln>
              <a:noFill/>
            </a:ln>
          </p:spPr>
        </p:pic>
      </p:grpSp>
      <p:sp>
        <p:nvSpPr>
          <p:cNvPr id="94" name="Google Shape;94;p18"/>
          <p:cNvSpPr txBox="1">
            <a:spLocks noGrp="1"/>
          </p:cNvSpPr>
          <p:nvPr>
            <p:ph type="ctrTitle"/>
          </p:nvPr>
        </p:nvSpPr>
        <p:spPr>
          <a:xfrm>
            <a:off x="332185" y="2010007"/>
            <a:ext cx="3944063" cy="1819125"/>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95" name="Google Shape;95;p18"/>
          <p:cNvSpPr txBox="1">
            <a:spLocks noGrp="1"/>
          </p:cNvSpPr>
          <p:nvPr>
            <p:ph type="subTitle" idx="1"/>
          </p:nvPr>
        </p:nvSpPr>
        <p:spPr>
          <a:xfrm>
            <a:off x="332185" y="40690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96" name="Google Shape;96;p18"/>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Logo Shape Grey">
  <p:cSld name="Title Slide Logo Shape Grey 2">
    <p:spTree>
      <p:nvGrpSpPr>
        <p:cNvPr id="1" name="Shape 97"/>
        <p:cNvGrpSpPr/>
        <p:nvPr/>
      </p:nvGrpSpPr>
      <p:grpSpPr>
        <a:xfrm>
          <a:off x="0" y="0"/>
          <a:ext cx="0" cy="0"/>
          <a:chOff x="0" y="0"/>
          <a:chExt cx="0" cy="0"/>
        </a:xfrm>
      </p:grpSpPr>
      <p:pic>
        <p:nvPicPr>
          <p:cNvPr id="98" name="Google Shape;98;p19"/>
          <p:cNvPicPr preferRelativeResize="0"/>
          <p:nvPr/>
        </p:nvPicPr>
        <p:blipFill rotWithShape="1">
          <a:blip r:embed="rId2">
            <a:alphaModFix/>
          </a:blip>
          <a:srcRect l="26634" t="118" r="-1127" b="-1"/>
          <a:stretch/>
        </p:blipFill>
        <p:spPr>
          <a:xfrm flipH="1">
            <a:off x="3393356" y="1"/>
            <a:ext cx="5750643" cy="5143500"/>
          </a:xfrm>
          <a:prstGeom prst="rect">
            <a:avLst/>
          </a:prstGeom>
          <a:noFill/>
          <a:ln>
            <a:noFill/>
          </a:ln>
        </p:spPr>
      </p:pic>
      <p:sp>
        <p:nvSpPr>
          <p:cNvPr id="99" name="Google Shape;99;p19"/>
          <p:cNvSpPr/>
          <p:nvPr/>
        </p:nvSpPr>
        <p:spPr>
          <a:xfrm>
            <a:off x="1" y="0"/>
            <a:ext cx="6225368" cy="5143501"/>
          </a:xfrm>
          <a:custGeom>
            <a:avLst/>
            <a:gdLst/>
            <a:ahLst/>
            <a:cxnLst/>
            <a:rect l="l" t="t" r="r" b="b"/>
            <a:pathLst>
              <a:path w="8300491" h="6858001" extrusionOk="0">
                <a:moveTo>
                  <a:pt x="647153" y="0"/>
                </a:moveTo>
                <a:lnTo>
                  <a:pt x="4555578" y="0"/>
                </a:lnTo>
                <a:lnTo>
                  <a:pt x="4555578" y="765175"/>
                </a:lnTo>
                <a:lnTo>
                  <a:pt x="5323929" y="765175"/>
                </a:lnTo>
                <a:lnTo>
                  <a:pt x="5323929" y="1957388"/>
                </a:lnTo>
                <a:lnTo>
                  <a:pt x="7306716" y="1957388"/>
                </a:lnTo>
                <a:lnTo>
                  <a:pt x="7306716" y="4899025"/>
                </a:lnTo>
                <a:lnTo>
                  <a:pt x="8300491" y="4899025"/>
                </a:lnTo>
                <a:lnTo>
                  <a:pt x="8300491" y="6858000"/>
                </a:lnTo>
                <a:lnTo>
                  <a:pt x="7306716" y="6858000"/>
                </a:lnTo>
                <a:lnTo>
                  <a:pt x="5323929" y="6858000"/>
                </a:lnTo>
                <a:lnTo>
                  <a:pt x="4555578" y="6858000"/>
                </a:lnTo>
                <a:lnTo>
                  <a:pt x="3091904" y="6858000"/>
                </a:lnTo>
                <a:lnTo>
                  <a:pt x="647153" y="6858000"/>
                </a:lnTo>
                <a:lnTo>
                  <a:pt x="647153" y="6858001"/>
                </a:lnTo>
                <a:lnTo>
                  <a:pt x="0" y="6858001"/>
                </a:lnTo>
                <a:lnTo>
                  <a:pt x="0" y="1"/>
                </a:lnTo>
                <a:lnTo>
                  <a:pt x="647153" y="1"/>
                </a:lnTo>
                <a:close/>
              </a:path>
            </a:pathLst>
          </a:custGeom>
          <a:solidFill>
            <a:schemeClr val="l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 name="Google Shape;100;p19"/>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01" name="Google Shape;101;p19"/>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02" name="Google Shape;102;p19"/>
          <p:cNvSpPr/>
          <p:nvPr/>
        </p:nvSpPr>
        <p:spPr>
          <a:xfrm>
            <a:off x="3414712" y="566737"/>
            <a:ext cx="581026" cy="904875"/>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3" name="Google Shape;103;p19"/>
          <p:cNvSpPr/>
          <p:nvPr/>
        </p:nvSpPr>
        <p:spPr>
          <a:xfrm>
            <a:off x="4805363" y="1466850"/>
            <a:ext cx="676275" cy="676275"/>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4" name="Google Shape;104;p19"/>
          <p:cNvSpPr/>
          <p:nvPr/>
        </p:nvSpPr>
        <p:spPr>
          <a:xfrm>
            <a:off x="5924550" y="3671888"/>
            <a:ext cx="300819" cy="685800"/>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105" name="Google Shape;105;p19" descr="Chart, histogram&#10;&#10;Description automatically generated"/>
          <p:cNvPicPr preferRelativeResize="0"/>
          <p:nvPr/>
        </p:nvPicPr>
        <p:blipFill rotWithShape="1">
          <a:blip r:embed="rId3">
            <a:alphaModFix/>
          </a:blip>
          <a:srcRect/>
          <a:stretch/>
        </p:blipFill>
        <p:spPr>
          <a:xfrm>
            <a:off x="232309" y="114300"/>
            <a:ext cx="1448361" cy="122503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Logo Shape White 1">
  <p:cSld name="Title Slide Logo Shape White 1">
    <p:spTree>
      <p:nvGrpSpPr>
        <p:cNvPr id="1" name="Shape 106"/>
        <p:cNvGrpSpPr/>
        <p:nvPr/>
      </p:nvGrpSpPr>
      <p:grpSpPr>
        <a:xfrm>
          <a:off x="0" y="0"/>
          <a:ext cx="0" cy="0"/>
          <a:chOff x="0" y="0"/>
          <a:chExt cx="0" cy="0"/>
        </a:xfrm>
      </p:grpSpPr>
      <p:sp>
        <p:nvSpPr>
          <p:cNvPr id="107" name="Google Shape;107;p20"/>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 name="Google Shape;108;p20"/>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4500"/>
              <a:buFont typeface="Georgia"/>
              <a:buNone/>
              <a:defRPr sz="38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109" name="Google Shape;109;p20"/>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1pPr>
            <a:lvl2pPr marR="0" lvl="1"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2pPr>
            <a:lvl3pPr marR="0" lvl="2"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3pPr>
            <a:lvl4pPr marR="0" lvl="3"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4pPr>
            <a:lvl5pPr marR="0" lvl="4"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5pPr>
            <a:lvl6pPr marR="0" lvl="5"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6pPr>
            <a:lvl7pPr marR="0" lvl="6"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7pPr>
            <a:lvl8pPr marR="0" lvl="7"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8pPr>
            <a:lvl9pPr marR="0" lvl="8"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9pPr>
          </a:lstStyle>
          <a:p>
            <a:endParaRPr/>
          </a:p>
        </p:txBody>
      </p:sp>
      <p:sp>
        <p:nvSpPr>
          <p:cNvPr id="110" name="Google Shape;110;p2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3" name="Google Shape;113;p21"/>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4" name="Google Shape;114;p2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Grey">
  <p:cSld name="Section Header Grey">
    <p:bg>
      <p:bgPr>
        <a:solidFill>
          <a:srgbClr val="464646"/>
        </a:solidFill>
        <a:effectLst/>
      </p:bgPr>
    </p:bg>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7" name="Google Shape;117;p22"/>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8" name="Google Shape;118;p22"/>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Grey 1">
  <p:cSld name="Section Header Grey 1">
    <p:bg>
      <p:bgPr>
        <a:solidFill>
          <a:schemeClr val="accent1"/>
        </a:solidFill>
        <a:effectLst/>
      </p:bgPr>
    </p:bg>
    <p:spTree>
      <p:nvGrpSpPr>
        <p:cNvPr id="1" name="Shape 119"/>
        <p:cNvGrpSpPr/>
        <p:nvPr/>
      </p:nvGrpSpPr>
      <p:grpSpPr>
        <a:xfrm>
          <a:off x="0" y="0"/>
          <a:ext cx="0" cy="0"/>
          <a:chOff x="0" y="0"/>
          <a:chExt cx="0" cy="0"/>
        </a:xfrm>
      </p:grpSpPr>
      <p:sp>
        <p:nvSpPr>
          <p:cNvPr id="120" name="Google Shape;120;p23"/>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6"/>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 name="Google Shape;121;p23"/>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2" name="Google Shape;122;p2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Orange 1">
  <p:cSld name="Section Header Orange 1">
    <p:bg>
      <p:bgPr>
        <a:solidFill>
          <a:schemeClr val="lt2"/>
        </a:solidFill>
        <a:effectLst/>
      </p:bgPr>
    </p:bg>
    <p:spTree>
      <p:nvGrpSpPr>
        <p:cNvPr id="1" name="Shape 123"/>
        <p:cNvGrpSpPr/>
        <p:nvPr/>
      </p:nvGrpSpPr>
      <p:grpSpPr>
        <a:xfrm>
          <a:off x="0" y="0"/>
          <a:ext cx="0" cy="0"/>
          <a:chOff x="0" y="0"/>
          <a:chExt cx="0" cy="0"/>
        </a:xfrm>
      </p:grpSpPr>
      <p:sp>
        <p:nvSpPr>
          <p:cNvPr id="124" name="Google Shape;124;p24"/>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 name="Google Shape;125;p24"/>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6" name="Google Shape;126;p24"/>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Quote 1 Image Full">
  <p:cSld name="Quote 1 Image Full">
    <p:bg>
      <p:bgPr>
        <a:solidFill>
          <a:srgbClr val="DEDEDE"/>
        </a:solidFill>
        <a:effectLst/>
      </p:bgPr>
    </p:bg>
    <p:spTree>
      <p:nvGrpSpPr>
        <p:cNvPr id="1" name="Shape 127"/>
        <p:cNvGrpSpPr/>
        <p:nvPr/>
      </p:nvGrpSpPr>
      <p:grpSpPr>
        <a:xfrm>
          <a:off x="0" y="0"/>
          <a:ext cx="0" cy="0"/>
          <a:chOff x="0" y="0"/>
          <a:chExt cx="0" cy="0"/>
        </a:xfrm>
      </p:grpSpPr>
      <p:sp>
        <p:nvSpPr>
          <p:cNvPr id="128" name="Google Shape;128;p25"/>
          <p:cNvSpPr txBox="1">
            <a:spLocks noGrp="1"/>
          </p:cNvSpPr>
          <p:nvPr>
            <p:ph type="body" idx="1"/>
          </p:nvPr>
        </p:nvSpPr>
        <p:spPr>
          <a:xfrm>
            <a:off x="0" y="857250"/>
            <a:ext cx="3429000" cy="3429000"/>
          </a:xfrm>
          <a:prstGeom prst="rect">
            <a:avLst/>
          </a:prstGeom>
          <a:solidFill>
            <a:schemeClr val="accent1"/>
          </a:solidFill>
          <a:ln>
            <a:noFill/>
          </a:ln>
        </p:spPr>
        <p:txBody>
          <a:bodyPr spcFirstLastPara="1" wrap="square" lIns="395000" tIns="1296000" rIns="226800" bIns="162000" anchor="t" anchorCtr="0">
            <a:noAutofit/>
          </a:bodyPr>
          <a:lstStyle>
            <a:lvl1pPr marL="457200" marR="0" lvl="0" indent="-228600" algn="l">
              <a:lnSpc>
                <a:spcPct val="90000"/>
              </a:lnSpc>
              <a:spcBef>
                <a:spcPts val="0"/>
              </a:spcBef>
              <a:spcAft>
                <a:spcPts val="0"/>
              </a:spcAft>
              <a:buClr>
                <a:schemeClr val="lt1"/>
              </a:buClr>
              <a:buSzPts val="2300"/>
              <a:buFont typeface="Arial"/>
              <a:buNone/>
              <a:defRPr sz="1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29" name="Google Shape;129;p25"/>
          <p:cNvSpPr/>
          <p:nvPr/>
        </p:nvSpPr>
        <p:spPr>
          <a:xfrm>
            <a:off x="332186" y="1217777"/>
            <a:ext cx="653652" cy="509587"/>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 name="Google Shape;130;p2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Quote 1 Image Orange">
  <p:cSld name="Quote 1 Image Orange">
    <p:bg>
      <p:bgPr>
        <a:solidFill>
          <a:srgbClr val="D04A02"/>
        </a:solidFill>
        <a:effectLst/>
      </p:bgPr>
    </p:bg>
    <p:spTree>
      <p:nvGrpSpPr>
        <p:cNvPr id="1" name="Shape 131"/>
        <p:cNvGrpSpPr/>
        <p:nvPr/>
      </p:nvGrpSpPr>
      <p:grpSpPr>
        <a:xfrm>
          <a:off x="0" y="0"/>
          <a:ext cx="0" cy="0"/>
          <a:chOff x="0" y="0"/>
          <a:chExt cx="0" cy="0"/>
        </a:xfrm>
      </p:grpSpPr>
      <p:sp>
        <p:nvSpPr>
          <p:cNvPr id="132" name="Google Shape;132;p2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3" name="Google Shape;133;p26"/>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34" name="Google Shape;134;p26"/>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 name="Google Shape;135;p2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36" name="Google Shape;136;p26"/>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137"/>
        <p:cNvGrpSpPr/>
        <p:nvPr/>
      </p:nvGrpSpPr>
      <p:grpSpPr>
        <a:xfrm>
          <a:off x="0" y="0"/>
          <a:ext cx="0" cy="0"/>
          <a:chOff x="0" y="0"/>
          <a:chExt cx="0" cy="0"/>
        </a:xfrm>
      </p:grpSpPr>
      <p:sp>
        <p:nvSpPr>
          <p:cNvPr id="138" name="Google Shape;138;p27"/>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9" name="Google Shape;139;p27"/>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dk1"/>
              </a:buClr>
              <a:buSzPts val="3500"/>
              <a:buFont typeface="Arial"/>
              <a:buNone/>
              <a:defRPr sz="29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300"/>
              </a:spcBef>
              <a:spcAft>
                <a:spcPts val="0"/>
              </a:spcAft>
              <a:buClr>
                <a:schemeClr val="dk1"/>
              </a:buClr>
              <a:buSzPts val="1400"/>
              <a:buFont typeface="Arial"/>
              <a:buNone/>
              <a:defRPr sz="1200" b="1"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140" name="Google Shape;140;p27"/>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 name="Google Shape;141;p2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2 Orange">
  <p:cSld name="Quote 2 Orange">
    <p:bg>
      <p:bgPr>
        <a:solidFill>
          <a:srgbClr val="D04A02"/>
        </a:solidFill>
        <a:effectLst/>
      </p:bgPr>
    </p:bg>
    <p:spTree>
      <p:nvGrpSpPr>
        <p:cNvPr id="1" name="Shape 142"/>
        <p:cNvGrpSpPr/>
        <p:nvPr/>
      </p:nvGrpSpPr>
      <p:grpSpPr>
        <a:xfrm>
          <a:off x="0" y="0"/>
          <a:ext cx="0" cy="0"/>
          <a:chOff x="0" y="0"/>
          <a:chExt cx="0" cy="0"/>
        </a:xfrm>
      </p:grpSpPr>
      <p:sp>
        <p:nvSpPr>
          <p:cNvPr id="143" name="Google Shape;143;p28"/>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4" name="Google Shape;144;p28"/>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 name="Google Shape;145;p2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46" name="Google Shape;146;p28"/>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2 Grey">
  <p:cSld name="Quote 2 Grey">
    <p:bg>
      <p:bgPr>
        <a:solidFill>
          <a:srgbClr val="464646"/>
        </a:solidFill>
        <a:effectLst/>
      </p:bgPr>
    </p:bg>
    <p:spTree>
      <p:nvGrpSpPr>
        <p:cNvPr id="1" name="Shape 147"/>
        <p:cNvGrpSpPr/>
        <p:nvPr/>
      </p:nvGrpSpPr>
      <p:grpSpPr>
        <a:xfrm>
          <a:off x="0" y="0"/>
          <a:ext cx="0" cy="0"/>
          <a:chOff x="0" y="0"/>
          <a:chExt cx="0" cy="0"/>
        </a:xfrm>
      </p:grpSpPr>
      <p:sp>
        <p:nvSpPr>
          <p:cNvPr id="148" name="Google Shape;148;p29"/>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9" name="Google Shape;149;p29"/>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 name="Google Shape;150;p2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1" name="Google Shape;151;p29"/>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152"/>
        <p:cNvGrpSpPr/>
        <p:nvPr/>
      </p:nvGrpSpPr>
      <p:grpSpPr>
        <a:xfrm>
          <a:off x="0" y="0"/>
          <a:ext cx="0" cy="0"/>
          <a:chOff x="0" y="0"/>
          <a:chExt cx="0" cy="0"/>
        </a:xfrm>
      </p:grpSpPr>
      <p:sp>
        <p:nvSpPr>
          <p:cNvPr id="153" name="Google Shape;153;p30"/>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54" name="Google Shape;154;p30"/>
          <p:cNvSpPr txBox="1">
            <a:spLocks noGrp="1"/>
          </p:cNvSpPr>
          <p:nvPr>
            <p:ph type="body" idx="1"/>
          </p:nvPr>
        </p:nvSpPr>
        <p:spPr>
          <a:xfrm>
            <a:off x="332185" y="1577578"/>
            <a:ext cx="5563875"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5" name="Google Shape;155;p3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6" name="Google Shape;156;p30"/>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57"/>
        <p:cNvGrpSpPr/>
        <p:nvPr/>
      </p:nvGrpSpPr>
      <p:grpSpPr>
        <a:xfrm>
          <a:off x="0" y="0"/>
          <a:ext cx="0" cy="0"/>
          <a:chOff x="0" y="0"/>
          <a:chExt cx="0" cy="0"/>
        </a:xfrm>
      </p:grpSpPr>
      <p:sp>
        <p:nvSpPr>
          <p:cNvPr id="158" name="Google Shape;158;p31"/>
          <p:cNvSpPr txBox="1">
            <a:spLocks noGrp="1"/>
          </p:cNvSpPr>
          <p:nvPr>
            <p:ph type="body" idx="1"/>
          </p:nvPr>
        </p:nvSpPr>
        <p:spPr>
          <a:xfrm>
            <a:off x="332185"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9" name="Google Shape;159;p31"/>
          <p:cNvSpPr txBox="1">
            <a:spLocks noGrp="1"/>
          </p:cNvSpPr>
          <p:nvPr>
            <p:ph type="body" idx="2"/>
          </p:nvPr>
        </p:nvSpPr>
        <p:spPr>
          <a:xfrm>
            <a:off x="4706541"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0" name="Google Shape;160;p31"/>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1" name="Google Shape;161;p3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62"/>
        <p:cNvGrpSpPr/>
        <p:nvPr/>
      </p:nvGrpSpPr>
      <p:grpSpPr>
        <a:xfrm>
          <a:off x="0" y="0"/>
          <a:ext cx="0" cy="0"/>
          <a:chOff x="0" y="0"/>
          <a:chExt cx="0" cy="0"/>
        </a:xfrm>
      </p:grpSpPr>
      <p:sp>
        <p:nvSpPr>
          <p:cNvPr id="163" name="Google Shape;163;p3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4" name="Google Shape;164;p32"/>
          <p:cNvSpPr txBox="1">
            <a:spLocks noGrp="1"/>
          </p:cNvSpPr>
          <p:nvPr>
            <p:ph type="body" idx="2"/>
          </p:nvPr>
        </p:nvSpPr>
        <p:spPr>
          <a:xfrm>
            <a:off x="3249216"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5" name="Google Shape;165;p32"/>
          <p:cNvSpPr txBox="1">
            <a:spLocks noGrp="1"/>
          </p:cNvSpPr>
          <p:nvPr>
            <p:ph type="body" idx="3"/>
          </p:nvPr>
        </p:nvSpPr>
        <p:spPr>
          <a:xfrm>
            <a:off x="6165057"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6" name="Google Shape;166;p3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7" name="Google Shape;167;p3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68"/>
        <p:cNvGrpSpPr/>
        <p:nvPr/>
      </p:nvGrpSpPr>
      <p:grpSpPr>
        <a:xfrm>
          <a:off x="0" y="0"/>
          <a:ext cx="0" cy="0"/>
          <a:chOff x="0" y="0"/>
          <a:chExt cx="0" cy="0"/>
        </a:xfrm>
      </p:grpSpPr>
      <p:sp>
        <p:nvSpPr>
          <p:cNvPr id="169" name="Google Shape;169;p33"/>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0" name="Google Shape;170;p33"/>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1" name="Google Shape;171;p33"/>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2" name="Google Shape;172;p33"/>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3" name="Google Shape;173;p33"/>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74" name="Google Shape;174;p3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75"/>
        <p:cNvGrpSpPr/>
        <p:nvPr/>
      </p:nvGrpSpPr>
      <p:grpSpPr>
        <a:xfrm>
          <a:off x="0" y="0"/>
          <a:ext cx="0" cy="0"/>
          <a:chOff x="0" y="0"/>
          <a:chExt cx="0" cy="0"/>
        </a:xfrm>
      </p:grpSpPr>
      <p:sp>
        <p:nvSpPr>
          <p:cNvPr id="176" name="Google Shape;176;p34"/>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7" name="Google Shape;177;p34"/>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8" name="Google Shape;178;p34"/>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9" name="Google Shape;179;p34"/>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0" name="Google Shape;180;p34"/>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1" name="Google Shape;181;p3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2" name="Google Shape;182;p3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183"/>
        <p:cNvGrpSpPr/>
        <p:nvPr/>
      </p:nvGrpSpPr>
      <p:grpSpPr>
        <a:xfrm>
          <a:off x="0" y="0"/>
          <a:ext cx="0" cy="0"/>
          <a:chOff x="0" y="0"/>
          <a:chExt cx="0" cy="0"/>
        </a:xfrm>
      </p:grpSpPr>
      <p:sp>
        <p:nvSpPr>
          <p:cNvPr id="184" name="Google Shape;184;p35"/>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85" name="Google Shape;185;p35"/>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6" name="Google Shape;186;p35"/>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7" name="Google Shape;187;p3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and Image 1">
  <p:cSld name="Content and Image 1">
    <p:bg>
      <p:bgPr>
        <a:solidFill>
          <a:schemeClr val="accent6"/>
        </a:solidFill>
        <a:effectLst/>
      </p:bgPr>
    </p:bg>
    <p:spTree>
      <p:nvGrpSpPr>
        <p:cNvPr id="1" name="Shape 188"/>
        <p:cNvGrpSpPr/>
        <p:nvPr/>
      </p:nvGrpSpPr>
      <p:grpSpPr>
        <a:xfrm>
          <a:off x="0" y="0"/>
          <a:ext cx="0" cy="0"/>
          <a:chOff x="0" y="0"/>
          <a:chExt cx="0" cy="0"/>
        </a:xfrm>
      </p:grpSpPr>
      <p:sp>
        <p:nvSpPr>
          <p:cNvPr id="189" name="Google Shape;189;p3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0" name="Google Shape;190;p36"/>
          <p:cNvSpPr txBox="1">
            <a:spLocks noGrp="1"/>
          </p:cNvSpPr>
          <p:nvPr>
            <p:ph type="body" idx="1"/>
          </p:nvPr>
        </p:nvSpPr>
        <p:spPr>
          <a:xfrm>
            <a:off x="332185" y="1577578"/>
            <a:ext cx="3988313" cy="305175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91" name="Google Shape;191;p36"/>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Clr>
                <a:schemeClr val="lt1"/>
              </a:buClr>
              <a:buSzPts val="1300"/>
              <a:buNone/>
              <a:defRPr sz="1400">
                <a:solidFill>
                  <a:schemeClr val="lt1"/>
                </a:solidFill>
              </a:defRPr>
            </a:lvl2pPr>
            <a:lvl3pPr lvl="2" algn="l">
              <a:lnSpc>
                <a:spcPct val="100000"/>
              </a:lnSpc>
              <a:spcBef>
                <a:spcPts val="0"/>
              </a:spcBef>
              <a:spcAft>
                <a:spcPts val="0"/>
              </a:spcAft>
              <a:buClr>
                <a:schemeClr val="lt1"/>
              </a:buClr>
              <a:buSzPts val="1300"/>
              <a:buNone/>
              <a:defRPr sz="1400">
                <a:solidFill>
                  <a:schemeClr val="lt1"/>
                </a:solidFill>
              </a:defRPr>
            </a:lvl3pPr>
            <a:lvl4pPr lvl="3" algn="l">
              <a:lnSpc>
                <a:spcPct val="100000"/>
              </a:lnSpc>
              <a:spcBef>
                <a:spcPts val="0"/>
              </a:spcBef>
              <a:spcAft>
                <a:spcPts val="0"/>
              </a:spcAft>
              <a:buClr>
                <a:schemeClr val="lt1"/>
              </a:buClr>
              <a:buSzPts val="1300"/>
              <a:buNone/>
              <a:defRPr sz="1400">
                <a:solidFill>
                  <a:schemeClr val="lt1"/>
                </a:solidFill>
              </a:defRPr>
            </a:lvl4pPr>
            <a:lvl5pPr lvl="4" algn="l">
              <a:lnSpc>
                <a:spcPct val="100000"/>
              </a:lnSpc>
              <a:spcBef>
                <a:spcPts val="0"/>
              </a:spcBef>
              <a:spcAft>
                <a:spcPts val="0"/>
              </a:spcAft>
              <a:buClr>
                <a:schemeClr val="lt1"/>
              </a:buClr>
              <a:buSzPts val="1300"/>
              <a:buNone/>
              <a:defRPr sz="1400">
                <a:solidFill>
                  <a:schemeClr val="lt1"/>
                </a:solidFill>
              </a:defRPr>
            </a:lvl5pPr>
            <a:lvl6pPr lvl="5" algn="l">
              <a:lnSpc>
                <a:spcPct val="100000"/>
              </a:lnSpc>
              <a:spcBef>
                <a:spcPts val="0"/>
              </a:spcBef>
              <a:spcAft>
                <a:spcPts val="0"/>
              </a:spcAft>
              <a:buClr>
                <a:schemeClr val="lt1"/>
              </a:buClr>
              <a:buSzPts val="1300"/>
              <a:buNone/>
              <a:defRPr sz="1400">
                <a:solidFill>
                  <a:schemeClr val="lt1"/>
                </a:solidFill>
              </a:defRPr>
            </a:lvl6pPr>
            <a:lvl7pPr lvl="6" algn="l">
              <a:lnSpc>
                <a:spcPct val="100000"/>
              </a:lnSpc>
              <a:spcBef>
                <a:spcPts val="0"/>
              </a:spcBef>
              <a:spcAft>
                <a:spcPts val="0"/>
              </a:spcAft>
              <a:buClr>
                <a:schemeClr val="lt1"/>
              </a:buClr>
              <a:buSzPts val="1300"/>
              <a:buNone/>
              <a:defRPr sz="1400">
                <a:solidFill>
                  <a:schemeClr val="lt1"/>
                </a:solidFill>
              </a:defRPr>
            </a:lvl7pPr>
            <a:lvl8pPr lvl="7" algn="l">
              <a:lnSpc>
                <a:spcPct val="100000"/>
              </a:lnSpc>
              <a:spcBef>
                <a:spcPts val="0"/>
              </a:spcBef>
              <a:spcAft>
                <a:spcPts val="0"/>
              </a:spcAft>
              <a:buClr>
                <a:schemeClr val="lt1"/>
              </a:buClr>
              <a:buSzPts val="1300"/>
              <a:buNone/>
              <a:defRPr sz="1400">
                <a:solidFill>
                  <a:schemeClr val="lt1"/>
                </a:solidFill>
              </a:defRPr>
            </a:lvl8pPr>
            <a:lvl9pPr lvl="8" algn="l">
              <a:lnSpc>
                <a:spcPct val="100000"/>
              </a:lnSpc>
              <a:spcBef>
                <a:spcPts val="0"/>
              </a:spcBef>
              <a:spcAft>
                <a:spcPts val="0"/>
              </a:spcAft>
              <a:buClr>
                <a:schemeClr val="lt1"/>
              </a:buClr>
              <a:buSzPts val="1300"/>
              <a:buNone/>
              <a:defRPr sz="1400">
                <a:solidFill>
                  <a:schemeClr val="lt1"/>
                </a:solidFill>
              </a:defRPr>
            </a:lvl9pPr>
          </a:lstStyle>
          <a:p>
            <a:endParaRPr/>
          </a:p>
        </p:txBody>
      </p:sp>
      <p:sp>
        <p:nvSpPr>
          <p:cNvPr id="192" name="Google Shape;192;p36"/>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193"/>
        <p:cNvGrpSpPr/>
        <p:nvPr/>
      </p:nvGrpSpPr>
      <p:grpSpPr>
        <a:xfrm>
          <a:off x="0" y="0"/>
          <a:ext cx="0" cy="0"/>
          <a:chOff x="0" y="0"/>
          <a:chExt cx="0" cy="0"/>
        </a:xfrm>
      </p:grpSpPr>
      <p:sp>
        <p:nvSpPr>
          <p:cNvPr id="194" name="Google Shape;194;p37"/>
          <p:cNvSpPr/>
          <p:nvPr/>
        </p:nvSpPr>
        <p:spPr>
          <a:xfrm>
            <a:off x="332183"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5" name="Google Shape;195;p37"/>
          <p:cNvSpPr/>
          <p:nvPr/>
        </p:nvSpPr>
        <p:spPr>
          <a:xfrm>
            <a:off x="3248620"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6" name="Google Shape;196;p37"/>
          <p:cNvSpPr/>
          <p:nvPr/>
        </p:nvSpPr>
        <p:spPr>
          <a:xfrm>
            <a:off x="6165056"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7" name="Google Shape;197;p37"/>
          <p:cNvSpPr txBox="1">
            <a:spLocks noGrp="1"/>
          </p:cNvSpPr>
          <p:nvPr>
            <p:ph type="body" idx="1"/>
          </p:nvPr>
        </p:nvSpPr>
        <p:spPr>
          <a:xfrm>
            <a:off x="332185"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8" name="Google Shape;198;p37"/>
          <p:cNvSpPr txBox="1">
            <a:spLocks noGrp="1"/>
          </p:cNvSpPr>
          <p:nvPr>
            <p:ph type="body" idx="2"/>
          </p:nvPr>
        </p:nvSpPr>
        <p:spPr>
          <a:xfrm>
            <a:off x="3248621"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9" name="Google Shape;199;p37"/>
          <p:cNvSpPr txBox="1">
            <a:spLocks noGrp="1"/>
          </p:cNvSpPr>
          <p:nvPr>
            <p:ph type="body" idx="3"/>
          </p:nvPr>
        </p:nvSpPr>
        <p:spPr>
          <a:xfrm>
            <a:off x="6165057"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0" name="Google Shape;200;p37"/>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1" name="Google Shape;201;p3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202"/>
        <p:cNvGrpSpPr/>
        <p:nvPr/>
      </p:nvGrpSpPr>
      <p:grpSpPr>
        <a:xfrm>
          <a:off x="0" y="0"/>
          <a:ext cx="0" cy="0"/>
          <a:chOff x="0" y="0"/>
          <a:chExt cx="0" cy="0"/>
        </a:xfrm>
      </p:grpSpPr>
      <p:sp>
        <p:nvSpPr>
          <p:cNvPr id="203" name="Google Shape;203;p38"/>
          <p:cNvSpPr txBox="1">
            <a:spLocks noGrp="1"/>
          </p:cNvSpPr>
          <p:nvPr>
            <p:ph type="body" idx="1"/>
          </p:nvPr>
        </p:nvSpPr>
        <p:spPr>
          <a:xfrm>
            <a:off x="332185"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4" name="Google Shape;204;p38"/>
          <p:cNvSpPr txBox="1">
            <a:spLocks noGrp="1"/>
          </p:cNvSpPr>
          <p:nvPr>
            <p:ph type="body" idx="2"/>
          </p:nvPr>
        </p:nvSpPr>
        <p:spPr>
          <a:xfrm>
            <a:off x="332185"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3"/>
              </a:buClr>
              <a:buSzPts val="7700"/>
              <a:buFont typeface="Arial"/>
              <a:buNone/>
              <a:defRPr sz="6400" b="0" i="0" u="none" strike="noStrike" cap="none">
                <a:solidFill>
                  <a:schemeClr val="accent3"/>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5" name="Google Shape;205;p38"/>
          <p:cNvSpPr txBox="1">
            <a:spLocks noGrp="1"/>
          </p:cNvSpPr>
          <p:nvPr>
            <p:ph type="body" idx="3"/>
          </p:nvPr>
        </p:nvSpPr>
        <p:spPr>
          <a:xfrm>
            <a:off x="3245643" y="1571625"/>
            <a:ext cx="2650313"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dk2"/>
              </a:buClr>
              <a:buSzPts val="7700"/>
              <a:buFont typeface="Arial"/>
              <a:buNone/>
              <a:defRPr sz="6400" b="0" i="0" u="none" strike="noStrike" cap="none">
                <a:solidFill>
                  <a:schemeClr val="dk2"/>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6" name="Google Shape;206;p38"/>
          <p:cNvSpPr txBox="1">
            <a:spLocks noGrp="1"/>
          </p:cNvSpPr>
          <p:nvPr>
            <p:ph type="body" idx="4"/>
          </p:nvPr>
        </p:nvSpPr>
        <p:spPr>
          <a:xfrm>
            <a:off x="6166928"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1"/>
              </a:buClr>
              <a:buSzPts val="7700"/>
              <a:buFont typeface="Arial"/>
              <a:buNone/>
              <a:defRPr sz="6400" b="0" i="0" u="none" strike="noStrike" cap="none">
                <a:solidFill>
                  <a:schemeClr val="accent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7" name="Google Shape;207;p38"/>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8" name="Google Shape;208;p3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09" name="Google Shape;209;p38"/>
          <p:cNvSpPr txBox="1">
            <a:spLocks noGrp="1"/>
          </p:cNvSpPr>
          <p:nvPr>
            <p:ph type="body" idx="5"/>
          </p:nvPr>
        </p:nvSpPr>
        <p:spPr>
          <a:xfrm>
            <a:off x="3245644" y="2699657"/>
            <a:ext cx="2650313"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0" name="Google Shape;210;p38"/>
          <p:cNvSpPr txBox="1">
            <a:spLocks noGrp="1"/>
          </p:cNvSpPr>
          <p:nvPr>
            <p:ph type="body" idx="6"/>
          </p:nvPr>
        </p:nvSpPr>
        <p:spPr>
          <a:xfrm>
            <a:off x="6166928"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211"/>
        <p:cNvGrpSpPr/>
        <p:nvPr/>
      </p:nvGrpSpPr>
      <p:grpSpPr>
        <a:xfrm>
          <a:off x="0" y="0"/>
          <a:ext cx="0" cy="0"/>
          <a:chOff x="0" y="0"/>
          <a:chExt cx="0" cy="0"/>
        </a:xfrm>
      </p:grpSpPr>
      <p:sp>
        <p:nvSpPr>
          <p:cNvPr id="212" name="Google Shape;212;p39"/>
          <p:cNvSpPr/>
          <p:nvPr/>
        </p:nvSpPr>
        <p:spPr>
          <a:xfrm>
            <a:off x="0" y="1577578"/>
            <a:ext cx="2979000" cy="3051562"/>
          </a:xfrm>
          <a:prstGeom prst="rect">
            <a:avLst/>
          </a:prstGeom>
          <a:solidFill>
            <a:srgbClr val="D04A02"/>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3" name="Google Shape;213;p39"/>
          <p:cNvSpPr txBox="1">
            <a:spLocks noGrp="1"/>
          </p:cNvSpPr>
          <p:nvPr>
            <p:ph type="body" idx="1"/>
          </p:nvPr>
        </p:nvSpPr>
        <p:spPr>
          <a:xfrm>
            <a:off x="270277" y="1577340"/>
            <a:ext cx="2709000" cy="1302938"/>
          </a:xfrm>
          <a:prstGeom prst="rect">
            <a:avLst/>
          </a:prstGeom>
          <a:noFill/>
          <a:ln>
            <a:noFill/>
          </a:ln>
        </p:spPr>
        <p:txBody>
          <a:bodyPr spcFirstLastPara="1" wrap="square" lIns="0" tIns="0" rIns="0" bIns="0" anchor="t" anchorCtr="0">
            <a:noAutofit/>
          </a:bodyPr>
          <a:lstStyle>
            <a:lvl1pPr marL="457200" marR="0" lvl="0" indent="-228600" algn="l">
              <a:lnSpc>
                <a:spcPct val="80000"/>
              </a:lnSpc>
              <a:spcBef>
                <a:spcPts val="0"/>
              </a:spcBef>
              <a:spcAft>
                <a:spcPts val="0"/>
              </a:spcAft>
              <a:buClr>
                <a:schemeClr val="lt1"/>
              </a:buClr>
              <a:buSzPts val="12200"/>
              <a:buFont typeface="Arial"/>
              <a:buNone/>
              <a:defRPr sz="10200" b="1" i="0" u="none" strike="noStrike" cap="none">
                <a:solidFill>
                  <a:schemeClr val="lt1"/>
                </a:solidFill>
                <a:latin typeface="Arial"/>
                <a:ea typeface="Arial"/>
                <a:cs typeface="Arial"/>
                <a:sym typeface="Arial"/>
              </a:defRPr>
            </a:lvl1pPr>
            <a:lvl2pPr marL="914400" marR="0" lvl="1"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4" name="Google Shape;214;p39"/>
          <p:cNvSpPr txBox="1">
            <a:spLocks noGrp="1"/>
          </p:cNvSpPr>
          <p:nvPr>
            <p:ph type="body" idx="2"/>
          </p:nvPr>
        </p:nvSpPr>
        <p:spPr>
          <a:xfrm>
            <a:off x="332186" y="2948940"/>
            <a:ext cx="2496750" cy="1546312"/>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L="914400" marR="0" lvl="1"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15" name="Google Shape;215;p39"/>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16" name="Google Shape;216;p3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One Column Content Dark">
  <p:cSld name="One Column Content Dark">
    <p:bg>
      <p:bgPr>
        <a:solidFill>
          <a:srgbClr val="464646"/>
        </a:solidFill>
        <a:effectLst/>
      </p:bgPr>
    </p:bg>
    <p:spTree>
      <p:nvGrpSpPr>
        <p:cNvPr id="1" name="Shape 217"/>
        <p:cNvGrpSpPr/>
        <p:nvPr/>
      </p:nvGrpSpPr>
      <p:grpSpPr>
        <a:xfrm>
          <a:off x="0" y="0"/>
          <a:ext cx="0" cy="0"/>
          <a:chOff x="0" y="0"/>
          <a:chExt cx="0" cy="0"/>
        </a:xfrm>
      </p:grpSpPr>
      <p:sp>
        <p:nvSpPr>
          <p:cNvPr id="218" name="Google Shape;218;p40"/>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19" name="Google Shape;219;p40"/>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0" name="Google Shape;220;p4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1" name="Google Shape;221;p40"/>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and Chart Dark">
  <p:cSld name="Title and Chart Dark">
    <p:bg>
      <p:bgPr>
        <a:solidFill>
          <a:srgbClr val="464646"/>
        </a:solidFill>
        <a:effectLst/>
      </p:bgPr>
    </p:bg>
    <p:spTree>
      <p:nvGrpSpPr>
        <p:cNvPr id="1" name="Shape 222"/>
        <p:cNvGrpSpPr/>
        <p:nvPr/>
      </p:nvGrpSpPr>
      <p:grpSpPr>
        <a:xfrm>
          <a:off x="0" y="0"/>
          <a:ext cx="0" cy="0"/>
          <a:chOff x="0" y="0"/>
          <a:chExt cx="0" cy="0"/>
        </a:xfrm>
      </p:grpSpPr>
      <p:sp>
        <p:nvSpPr>
          <p:cNvPr id="223" name="Google Shape;223;p41"/>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4" name="Google Shape;224;p4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5" name="Google Shape;225;p41"/>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226"/>
        <p:cNvGrpSpPr/>
        <p:nvPr/>
      </p:nvGrpSpPr>
      <p:grpSpPr>
        <a:xfrm>
          <a:off x="0" y="0"/>
          <a:ext cx="0" cy="0"/>
          <a:chOff x="0" y="0"/>
          <a:chExt cx="0" cy="0"/>
        </a:xfrm>
      </p:grpSpPr>
      <p:sp>
        <p:nvSpPr>
          <p:cNvPr id="227" name="Google Shape;227;p4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28" name="Google Shape;228;p4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9" name="Google Shape;229;p4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One Column Chart Dark">
  <p:cSld name="One Column Chart Dark">
    <p:bg>
      <p:bgPr>
        <a:solidFill>
          <a:srgbClr val="464646"/>
        </a:solidFill>
        <a:effectLst/>
      </p:bgPr>
    </p:bg>
    <p:spTree>
      <p:nvGrpSpPr>
        <p:cNvPr id="1" name="Shape 230"/>
        <p:cNvGrpSpPr/>
        <p:nvPr/>
      </p:nvGrpSpPr>
      <p:grpSpPr>
        <a:xfrm>
          <a:off x="0" y="0"/>
          <a:ext cx="0" cy="0"/>
          <a:chOff x="0" y="0"/>
          <a:chExt cx="0" cy="0"/>
        </a:xfrm>
      </p:grpSpPr>
      <p:sp>
        <p:nvSpPr>
          <p:cNvPr id="231" name="Google Shape;231;p43"/>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32" name="Google Shape;232;p4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33" name="Google Shape;233;p4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34" name="Google Shape;234;p43"/>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235"/>
        <p:cNvGrpSpPr/>
        <p:nvPr/>
      </p:nvGrpSpPr>
      <p:grpSpPr>
        <a:xfrm>
          <a:off x="0" y="0"/>
          <a:ext cx="0" cy="0"/>
          <a:chOff x="0" y="0"/>
          <a:chExt cx="0" cy="0"/>
        </a:xfrm>
      </p:grpSpPr>
      <p:sp>
        <p:nvSpPr>
          <p:cNvPr id="236" name="Google Shape;236;p44"/>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7" name="Google Shape;237;p44"/>
          <p:cNvSpPr txBox="1">
            <a:spLocks noGrp="1"/>
          </p:cNvSpPr>
          <p:nvPr>
            <p:ph type="body" idx="2"/>
          </p:nvPr>
        </p:nvSpPr>
        <p:spPr>
          <a:xfrm>
            <a:off x="2519728"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8" name="Google Shape;238;p44"/>
          <p:cNvSpPr txBox="1">
            <a:spLocks noGrp="1"/>
          </p:cNvSpPr>
          <p:nvPr>
            <p:ph type="body" idx="3"/>
          </p:nvPr>
        </p:nvSpPr>
        <p:spPr>
          <a:xfrm>
            <a:off x="470727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9" name="Google Shape;239;p44"/>
          <p:cNvSpPr txBox="1">
            <a:spLocks noGrp="1"/>
          </p:cNvSpPr>
          <p:nvPr>
            <p:ph type="body" idx="4"/>
          </p:nvPr>
        </p:nvSpPr>
        <p:spPr>
          <a:xfrm>
            <a:off x="689481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40" name="Google Shape;240;p4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41" name="Google Shape;241;p4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242"/>
        <p:cNvGrpSpPr/>
        <p:nvPr/>
      </p:nvGrpSpPr>
      <p:grpSpPr>
        <a:xfrm>
          <a:off x="0" y="0"/>
          <a:ext cx="0" cy="0"/>
          <a:chOff x="0" y="0"/>
          <a:chExt cx="0" cy="0"/>
        </a:xfrm>
      </p:grpSpPr>
      <p:sp>
        <p:nvSpPr>
          <p:cNvPr id="243" name="Google Shape;243;p45"/>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4" name="Google Shape;244;p45"/>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5" name="Google Shape;245;p45"/>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6" name="Google Shape;246;p45"/>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7" name="Google Shape;247;p45"/>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8" name="Google Shape;248;p45"/>
          <p:cNvSpPr txBox="1">
            <a:spLocks noGrp="1"/>
          </p:cNvSpPr>
          <p:nvPr>
            <p:ph type="body" idx="2"/>
          </p:nvPr>
        </p:nvSpPr>
        <p:spPr>
          <a:xfrm>
            <a:off x="251972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9" name="Google Shape;249;p45"/>
          <p:cNvSpPr txBox="1">
            <a:spLocks noGrp="1"/>
          </p:cNvSpPr>
          <p:nvPr>
            <p:ph type="body" idx="3"/>
          </p:nvPr>
        </p:nvSpPr>
        <p:spPr>
          <a:xfrm>
            <a:off x="4707272"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0" name="Google Shape;250;p45"/>
          <p:cNvSpPr txBox="1">
            <a:spLocks noGrp="1"/>
          </p:cNvSpPr>
          <p:nvPr>
            <p:ph type="body" idx="4"/>
          </p:nvPr>
        </p:nvSpPr>
        <p:spPr>
          <a:xfrm>
            <a:off x="689481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1" name="Google Shape;251;p45"/>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52" name="Google Shape;252;p4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2"/>
        </a:solidFill>
        <a:effectLst/>
      </p:bgPr>
    </p:bg>
    <p:spTree>
      <p:nvGrpSpPr>
        <p:cNvPr id="1" name="Shape 253"/>
        <p:cNvGrpSpPr/>
        <p:nvPr/>
      </p:nvGrpSpPr>
      <p:grpSpPr>
        <a:xfrm>
          <a:off x="0" y="0"/>
          <a:ext cx="0" cy="0"/>
          <a:chOff x="0" y="0"/>
          <a:chExt cx="0" cy="0"/>
        </a:xfrm>
      </p:grpSpPr>
      <p:sp>
        <p:nvSpPr>
          <p:cNvPr id="254" name="Google Shape;254;p46"/>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 name="Google Shape;255;p46"/>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6" name="Google Shape;256;p46"/>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257" name="Google Shape;257;p46"/>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258" name="Google Shape;258;p46"/>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
        <p:nvSpPr>
          <p:cNvPr id="259" name="Google Shape;259;p46"/>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Title Slide Logo Shape Rose">
  <p:cSld name="Title Slide Logo Shape Rose">
    <p:spTree>
      <p:nvGrpSpPr>
        <p:cNvPr id="1" name="Shape 260"/>
        <p:cNvGrpSpPr/>
        <p:nvPr/>
      </p:nvGrpSpPr>
      <p:grpSpPr>
        <a:xfrm>
          <a:off x="0" y="0"/>
          <a:ext cx="0" cy="0"/>
          <a:chOff x="0" y="0"/>
          <a:chExt cx="0" cy="0"/>
        </a:xfrm>
      </p:grpSpPr>
      <p:grpSp>
        <p:nvGrpSpPr>
          <p:cNvPr id="261" name="Google Shape;261;p47"/>
          <p:cNvGrpSpPr/>
          <p:nvPr/>
        </p:nvGrpSpPr>
        <p:grpSpPr>
          <a:xfrm>
            <a:off x="0" y="0"/>
            <a:ext cx="6685577" cy="5143501"/>
            <a:chOff x="0" y="0"/>
            <a:chExt cx="8914102" cy="6858001"/>
          </a:xfrm>
        </p:grpSpPr>
        <p:sp>
          <p:nvSpPr>
            <p:cNvPr id="262" name="Google Shape;262;p47"/>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63" name="Google Shape;263;p47"/>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264" name="Google Shape;264;p47"/>
          <p:cNvSpPr txBox="1">
            <a:spLocks noGrp="1"/>
          </p:cNvSpPr>
          <p:nvPr>
            <p:ph type="ctrTitle"/>
          </p:nvPr>
        </p:nvSpPr>
        <p:spPr>
          <a:xfrm>
            <a:off x="332185" y="756889"/>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65" name="Google Shape;265;p47"/>
          <p:cNvSpPr txBox="1">
            <a:spLocks noGrp="1"/>
          </p:cNvSpPr>
          <p:nvPr>
            <p:ph type="subTitle" idx="1"/>
          </p:nvPr>
        </p:nvSpPr>
        <p:spPr>
          <a:xfrm>
            <a:off x="332185" y="28117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66" name="Google Shape;266;p4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267"/>
        <p:cNvGrpSpPr/>
        <p:nvPr/>
      </p:nvGrpSpPr>
      <p:grpSpPr>
        <a:xfrm>
          <a:off x="0" y="0"/>
          <a:ext cx="0" cy="0"/>
          <a:chOff x="0" y="0"/>
          <a:chExt cx="0" cy="0"/>
        </a:xfrm>
      </p:grpSpPr>
      <p:sp>
        <p:nvSpPr>
          <p:cNvPr id="268" name="Google Shape;268;p48"/>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69" name="Google Shape;269;p48"/>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0" name="Google Shape;270;p4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1" name="Google Shape;271;p48"/>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272"/>
        <p:cNvGrpSpPr/>
        <p:nvPr/>
      </p:nvGrpSpPr>
      <p:grpSpPr>
        <a:xfrm>
          <a:off x="0" y="0"/>
          <a:ext cx="0" cy="0"/>
          <a:chOff x="0" y="0"/>
          <a:chExt cx="0" cy="0"/>
        </a:xfrm>
      </p:grpSpPr>
      <p:sp>
        <p:nvSpPr>
          <p:cNvPr id="273" name="Google Shape;273;p49"/>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74" name="Google Shape;274;p49"/>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5" name="Google Shape;275;p4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6" name="Google Shape;276;p49"/>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277"/>
        <p:cNvGrpSpPr/>
        <p:nvPr/>
      </p:nvGrpSpPr>
      <p:grpSpPr>
        <a:xfrm>
          <a:off x="0" y="0"/>
          <a:ext cx="0" cy="0"/>
          <a:chOff x="0" y="0"/>
          <a:chExt cx="0" cy="0"/>
        </a:xfrm>
      </p:grpSpPr>
      <p:sp>
        <p:nvSpPr>
          <p:cNvPr id="278" name="Google Shape;278;p50"/>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9" name="Google Shape;279;p50"/>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0" name="Google Shape;280;p50"/>
          <p:cNvSpPr txBox="1">
            <a:spLocks noGrp="1"/>
          </p:cNvSpPr>
          <p:nvPr>
            <p:ph type="title"/>
          </p:nvPr>
        </p:nvSpPr>
        <p:spPr>
          <a:xfrm>
            <a:off x="332185" y="322886"/>
            <a:ext cx="3988313"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1" name="Google Shape;281;p5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2" name="Google Shape;282;p50"/>
          <p:cNvSpPr txBox="1">
            <a:spLocks noGrp="1"/>
          </p:cNvSpPr>
          <p:nvPr>
            <p:ph type="subTitle" idx="2"/>
          </p:nvPr>
        </p:nvSpPr>
        <p:spPr>
          <a:xfrm>
            <a:off x="332184" y="700075"/>
            <a:ext cx="3988313"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283"/>
        <p:cNvGrpSpPr/>
        <p:nvPr/>
      </p:nvGrpSpPr>
      <p:grpSpPr>
        <a:xfrm>
          <a:off x="0" y="0"/>
          <a:ext cx="0" cy="0"/>
          <a:chOff x="0" y="0"/>
          <a:chExt cx="0" cy="0"/>
        </a:xfrm>
      </p:grpSpPr>
      <p:sp>
        <p:nvSpPr>
          <p:cNvPr id="284" name="Google Shape;284;p51"/>
          <p:cNvSpPr txBox="1">
            <a:spLocks noGrp="1"/>
          </p:cNvSpPr>
          <p:nvPr>
            <p:ph type="body" idx="1"/>
          </p:nvPr>
        </p:nvSpPr>
        <p:spPr>
          <a:xfrm>
            <a:off x="332185"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5" name="Google Shape;285;p51"/>
          <p:cNvSpPr txBox="1">
            <a:spLocks noGrp="1"/>
          </p:cNvSpPr>
          <p:nvPr>
            <p:ph type="body" idx="2"/>
          </p:nvPr>
        </p:nvSpPr>
        <p:spPr>
          <a:xfrm>
            <a:off x="3249216"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6" name="Google Shape;286;p51"/>
          <p:cNvSpPr txBox="1">
            <a:spLocks noGrp="1"/>
          </p:cNvSpPr>
          <p:nvPr>
            <p:ph type="body" idx="3"/>
          </p:nvPr>
        </p:nvSpPr>
        <p:spPr>
          <a:xfrm>
            <a:off x="6165057"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7" name="Google Shape;287;p51"/>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8" name="Google Shape;288;p5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9" name="Google Shape;289;p51"/>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290"/>
        <p:cNvGrpSpPr/>
        <p:nvPr/>
      </p:nvGrpSpPr>
      <p:grpSpPr>
        <a:xfrm>
          <a:off x="0" y="0"/>
          <a:ext cx="0" cy="0"/>
          <a:chOff x="0" y="0"/>
          <a:chExt cx="0" cy="0"/>
        </a:xfrm>
      </p:grpSpPr>
      <p:sp>
        <p:nvSpPr>
          <p:cNvPr id="291" name="Google Shape;291;p52"/>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2" name="Google Shape;292;p52"/>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3" name="Google Shape;293;p52"/>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4" name="Google Shape;294;p52"/>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5" name="Google Shape;295;p52"/>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96" name="Google Shape;296;p5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97" name="Google Shape;297;p52"/>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298"/>
        <p:cNvGrpSpPr/>
        <p:nvPr/>
      </p:nvGrpSpPr>
      <p:grpSpPr>
        <a:xfrm>
          <a:off x="0" y="0"/>
          <a:ext cx="0" cy="0"/>
          <a:chOff x="0" y="0"/>
          <a:chExt cx="0" cy="0"/>
        </a:xfrm>
      </p:grpSpPr>
      <p:sp>
        <p:nvSpPr>
          <p:cNvPr id="299" name="Google Shape;299;p53"/>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0" name="Google Shape;300;p53"/>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1" name="Google Shape;301;p53"/>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2" name="Google Shape;302;p53"/>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3" name="Google Shape;303;p53"/>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4" name="Google Shape;304;p53"/>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05" name="Google Shape;305;p5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06" name="Google Shape;306;p53"/>
          <p:cNvSpPr txBox="1">
            <a:spLocks noGrp="1"/>
          </p:cNvSpPr>
          <p:nvPr>
            <p:ph type="subTitle" idx="6"/>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307"/>
        <p:cNvGrpSpPr/>
        <p:nvPr/>
      </p:nvGrpSpPr>
      <p:grpSpPr>
        <a:xfrm>
          <a:off x="0" y="0"/>
          <a:ext cx="0" cy="0"/>
          <a:chOff x="0" y="0"/>
          <a:chExt cx="0" cy="0"/>
        </a:xfrm>
      </p:grpSpPr>
      <p:sp>
        <p:nvSpPr>
          <p:cNvPr id="308" name="Google Shape;308;p54"/>
          <p:cNvSpPr/>
          <p:nvPr/>
        </p:nvSpPr>
        <p:spPr>
          <a:xfrm>
            <a:off x="332183"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09" name="Google Shape;309;p54"/>
          <p:cNvSpPr/>
          <p:nvPr/>
        </p:nvSpPr>
        <p:spPr>
          <a:xfrm>
            <a:off x="3248620"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0" name="Google Shape;310;p54"/>
          <p:cNvSpPr/>
          <p:nvPr/>
        </p:nvSpPr>
        <p:spPr>
          <a:xfrm>
            <a:off x="6165056"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1" name="Google Shape;311;p54"/>
          <p:cNvSpPr txBox="1">
            <a:spLocks noGrp="1"/>
          </p:cNvSpPr>
          <p:nvPr>
            <p:ph type="body" idx="1"/>
          </p:nvPr>
        </p:nvSpPr>
        <p:spPr>
          <a:xfrm>
            <a:off x="332185"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2" name="Google Shape;312;p54"/>
          <p:cNvSpPr txBox="1">
            <a:spLocks noGrp="1"/>
          </p:cNvSpPr>
          <p:nvPr>
            <p:ph type="body" idx="2"/>
          </p:nvPr>
        </p:nvSpPr>
        <p:spPr>
          <a:xfrm>
            <a:off x="3248621"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3" name="Google Shape;313;p54"/>
          <p:cNvSpPr txBox="1">
            <a:spLocks noGrp="1"/>
          </p:cNvSpPr>
          <p:nvPr>
            <p:ph type="body" idx="3"/>
          </p:nvPr>
        </p:nvSpPr>
        <p:spPr>
          <a:xfrm>
            <a:off x="6165057"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4" name="Google Shape;314;p54"/>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15" name="Google Shape;315;p5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16" name="Google Shape;316;p54"/>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317"/>
        <p:cNvGrpSpPr/>
        <p:nvPr/>
      </p:nvGrpSpPr>
      <p:grpSpPr>
        <a:xfrm>
          <a:off x="0" y="0"/>
          <a:ext cx="0" cy="0"/>
          <a:chOff x="0" y="0"/>
          <a:chExt cx="0" cy="0"/>
        </a:xfrm>
      </p:grpSpPr>
      <p:sp>
        <p:nvSpPr>
          <p:cNvPr id="318" name="Google Shape;318;p55"/>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9" name="Google Shape;319;p55"/>
          <p:cNvSpPr txBox="1">
            <a:spLocks noGrp="1"/>
          </p:cNvSpPr>
          <p:nvPr>
            <p:ph type="body" idx="2"/>
          </p:nvPr>
        </p:nvSpPr>
        <p:spPr>
          <a:xfrm>
            <a:off x="2518649"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0" name="Google Shape;320;p55"/>
          <p:cNvSpPr txBox="1">
            <a:spLocks noGrp="1"/>
          </p:cNvSpPr>
          <p:nvPr>
            <p:ph type="body" idx="3"/>
          </p:nvPr>
        </p:nvSpPr>
        <p:spPr>
          <a:xfrm>
            <a:off x="470511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1" name="Google Shape;321;p55"/>
          <p:cNvSpPr txBox="1">
            <a:spLocks noGrp="1"/>
          </p:cNvSpPr>
          <p:nvPr>
            <p:ph type="body" idx="4"/>
          </p:nvPr>
        </p:nvSpPr>
        <p:spPr>
          <a:xfrm>
            <a:off x="689157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2" name="Google Shape;322;p55"/>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23" name="Google Shape;323;p5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24" name="Google Shape;324;p55"/>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325"/>
        <p:cNvGrpSpPr/>
        <p:nvPr/>
      </p:nvGrpSpPr>
      <p:grpSpPr>
        <a:xfrm>
          <a:off x="0" y="0"/>
          <a:ext cx="0" cy="0"/>
          <a:chOff x="0" y="0"/>
          <a:chExt cx="0" cy="0"/>
        </a:xfrm>
      </p:grpSpPr>
      <p:sp>
        <p:nvSpPr>
          <p:cNvPr id="326" name="Google Shape;326;p56"/>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7" name="Google Shape;327;p56"/>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8" name="Google Shape;328;p56"/>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9" name="Google Shape;329;p56"/>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30" name="Google Shape;330;p56"/>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1" name="Google Shape;331;p56"/>
          <p:cNvSpPr txBox="1">
            <a:spLocks noGrp="1"/>
          </p:cNvSpPr>
          <p:nvPr>
            <p:ph type="body" idx="2"/>
          </p:nvPr>
        </p:nvSpPr>
        <p:spPr>
          <a:xfrm>
            <a:off x="251864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2" name="Google Shape;332;p56"/>
          <p:cNvSpPr txBox="1">
            <a:spLocks noGrp="1"/>
          </p:cNvSpPr>
          <p:nvPr>
            <p:ph type="body" idx="3"/>
          </p:nvPr>
        </p:nvSpPr>
        <p:spPr>
          <a:xfrm>
            <a:off x="4705112" y="2743200"/>
            <a:ext cx="1920187"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3" name="Google Shape;333;p56"/>
          <p:cNvSpPr txBox="1">
            <a:spLocks noGrp="1"/>
          </p:cNvSpPr>
          <p:nvPr>
            <p:ph type="body" idx="4"/>
          </p:nvPr>
        </p:nvSpPr>
        <p:spPr>
          <a:xfrm>
            <a:off x="689157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4" name="Google Shape;334;p56"/>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35" name="Google Shape;335;p5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36" name="Google Shape;336;p56"/>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337"/>
        <p:cNvGrpSpPr/>
        <p:nvPr/>
      </p:nvGrpSpPr>
      <p:grpSpPr>
        <a:xfrm>
          <a:off x="0" y="0"/>
          <a:ext cx="0" cy="0"/>
          <a:chOff x="0" y="0"/>
          <a:chExt cx="0" cy="0"/>
        </a:xfrm>
      </p:grpSpPr>
      <p:sp>
        <p:nvSpPr>
          <p:cNvPr id="338" name="Google Shape;338;p57"/>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39" name="Google Shape;339;p57"/>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40" name="Google Shape;340;p5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41" name="Google Shape;341;p57"/>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Generic Agenda Option 1">
  <p:cSld name="Generic Agenda Option 1">
    <p:bg>
      <p:bgPr>
        <a:solidFill>
          <a:srgbClr val="464646"/>
        </a:solidFill>
        <a:effectLst/>
      </p:bgPr>
    </p:bg>
    <p:spTree>
      <p:nvGrpSpPr>
        <p:cNvPr id="1" name="Shape 342"/>
        <p:cNvGrpSpPr/>
        <p:nvPr/>
      </p:nvGrpSpPr>
      <p:grpSpPr>
        <a:xfrm>
          <a:off x="0" y="0"/>
          <a:ext cx="0" cy="0"/>
          <a:chOff x="0" y="0"/>
          <a:chExt cx="0" cy="0"/>
        </a:xfrm>
      </p:grpSpPr>
      <p:sp>
        <p:nvSpPr>
          <p:cNvPr id="343" name="Google Shape;343;p58"/>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ext – 2 Column">
  <p:cSld name="Text – 2 Column">
    <p:bg>
      <p:bgPr>
        <a:solidFill>
          <a:schemeClr val="accent6"/>
        </a:solidFill>
        <a:effectLst/>
      </p:bgPr>
    </p:bg>
    <p:spTree>
      <p:nvGrpSpPr>
        <p:cNvPr id="1" name="Shape 344"/>
        <p:cNvGrpSpPr/>
        <p:nvPr/>
      </p:nvGrpSpPr>
      <p:grpSpPr>
        <a:xfrm>
          <a:off x="0" y="0"/>
          <a:ext cx="0" cy="0"/>
          <a:chOff x="0" y="0"/>
          <a:chExt cx="0" cy="0"/>
        </a:xfrm>
      </p:grpSpPr>
      <p:sp>
        <p:nvSpPr>
          <p:cNvPr id="345" name="Google Shape;345;p59"/>
          <p:cNvSpPr txBox="1">
            <a:spLocks noGrp="1"/>
          </p:cNvSpPr>
          <p:nvPr>
            <p:ph type="title"/>
          </p:nvPr>
        </p:nvSpPr>
        <p:spPr>
          <a:xfrm>
            <a:off x="372350" y="734100"/>
            <a:ext cx="8399438" cy="46143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rgbClr val="FFFFFF"/>
              </a:buClr>
              <a:buSzPts val="3000"/>
              <a:buFont typeface="Georgia"/>
              <a:buNone/>
              <a:defRPr sz="2500">
                <a:solidFill>
                  <a:srgbClr val="FFFFFF"/>
                </a:solidFill>
                <a:latin typeface="Georgia"/>
                <a:ea typeface="Georgia"/>
                <a:cs typeface="Georgia"/>
                <a:sym typeface="Georgia"/>
              </a:defRPr>
            </a:lvl1pPr>
            <a:lvl2pPr lvl="1" algn="l">
              <a:lnSpc>
                <a:spcPct val="100000"/>
              </a:lnSpc>
              <a:spcBef>
                <a:spcPts val="0"/>
              </a:spcBef>
              <a:spcAft>
                <a:spcPts val="0"/>
              </a:spcAft>
              <a:buClr>
                <a:srgbClr val="FFFFFF"/>
              </a:buClr>
              <a:buSzPts val="1700"/>
              <a:buNone/>
              <a:defRPr sz="1400">
                <a:solidFill>
                  <a:srgbClr val="FFFFFF"/>
                </a:solidFill>
              </a:defRPr>
            </a:lvl2pPr>
            <a:lvl3pPr lvl="2" algn="l">
              <a:lnSpc>
                <a:spcPct val="100000"/>
              </a:lnSpc>
              <a:spcBef>
                <a:spcPts val="0"/>
              </a:spcBef>
              <a:spcAft>
                <a:spcPts val="0"/>
              </a:spcAft>
              <a:buClr>
                <a:srgbClr val="FFFFFF"/>
              </a:buClr>
              <a:buSzPts val="1700"/>
              <a:buNone/>
              <a:defRPr sz="1400">
                <a:solidFill>
                  <a:srgbClr val="FFFFFF"/>
                </a:solidFill>
              </a:defRPr>
            </a:lvl3pPr>
            <a:lvl4pPr lvl="3" algn="l">
              <a:lnSpc>
                <a:spcPct val="100000"/>
              </a:lnSpc>
              <a:spcBef>
                <a:spcPts val="0"/>
              </a:spcBef>
              <a:spcAft>
                <a:spcPts val="0"/>
              </a:spcAft>
              <a:buClr>
                <a:srgbClr val="FFFFFF"/>
              </a:buClr>
              <a:buSzPts val="1700"/>
              <a:buNone/>
              <a:defRPr sz="1400">
                <a:solidFill>
                  <a:srgbClr val="FFFFFF"/>
                </a:solidFill>
              </a:defRPr>
            </a:lvl4pPr>
            <a:lvl5pPr lvl="4" algn="l">
              <a:lnSpc>
                <a:spcPct val="100000"/>
              </a:lnSpc>
              <a:spcBef>
                <a:spcPts val="0"/>
              </a:spcBef>
              <a:spcAft>
                <a:spcPts val="0"/>
              </a:spcAft>
              <a:buClr>
                <a:srgbClr val="FFFFFF"/>
              </a:buClr>
              <a:buSzPts val="1700"/>
              <a:buNone/>
              <a:defRPr sz="1400">
                <a:solidFill>
                  <a:srgbClr val="FFFFFF"/>
                </a:solidFill>
              </a:defRPr>
            </a:lvl5pPr>
            <a:lvl6pPr lvl="5" algn="l">
              <a:lnSpc>
                <a:spcPct val="100000"/>
              </a:lnSpc>
              <a:spcBef>
                <a:spcPts val="0"/>
              </a:spcBef>
              <a:spcAft>
                <a:spcPts val="0"/>
              </a:spcAft>
              <a:buClr>
                <a:srgbClr val="FFFFFF"/>
              </a:buClr>
              <a:buSzPts val="1700"/>
              <a:buNone/>
              <a:defRPr sz="1400">
                <a:solidFill>
                  <a:srgbClr val="FFFFFF"/>
                </a:solidFill>
              </a:defRPr>
            </a:lvl6pPr>
            <a:lvl7pPr lvl="6" algn="l">
              <a:lnSpc>
                <a:spcPct val="100000"/>
              </a:lnSpc>
              <a:spcBef>
                <a:spcPts val="0"/>
              </a:spcBef>
              <a:spcAft>
                <a:spcPts val="0"/>
              </a:spcAft>
              <a:buClr>
                <a:srgbClr val="FFFFFF"/>
              </a:buClr>
              <a:buSzPts val="1700"/>
              <a:buNone/>
              <a:defRPr sz="1400">
                <a:solidFill>
                  <a:srgbClr val="FFFFFF"/>
                </a:solidFill>
              </a:defRPr>
            </a:lvl7pPr>
            <a:lvl8pPr lvl="7" algn="l">
              <a:lnSpc>
                <a:spcPct val="100000"/>
              </a:lnSpc>
              <a:spcBef>
                <a:spcPts val="0"/>
              </a:spcBef>
              <a:spcAft>
                <a:spcPts val="0"/>
              </a:spcAft>
              <a:buClr>
                <a:srgbClr val="FFFFFF"/>
              </a:buClr>
              <a:buSzPts val="1700"/>
              <a:buNone/>
              <a:defRPr sz="1400">
                <a:solidFill>
                  <a:srgbClr val="FFFFFF"/>
                </a:solidFill>
              </a:defRPr>
            </a:lvl8pPr>
            <a:lvl9pPr lvl="8" algn="l">
              <a:lnSpc>
                <a:spcPct val="100000"/>
              </a:lnSpc>
              <a:spcBef>
                <a:spcPts val="0"/>
              </a:spcBef>
              <a:spcAft>
                <a:spcPts val="0"/>
              </a:spcAft>
              <a:buClr>
                <a:srgbClr val="FFFFFF"/>
              </a:buClr>
              <a:buSzPts val="1700"/>
              <a:buNone/>
              <a:defRPr sz="1400">
                <a:solidFill>
                  <a:srgbClr val="FFFFFF"/>
                </a:solidFill>
              </a:defRPr>
            </a:lvl9pPr>
          </a:lstStyle>
          <a:p>
            <a:endParaRPr/>
          </a:p>
        </p:txBody>
      </p:sp>
      <p:sp>
        <p:nvSpPr>
          <p:cNvPr id="346" name="Google Shape;346;p59"/>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47" name="Google Shape;347;p59"/>
          <p:cNvSpPr txBox="1">
            <a:spLocks noGrp="1"/>
          </p:cNvSpPr>
          <p:nvPr>
            <p:ph type="sldNum" idx="12"/>
          </p:nvPr>
        </p:nvSpPr>
        <p:spPr>
          <a:xfrm>
            <a:off x="372350" y="4653100"/>
            <a:ext cx="548813" cy="393563"/>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‹N°›</a:t>
            </a:fld>
            <a:endParaRPr/>
          </a:p>
        </p:txBody>
      </p:sp>
      <p:sp>
        <p:nvSpPr>
          <p:cNvPr id="348" name="Google Shape;348;p59"/>
          <p:cNvSpPr txBox="1"/>
          <p:nvPr/>
        </p:nvSpPr>
        <p:spPr>
          <a:xfrm>
            <a:off x="6084301" y="4719450"/>
            <a:ext cx="2696438" cy="273563"/>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FFFFFF"/>
              </a:buClr>
              <a:buSzPts val="1000"/>
              <a:buFont typeface="Arial"/>
              <a:buNone/>
            </a:pPr>
            <a:r>
              <a:rPr lang="en" sz="600" b="0" i="0" u="none" strike="noStrike" cap="none">
                <a:solidFill>
                  <a:srgbClr val="FFFFFF"/>
                </a:solidFill>
                <a:latin typeface="Helvetica Neue"/>
                <a:ea typeface="Helvetica Neue"/>
                <a:cs typeface="Helvetica Neue"/>
                <a:sym typeface="Helvetica Neue"/>
              </a:rPr>
              <a:t>© 2020 PricewaterhouseCoopers LLP. All rights reserved. </a:t>
            </a:r>
            <a:endParaRPr sz="600" b="0" i="0" u="none" strike="noStrike" cap="none">
              <a:solidFill>
                <a:srgbClr val="FFFFFF"/>
              </a:solidFill>
              <a:latin typeface="Arial"/>
              <a:ea typeface="Arial"/>
              <a:cs typeface="Arial"/>
              <a:sym typeface="Arial"/>
            </a:endParaRPr>
          </a:p>
        </p:txBody>
      </p:sp>
      <p:sp>
        <p:nvSpPr>
          <p:cNvPr id="349" name="Google Shape;349;p59"/>
          <p:cNvSpPr txBox="1">
            <a:spLocks noGrp="1"/>
          </p:cNvSpPr>
          <p:nvPr>
            <p:ph type="body" idx="2"/>
          </p:nvPr>
        </p:nvSpPr>
        <p:spPr>
          <a:xfrm>
            <a:off x="37235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
        <p:nvSpPr>
          <p:cNvPr id="350" name="Google Shape;350;p59"/>
          <p:cNvSpPr txBox="1">
            <a:spLocks noGrp="1"/>
          </p:cNvSpPr>
          <p:nvPr>
            <p:ph type="body" idx="3"/>
          </p:nvPr>
        </p:nvSpPr>
        <p:spPr>
          <a:xfrm>
            <a:off x="493770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ntents &amp; Dividers – Blank 1">
  <p:cSld name="Contents &amp; Dividers – Blank 1">
    <p:bg>
      <p:bgPr>
        <a:solidFill>
          <a:schemeClr val="accent6"/>
        </a:solidFill>
        <a:effectLst/>
      </p:bgPr>
    </p:bg>
    <p:spTree>
      <p:nvGrpSpPr>
        <p:cNvPr id="1" name="Shape 351"/>
        <p:cNvGrpSpPr/>
        <p:nvPr/>
      </p:nvGrpSpPr>
      <p:grpSpPr>
        <a:xfrm>
          <a:off x="0" y="0"/>
          <a:ext cx="0" cy="0"/>
          <a:chOff x="0" y="0"/>
          <a:chExt cx="0" cy="0"/>
        </a:xfrm>
      </p:grpSpPr>
      <p:sp>
        <p:nvSpPr>
          <p:cNvPr id="352" name="Google Shape;352;p60"/>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53" name="Google Shape;353;p6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1_Title Slide 1">
  <p:cSld name="1_Title Slide 1">
    <p:spTree>
      <p:nvGrpSpPr>
        <p:cNvPr id="1" name="Shape 354"/>
        <p:cNvGrpSpPr/>
        <p:nvPr/>
      </p:nvGrpSpPr>
      <p:grpSpPr>
        <a:xfrm>
          <a:off x="0" y="0"/>
          <a:ext cx="0" cy="0"/>
          <a:chOff x="0" y="0"/>
          <a:chExt cx="0" cy="0"/>
        </a:xfrm>
      </p:grpSpPr>
      <p:sp>
        <p:nvSpPr>
          <p:cNvPr id="355" name="Google Shape;355;p61"/>
          <p:cNvSpPr/>
          <p:nvPr/>
        </p:nvSpPr>
        <p:spPr>
          <a:xfrm>
            <a:off x="6607204" y="1"/>
            <a:ext cx="2536875" cy="5143312"/>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56" name="Google Shape;356;p61"/>
          <p:cNvSpPr/>
          <p:nvPr/>
        </p:nvSpPr>
        <p:spPr>
          <a:xfrm>
            <a:off x="1" y="0"/>
            <a:ext cx="7943250" cy="364556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pic>
        <p:nvPicPr>
          <p:cNvPr id="357" name="Google Shape;357;p61"/>
          <p:cNvPicPr preferRelativeResize="0"/>
          <p:nvPr/>
        </p:nvPicPr>
        <p:blipFill rotWithShape="1">
          <a:blip r:embed="rId2">
            <a:alphaModFix/>
          </a:blip>
          <a:srcRect/>
          <a:stretch/>
        </p:blipFill>
        <p:spPr>
          <a:xfrm>
            <a:off x="6093441" y="-1"/>
            <a:ext cx="3050559" cy="4882701"/>
          </a:xfrm>
          <a:prstGeom prst="rect">
            <a:avLst/>
          </a:prstGeom>
          <a:noFill/>
          <a:ln>
            <a:noFill/>
          </a:ln>
        </p:spPr>
      </p:pic>
      <p:sp>
        <p:nvSpPr>
          <p:cNvPr id="358" name="Google Shape;358;p61"/>
          <p:cNvSpPr txBox="1">
            <a:spLocks noGrp="1"/>
          </p:cNvSpPr>
          <p:nvPr>
            <p:ph type="ctrTitle"/>
          </p:nvPr>
        </p:nvSpPr>
        <p:spPr>
          <a:xfrm>
            <a:off x="457201" y="342900"/>
            <a:ext cx="3980250" cy="1885875"/>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000"/>
              <a:buFont typeface="Georgia"/>
              <a:buNone/>
              <a:defRPr sz="3300">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59" name="Google Shape;359;p61"/>
          <p:cNvSpPr txBox="1">
            <a:spLocks noGrp="1"/>
          </p:cNvSpPr>
          <p:nvPr>
            <p:ph type="subTitle" idx="1"/>
          </p:nvPr>
        </p:nvSpPr>
        <p:spPr>
          <a:xfrm>
            <a:off x="457200" y="2811780"/>
            <a:ext cx="3980250" cy="44568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100" b="0">
                <a:solidFill>
                  <a:schemeClr val="lt1"/>
                </a:solidFill>
              </a:defRPr>
            </a:lvl1pPr>
            <a:lvl2pPr lvl="1" algn="l">
              <a:lnSpc>
                <a:spcPct val="100000"/>
              </a:lnSpc>
              <a:spcBef>
                <a:spcPts val="0"/>
              </a:spcBef>
              <a:spcAft>
                <a:spcPts val="0"/>
              </a:spcAft>
              <a:buClr>
                <a:schemeClr val="lt1"/>
              </a:buClr>
              <a:buSzPts val="1400"/>
              <a:buNone/>
              <a:defRPr sz="1100">
                <a:solidFill>
                  <a:schemeClr val="lt1"/>
                </a:solidFill>
              </a:defRPr>
            </a:lvl2pPr>
            <a:lvl3pPr lvl="2" algn="l">
              <a:lnSpc>
                <a:spcPct val="100000"/>
              </a:lnSpc>
              <a:spcBef>
                <a:spcPts val="0"/>
              </a:spcBef>
              <a:spcAft>
                <a:spcPts val="0"/>
              </a:spcAft>
              <a:buClr>
                <a:schemeClr val="lt1"/>
              </a:buClr>
              <a:buSzPts val="1400"/>
              <a:buNone/>
              <a:defRPr sz="1100">
                <a:solidFill>
                  <a:schemeClr val="lt1"/>
                </a:solidFill>
              </a:defRPr>
            </a:lvl3pPr>
            <a:lvl4pPr lvl="3" algn="l">
              <a:lnSpc>
                <a:spcPct val="100000"/>
              </a:lnSpc>
              <a:spcBef>
                <a:spcPts val="0"/>
              </a:spcBef>
              <a:spcAft>
                <a:spcPts val="0"/>
              </a:spcAft>
              <a:buClr>
                <a:schemeClr val="lt1"/>
              </a:buClr>
              <a:buSzPts val="1400"/>
              <a:buNone/>
              <a:defRPr sz="1100">
                <a:solidFill>
                  <a:schemeClr val="lt1"/>
                </a:solidFill>
              </a:defRPr>
            </a:lvl4pPr>
            <a:lvl5pPr lvl="4" algn="l">
              <a:lnSpc>
                <a:spcPct val="100000"/>
              </a:lnSpc>
              <a:spcBef>
                <a:spcPts val="0"/>
              </a:spcBef>
              <a:spcAft>
                <a:spcPts val="0"/>
              </a:spcAft>
              <a:buClr>
                <a:schemeClr val="lt1"/>
              </a:buClr>
              <a:buSzPts val="1400"/>
              <a:buNone/>
              <a:defRPr sz="1100">
                <a:solidFill>
                  <a:schemeClr val="lt1"/>
                </a:solidFill>
              </a:defRPr>
            </a:lvl5pPr>
            <a:lvl6pPr lvl="5" algn="l">
              <a:lnSpc>
                <a:spcPct val="100000"/>
              </a:lnSpc>
              <a:spcBef>
                <a:spcPts val="0"/>
              </a:spcBef>
              <a:spcAft>
                <a:spcPts val="0"/>
              </a:spcAft>
              <a:buClr>
                <a:schemeClr val="lt1"/>
              </a:buClr>
              <a:buSzPts val="1400"/>
              <a:buNone/>
              <a:defRPr sz="1100">
                <a:solidFill>
                  <a:schemeClr val="lt1"/>
                </a:solidFill>
              </a:defRPr>
            </a:lvl6pPr>
            <a:lvl7pPr lvl="6" algn="l">
              <a:lnSpc>
                <a:spcPct val="100000"/>
              </a:lnSpc>
              <a:spcBef>
                <a:spcPts val="0"/>
              </a:spcBef>
              <a:spcAft>
                <a:spcPts val="0"/>
              </a:spcAft>
              <a:buClr>
                <a:schemeClr val="lt1"/>
              </a:buClr>
              <a:buSzPts val="1400"/>
              <a:buNone/>
              <a:defRPr sz="1100">
                <a:solidFill>
                  <a:schemeClr val="lt1"/>
                </a:solidFill>
              </a:defRPr>
            </a:lvl7pPr>
            <a:lvl8pPr lvl="7" algn="l">
              <a:lnSpc>
                <a:spcPct val="100000"/>
              </a:lnSpc>
              <a:spcBef>
                <a:spcPts val="0"/>
              </a:spcBef>
              <a:spcAft>
                <a:spcPts val="0"/>
              </a:spcAft>
              <a:buClr>
                <a:schemeClr val="lt1"/>
              </a:buClr>
              <a:buSzPts val="1400"/>
              <a:buNone/>
              <a:defRPr sz="1100">
                <a:solidFill>
                  <a:schemeClr val="lt1"/>
                </a:solidFill>
              </a:defRPr>
            </a:lvl8pPr>
            <a:lvl9pPr lvl="8" algn="l">
              <a:lnSpc>
                <a:spcPct val="100000"/>
              </a:lnSpc>
              <a:spcBef>
                <a:spcPts val="0"/>
              </a:spcBef>
              <a:spcAft>
                <a:spcPts val="0"/>
              </a:spcAft>
              <a:buClr>
                <a:schemeClr val="lt1"/>
              </a:buClr>
              <a:buSzPts val="1400"/>
              <a:buNone/>
              <a:defRPr sz="1100">
                <a:solidFill>
                  <a:schemeClr val="lt1"/>
                </a:solidFill>
              </a:defRPr>
            </a:lvl9pPr>
          </a:lstStyle>
          <a:p>
            <a:endParaRPr/>
          </a:p>
        </p:txBody>
      </p:sp>
      <p:pic>
        <p:nvPicPr>
          <p:cNvPr id="360" name="Google Shape;360;p61"/>
          <p:cNvPicPr preferRelativeResize="0"/>
          <p:nvPr/>
        </p:nvPicPr>
        <p:blipFill rotWithShape="1">
          <a:blip r:embed="rId3">
            <a:alphaModFix/>
          </a:blip>
          <a:srcRect/>
          <a:stretch/>
        </p:blipFill>
        <p:spPr>
          <a:xfrm>
            <a:off x="150877" y="3998214"/>
            <a:ext cx="1227582" cy="1013388"/>
          </a:xfrm>
          <a:prstGeom prst="rect">
            <a:avLst/>
          </a:prstGeom>
          <a:noFill/>
          <a:ln>
            <a:noFill/>
          </a:ln>
        </p:spPr>
      </p:pic>
      <p:sp>
        <p:nvSpPr>
          <p:cNvPr id="361" name="Google Shape;361;p61"/>
          <p:cNvSpPr/>
          <p:nvPr/>
        </p:nvSpPr>
        <p:spPr>
          <a:xfrm>
            <a:off x="6093440" y="3645591"/>
            <a:ext cx="3050625" cy="1497938"/>
          </a:xfrm>
          <a:prstGeom prst="rect">
            <a:avLst/>
          </a:prstGeom>
          <a:solidFill>
            <a:srgbClr val="DB536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62" name="Google Shape;362;p6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363"/>
        <p:cNvGrpSpPr/>
        <p:nvPr/>
      </p:nvGrpSpPr>
      <p:grpSpPr>
        <a:xfrm>
          <a:off x="0" y="0"/>
          <a:ext cx="0" cy="0"/>
          <a:chOff x="0" y="0"/>
          <a:chExt cx="0" cy="0"/>
        </a:xfrm>
      </p:grpSpPr>
      <p:sp>
        <p:nvSpPr>
          <p:cNvPr id="364" name="Google Shape;364;p62"/>
          <p:cNvSpPr txBox="1">
            <a:spLocks noGrp="1"/>
          </p:cNvSpPr>
          <p:nvPr>
            <p:ph type="ctrTitle"/>
          </p:nvPr>
        </p:nvSpPr>
        <p:spPr>
          <a:xfrm>
            <a:off x="311708" y="744575"/>
            <a:ext cx="8520563" cy="2052563"/>
          </a:xfrm>
          <a:prstGeom prst="rect">
            <a:avLst/>
          </a:prstGeom>
          <a:noFill/>
          <a:ln>
            <a:noFill/>
          </a:ln>
        </p:spPr>
        <p:txBody>
          <a:bodyPr spcFirstLastPara="1" wrap="square" lIns="0" tIns="0" rIns="0" bIns="0" anchor="b" anchorCtr="0">
            <a:noAutofit/>
          </a:bodyPr>
          <a:lstStyle>
            <a:lvl1pPr lvl="0" algn="ctr">
              <a:lnSpc>
                <a:spcPct val="85000"/>
              </a:lnSpc>
              <a:spcBef>
                <a:spcPts val="0"/>
              </a:spcBef>
              <a:spcAft>
                <a:spcPts val="0"/>
              </a:spcAft>
              <a:buSzPts val="6200"/>
              <a:buNone/>
              <a:defRPr sz="5200"/>
            </a:lvl1pPr>
            <a:lvl2pPr lvl="1" algn="ctr">
              <a:lnSpc>
                <a:spcPct val="100000"/>
              </a:lnSpc>
              <a:spcBef>
                <a:spcPts val="0"/>
              </a:spcBef>
              <a:spcAft>
                <a:spcPts val="0"/>
              </a:spcAft>
              <a:buSzPts val="6200"/>
              <a:buNone/>
              <a:defRPr sz="5200"/>
            </a:lvl2pPr>
            <a:lvl3pPr lvl="2" algn="ctr">
              <a:lnSpc>
                <a:spcPct val="100000"/>
              </a:lnSpc>
              <a:spcBef>
                <a:spcPts val="0"/>
              </a:spcBef>
              <a:spcAft>
                <a:spcPts val="0"/>
              </a:spcAft>
              <a:buSzPts val="6200"/>
              <a:buNone/>
              <a:defRPr sz="5200"/>
            </a:lvl3pPr>
            <a:lvl4pPr lvl="3" algn="ctr">
              <a:lnSpc>
                <a:spcPct val="100000"/>
              </a:lnSpc>
              <a:spcBef>
                <a:spcPts val="0"/>
              </a:spcBef>
              <a:spcAft>
                <a:spcPts val="0"/>
              </a:spcAft>
              <a:buSzPts val="6200"/>
              <a:buNone/>
              <a:defRPr sz="5200"/>
            </a:lvl4pPr>
            <a:lvl5pPr lvl="4" algn="ctr">
              <a:lnSpc>
                <a:spcPct val="100000"/>
              </a:lnSpc>
              <a:spcBef>
                <a:spcPts val="0"/>
              </a:spcBef>
              <a:spcAft>
                <a:spcPts val="0"/>
              </a:spcAft>
              <a:buSzPts val="6200"/>
              <a:buNone/>
              <a:defRPr sz="5200"/>
            </a:lvl5pPr>
            <a:lvl6pPr lvl="5" algn="ctr">
              <a:lnSpc>
                <a:spcPct val="100000"/>
              </a:lnSpc>
              <a:spcBef>
                <a:spcPts val="0"/>
              </a:spcBef>
              <a:spcAft>
                <a:spcPts val="0"/>
              </a:spcAft>
              <a:buSzPts val="6200"/>
              <a:buNone/>
              <a:defRPr sz="5200"/>
            </a:lvl6pPr>
            <a:lvl7pPr lvl="6" algn="ctr">
              <a:lnSpc>
                <a:spcPct val="100000"/>
              </a:lnSpc>
              <a:spcBef>
                <a:spcPts val="0"/>
              </a:spcBef>
              <a:spcAft>
                <a:spcPts val="0"/>
              </a:spcAft>
              <a:buSzPts val="6200"/>
              <a:buNone/>
              <a:defRPr sz="5200"/>
            </a:lvl7pPr>
            <a:lvl8pPr lvl="7" algn="ctr">
              <a:lnSpc>
                <a:spcPct val="100000"/>
              </a:lnSpc>
              <a:spcBef>
                <a:spcPts val="0"/>
              </a:spcBef>
              <a:spcAft>
                <a:spcPts val="0"/>
              </a:spcAft>
              <a:buSzPts val="6200"/>
              <a:buNone/>
              <a:defRPr sz="5200"/>
            </a:lvl8pPr>
            <a:lvl9pPr lvl="8" algn="ctr">
              <a:lnSpc>
                <a:spcPct val="100000"/>
              </a:lnSpc>
              <a:spcBef>
                <a:spcPts val="0"/>
              </a:spcBef>
              <a:spcAft>
                <a:spcPts val="0"/>
              </a:spcAft>
              <a:buSzPts val="6200"/>
              <a:buNone/>
              <a:defRPr sz="5200"/>
            </a:lvl9pPr>
          </a:lstStyle>
          <a:p>
            <a:endParaRPr/>
          </a:p>
        </p:txBody>
      </p:sp>
      <p:sp>
        <p:nvSpPr>
          <p:cNvPr id="365" name="Google Shape;365;p62"/>
          <p:cNvSpPr txBox="1">
            <a:spLocks noGrp="1"/>
          </p:cNvSpPr>
          <p:nvPr>
            <p:ph type="subTitle" idx="1"/>
          </p:nvPr>
        </p:nvSpPr>
        <p:spPr>
          <a:xfrm>
            <a:off x="311700" y="2834125"/>
            <a:ext cx="8520563" cy="792563"/>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3400"/>
              <a:buNone/>
              <a:defRPr sz="2800"/>
            </a:lvl1pPr>
            <a:lvl2pPr lvl="1" algn="ctr">
              <a:lnSpc>
                <a:spcPct val="100000"/>
              </a:lnSpc>
              <a:spcBef>
                <a:spcPts val="0"/>
              </a:spcBef>
              <a:spcAft>
                <a:spcPts val="0"/>
              </a:spcAft>
              <a:buSzPts val="3400"/>
              <a:buNone/>
              <a:defRPr sz="2800"/>
            </a:lvl2pPr>
            <a:lvl3pPr lvl="2" algn="ctr">
              <a:lnSpc>
                <a:spcPct val="100000"/>
              </a:lnSpc>
              <a:spcBef>
                <a:spcPts val="0"/>
              </a:spcBef>
              <a:spcAft>
                <a:spcPts val="0"/>
              </a:spcAft>
              <a:buSzPts val="3400"/>
              <a:buNone/>
              <a:defRPr sz="2800"/>
            </a:lvl3pPr>
            <a:lvl4pPr lvl="3" algn="ctr">
              <a:lnSpc>
                <a:spcPct val="100000"/>
              </a:lnSpc>
              <a:spcBef>
                <a:spcPts val="0"/>
              </a:spcBef>
              <a:spcAft>
                <a:spcPts val="0"/>
              </a:spcAft>
              <a:buSzPts val="3400"/>
              <a:buNone/>
              <a:defRPr sz="2800"/>
            </a:lvl4pPr>
            <a:lvl5pPr lvl="4" algn="ctr">
              <a:lnSpc>
                <a:spcPct val="100000"/>
              </a:lnSpc>
              <a:spcBef>
                <a:spcPts val="0"/>
              </a:spcBef>
              <a:spcAft>
                <a:spcPts val="0"/>
              </a:spcAft>
              <a:buSzPts val="3400"/>
              <a:buNone/>
              <a:defRPr sz="2800"/>
            </a:lvl5pPr>
            <a:lvl6pPr lvl="5" algn="ctr">
              <a:lnSpc>
                <a:spcPct val="100000"/>
              </a:lnSpc>
              <a:spcBef>
                <a:spcPts val="0"/>
              </a:spcBef>
              <a:spcAft>
                <a:spcPts val="0"/>
              </a:spcAft>
              <a:buSzPts val="3400"/>
              <a:buNone/>
              <a:defRPr sz="2800"/>
            </a:lvl6pPr>
            <a:lvl7pPr lvl="6" algn="ctr">
              <a:lnSpc>
                <a:spcPct val="100000"/>
              </a:lnSpc>
              <a:spcBef>
                <a:spcPts val="0"/>
              </a:spcBef>
              <a:spcAft>
                <a:spcPts val="0"/>
              </a:spcAft>
              <a:buSzPts val="3400"/>
              <a:buNone/>
              <a:defRPr sz="2800"/>
            </a:lvl7pPr>
            <a:lvl8pPr lvl="7" algn="ctr">
              <a:lnSpc>
                <a:spcPct val="100000"/>
              </a:lnSpc>
              <a:spcBef>
                <a:spcPts val="0"/>
              </a:spcBef>
              <a:spcAft>
                <a:spcPts val="0"/>
              </a:spcAft>
              <a:buSzPts val="3400"/>
              <a:buNone/>
              <a:defRPr sz="2800"/>
            </a:lvl8pPr>
            <a:lvl9pPr lvl="8" algn="ctr">
              <a:lnSpc>
                <a:spcPct val="100000"/>
              </a:lnSpc>
              <a:spcBef>
                <a:spcPts val="0"/>
              </a:spcBef>
              <a:spcAft>
                <a:spcPts val="0"/>
              </a:spcAft>
              <a:buSzPts val="3400"/>
              <a:buNone/>
              <a:defRPr sz="2800"/>
            </a:lvl9pPr>
          </a:lstStyle>
          <a:p>
            <a:endParaRPr/>
          </a:p>
        </p:txBody>
      </p:sp>
      <p:sp>
        <p:nvSpPr>
          <p:cNvPr id="366" name="Google Shape;366;p62"/>
          <p:cNvSpPr txBox="1">
            <a:spLocks noGrp="1"/>
          </p:cNvSpPr>
          <p:nvPr>
            <p:ph type="sldNum" idx="12"/>
          </p:nvPr>
        </p:nvSpPr>
        <p:spPr>
          <a:xfrm>
            <a:off x="8472458" y="4663217"/>
            <a:ext cx="548625" cy="393563"/>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367"/>
        <p:cNvGrpSpPr/>
        <p:nvPr/>
      </p:nvGrpSpPr>
      <p:grpSpPr>
        <a:xfrm>
          <a:off x="0" y="0"/>
          <a:ext cx="0" cy="0"/>
          <a:chOff x="0" y="0"/>
          <a:chExt cx="0" cy="0"/>
        </a:xfrm>
      </p:grpSpPr>
      <p:sp>
        <p:nvSpPr>
          <p:cNvPr id="368" name="Google Shape;368;p63"/>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69" name="Google Shape;369;p63"/>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0" name="Google Shape;370;p63"/>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1" name="Google Shape;371;p63"/>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2" name="Google Shape;372;p63"/>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One 1">
  <p:cSld name="Content: One 1">
    <p:spTree>
      <p:nvGrpSpPr>
        <p:cNvPr id="1" name="Shape 373"/>
        <p:cNvGrpSpPr/>
        <p:nvPr/>
      </p:nvGrpSpPr>
      <p:grpSpPr>
        <a:xfrm>
          <a:off x="0" y="0"/>
          <a:ext cx="0" cy="0"/>
          <a:chOff x="0" y="0"/>
          <a:chExt cx="0" cy="0"/>
        </a:xfrm>
      </p:grpSpPr>
      <p:sp>
        <p:nvSpPr>
          <p:cNvPr id="374" name="Google Shape;374;p64"/>
          <p:cNvSpPr/>
          <p:nvPr/>
        </p:nvSpPr>
        <p:spPr>
          <a:xfrm>
            <a:off x="-62" y="4629156"/>
            <a:ext cx="9144000" cy="523313"/>
          </a:xfrm>
          <a:prstGeom prst="rect">
            <a:avLst/>
          </a:prstGeom>
          <a:solidFill>
            <a:srgbClr val="F3F3F3"/>
          </a:solidFill>
          <a:ln>
            <a:noFill/>
          </a:ln>
        </p:spPr>
        <p:txBody>
          <a:bodyPr spcFirstLastPara="1" wrap="square" lIns="57125" tIns="57125" rIns="57125" bIns="57125" anchor="ctr" anchorCtr="0">
            <a:noAutofit/>
          </a:bodyPr>
          <a:lstStyle/>
          <a:p>
            <a:pPr marL="0" marR="0" lvl="0" indent="0" algn="l" rtl="0">
              <a:lnSpc>
                <a:spcPct val="100000"/>
              </a:lnSpc>
              <a:spcBef>
                <a:spcPts val="0"/>
              </a:spcBef>
              <a:spcAft>
                <a:spcPts val="0"/>
              </a:spcAft>
              <a:buClr>
                <a:schemeClr val="dk1"/>
              </a:buClr>
              <a:buSzPts val="800"/>
              <a:buFont typeface="Arial"/>
              <a:buNone/>
            </a:pPr>
            <a:endParaRPr sz="1500" b="0" i="0" u="none" strike="noStrike" cap="none">
              <a:solidFill>
                <a:schemeClr val="dk1"/>
              </a:solidFill>
              <a:latin typeface="Arial"/>
              <a:ea typeface="Arial"/>
              <a:cs typeface="Arial"/>
              <a:sym typeface="Arial"/>
            </a:endParaRPr>
          </a:p>
        </p:txBody>
      </p:sp>
      <p:sp>
        <p:nvSpPr>
          <p:cNvPr id="375" name="Google Shape;375;p64"/>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76" name="Google Shape;376;p64"/>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7" name="Google Shape;377;p64"/>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8" name="Google Shape;378;p64"/>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9" name="Google Shape;379;p64"/>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Content 1 1">
  <p:cSld name="Title and Content 1 1">
    <p:spTree>
      <p:nvGrpSpPr>
        <p:cNvPr id="1" name="Shape 380"/>
        <p:cNvGrpSpPr/>
        <p:nvPr/>
      </p:nvGrpSpPr>
      <p:grpSpPr>
        <a:xfrm>
          <a:off x="0" y="0"/>
          <a:ext cx="0" cy="0"/>
          <a:chOff x="0" y="0"/>
          <a:chExt cx="0" cy="0"/>
        </a:xfrm>
      </p:grpSpPr>
      <p:sp>
        <p:nvSpPr>
          <p:cNvPr id="381" name="Google Shape;381;p65"/>
          <p:cNvSpPr txBox="1">
            <a:spLocks noGrp="1"/>
          </p:cNvSpPr>
          <p:nvPr>
            <p:ph type="title"/>
          </p:nvPr>
        </p:nvSpPr>
        <p:spPr>
          <a:xfrm>
            <a:off x="332176" y="274325"/>
            <a:ext cx="7278000" cy="27897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200"/>
              <a:buNone/>
              <a:defRPr sz="1800">
                <a:solidFill>
                  <a:schemeClr val="lt1"/>
                </a:solidFill>
              </a:defRPr>
            </a:lvl1pPr>
            <a:lvl2pPr lvl="1"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2pPr>
            <a:lvl3pPr lvl="2"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3pPr>
            <a:lvl4pPr lvl="3"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4pPr>
            <a:lvl5pPr lvl="4"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5pPr>
            <a:lvl6pPr lvl="5"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6pPr>
            <a:lvl7pPr lvl="6"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7pPr>
            <a:lvl8pPr lvl="7"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8pPr>
            <a:lvl9pPr lvl="8"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9pPr>
          </a:lstStyle>
          <a:p>
            <a:endParaRPr/>
          </a:p>
        </p:txBody>
      </p:sp>
      <p:sp>
        <p:nvSpPr>
          <p:cNvPr id="382" name="Google Shape;382;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83" name="Google Shape;383;p65"/>
          <p:cNvSpPr/>
          <p:nvPr/>
        </p:nvSpPr>
        <p:spPr>
          <a:xfrm>
            <a:off x="0" y="0"/>
            <a:ext cx="9144000" cy="894938"/>
          </a:xfrm>
          <a:prstGeom prst="rect">
            <a:avLst/>
          </a:prstGeom>
          <a:solidFill>
            <a:srgbClr val="2D2D2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chemeClr val="lt1"/>
              </a:solidFill>
              <a:latin typeface="Arial"/>
              <a:ea typeface="Arial"/>
              <a:cs typeface="Arial"/>
              <a:sym typeface="Arial"/>
            </a:endParaRPr>
          </a:p>
        </p:txBody>
      </p:sp>
      <p:sp>
        <p:nvSpPr>
          <p:cNvPr id="384" name="Google Shape;384;p65"/>
          <p:cNvSpPr/>
          <p:nvPr/>
        </p:nvSpPr>
        <p:spPr>
          <a:xfrm>
            <a:off x="8199793" y="128883"/>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117" y="90"/>
                </a:moveTo>
                <a:cubicBezTo>
                  <a:pt x="117" y="77"/>
                  <a:pt x="128" y="67"/>
                  <a:pt x="141" y="67"/>
                </a:cubicBezTo>
                <a:cubicBezTo>
                  <a:pt x="153" y="67"/>
                  <a:pt x="164" y="77"/>
                  <a:pt x="164" y="90"/>
                </a:cubicBezTo>
                <a:cubicBezTo>
                  <a:pt x="164" y="103"/>
                  <a:pt x="153" y="113"/>
                  <a:pt x="141" y="113"/>
                </a:cubicBezTo>
                <a:cubicBezTo>
                  <a:pt x="128" y="113"/>
                  <a:pt x="117" y="103"/>
                  <a:pt x="117" y="90"/>
                </a:cubicBezTo>
                <a:close/>
                <a:moveTo>
                  <a:pt x="331" y="332"/>
                </a:moveTo>
                <a:cubicBezTo>
                  <a:pt x="217" y="332"/>
                  <a:pt x="217" y="332"/>
                  <a:pt x="217" y="332"/>
                </a:cubicBezTo>
                <a:cubicBezTo>
                  <a:pt x="217" y="296"/>
                  <a:pt x="217" y="296"/>
                  <a:pt x="217" y="296"/>
                </a:cubicBezTo>
                <a:cubicBezTo>
                  <a:pt x="278" y="246"/>
                  <a:pt x="278" y="246"/>
                  <a:pt x="278" y="246"/>
                </a:cubicBezTo>
                <a:cubicBezTo>
                  <a:pt x="278" y="134"/>
                  <a:pt x="278" y="134"/>
                  <a:pt x="278" y="134"/>
                </a:cubicBezTo>
                <a:cubicBezTo>
                  <a:pt x="295" y="131"/>
                  <a:pt x="309" y="115"/>
                  <a:pt x="309" y="97"/>
                </a:cubicBezTo>
                <a:cubicBezTo>
                  <a:pt x="309" y="76"/>
                  <a:pt x="291" y="59"/>
                  <a:pt x="270" y="59"/>
                </a:cubicBezTo>
                <a:cubicBezTo>
                  <a:pt x="249" y="59"/>
                  <a:pt x="232" y="76"/>
                  <a:pt x="232" y="97"/>
                </a:cubicBezTo>
                <a:cubicBezTo>
                  <a:pt x="232" y="115"/>
                  <a:pt x="245" y="131"/>
                  <a:pt x="263" y="134"/>
                </a:cubicBezTo>
                <a:cubicBezTo>
                  <a:pt x="263" y="239"/>
                  <a:pt x="263" y="239"/>
                  <a:pt x="263" y="239"/>
                </a:cubicBezTo>
                <a:cubicBezTo>
                  <a:pt x="202" y="289"/>
                  <a:pt x="202" y="289"/>
                  <a:pt x="202" y="289"/>
                </a:cubicBezTo>
                <a:cubicBezTo>
                  <a:pt x="202" y="332"/>
                  <a:pt x="202" y="332"/>
                  <a:pt x="202" y="332"/>
                </a:cubicBezTo>
                <a:cubicBezTo>
                  <a:pt x="185" y="332"/>
                  <a:pt x="185" y="332"/>
                  <a:pt x="185" y="332"/>
                </a:cubicBezTo>
                <a:cubicBezTo>
                  <a:pt x="185" y="259"/>
                  <a:pt x="185" y="259"/>
                  <a:pt x="185" y="259"/>
                </a:cubicBezTo>
                <a:cubicBezTo>
                  <a:pt x="213" y="235"/>
                  <a:pt x="213" y="235"/>
                  <a:pt x="213" y="235"/>
                </a:cubicBezTo>
                <a:cubicBezTo>
                  <a:pt x="213" y="198"/>
                  <a:pt x="213" y="198"/>
                  <a:pt x="213" y="198"/>
                </a:cubicBezTo>
                <a:cubicBezTo>
                  <a:pt x="230" y="195"/>
                  <a:pt x="244" y="179"/>
                  <a:pt x="244" y="161"/>
                </a:cubicBezTo>
                <a:cubicBezTo>
                  <a:pt x="244" y="140"/>
                  <a:pt x="227" y="123"/>
                  <a:pt x="205" y="123"/>
                </a:cubicBezTo>
                <a:cubicBezTo>
                  <a:pt x="184" y="123"/>
                  <a:pt x="167" y="140"/>
                  <a:pt x="167" y="161"/>
                </a:cubicBezTo>
                <a:cubicBezTo>
                  <a:pt x="167" y="179"/>
                  <a:pt x="181" y="195"/>
                  <a:pt x="198" y="198"/>
                </a:cubicBezTo>
                <a:cubicBezTo>
                  <a:pt x="198" y="228"/>
                  <a:pt x="198" y="228"/>
                  <a:pt x="198" y="228"/>
                </a:cubicBezTo>
                <a:cubicBezTo>
                  <a:pt x="170" y="252"/>
                  <a:pt x="170" y="252"/>
                  <a:pt x="170" y="252"/>
                </a:cubicBezTo>
                <a:cubicBezTo>
                  <a:pt x="170" y="332"/>
                  <a:pt x="170" y="332"/>
                  <a:pt x="170" y="332"/>
                </a:cubicBezTo>
                <a:cubicBezTo>
                  <a:pt x="153" y="332"/>
                  <a:pt x="153" y="332"/>
                  <a:pt x="153" y="332"/>
                </a:cubicBezTo>
                <a:cubicBezTo>
                  <a:pt x="148" y="127"/>
                  <a:pt x="148" y="127"/>
                  <a:pt x="148" y="127"/>
                </a:cubicBezTo>
                <a:cubicBezTo>
                  <a:pt x="166" y="124"/>
                  <a:pt x="179" y="109"/>
                  <a:pt x="179" y="90"/>
                </a:cubicBezTo>
                <a:cubicBezTo>
                  <a:pt x="179" y="69"/>
                  <a:pt x="162" y="52"/>
                  <a:pt x="141" y="52"/>
                </a:cubicBezTo>
                <a:cubicBezTo>
                  <a:pt x="120" y="52"/>
                  <a:pt x="102" y="69"/>
                  <a:pt x="102" y="90"/>
                </a:cubicBezTo>
                <a:cubicBezTo>
                  <a:pt x="102" y="109"/>
                  <a:pt x="116" y="124"/>
                  <a:pt x="133" y="128"/>
                </a:cubicBezTo>
                <a:cubicBezTo>
                  <a:pt x="138" y="332"/>
                  <a:pt x="138" y="332"/>
                  <a:pt x="138" y="332"/>
                </a:cubicBezTo>
                <a:cubicBezTo>
                  <a:pt x="121" y="332"/>
                  <a:pt x="121" y="332"/>
                  <a:pt x="121" y="332"/>
                </a:cubicBezTo>
                <a:cubicBezTo>
                  <a:pt x="121" y="237"/>
                  <a:pt x="121" y="237"/>
                  <a:pt x="121" y="237"/>
                </a:cubicBezTo>
                <a:cubicBezTo>
                  <a:pt x="89" y="199"/>
                  <a:pt x="89" y="199"/>
                  <a:pt x="89" y="199"/>
                </a:cubicBezTo>
                <a:cubicBezTo>
                  <a:pt x="104" y="194"/>
                  <a:pt x="114" y="180"/>
                  <a:pt x="114" y="163"/>
                </a:cubicBezTo>
                <a:cubicBezTo>
                  <a:pt x="114" y="142"/>
                  <a:pt x="97" y="125"/>
                  <a:pt x="76" y="125"/>
                </a:cubicBezTo>
                <a:cubicBezTo>
                  <a:pt x="55" y="125"/>
                  <a:pt x="38" y="142"/>
                  <a:pt x="38" y="163"/>
                </a:cubicBezTo>
                <a:cubicBezTo>
                  <a:pt x="38" y="183"/>
                  <a:pt x="53" y="200"/>
                  <a:pt x="72" y="201"/>
                </a:cubicBezTo>
                <a:cubicBezTo>
                  <a:pt x="106" y="242"/>
                  <a:pt x="106" y="242"/>
                  <a:pt x="106" y="242"/>
                </a:cubicBezTo>
                <a:cubicBezTo>
                  <a:pt x="106" y="332"/>
                  <a:pt x="106" y="332"/>
                  <a:pt x="106" y="332"/>
                </a:cubicBezTo>
                <a:cubicBezTo>
                  <a:pt x="15" y="332"/>
                  <a:pt x="15" y="332"/>
                  <a:pt x="15" y="332"/>
                </a:cubicBezTo>
                <a:cubicBezTo>
                  <a:pt x="15" y="15"/>
                  <a:pt x="15" y="15"/>
                  <a:pt x="15" y="15"/>
                </a:cubicBezTo>
                <a:cubicBezTo>
                  <a:pt x="331" y="15"/>
                  <a:pt x="331" y="15"/>
                  <a:pt x="331" y="15"/>
                </a:cubicBezTo>
                <a:lnTo>
                  <a:pt x="331" y="332"/>
                </a:lnTo>
                <a:close/>
                <a:moveTo>
                  <a:pt x="270" y="120"/>
                </a:moveTo>
                <a:cubicBezTo>
                  <a:pt x="257" y="120"/>
                  <a:pt x="247" y="110"/>
                  <a:pt x="247" y="97"/>
                </a:cubicBezTo>
                <a:cubicBezTo>
                  <a:pt x="247" y="84"/>
                  <a:pt x="257" y="73"/>
                  <a:pt x="270" y="73"/>
                </a:cubicBezTo>
                <a:cubicBezTo>
                  <a:pt x="283" y="73"/>
                  <a:pt x="294" y="84"/>
                  <a:pt x="294" y="97"/>
                </a:cubicBezTo>
                <a:cubicBezTo>
                  <a:pt x="294" y="110"/>
                  <a:pt x="283" y="120"/>
                  <a:pt x="270" y="120"/>
                </a:cubicBezTo>
                <a:close/>
                <a:moveTo>
                  <a:pt x="205" y="184"/>
                </a:moveTo>
                <a:cubicBezTo>
                  <a:pt x="193" y="184"/>
                  <a:pt x="182" y="174"/>
                  <a:pt x="182" y="161"/>
                </a:cubicBezTo>
                <a:cubicBezTo>
                  <a:pt x="182" y="148"/>
                  <a:pt x="193" y="137"/>
                  <a:pt x="205" y="137"/>
                </a:cubicBezTo>
                <a:cubicBezTo>
                  <a:pt x="218" y="137"/>
                  <a:pt x="229" y="148"/>
                  <a:pt x="229" y="161"/>
                </a:cubicBezTo>
                <a:cubicBezTo>
                  <a:pt x="229" y="174"/>
                  <a:pt x="218" y="184"/>
                  <a:pt x="205" y="184"/>
                </a:cubicBezTo>
                <a:close/>
                <a:moveTo>
                  <a:pt x="52" y="163"/>
                </a:moveTo>
                <a:cubicBezTo>
                  <a:pt x="52" y="151"/>
                  <a:pt x="63" y="140"/>
                  <a:pt x="76" y="140"/>
                </a:cubicBezTo>
                <a:cubicBezTo>
                  <a:pt x="89" y="140"/>
                  <a:pt x="99" y="151"/>
                  <a:pt x="99" y="163"/>
                </a:cubicBezTo>
                <a:cubicBezTo>
                  <a:pt x="99" y="176"/>
                  <a:pt x="89" y="187"/>
                  <a:pt x="76" y="187"/>
                </a:cubicBezTo>
                <a:cubicBezTo>
                  <a:pt x="63" y="187"/>
                  <a:pt x="52" y="176"/>
                  <a:pt x="52" y="163"/>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5" name="Google Shape;385;p65"/>
          <p:cNvSpPr/>
          <p:nvPr/>
        </p:nvSpPr>
        <p:spPr>
          <a:xfrm>
            <a:off x="8949075" y="109856"/>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331" y="331"/>
                </a:moveTo>
                <a:cubicBezTo>
                  <a:pt x="14" y="331"/>
                  <a:pt x="14" y="331"/>
                  <a:pt x="14" y="331"/>
                </a:cubicBezTo>
                <a:cubicBezTo>
                  <a:pt x="14" y="15"/>
                  <a:pt x="14" y="15"/>
                  <a:pt x="14" y="15"/>
                </a:cubicBezTo>
                <a:cubicBezTo>
                  <a:pt x="331" y="15"/>
                  <a:pt x="331" y="15"/>
                  <a:pt x="331" y="15"/>
                </a:cubicBezTo>
                <a:lnTo>
                  <a:pt x="331" y="331"/>
                </a:lnTo>
                <a:close/>
                <a:moveTo>
                  <a:pt x="26" y="207"/>
                </a:moveTo>
                <a:cubicBezTo>
                  <a:pt x="26" y="176"/>
                  <a:pt x="51" y="150"/>
                  <a:pt x="82" y="150"/>
                </a:cubicBezTo>
                <a:cubicBezTo>
                  <a:pt x="95" y="119"/>
                  <a:pt x="125" y="99"/>
                  <a:pt x="159" y="99"/>
                </a:cubicBezTo>
                <a:cubicBezTo>
                  <a:pt x="187" y="99"/>
                  <a:pt x="214" y="114"/>
                  <a:pt x="229" y="138"/>
                </a:cubicBezTo>
                <a:cubicBezTo>
                  <a:pt x="235" y="134"/>
                  <a:pt x="242" y="131"/>
                  <a:pt x="249" y="131"/>
                </a:cubicBezTo>
                <a:cubicBezTo>
                  <a:pt x="269" y="131"/>
                  <a:pt x="285" y="147"/>
                  <a:pt x="285" y="167"/>
                </a:cubicBezTo>
                <a:cubicBezTo>
                  <a:pt x="285" y="169"/>
                  <a:pt x="285" y="171"/>
                  <a:pt x="284" y="173"/>
                </a:cubicBezTo>
                <a:cubicBezTo>
                  <a:pt x="304" y="178"/>
                  <a:pt x="319" y="196"/>
                  <a:pt x="319" y="217"/>
                </a:cubicBezTo>
                <a:cubicBezTo>
                  <a:pt x="319" y="243"/>
                  <a:pt x="298" y="264"/>
                  <a:pt x="273" y="264"/>
                </a:cubicBezTo>
                <a:cubicBezTo>
                  <a:pt x="222" y="264"/>
                  <a:pt x="222" y="264"/>
                  <a:pt x="222" y="264"/>
                </a:cubicBezTo>
                <a:cubicBezTo>
                  <a:pt x="222" y="249"/>
                  <a:pt x="222" y="249"/>
                  <a:pt x="222" y="249"/>
                </a:cubicBezTo>
                <a:cubicBezTo>
                  <a:pt x="273" y="249"/>
                  <a:pt x="273" y="249"/>
                  <a:pt x="273" y="249"/>
                </a:cubicBezTo>
                <a:cubicBezTo>
                  <a:pt x="290" y="249"/>
                  <a:pt x="304" y="235"/>
                  <a:pt x="304" y="217"/>
                </a:cubicBezTo>
                <a:cubicBezTo>
                  <a:pt x="304" y="201"/>
                  <a:pt x="291" y="187"/>
                  <a:pt x="275" y="186"/>
                </a:cubicBezTo>
                <a:cubicBezTo>
                  <a:pt x="264" y="185"/>
                  <a:pt x="264" y="185"/>
                  <a:pt x="264" y="185"/>
                </a:cubicBezTo>
                <a:cubicBezTo>
                  <a:pt x="268" y="176"/>
                  <a:pt x="268" y="176"/>
                  <a:pt x="268" y="176"/>
                </a:cubicBezTo>
                <a:cubicBezTo>
                  <a:pt x="270" y="173"/>
                  <a:pt x="270" y="170"/>
                  <a:pt x="270" y="167"/>
                </a:cubicBezTo>
                <a:cubicBezTo>
                  <a:pt x="270" y="156"/>
                  <a:pt x="261" y="146"/>
                  <a:pt x="249" y="146"/>
                </a:cubicBezTo>
                <a:cubicBezTo>
                  <a:pt x="243" y="146"/>
                  <a:pt x="237" y="149"/>
                  <a:pt x="233" y="154"/>
                </a:cubicBezTo>
                <a:cubicBezTo>
                  <a:pt x="225" y="163"/>
                  <a:pt x="225" y="163"/>
                  <a:pt x="225" y="163"/>
                </a:cubicBezTo>
                <a:cubicBezTo>
                  <a:pt x="220" y="153"/>
                  <a:pt x="220" y="153"/>
                  <a:pt x="220" y="153"/>
                </a:cubicBezTo>
                <a:cubicBezTo>
                  <a:pt x="209" y="129"/>
                  <a:pt x="185" y="113"/>
                  <a:pt x="159" y="113"/>
                </a:cubicBezTo>
                <a:cubicBezTo>
                  <a:pt x="129" y="113"/>
                  <a:pt x="104" y="132"/>
                  <a:pt x="94" y="160"/>
                </a:cubicBezTo>
                <a:cubicBezTo>
                  <a:pt x="93" y="165"/>
                  <a:pt x="93" y="165"/>
                  <a:pt x="93" y="165"/>
                </a:cubicBezTo>
                <a:cubicBezTo>
                  <a:pt x="87" y="165"/>
                  <a:pt x="87" y="165"/>
                  <a:pt x="87" y="165"/>
                </a:cubicBezTo>
                <a:cubicBezTo>
                  <a:pt x="86" y="165"/>
                  <a:pt x="84" y="164"/>
                  <a:pt x="83" y="164"/>
                </a:cubicBezTo>
                <a:cubicBezTo>
                  <a:pt x="60" y="164"/>
                  <a:pt x="41" y="183"/>
                  <a:pt x="41" y="207"/>
                </a:cubicBezTo>
                <a:cubicBezTo>
                  <a:pt x="41" y="230"/>
                  <a:pt x="60" y="249"/>
                  <a:pt x="83" y="249"/>
                </a:cubicBezTo>
                <a:cubicBezTo>
                  <a:pt x="129" y="249"/>
                  <a:pt x="129" y="249"/>
                  <a:pt x="129" y="249"/>
                </a:cubicBezTo>
                <a:cubicBezTo>
                  <a:pt x="129" y="264"/>
                  <a:pt x="129" y="264"/>
                  <a:pt x="129" y="264"/>
                </a:cubicBezTo>
                <a:cubicBezTo>
                  <a:pt x="83" y="264"/>
                  <a:pt x="83" y="264"/>
                  <a:pt x="83" y="264"/>
                </a:cubicBezTo>
                <a:cubicBezTo>
                  <a:pt x="52" y="264"/>
                  <a:pt x="26" y="238"/>
                  <a:pt x="26" y="207"/>
                </a:cubicBezTo>
                <a:close/>
                <a:moveTo>
                  <a:pt x="173" y="184"/>
                </a:moveTo>
                <a:cubicBezTo>
                  <a:pt x="216" y="227"/>
                  <a:pt x="216" y="227"/>
                  <a:pt x="216" y="227"/>
                </a:cubicBezTo>
                <a:cubicBezTo>
                  <a:pt x="206" y="238"/>
                  <a:pt x="206" y="238"/>
                  <a:pt x="206" y="238"/>
                </a:cubicBezTo>
                <a:cubicBezTo>
                  <a:pt x="180" y="212"/>
                  <a:pt x="180" y="212"/>
                  <a:pt x="180" y="212"/>
                </a:cubicBezTo>
                <a:cubicBezTo>
                  <a:pt x="180" y="296"/>
                  <a:pt x="180" y="296"/>
                  <a:pt x="180" y="296"/>
                </a:cubicBezTo>
                <a:cubicBezTo>
                  <a:pt x="165" y="296"/>
                  <a:pt x="165" y="296"/>
                  <a:pt x="165" y="296"/>
                </a:cubicBezTo>
                <a:cubicBezTo>
                  <a:pt x="165" y="212"/>
                  <a:pt x="165" y="212"/>
                  <a:pt x="165" y="212"/>
                </a:cubicBezTo>
                <a:cubicBezTo>
                  <a:pt x="139" y="238"/>
                  <a:pt x="139" y="238"/>
                  <a:pt x="139" y="238"/>
                </a:cubicBezTo>
                <a:cubicBezTo>
                  <a:pt x="129" y="227"/>
                  <a:pt x="129" y="227"/>
                  <a:pt x="129" y="227"/>
                </a:cubicBezTo>
                <a:lnTo>
                  <a:pt x="173" y="184"/>
                </a:lnTo>
                <a:close/>
              </a:path>
            </a:pathLst>
          </a:custGeom>
          <a:solidFill>
            <a:schemeClr val="accent4"/>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6" name="Google Shape;386;p65"/>
          <p:cNvSpPr/>
          <p:nvPr/>
        </p:nvSpPr>
        <p:spPr>
          <a:xfrm>
            <a:off x="8576035" y="765002"/>
            <a:ext cx="100622" cy="100622"/>
          </a:xfrm>
          <a:custGeom>
            <a:avLst/>
            <a:gdLst/>
            <a:ahLst/>
            <a:cxnLst/>
            <a:rect l="l" t="t" r="r" b="b"/>
            <a:pathLst>
              <a:path w="2322" h="2322" extrusionOk="0">
                <a:moveTo>
                  <a:pt x="0" y="0"/>
                </a:moveTo>
                <a:cubicBezTo>
                  <a:pt x="0" y="2322"/>
                  <a:pt x="0" y="2322"/>
                  <a:pt x="0" y="2322"/>
                </a:cubicBezTo>
                <a:cubicBezTo>
                  <a:pt x="2322" y="2322"/>
                  <a:pt x="2322" y="2322"/>
                  <a:pt x="2322" y="2322"/>
                </a:cubicBezTo>
                <a:cubicBezTo>
                  <a:pt x="2322" y="0"/>
                  <a:pt x="2322" y="0"/>
                  <a:pt x="2322" y="0"/>
                </a:cubicBezTo>
                <a:cubicBezTo>
                  <a:pt x="0" y="0"/>
                  <a:pt x="0" y="0"/>
                  <a:pt x="0" y="0"/>
                </a:cubicBezTo>
                <a:cubicBezTo>
                  <a:pt x="0" y="0"/>
                  <a:pt x="0" y="0"/>
                  <a:pt x="0" y="0"/>
                </a:cubicBezTo>
                <a:close/>
                <a:moveTo>
                  <a:pt x="2203" y="2203"/>
                </a:moveTo>
                <a:cubicBezTo>
                  <a:pt x="119" y="2203"/>
                  <a:pt x="119" y="2203"/>
                  <a:pt x="119" y="2203"/>
                </a:cubicBezTo>
                <a:cubicBezTo>
                  <a:pt x="119" y="90"/>
                  <a:pt x="119" y="90"/>
                  <a:pt x="119" y="90"/>
                </a:cubicBezTo>
                <a:cubicBezTo>
                  <a:pt x="2203" y="90"/>
                  <a:pt x="2203" y="90"/>
                  <a:pt x="2203" y="90"/>
                </a:cubicBezTo>
                <a:cubicBezTo>
                  <a:pt x="2203" y="2203"/>
                  <a:pt x="2203" y="2203"/>
                  <a:pt x="2203" y="2203"/>
                </a:cubicBezTo>
                <a:cubicBezTo>
                  <a:pt x="2203" y="2203"/>
                  <a:pt x="2203" y="2203"/>
                  <a:pt x="2203" y="2203"/>
                </a:cubicBezTo>
                <a:close/>
                <a:moveTo>
                  <a:pt x="1474" y="714"/>
                </a:moveTo>
                <a:cubicBezTo>
                  <a:pt x="1527" y="698"/>
                  <a:pt x="1565" y="645"/>
                  <a:pt x="1565" y="585"/>
                </a:cubicBezTo>
                <a:cubicBezTo>
                  <a:pt x="1565" y="508"/>
                  <a:pt x="1508" y="447"/>
                  <a:pt x="1440" y="447"/>
                </a:cubicBezTo>
                <a:cubicBezTo>
                  <a:pt x="1368" y="447"/>
                  <a:pt x="1311" y="508"/>
                  <a:pt x="1311" y="585"/>
                </a:cubicBezTo>
                <a:cubicBezTo>
                  <a:pt x="1311" y="633"/>
                  <a:pt x="1337" y="682"/>
                  <a:pt x="1379" y="702"/>
                </a:cubicBezTo>
                <a:cubicBezTo>
                  <a:pt x="1379" y="964"/>
                  <a:pt x="1379" y="964"/>
                  <a:pt x="1379" y="964"/>
                </a:cubicBezTo>
                <a:cubicBezTo>
                  <a:pt x="1542" y="1090"/>
                  <a:pt x="1542" y="1090"/>
                  <a:pt x="1542" y="1090"/>
                </a:cubicBezTo>
                <a:cubicBezTo>
                  <a:pt x="1542" y="1271"/>
                  <a:pt x="1542" y="1271"/>
                  <a:pt x="1542" y="1271"/>
                </a:cubicBezTo>
                <a:cubicBezTo>
                  <a:pt x="1375" y="1356"/>
                  <a:pt x="1375" y="1356"/>
                  <a:pt x="1375" y="1356"/>
                </a:cubicBezTo>
                <a:cubicBezTo>
                  <a:pt x="1375" y="1591"/>
                  <a:pt x="1375" y="1591"/>
                  <a:pt x="1375" y="1591"/>
                </a:cubicBezTo>
                <a:cubicBezTo>
                  <a:pt x="1333" y="1615"/>
                  <a:pt x="1311" y="1655"/>
                  <a:pt x="1311" y="1708"/>
                </a:cubicBezTo>
                <a:cubicBezTo>
                  <a:pt x="1311" y="1785"/>
                  <a:pt x="1368" y="1845"/>
                  <a:pt x="1436" y="1845"/>
                </a:cubicBezTo>
                <a:cubicBezTo>
                  <a:pt x="1508" y="1845"/>
                  <a:pt x="1565" y="1785"/>
                  <a:pt x="1565" y="1708"/>
                </a:cubicBezTo>
                <a:cubicBezTo>
                  <a:pt x="1565" y="1643"/>
                  <a:pt x="1523" y="1591"/>
                  <a:pt x="1470" y="1574"/>
                </a:cubicBezTo>
                <a:cubicBezTo>
                  <a:pt x="1470" y="1421"/>
                  <a:pt x="1470" y="1421"/>
                  <a:pt x="1470" y="1421"/>
                </a:cubicBezTo>
                <a:cubicBezTo>
                  <a:pt x="1637" y="1336"/>
                  <a:pt x="1637" y="1336"/>
                  <a:pt x="1637" y="1336"/>
                </a:cubicBezTo>
                <a:cubicBezTo>
                  <a:pt x="1637" y="1037"/>
                  <a:pt x="1637" y="1037"/>
                  <a:pt x="1637" y="1037"/>
                </a:cubicBezTo>
                <a:cubicBezTo>
                  <a:pt x="1474" y="912"/>
                  <a:pt x="1474" y="912"/>
                  <a:pt x="1474" y="912"/>
                </a:cubicBezTo>
                <a:cubicBezTo>
                  <a:pt x="1474" y="714"/>
                  <a:pt x="1474" y="714"/>
                  <a:pt x="1474" y="714"/>
                </a:cubicBezTo>
                <a:cubicBezTo>
                  <a:pt x="1474" y="714"/>
                  <a:pt x="1474" y="714"/>
                  <a:pt x="1474" y="714"/>
                </a:cubicBezTo>
                <a:close/>
                <a:moveTo>
                  <a:pt x="1436" y="1756"/>
                </a:moveTo>
                <a:cubicBezTo>
                  <a:pt x="1413" y="1756"/>
                  <a:pt x="1394" y="1732"/>
                  <a:pt x="1394" y="1708"/>
                </a:cubicBezTo>
                <a:cubicBezTo>
                  <a:pt x="1394" y="1684"/>
                  <a:pt x="1413" y="1659"/>
                  <a:pt x="1436" y="1659"/>
                </a:cubicBezTo>
                <a:cubicBezTo>
                  <a:pt x="1462" y="1659"/>
                  <a:pt x="1481" y="1684"/>
                  <a:pt x="1481" y="1708"/>
                </a:cubicBezTo>
                <a:cubicBezTo>
                  <a:pt x="1481" y="1732"/>
                  <a:pt x="1462" y="1756"/>
                  <a:pt x="1436" y="1756"/>
                </a:cubicBezTo>
                <a:close/>
                <a:moveTo>
                  <a:pt x="1440" y="536"/>
                </a:moveTo>
                <a:cubicBezTo>
                  <a:pt x="1462" y="536"/>
                  <a:pt x="1481" y="556"/>
                  <a:pt x="1481" y="585"/>
                </a:cubicBezTo>
                <a:cubicBezTo>
                  <a:pt x="1481" y="609"/>
                  <a:pt x="1462" y="629"/>
                  <a:pt x="1440" y="629"/>
                </a:cubicBezTo>
                <a:cubicBezTo>
                  <a:pt x="1413" y="629"/>
                  <a:pt x="1394" y="609"/>
                  <a:pt x="1394" y="585"/>
                </a:cubicBezTo>
                <a:cubicBezTo>
                  <a:pt x="1394" y="556"/>
                  <a:pt x="1413" y="536"/>
                  <a:pt x="1440" y="536"/>
                </a:cubicBezTo>
                <a:close/>
                <a:moveTo>
                  <a:pt x="1874" y="755"/>
                </a:moveTo>
                <a:cubicBezTo>
                  <a:pt x="1874" y="489"/>
                  <a:pt x="1874" y="489"/>
                  <a:pt x="1874" y="489"/>
                </a:cubicBezTo>
                <a:cubicBezTo>
                  <a:pt x="1375" y="208"/>
                  <a:pt x="1375" y="208"/>
                  <a:pt x="1375" y="208"/>
                </a:cubicBezTo>
                <a:cubicBezTo>
                  <a:pt x="1176" y="336"/>
                  <a:pt x="1176" y="336"/>
                  <a:pt x="1176" y="336"/>
                </a:cubicBezTo>
                <a:cubicBezTo>
                  <a:pt x="973" y="208"/>
                  <a:pt x="973" y="208"/>
                  <a:pt x="973" y="208"/>
                </a:cubicBezTo>
                <a:cubicBezTo>
                  <a:pt x="474" y="489"/>
                  <a:pt x="474" y="489"/>
                  <a:pt x="474" y="489"/>
                </a:cubicBezTo>
                <a:cubicBezTo>
                  <a:pt x="474" y="755"/>
                  <a:pt x="474" y="755"/>
                  <a:pt x="474" y="755"/>
                </a:cubicBezTo>
                <a:cubicBezTo>
                  <a:pt x="239" y="904"/>
                  <a:pt x="239" y="904"/>
                  <a:pt x="239" y="904"/>
                </a:cubicBezTo>
                <a:cubicBezTo>
                  <a:pt x="239" y="1467"/>
                  <a:pt x="239" y="1467"/>
                  <a:pt x="239" y="1467"/>
                </a:cubicBezTo>
                <a:cubicBezTo>
                  <a:pt x="482" y="1616"/>
                  <a:pt x="482" y="1616"/>
                  <a:pt x="482" y="1616"/>
                </a:cubicBezTo>
                <a:cubicBezTo>
                  <a:pt x="482" y="1837"/>
                  <a:pt x="482" y="1837"/>
                  <a:pt x="482" y="1837"/>
                </a:cubicBezTo>
                <a:cubicBezTo>
                  <a:pt x="961" y="2115"/>
                  <a:pt x="961" y="2115"/>
                  <a:pt x="961" y="2115"/>
                </a:cubicBezTo>
                <a:cubicBezTo>
                  <a:pt x="1176" y="1998"/>
                  <a:pt x="1176" y="1998"/>
                  <a:pt x="1176" y="1998"/>
                </a:cubicBezTo>
                <a:cubicBezTo>
                  <a:pt x="1391" y="2115"/>
                  <a:pt x="1391" y="2115"/>
                  <a:pt x="1391" y="2115"/>
                </a:cubicBezTo>
                <a:cubicBezTo>
                  <a:pt x="1870" y="1837"/>
                  <a:pt x="1870" y="1837"/>
                  <a:pt x="1870" y="1837"/>
                </a:cubicBezTo>
                <a:cubicBezTo>
                  <a:pt x="1870" y="1616"/>
                  <a:pt x="1870" y="1616"/>
                  <a:pt x="1870" y="1616"/>
                </a:cubicBezTo>
                <a:cubicBezTo>
                  <a:pt x="2113" y="1467"/>
                  <a:pt x="2113" y="1467"/>
                  <a:pt x="2113" y="1467"/>
                </a:cubicBezTo>
                <a:cubicBezTo>
                  <a:pt x="2113" y="904"/>
                  <a:pt x="2113" y="904"/>
                  <a:pt x="2113" y="904"/>
                </a:cubicBezTo>
                <a:cubicBezTo>
                  <a:pt x="1874" y="755"/>
                  <a:pt x="1874" y="755"/>
                  <a:pt x="1874" y="755"/>
                </a:cubicBezTo>
                <a:cubicBezTo>
                  <a:pt x="1874" y="755"/>
                  <a:pt x="1874" y="755"/>
                  <a:pt x="1874" y="755"/>
                </a:cubicBezTo>
                <a:close/>
                <a:moveTo>
                  <a:pt x="582" y="1777"/>
                </a:moveTo>
                <a:cubicBezTo>
                  <a:pt x="582" y="1612"/>
                  <a:pt x="582" y="1612"/>
                  <a:pt x="582" y="1612"/>
                </a:cubicBezTo>
                <a:cubicBezTo>
                  <a:pt x="642" y="1584"/>
                  <a:pt x="642" y="1584"/>
                  <a:pt x="642" y="1584"/>
                </a:cubicBezTo>
                <a:cubicBezTo>
                  <a:pt x="650" y="1588"/>
                  <a:pt x="662" y="1592"/>
                  <a:pt x="670" y="1592"/>
                </a:cubicBezTo>
                <a:cubicBezTo>
                  <a:pt x="714" y="1592"/>
                  <a:pt x="745" y="1555"/>
                  <a:pt x="745" y="1515"/>
                </a:cubicBezTo>
                <a:cubicBezTo>
                  <a:pt x="745" y="1475"/>
                  <a:pt x="714" y="1439"/>
                  <a:pt x="670" y="1439"/>
                </a:cubicBezTo>
                <a:cubicBezTo>
                  <a:pt x="638" y="1439"/>
                  <a:pt x="610" y="1463"/>
                  <a:pt x="602" y="1491"/>
                </a:cubicBezTo>
                <a:cubicBezTo>
                  <a:pt x="526" y="1523"/>
                  <a:pt x="526" y="1523"/>
                  <a:pt x="526" y="1523"/>
                </a:cubicBezTo>
                <a:cubicBezTo>
                  <a:pt x="339" y="1407"/>
                  <a:pt x="339" y="1407"/>
                  <a:pt x="339" y="1407"/>
                </a:cubicBezTo>
                <a:cubicBezTo>
                  <a:pt x="339" y="1250"/>
                  <a:pt x="339" y="1250"/>
                  <a:pt x="339" y="1250"/>
                </a:cubicBezTo>
                <a:cubicBezTo>
                  <a:pt x="387" y="1250"/>
                  <a:pt x="387" y="1250"/>
                  <a:pt x="387" y="1250"/>
                </a:cubicBezTo>
                <a:cubicBezTo>
                  <a:pt x="407" y="1298"/>
                  <a:pt x="454" y="1334"/>
                  <a:pt x="510" y="1334"/>
                </a:cubicBezTo>
                <a:cubicBezTo>
                  <a:pt x="586" y="1334"/>
                  <a:pt x="646" y="1274"/>
                  <a:pt x="646" y="1201"/>
                </a:cubicBezTo>
                <a:cubicBezTo>
                  <a:pt x="646" y="1125"/>
                  <a:pt x="586" y="1065"/>
                  <a:pt x="510" y="1065"/>
                </a:cubicBezTo>
                <a:cubicBezTo>
                  <a:pt x="454" y="1065"/>
                  <a:pt x="407" y="1097"/>
                  <a:pt x="387" y="1145"/>
                </a:cubicBezTo>
                <a:cubicBezTo>
                  <a:pt x="339" y="1145"/>
                  <a:pt x="339" y="1145"/>
                  <a:pt x="339" y="1145"/>
                </a:cubicBezTo>
                <a:cubicBezTo>
                  <a:pt x="339" y="960"/>
                  <a:pt x="339" y="960"/>
                  <a:pt x="339" y="960"/>
                </a:cubicBezTo>
                <a:cubicBezTo>
                  <a:pt x="526" y="843"/>
                  <a:pt x="526" y="843"/>
                  <a:pt x="526" y="843"/>
                </a:cubicBezTo>
                <a:cubicBezTo>
                  <a:pt x="602" y="884"/>
                  <a:pt x="602" y="884"/>
                  <a:pt x="602" y="884"/>
                </a:cubicBezTo>
                <a:cubicBezTo>
                  <a:pt x="610" y="912"/>
                  <a:pt x="638" y="936"/>
                  <a:pt x="670" y="936"/>
                </a:cubicBezTo>
                <a:cubicBezTo>
                  <a:pt x="714" y="936"/>
                  <a:pt x="745" y="904"/>
                  <a:pt x="745" y="859"/>
                </a:cubicBezTo>
                <a:cubicBezTo>
                  <a:pt x="745" y="819"/>
                  <a:pt x="714" y="787"/>
                  <a:pt x="670" y="787"/>
                </a:cubicBezTo>
                <a:cubicBezTo>
                  <a:pt x="662" y="787"/>
                  <a:pt x="654" y="787"/>
                  <a:pt x="646" y="791"/>
                </a:cubicBezTo>
                <a:cubicBezTo>
                  <a:pt x="578" y="751"/>
                  <a:pt x="578" y="751"/>
                  <a:pt x="578" y="751"/>
                </a:cubicBezTo>
                <a:cubicBezTo>
                  <a:pt x="578" y="550"/>
                  <a:pt x="578" y="550"/>
                  <a:pt x="578" y="550"/>
                </a:cubicBezTo>
                <a:cubicBezTo>
                  <a:pt x="969" y="328"/>
                  <a:pt x="969" y="328"/>
                  <a:pt x="969" y="328"/>
                </a:cubicBezTo>
                <a:cubicBezTo>
                  <a:pt x="1120" y="417"/>
                  <a:pt x="1120" y="417"/>
                  <a:pt x="1120" y="417"/>
                </a:cubicBezTo>
                <a:cubicBezTo>
                  <a:pt x="1120" y="1145"/>
                  <a:pt x="1120" y="1145"/>
                  <a:pt x="1120" y="1145"/>
                </a:cubicBezTo>
                <a:cubicBezTo>
                  <a:pt x="1068" y="1145"/>
                  <a:pt x="1068" y="1145"/>
                  <a:pt x="1068" y="1145"/>
                </a:cubicBezTo>
                <a:cubicBezTo>
                  <a:pt x="1056" y="1133"/>
                  <a:pt x="1037" y="1121"/>
                  <a:pt x="1013" y="1121"/>
                </a:cubicBezTo>
                <a:cubicBezTo>
                  <a:pt x="973" y="1121"/>
                  <a:pt x="937" y="1153"/>
                  <a:pt x="937" y="1197"/>
                </a:cubicBezTo>
                <a:cubicBezTo>
                  <a:pt x="937" y="1238"/>
                  <a:pt x="973" y="1274"/>
                  <a:pt x="1013" y="1274"/>
                </a:cubicBezTo>
                <a:cubicBezTo>
                  <a:pt x="1033" y="1274"/>
                  <a:pt x="1052" y="1262"/>
                  <a:pt x="1068" y="1250"/>
                </a:cubicBezTo>
                <a:cubicBezTo>
                  <a:pt x="1120" y="1250"/>
                  <a:pt x="1120" y="1250"/>
                  <a:pt x="1120" y="1250"/>
                </a:cubicBezTo>
                <a:cubicBezTo>
                  <a:pt x="1120" y="1913"/>
                  <a:pt x="1120" y="1913"/>
                  <a:pt x="1120" y="1913"/>
                </a:cubicBezTo>
                <a:cubicBezTo>
                  <a:pt x="961" y="1998"/>
                  <a:pt x="961" y="1998"/>
                  <a:pt x="961" y="1998"/>
                </a:cubicBezTo>
                <a:cubicBezTo>
                  <a:pt x="582" y="1777"/>
                  <a:pt x="582" y="1777"/>
                  <a:pt x="582" y="1777"/>
                </a:cubicBezTo>
                <a:cubicBezTo>
                  <a:pt x="582" y="1777"/>
                  <a:pt x="582" y="1777"/>
                  <a:pt x="582" y="1777"/>
                </a:cubicBezTo>
                <a:close/>
                <a:moveTo>
                  <a:pt x="466" y="1201"/>
                </a:moveTo>
                <a:cubicBezTo>
                  <a:pt x="466" y="1173"/>
                  <a:pt x="486" y="1153"/>
                  <a:pt x="510" y="1153"/>
                </a:cubicBezTo>
                <a:cubicBezTo>
                  <a:pt x="538" y="1153"/>
                  <a:pt x="558" y="1173"/>
                  <a:pt x="558" y="1201"/>
                </a:cubicBezTo>
                <a:cubicBezTo>
                  <a:pt x="558" y="1226"/>
                  <a:pt x="538" y="1246"/>
                  <a:pt x="510" y="1246"/>
                </a:cubicBezTo>
                <a:cubicBezTo>
                  <a:pt x="486" y="1246"/>
                  <a:pt x="466" y="1226"/>
                  <a:pt x="466" y="1201"/>
                </a:cubicBezTo>
                <a:close/>
                <a:moveTo>
                  <a:pt x="1822" y="1523"/>
                </a:moveTo>
                <a:cubicBezTo>
                  <a:pt x="1750" y="1491"/>
                  <a:pt x="1750" y="1491"/>
                  <a:pt x="1750" y="1491"/>
                </a:cubicBezTo>
                <a:cubicBezTo>
                  <a:pt x="1738" y="1463"/>
                  <a:pt x="1710" y="1439"/>
                  <a:pt x="1678" y="1439"/>
                </a:cubicBezTo>
                <a:cubicBezTo>
                  <a:pt x="1639" y="1439"/>
                  <a:pt x="1603" y="1475"/>
                  <a:pt x="1603" y="1515"/>
                </a:cubicBezTo>
                <a:cubicBezTo>
                  <a:pt x="1603" y="1555"/>
                  <a:pt x="1639" y="1592"/>
                  <a:pt x="1678" y="1592"/>
                </a:cubicBezTo>
                <a:cubicBezTo>
                  <a:pt x="1690" y="1592"/>
                  <a:pt x="1698" y="1588"/>
                  <a:pt x="1706" y="1584"/>
                </a:cubicBezTo>
                <a:cubicBezTo>
                  <a:pt x="1766" y="1612"/>
                  <a:pt x="1766" y="1612"/>
                  <a:pt x="1766" y="1612"/>
                </a:cubicBezTo>
                <a:cubicBezTo>
                  <a:pt x="1766" y="1777"/>
                  <a:pt x="1766" y="1777"/>
                  <a:pt x="1766" y="1777"/>
                </a:cubicBezTo>
                <a:cubicBezTo>
                  <a:pt x="1387" y="1998"/>
                  <a:pt x="1387" y="1998"/>
                  <a:pt x="1387" y="1998"/>
                </a:cubicBezTo>
                <a:cubicBezTo>
                  <a:pt x="1220" y="1905"/>
                  <a:pt x="1220" y="1905"/>
                  <a:pt x="1220" y="1905"/>
                </a:cubicBezTo>
                <a:cubicBezTo>
                  <a:pt x="1220" y="1250"/>
                  <a:pt x="1220" y="1250"/>
                  <a:pt x="1220" y="1250"/>
                </a:cubicBezTo>
                <a:cubicBezTo>
                  <a:pt x="1288" y="1250"/>
                  <a:pt x="1288" y="1250"/>
                  <a:pt x="1288" y="1250"/>
                </a:cubicBezTo>
                <a:cubicBezTo>
                  <a:pt x="1300" y="1262"/>
                  <a:pt x="1320" y="1274"/>
                  <a:pt x="1340" y="1274"/>
                </a:cubicBezTo>
                <a:cubicBezTo>
                  <a:pt x="1383" y="1274"/>
                  <a:pt x="1415" y="1238"/>
                  <a:pt x="1415" y="1197"/>
                </a:cubicBezTo>
                <a:cubicBezTo>
                  <a:pt x="1415" y="1153"/>
                  <a:pt x="1383" y="1121"/>
                  <a:pt x="1340" y="1121"/>
                </a:cubicBezTo>
                <a:cubicBezTo>
                  <a:pt x="1320" y="1121"/>
                  <a:pt x="1300" y="1133"/>
                  <a:pt x="1284" y="1145"/>
                </a:cubicBezTo>
                <a:cubicBezTo>
                  <a:pt x="1220" y="1145"/>
                  <a:pt x="1220" y="1145"/>
                  <a:pt x="1220" y="1145"/>
                </a:cubicBezTo>
                <a:cubicBezTo>
                  <a:pt x="1220" y="425"/>
                  <a:pt x="1220" y="425"/>
                  <a:pt x="1220" y="425"/>
                </a:cubicBezTo>
                <a:cubicBezTo>
                  <a:pt x="1379" y="328"/>
                  <a:pt x="1379" y="328"/>
                  <a:pt x="1379" y="328"/>
                </a:cubicBezTo>
                <a:cubicBezTo>
                  <a:pt x="1774" y="550"/>
                  <a:pt x="1774" y="550"/>
                  <a:pt x="1774" y="550"/>
                </a:cubicBezTo>
                <a:cubicBezTo>
                  <a:pt x="1774" y="751"/>
                  <a:pt x="1774" y="751"/>
                  <a:pt x="1774" y="751"/>
                </a:cubicBezTo>
                <a:cubicBezTo>
                  <a:pt x="1706" y="791"/>
                  <a:pt x="1706" y="791"/>
                  <a:pt x="1706" y="791"/>
                </a:cubicBezTo>
                <a:cubicBezTo>
                  <a:pt x="1698" y="787"/>
                  <a:pt x="1690" y="787"/>
                  <a:pt x="1678" y="787"/>
                </a:cubicBezTo>
                <a:cubicBezTo>
                  <a:pt x="1639" y="787"/>
                  <a:pt x="1603" y="819"/>
                  <a:pt x="1603" y="859"/>
                </a:cubicBezTo>
                <a:cubicBezTo>
                  <a:pt x="1603" y="904"/>
                  <a:pt x="1639" y="936"/>
                  <a:pt x="1678" y="936"/>
                </a:cubicBezTo>
                <a:cubicBezTo>
                  <a:pt x="1714" y="936"/>
                  <a:pt x="1742" y="912"/>
                  <a:pt x="1750" y="884"/>
                </a:cubicBezTo>
                <a:cubicBezTo>
                  <a:pt x="1822" y="843"/>
                  <a:pt x="1822" y="843"/>
                  <a:pt x="1822" y="843"/>
                </a:cubicBezTo>
                <a:cubicBezTo>
                  <a:pt x="2009" y="960"/>
                  <a:pt x="2009" y="960"/>
                  <a:pt x="2009" y="960"/>
                </a:cubicBezTo>
                <a:cubicBezTo>
                  <a:pt x="2009" y="1145"/>
                  <a:pt x="2009" y="1145"/>
                  <a:pt x="2009" y="1145"/>
                </a:cubicBezTo>
                <a:cubicBezTo>
                  <a:pt x="1973" y="1145"/>
                  <a:pt x="1973" y="1145"/>
                  <a:pt x="1973" y="1145"/>
                </a:cubicBezTo>
                <a:cubicBezTo>
                  <a:pt x="1954" y="1097"/>
                  <a:pt x="1906" y="1065"/>
                  <a:pt x="1850" y="1065"/>
                </a:cubicBezTo>
                <a:cubicBezTo>
                  <a:pt x="1774" y="1065"/>
                  <a:pt x="1714" y="1125"/>
                  <a:pt x="1714" y="1201"/>
                </a:cubicBezTo>
                <a:cubicBezTo>
                  <a:pt x="1714" y="1274"/>
                  <a:pt x="1774" y="1334"/>
                  <a:pt x="1850" y="1334"/>
                </a:cubicBezTo>
                <a:cubicBezTo>
                  <a:pt x="1906" y="1334"/>
                  <a:pt x="1958" y="1298"/>
                  <a:pt x="1973" y="1250"/>
                </a:cubicBezTo>
                <a:cubicBezTo>
                  <a:pt x="2009" y="1250"/>
                  <a:pt x="2009" y="1250"/>
                  <a:pt x="2009" y="1250"/>
                </a:cubicBezTo>
                <a:cubicBezTo>
                  <a:pt x="2009" y="1407"/>
                  <a:pt x="2009" y="1407"/>
                  <a:pt x="2009" y="1407"/>
                </a:cubicBezTo>
                <a:cubicBezTo>
                  <a:pt x="1822" y="1523"/>
                  <a:pt x="1822" y="1523"/>
                  <a:pt x="1822" y="1523"/>
                </a:cubicBezTo>
                <a:cubicBezTo>
                  <a:pt x="1822" y="1523"/>
                  <a:pt x="1822" y="1523"/>
                  <a:pt x="1822" y="1523"/>
                </a:cubicBezTo>
                <a:close/>
                <a:moveTo>
                  <a:pt x="1898" y="1201"/>
                </a:moveTo>
                <a:cubicBezTo>
                  <a:pt x="1898" y="1226"/>
                  <a:pt x="1874" y="1246"/>
                  <a:pt x="1850" y="1246"/>
                </a:cubicBezTo>
                <a:cubicBezTo>
                  <a:pt x="1826" y="1246"/>
                  <a:pt x="1802" y="1226"/>
                  <a:pt x="1802" y="1201"/>
                </a:cubicBezTo>
                <a:cubicBezTo>
                  <a:pt x="1802" y="1173"/>
                  <a:pt x="1826" y="1153"/>
                  <a:pt x="1850" y="1153"/>
                </a:cubicBezTo>
                <a:cubicBezTo>
                  <a:pt x="1874" y="1153"/>
                  <a:pt x="1898" y="1173"/>
                  <a:pt x="1898" y="1201"/>
                </a:cubicBezTo>
                <a:close/>
                <a:moveTo>
                  <a:pt x="969" y="1588"/>
                </a:moveTo>
                <a:cubicBezTo>
                  <a:pt x="969" y="1355"/>
                  <a:pt x="969" y="1355"/>
                  <a:pt x="969" y="1355"/>
                </a:cubicBezTo>
                <a:cubicBezTo>
                  <a:pt x="786" y="1271"/>
                  <a:pt x="786" y="1271"/>
                  <a:pt x="786" y="1271"/>
                </a:cubicBezTo>
                <a:cubicBezTo>
                  <a:pt x="786" y="1090"/>
                  <a:pt x="786" y="1090"/>
                  <a:pt x="786" y="1090"/>
                </a:cubicBezTo>
                <a:cubicBezTo>
                  <a:pt x="965" y="965"/>
                  <a:pt x="965" y="965"/>
                  <a:pt x="965" y="965"/>
                </a:cubicBezTo>
                <a:cubicBezTo>
                  <a:pt x="965" y="704"/>
                  <a:pt x="965" y="704"/>
                  <a:pt x="965" y="704"/>
                </a:cubicBezTo>
                <a:cubicBezTo>
                  <a:pt x="1009" y="684"/>
                  <a:pt x="1038" y="636"/>
                  <a:pt x="1038" y="584"/>
                </a:cubicBezTo>
                <a:cubicBezTo>
                  <a:pt x="1038" y="507"/>
                  <a:pt x="977" y="447"/>
                  <a:pt x="904" y="447"/>
                </a:cubicBezTo>
                <a:cubicBezTo>
                  <a:pt x="827" y="447"/>
                  <a:pt x="766" y="507"/>
                  <a:pt x="766" y="584"/>
                </a:cubicBezTo>
                <a:cubicBezTo>
                  <a:pt x="766" y="644"/>
                  <a:pt x="807" y="696"/>
                  <a:pt x="863" y="712"/>
                </a:cubicBezTo>
                <a:cubicBezTo>
                  <a:pt x="859" y="716"/>
                  <a:pt x="859" y="716"/>
                  <a:pt x="859" y="716"/>
                </a:cubicBezTo>
                <a:cubicBezTo>
                  <a:pt x="859" y="913"/>
                  <a:pt x="859" y="913"/>
                  <a:pt x="859" y="913"/>
                </a:cubicBezTo>
                <a:cubicBezTo>
                  <a:pt x="685" y="1038"/>
                  <a:pt x="685" y="1038"/>
                  <a:pt x="685" y="1038"/>
                </a:cubicBezTo>
                <a:cubicBezTo>
                  <a:pt x="685" y="1335"/>
                  <a:pt x="685" y="1335"/>
                  <a:pt x="685" y="1335"/>
                </a:cubicBezTo>
                <a:cubicBezTo>
                  <a:pt x="867" y="1419"/>
                  <a:pt x="867" y="1419"/>
                  <a:pt x="867" y="1419"/>
                </a:cubicBezTo>
                <a:cubicBezTo>
                  <a:pt x="867" y="1580"/>
                  <a:pt x="867" y="1580"/>
                  <a:pt x="867" y="1580"/>
                </a:cubicBezTo>
                <a:cubicBezTo>
                  <a:pt x="811" y="1596"/>
                  <a:pt x="766" y="1648"/>
                  <a:pt x="766" y="1709"/>
                </a:cubicBezTo>
                <a:cubicBezTo>
                  <a:pt x="766" y="1785"/>
                  <a:pt x="827" y="1845"/>
                  <a:pt x="904" y="1845"/>
                </a:cubicBezTo>
                <a:cubicBezTo>
                  <a:pt x="981" y="1845"/>
                  <a:pt x="1042" y="1785"/>
                  <a:pt x="1042" y="1709"/>
                </a:cubicBezTo>
                <a:cubicBezTo>
                  <a:pt x="1042" y="1656"/>
                  <a:pt x="1013" y="1612"/>
                  <a:pt x="969" y="1588"/>
                </a:cubicBezTo>
                <a:close/>
                <a:moveTo>
                  <a:pt x="904" y="536"/>
                </a:moveTo>
                <a:cubicBezTo>
                  <a:pt x="928" y="536"/>
                  <a:pt x="948" y="560"/>
                  <a:pt x="948" y="584"/>
                </a:cubicBezTo>
                <a:cubicBezTo>
                  <a:pt x="948" y="608"/>
                  <a:pt x="928" y="632"/>
                  <a:pt x="904" y="632"/>
                </a:cubicBezTo>
                <a:cubicBezTo>
                  <a:pt x="876" y="632"/>
                  <a:pt x="855" y="608"/>
                  <a:pt x="855" y="584"/>
                </a:cubicBezTo>
                <a:cubicBezTo>
                  <a:pt x="855" y="560"/>
                  <a:pt x="876" y="536"/>
                  <a:pt x="904" y="536"/>
                </a:cubicBezTo>
                <a:close/>
                <a:moveTo>
                  <a:pt x="904" y="1757"/>
                </a:moveTo>
                <a:cubicBezTo>
                  <a:pt x="880" y="1757"/>
                  <a:pt x="855" y="1733"/>
                  <a:pt x="855" y="1709"/>
                </a:cubicBezTo>
                <a:cubicBezTo>
                  <a:pt x="855" y="1684"/>
                  <a:pt x="880" y="1660"/>
                  <a:pt x="904" y="1660"/>
                </a:cubicBezTo>
                <a:cubicBezTo>
                  <a:pt x="928" y="1660"/>
                  <a:pt x="952" y="1684"/>
                  <a:pt x="952" y="1709"/>
                </a:cubicBezTo>
                <a:cubicBezTo>
                  <a:pt x="952" y="1733"/>
                  <a:pt x="928" y="1757"/>
                  <a:pt x="904" y="1757"/>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387" name="Google Shape;387;p65"/>
          <p:cNvSpPr/>
          <p:nvPr/>
        </p:nvSpPr>
        <p:spPr>
          <a:xfrm>
            <a:off x="8576030" y="339533"/>
            <a:ext cx="100634" cy="100921"/>
          </a:xfrm>
          <a:custGeom>
            <a:avLst/>
            <a:gdLst/>
            <a:ahLst/>
            <a:cxnLst/>
            <a:rect l="l" t="t" r="r" b="b"/>
            <a:pathLst>
              <a:path w="704" h="706" extrusionOk="0">
                <a:moveTo>
                  <a:pt x="522" y="182"/>
                </a:moveTo>
                <a:lnTo>
                  <a:pt x="182" y="182"/>
                </a:lnTo>
                <a:lnTo>
                  <a:pt x="182" y="524"/>
                </a:lnTo>
                <a:lnTo>
                  <a:pt x="522" y="524"/>
                </a:lnTo>
                <a:lnTo>
                  <a:pt x="522" y="182"/>
                </a:lnTo>
                <a:close/>
                <a:moveTo>
                  <a:pt x="492" y="494"/>
                </a:moveTo>
                <a:lnTo>
                  <a:pt x="211" y="494"/>
                </a:lnTo>
                <a:lnTo>
                  <a:pt x="211" y="213"/>
                </a:lnTo>
                <a:lnTo>
                  <a:pt x="492" y="213"/>
                </a:lnTo>
                <a:lnTo>
                  <a:pt x="492" y="494"/>
                </a:lnTo>
                <a:close/>
                <a:moveTo>
                  <a:pt x="704" y="151"/>
                </a:moveTo>
                <a:lnTo>
                  <a:pt x="704" y="121"/>
                </a:lnTo>
                <a:lnTo>
                  <a:pt x="603" y="121"/>
                </a:lnTo>
                <a:lnTo>
                  <a:pt x="603" y="100"/>
                </a:lnTo>
                <a:lnTo>
                  <a:pt x="584" y="100"/>
                </a:lnTo>
                <a:lnTo>
                  <a:pt x="584" y="0"/>
                </a:lnTo>
                <a:lnTo>
                  <a:pt x="553" y="0"/>
                </a:lnTo>
                <a:lnTo>
                  <a:pt x="553" y="100"/>
                </a:lnTo>
                <a:lnTo>
                  <a:pt x="529" y="100"/>
                </a:lnTo>
                <a:lnTo>
                  <a:pt x="529" y="0"/>
                </a:lnTo>
                <a:lnTo>
                  <a:pt x="500" y="0"/>
                </a:lnTo>
                <a:lnTo>
                  <a:pt x="500" y="100"/>
                </a:lnTo>
                <a:lnTo>
                  <a:pt x="475" y="100"/>
                </a:lnTo>
                <a:lnTo>
                  <a:pt x="475" y="0"/>
                </a:lnTo>
                <a:lnTo>
                  <a:pt x="445" y="0"/>
                </a:lnTo>
                <a:lnTo>
                  <a:pt x="445" y="100"/>
                </a:lnTo>
                <a:lnTo>
                  <a:pt x="421" y="100"/>
                </a:lnTo>
                <a:lnTo>
                  <a:pt x="421" y="0"/>
                </a:lnTo>
                <a:lnTo>
                  <a:pt x="391" y="0"/>
                </a:lnTo>
                <a:lnTo>
                  <a:pt x="391" y="100"/>
                </a:lnTo>
                <a:lnTo>
                  <a:pt x="366" y="100"/>
                </a:lnTo>
                <a:lnTo>
                  <a:pt x="366" y="0"/>
                </a:lnTo>
                <a:lnTo>
                  <a:pt x="337" y="0"/>
                </a:lnTo>
                <a:lnTo>
                  <a:pt x="337" y="100"/>
                </a:lnTo>
                <a:lnTo>
                  <a:pt x="313" y="100"/>
                </a:lnTo>
                <a:lnTo>
                  <a:pt x="313" y="0"/>
                </a:lnTo>
                <a:lnTo>
                  <a:pt x="282" y="0"/>
                </a:lnTo>
                <a:lnTo>
                  <a:pt x="282" y="100"/>
                </a:lnTo>
                <a:lnTo>
                  <a:pt x="258" y="100"/>
                </a:lnTo>
                <a:lnTo>
                  <a:pt x="258" y="0"/>
                </a:lnTo>
                <a:lnTo>
                  <a:pt x="228" y="0"/>
                </a:lnTo>
                <a:lnTo>
                  <a:pt x="228" y="100"/>
                </a:lnTo>
                <a:lnTo>
                  <a:pt x="204" y="100"/>
                </a:lnTo>
                <a:lnTo>
                  <a:pt x="204" y="0"/>
                </a:lnTo>
                <a:lnTo>
                  <a:pt x="174" y="0"/>
                </a:lnTo>
                <a:lnTo>
                  <a:pt x="174" y="100"/>
                </a:lnTo>
                <a:lnTo>
                  <a:pt x="150" y="100"/>
                </a:lnTo>
                <a:lnTo>
                  <a:pt x="150" y="0"/>
                </a:lnTo>
                <a:lnTo>
                  <a:pt x="119" y="0"/>
                </a:lnTo>
                <a:lnTo>
                  <a:pt x="119" y="100"/>
                </a:lnTo>
                <a:lnTo>
                  <a:pt x="100" y="100"/>
                </a:lnTo>
                <a:lnTo>
                  <a:pt x="100" y="121"/>
                </a:lnTo>
                <a:lnTo>
                  <a:pt x="0" y="121"/>
                </a:lnTo>
                <a:lnTo>
                  <a:pt x="0" y="151"/>
                </a:lnTo>
                <a:lnTo>
                  <a:pt x="100" y="151"/>
                </a:lnTo>
                <a:lnTo>
                  <a:pt x="100" y="175"/>
                </a:lnTo>
                <a:lnTo>
                  <a:pt x="0" y="175"/>
                </a:lnTo>
                <a:lnTo>
                  <a:pt x="0" y="206"/>
                </a:lnTo>
                <a:lnTo>
                  <a:pt x="100" y="206"/>
                </a:lnTo>
                <a:lnTo>
                  <a:pt x="100" y="230"/>
                </a:lnTo>
                <a:lnTo>
                  <a:pt x="0" y="230"/>
                </a:lnTo>
                <a:lnTo>
                  <a:pt x="0" y="260"/>
                </a:lnTo>
                <a:lnTo>
                  <a:pt x="100" y="260"/>
                </a:lnTo>
                <a:lnTo>
                  <a:pt x="100" y="284"/>
                </a:lnTo>
                <a:lnTo>
                  <a:pt x="0" y="284"/>
                </a:lnTo>
                <a:lnTo>
                  <a:pt x="0" y="314"/>
                </a:lnTo>
                <a:lnTo>
                  <a:pt x="100" y="314"/>
                </a:lnTo>
                <a:lnTo>
                  <a:pt x="100" y="338"/>
                </a:lnTo>
                <a:lnTo>
                  <a:pt x="0" y="338"/>
                </a:lnTo>
                <a:lnTo>
                  <a:pt x="0" y="369"/>
                </a:lnTo>
                <a:lnTo>
                  <a:pt x="100" y="369"/>
                </a:lnTo>
                <a:lnTo>
                  <a:pt x="100" y="393"/>
                </a:lnTo>
                <a:lnTo>
                  <a:pt x="0" y="393"/>
                </a:lnTo>
                <a:lnTo>
                  <a:pt x="0" y="423"/>
                </a:lnTo>
                <a:lnTo>
                  <a:pt x="100" y="423"/>
                </a:lnTo>
                <a:lnTo>
                  <a:pt x="100" y="447"/>
                </a:lnTo>
                <a:lnTo>
                  <a:pt x="0" y="447"/>
                </a:lnTo>
                <a:lnTo>
                  <a:pt x="0" y="477"/>
                </a:lnTo>
                <a:lnTo>
                  <a:pt x="100" y="477"/>
                </a:lnTo>
                <a:lnTo>
                  <a:pt x="100" y="501"/>
                </a:lnTo>
                <a:lnTo>
                  <a:pt x="0" y="501"/>
                </a:lnTo>
                <a:lnTo>
                  <a:pt x="0" y="532"/>
                </a:lnTo>
                <a:lnTo>
                  <a:pt x="100" y="532"/>
                </a:lnTo>
                <a:lnTo>
                  <a:pt x="100" y="556"/>
                </a:lnTo>
                <a:lnTo>
                  <a:pt x="0" y="556"/>
                </a:lnTo>
                <a:lnTo>
                  <a:pt x="0" y="586"/>
                </a:lnTo>
                <a:lnTo>
                  <a:pt x="100" y="586"/>
                </a:lnTo>
                <a:lnTo>
                  <a:pt x="100" y="606"/>
                </a:lnTo>
                <a:lnTo>
                  <a:pt x="119" y="606"/>
                </a:lnTo>
                <a:lnTo>
                  <a:pt x="119" y="706"/>
                </a:lnTo>
                <a:lnTo>
                  <a:pt x="150" y="706"/>
                </a:lnTo>
                <a:lnTo>
                  <a:pt x="150" y="606"/>
                </a:lnTo>
                <a:lnTo>
                  <a:pt x="174" y="606"/>
                </a:lnTo>
                <a:lnTo>
                  <a:pt x="174" y="706"/>
                </a:lnTo>
                <a:lnTo>
                  <a:pt x="204" y="706"/>
                </a:lnTo>
                <a:lnTo>
                  <a:pt x="204" y="606"/>
                </a:lnTo>
                <a:lnTo>
                  <a:pt x="228" y="606"/>
                </a:lnTo>
                <a:lnTo>
                  <a:pt x="228" y="706"/>
                </a:lnTo>
                <a:lnTo>
                  <a:pt x="258" y="706"/>
                </a:lnTo>
                <a:lnTo>
                  <a:pt x="258" y="606"/>
                </a:lnTo>
                <a:lnTo>
                  <a:pt x="282" y="606"/>
                </a:lnTo>
                <a:lnTo>
                  <a:pt x="282" y="706"/>
                </a:lnTo>
                <a:lnTo>
                  <a:pt x="313" y="706"/>
                </a:lnTo>
                <a:lnTo>
                  <a:pt x="313" y="606"/>
                </a:lnTo>
                <a:lnTo>
                  <a:pt x="337" y="606"/>
                </a:lnTo>
                <a:lnTo>
                  <a:pt x="337" y="706"/>
                </a:lnTo>
                <a:lnTo>
                  <a:pt x="366" y="706"/>
                </a:lnTo>
                <a:lnTo>
                  <a:pt x="366" y="606"/>
                </a:lnTo>
                <a:lnTo>
                  <a:pt x="391" y="606"/>
                </a:lnTo>
                <a:lnTo>
                  <a:pt x="391" y="706"/>
                </a:lnTo>
                <a:lnTo>
                  <a:pt x="421" y="706"/>
                </a:lnTo>
                <a:lnTo>
                  <a:pt x="421" y="606"/>
                </a:lnTo>
                <a:lnTo>
                  <a:pt x="445" y="606"/>
                </a:lnTo>
                <a:lnTo>
                  <a:pt x="445" y="706"/>
                </a:lnTo>
                <a:lnTo>
                  <a:pt x="475" y="706"/>
                </a:lnTo>
                <a:lnTo>
                  <a:pt x="475" y="606"/>
                </a:lnTo>
                <a:lnTo>
                  <a:pt x="500" y="606"/>
                </a:lnTo>
                <a:lnTo>
                  <a:pt x="500" y="706"/>
                </a:lnTo>
                <a:lnTo>
                  <a:pt x="529" y="706"/>
                </a:lnTo>
                <a:lnTo>
                  <a:pt x="529" y="606"/>
                </a:lnTo>
                <a:lnTo>
                  <a:pt x="553" y="606"/>
                </a:lnTo>
                <a:lnTo>
                  <a:pt x="553" y="706"/>
                </a:lnTo>
                <a:lnTo>
                  <a:pt x="584" y="706"/>
                </a:lnTo>
                <a:lnTo>
                  <a:pt x="584" y="606"/>
                </a:lnTo>
                <a:lnTo>
                  <a:pt x="603" y="606"/>
                </a:lnTo>
                <a:lnTo>
                  <a:pt x="603" y="586"/>
                </a:lnTo>
                <a:lnTo>
                  <a:pt x="704" y="586"/>
                </a:lnTo>
                <a:lnTo>
                  <a:pt x="704" y="556"/>
                </a:lnTo>
                <a:lnTo>
                  <a:pt x="603" y="556"/>
                </a:lnTo>
                <a:lnTo>
                  <a:pt x="603" y="532"/>
                </a:lnTo>
                <a:lnTo>
                  <a:pt x="704" y="532"/>
                </a:lnTo>
                <a:lnTo>
                  <a:pt x="704" y="501"/>
                </a:lnTo>
                <a:lnTo>
                  <a:pt x="603" y="501"/>
                </a:lnTo>
                <a:lnTo>
                  <a:pt x="603" y="477"/>
                </a:lnTo>
                <a:lnTo>
                  <a:pt x="704" y="477"/>
                </a:lnTo>
                <a:lnTo>
                  <a:pt x="704" y="447"/>
                </a:lnTo>
                <a:lnTo>
                  <a:pt x="603" y="447"/>
                </a:lnTo>
                <a:lnTo>
                  <a:pt x="603" y="423"/>
                </a:lnTo>
                <a:lnTo>
                  <a:pt x="704" y="423"/>
                </a:lnTo>
                <a:lnTo>
                  <a:pt x="704" y="393"/>
                </a:lnTo>
                <a:lnTo>
                  <a:pt x="603" y="393"/>
                </a:lnTo>
                <a:lnTo>
                  <a:pt x="603" y="369"/>
                </a:lnTo>
                <a:lnTo>
                  <a:pt x="704" y="369"/>
                </a:lnTo>
                <a:lnTo>
                  <a:pt x="704" y="338"/>
                </a:lnTo>
                <a:lnTo>
                  <a:pt x="603" y="338"/>
                </a:lnTo>
                <a:lnTo>
                  <a:pt x="603" y="314"/>
                </a:lnTo>
                <a:lnTo>
                  <a:pt x="704" y="314"/>
                </a:lnTo>
                <a:lnTo>
                  <a:pt x="704" y="284"/>
                </a:lnTo>
                <a:lnTo>
                  <a:pt x="603" y="284"/>
                </a:lnTo>
                <a:lnTo>
                  <a:pt x="603" y="260"/>
                </a:lnTo>
                <a:lnTo>
                  <a:pt x="704" y="260"/>
                </a:lnTo>
                <a:lnTo>
                  <a:pt x="704" y="230"/>
                </a:lnTo>
                <a:lnTo>
                  <a:pt x="603" y="230"/>
                </a:lnTo>
                <a:lnTo>
                  <a:pt x="603" y="206"/>
                </a:lnTo>
                <a:lnTo>
                  <a:pt x="704" y="206"/>
                </a:lnTo>
                <a:lnTo>
                  <a:pt x="704" y="175"/>
                </a:lnTo>
                <a:lnTo>
                  <a:pt x="603" y="175"/>
                </a:lnTo>
                <a:lnTo>
                  <a:pt x="603" y="151"/>
                </a:lnTo>
                <a:lnTo>
                  <a:pt x="704" y="151"/>
                </a:lnTo>
                <a:close/>
                <a:moveTo>
                  <a:pt x="574" y="576"/>
                </a:moveTo>
                <a:lnTo>
                  <a:pt x="129" y="576"/>
                </a:lnTo>
                <a:lnTo>
                  <a:pt x="129" y="131"/>
                </a:lnTo>
                <a:lnTo>
                  <a:pt x="574" y="131"/>
                </a:lnTo>
                <a:lnTo>
                  <a:pt x="574" y="576"/>
                </a:lnTo>
                <a:close/>
              </a:path>
            </a:pathLst>
          </a:custGeom>
          <a:solidFill>
            <a:schemeClr val="accent5"/>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88" name="Google Shape;388;p65"/>
          <p:cNvSpPr/>
          <p:nvPr/>
        </p:nvSpPr>
        <p:spPr>
          <a:xfrm>
            <a:off x="8949217" y="554417"/>
            <a:ext cx="100637" cy="100913"/>
          </a:xfrm>
          <a:custGeom>
            <a:avLst/>
            <a:gdLst/>
            <a:ahLst/>
            <a:cxnLst/>
            <a:rect l="l" t="t" r="r" b="b"/>
            <a:pathLst>
              <a:path w="576" h="576" extrusionOk="0">
                <a:moveTo>
                  <a:pt x="0" y="0"/>
                </a:moveTo>
                <a:cubicBezTo>
                  <a:pt x="0" y="576"/>
                  <a:pt x="0" y="576"/>
                  <a:pt x="0" y="576"/>
                </a:cubicBezTo>
                <a:cubicBezTo>
                  <a:pt x="576" y="576"/>
                  <a:pt x="576" y="576"/>
                  <a:pt x="576" y="576"/>
                </a:cubicBezTo>
                <a:cubicBezTo>
                  <a:pt x="576" y="0"/>
                  <a:pt x="576" y="0"/>
                  <a:pt x="576" y="0"/>
                </a:cubicBezTo>
                <a:lnTo>
                  <a:pt x="0" y="0"/>
                </a:lnTo>
                <a:close/>
                <a:moveTo>
                  <a:pt x="552" y="551"/>
                </a:moveTo>
                <a:cubicBezTo>
                  <a:pt x="25" y="551"/>
                  <a:pt x="25" y="551"/>
                  <a:pt x="25" y="551"/>
                </a:cubicBezTo>
                <a:cubicBezTo>
                  <a:pt x="25" y="24"/>
                  <a:pt x="25" y="24"/>
                  <a:pt x="25" y="24"/>
                </a:cubicBezTo>
                <a:cubicBezTo>
                  <a:pt x="552" y="24"/>
                  <a:pt x="552" y="24"/>
                  <a:pt x="552" y="24"/>
                </a:cubicBezTo>
                <a:lnTo>
                  <a:pt x="552" y="551"/>
                </a:lnTo>
                <a:close/>
                <a:moveTo>
                  <a:pt x="97" y="234"/>
                </a:moveTo>
                <a:cubicBezTo>
                  <a:pt x="107" y="234"/>
                  <a:pt x="117" y="230"/>
                  <a:pt x="125" y="223"/>
                </a:cubicBezTo>
                <a:cubicBezTo>
                  <a:pt x="206" y="258"/>
                  <a:pt x="206" y="258"/>
                  <a:pt x="206" y="258"/>
                </a:cubicBezTo>
                <a:cubicBezTo>
                  <a:pt x="204" y="264"/>
                  <a:pt x="203" y="271"/>
                  <a:pt x="203" y="278"/>
                </a:cubicBezTo>
                <a:cubicBezTo>
                  <a:pt x="203" y="293"/>
                  <a:pt x="207" y="306"/>
                  <a:pt x="215" y="318"/>
                </a:cubicBezTo>
                <a:cubicBezTo>
                  <a:pt x="160" y="361"/>
                  <a:pt x="160" y="361"/>
                  <a:pt x="160" y="361"/>
                </a:cubicBezTo>
                <a:cubicBezTo>
                  <a:pt x="154" y="357"/>
                  <a:pt x="147" y="355"/>
                  <a:pt x="140" y="355"/>
                </a:cubicBezTo>
                <a:cubicBezTo>
                  <a:pt x="119" y="355"/>
                  <a:pt x="102" y="372"/>
                  <a:pt x="102" y="393"/>
                </a:cubicBezTo>
                <a:cubicBezTo>
                  <a:pt x="102" y="414"/>
                  <a:pt x="119" y="432"/>
                  <a:pt x="140" y="432"/>
                </a:cubicBezTo>
                <a:cubicBezTo>
                  <a:pt x="161" y="432"/>
                  <a:pt x="179" y="414"/>
                  <a:pt x="179" y="393"/>
                </a:cubicBezTo>
                <a:cubicBezTo>
                  <a:pt x="179" y="389"/>
                  <a:pt x="178" y="385"/>
                  <a:pt x="176" y="380"/>
                </a:cubicBezTo>
                <a:cubicBezTo>
                  <a:pt x="232" y="337"/>
                  <a:pt x="232" y="337"/>
                  <a:pt x="232" y="337"/>
                </a:cubicBezTo>
                <a:cubicBezTo>
                  <a:pt x="244" y="347"/>
                  <a:pt x="260" y="353"/>
                  <a:pt x="278" y="353"/>
                </a:cubicBezTo>
                <a:cubicBezTo>
                  <a:pt x="285" y="353"/>
                  <a:pt x="291" y="352"/>
                  <a:pt x="297" y="350"/>
                </a:cubicBezTo>
                <a:cubicBezTo>
                  <a:pt x="348" y="450"/>
                  <a:pt x="348" y="450"/>
                  <a:pt x="348" y="450"/>
                </a:cubicBezTo>
                <a:cubicBezTo>
                  <a:pt x="342" y="457"/>
                  <a:pt x="338" y="466"/>
                  <a:pt x="338" y="476"/>
                </a:cubicBezTo>
                <a:cubicBezTo>
                  <a:pt x="338" y="497"/>
                  <a:pt x="355" y="514"/>
                  <a:pt x="377" y="514"/>
                </a:cubicBezTo>
                <a:cubicBezTo>
                  <a:pt x="398" y="514"/>
                  <a:pt x="415" y="497"/>
                  <a:pt x="415" y="476"/>
                </a:cubicBezTo>
                <a:cubicBezTo>
                  <a:pt x="415" y="454"/>
                  <a:pt x="398" y="437"/>
                  <a:pt x="377" y="437"/>
                </a:cubicBezTo>
                <a:cubicBezTo>
                  <a:pt x="374" y="437"/>
                  <a:pt x="372" y="437"/>
                  <a:pt x="370" y="438"/>
                </a:cubicBezTo>
                <a:cubicBezTo>
                  <a:pt x="320" y="339"/>
                  <a:pt x="320" y="339"/>
                  <a:pt x="320" y="339"/>
                </a:cubicBezTo>
                <a:cubicBezTo>
                  <a:pt x="340" y="326"/>
                  <a:pt x="353" y="304"/>
                  <a:pt x="353" y="278"/>
                </a:cubicBezTo>
                <a:cubicBezTo>
                  <a:pt x="353" y="278"/>
                  <a:pt x="353" y="278"/>
                  <a:pt x="353" y="277"/>
                </a:cubicBezTo>
                <a:cubicBezTo>
                  <a:pt x="447" y="257"/>
                  <a:pt x="447" y="257"/>
                  <a:pt x="447" y="257"/>
                </a:cubicBezTo>
                <a:cubicBezTo>
                  <a:pt x="454" y="269"/>
                  <a:pt x="466" y="276"/>
                  <a:pt x="480" y="276"/>
                </a:cubicBezTo>
                <a:cubicBezTo>
                  <a:pt x="501" y="276"/>
                  <a:pt x="518" y="258"/>
                  <a:pt x="518" y="237"/>
                </a:cubicBezTo>
                <a:cubicBezTo>
                  <a:pt x="518" y="216"/>
                  <a:pt x="501" y="199"/>
                  <a:pt x="480" y="199"/>
                </a:cubicBezTo>
                <a:cubicBezTo>
                  <a:pt x="460" y="199"/>
                  <a:pt x="444" y="213"/>
                  <a:pt x="442" y="232"/>
                </a:cubicBezTo>
                <a:cubicBezTo>
                  <a:pt x="348" y="252"/>
                  <a:pt x="348" y="252"/>
                  <a:pt x="348" y="252"/>
                </a:cubicBezTo>
                <a:cubicBezTo>
                  <a:pt x="339" y="228"/>
                  <a:pt x="317" y="209"/>
                  <a:pt x="291" y="205"/>
                </a:cubicBezTo>
                <a:cubicBezTo>
                  <a:pt x="291" y="141"/>
                  <a:pt x="291" y="141"/>
                  <a:pt x="291" y="141"/>
                </a:cubicBezTo>
                <a:cubicBezTo>
                  <a:pt x="306" y="136"/>
                  <a:pt x="316" y="121"/>
                  <a:pt x="316" y="105"/>
                </a:cubicBezTo>
                <a:cubicBezTo>
                  <a:pt x="316" y="84"/>
                  <a:pt x="299" y="67"/>
                  <a:pt x="278" y="67"/>
                </a:cubicBezTo>
                <a:cubicBezTo>
                  <a:pt x="257" y="67"/>
                  <a:pt x="239" y="84"/>
                  <a:pt x="239" y="105"/>
                </a:cubicBezTo>
                <a:cubicBezTo>
                  <a:pt x="239" y="121"/>
                  <a:pt x="250" y="136"/>
                  <a:pt x="265" y="141"/>
                </a:cubicBezTo>
                <a:cubicBezTo>
                  <a:pt x="265" y="205"/>
                  <a:pt x="265" y="205"/>
                  <a:pt x="265" y="205"/>
                </a:cubicBezTo>
                <a:cubicBezTo>
                  <a:pt x="245" y="208"/>
                  <a:pt x="228" y="219"/>
                  <a:pt x="217" y="235"/>
                </a:cubicBezTo>
                <a:cubicBezTo>
                  <a:pt x="135" y="199"/>
                  <a:pt x="135" y="199"/>
                  <a:pt x="135" y="199"/>
                </a:cubicBezTo>
                <a:cubicBezTo>
                  <a:pt x="135" y="198"/>
                  <a:pt x="135" y="197"/>
                  <a:pt x="135" y="196"/>
                </a:cubicBezTo>
                <a:cubicBezTo>
                  <a:pt x="135" y="175"/>
                  <a:pt x="118" y="157"/>
                  <a:pt x="97" y="157"/>
                </a:cubicBezTo>
                <a:cubicBezTo>
                  <a:pt x="76" y="157"/>
                  <a:pt x="58" y="175"/>
                  <a:pt x="58" y="196"/>
                </a:cubicBezTo>
                <a:cubicBezTo>
                  <a:pt x="58" y="217"/>
                  <a:pt x="76" y="234"/>
                  <a:pt x="97" y="234"/>
                </a:cubicBezTo>
                <a:close/>
                <a:moveTo>
                  <a:pt x="278" y="235"/>
                </a:moveTo>
                <a:cubicBezTo>
                  <a:pt x="301" y="235"/>
                  <a:pt x="321" y="255"/>
                  <a:pt x="321" y="278"/>
                </a:cubicBezTo>
                <a:cubicBezTo>
                  <a:pt x="321" y="302"/>
                  <a:pt x="301" y="321"/>
                  <a:pt x="278" y="321"/>
                </a:cubicBezTo>
                <a:cubicBezTo>
                  <a:pt x="254" y="321"/>
                  <a:pt x="235" y="302"/>
                  <a:pt x="235" y="278"/>
                </a:cubicBezTo>
                <a:cubicBezTo>
                  <a:pt x="235" y="255"/>
                  <a:pt x="254" y="235"/>
                  <a:pt x="278" y="235"/>
                </a:cubicBezTo>
                <a:close/>
              </a:path>
            </a:pathLst>
          </a:custGeom>
          <a:solidFill>
            <a:schemeClr val="accent3"/>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D04A02"/>
              </a:solidFill>
              <a:latin typeface="Arial"/>
              <a:ea typeface="Arial"/>
              <a:cs typeface="Arial"/>
              <a:sym typeface="Arial"/>
            </a:endParaRPr>
          </a:p>
        </p:txBody>
      </p:sp>
      <p:sp>
        <p:nvSpPr>
          <p:cNvPr id="389" name="Google Shape;389;p65"/>
          <p:cNvSpPr/>
          <p:nvPr/>
        </p:nvSpPr>
        <p:spPr>
          <a:xfrm>
            <a:off x="8200187" y="525497"/>
            <a:ext cx="100038" cy="100163"/>
          </a:xfrm>
          <a:custGeom>
            <a:avLst/>
            <a:gdLst/>
            <a:ahLst/>
            <a:cxnLst/>
            <a:rect l="l" t="t" r="r" b="b"/>
            <a:pathLst>
              <a:path w="571645" h="572356" extrusionOk="0">
                <a:moveTo>
                  <a:pt x="475770" y="499301"/>
                </a:moveTo>
                <a:lnTo>
                  <a:pt x="475746" y="499367"/>
                </a:lnTo>
                <a:lnTo>
                  <a:pt x="475651" y="499460"/>
                </a:lnTo>
                <a:close/>
                <a:moveTo>
                  <a:pt x="50400" y="495611"/>
                </a:moveTo>
                <a:cubicBezTo>
                  <a:pt x="48270" y="495623"/>
                  <a:pt x="46150" y="495905"/>
                  <a:pt x="44090" y="496444"/>
                </a:cubicBezTo>
                <a:cubicBezTo>
                  <a:pt x="42731" y="496746"/>
                  <a:pt x="41403" y="497170"/>
                  <a:pt x="40121" y="497714"/>
                </a:cubicBezTo>
                <a:cubicBezTo>
                  <a:pt x="39069" y="498143"/>
                  <a:pt x="38048" y="498648"/>
                  <a:pt x="37065" y="499223"/>
                </a:cubicBezTo>
                <a:cubicBezTo>
                  <a:pt x="36549" y="499500"/>
                  <a:pt x="36113" y="499858"/>
                  <a:pt x="35636" y="500175"/>
                </a:cubicBezTo>
                <a:cubicBezTo>
                  <a:pt x="34163" y="501159"/>
                  <a:pt x="32791" y="502286"/>
                  <a:pt x="31543" y="503544"/>
                </a:cubicBezTo>
                <a:cubicBezTo>
                  <a:pt x="21209" y="513946"/>
                  <a:pt x="21264" y="530758"/>
                  <a:pt x="31668" y="541093"/>
                </a:cubicBezTo>
                <a:cubicBezTo>
                  <a:pt x="32879" y="542308"/>
                  <a:pt x="34209" y="543399"/>
                  <a:pt x="35636" y="544348"/>
                </a:cubicBezTo>
                <a:lnTo>
                  <a:pt x="50637" y="548824"/>
                </a:lnTo>
                <a:lnTo>
                  <a:pt x="50796" y="548871"/>
                </a:lnTo>
                <a:cubicBezTo>
                  <a:pt x="57969" y="548904"/>
                  <a:pt x="64851" y="546041"/>
                  <a:pt x="69886" y="540934"/>
                </a:cubicBezTo>
                <a:cubicBezTo>
                  <a:pt x="71450" y="539251"/>
                  <a:pt x="72784" y="537370"/>
                  <a:pt x="73855" y="535338"/>
                </a:cubicBezTo>
                <a:cubicBezTo>
                  <a:pt x="75518" y="532409"/>
                  <a:pt x="76609" y="529190"/>
                  <a:pt x="77070" y="525853"/>
                </a:cubicBezTo>
                <a:lnTo>
                  <a:pt x="76951" y="525853"/>
                </a:lnTo>
                <a:cubicBezTo>
                  <a:pt x="77113" y="524670"/>
                  <a:pt x="77193" y="523475"/>
                  <a:pt x="77189" y="522281"/>
                </a:cubicBezTo>
                <a:cubicBezTo>
                  <a:pt x="77183" y="511875"/>
                  <a:pt x="71124" y="502421"/>
                  <a:pt x="61671" y="498071"/>
                </a:cubicBezTo>
                <a:cubicBezTo>
                  <a:pt x="60381" y="497520"/>
                  <a:pt x="59055" y="497055"/>
                  <a:pt x="57703" y="496683"/>
                </a:cubicBezTo>
                <a:cubicBezTo>
                  <a:pt x="55331" y="495984"/>
                  <a:pt x="52873" y="495623"/>
                  <a:pt x="50400" y="495611"/>
                </a:cubicBezTo>
                <a:close/>
                <a:moveTo>
                  <a:pt x="521054" y="495531"/>
                </a:moveTo>
                <a:cubicBezTo>
                  <a:pt x="516795" y="495540"/>
                  <a:pt x="512605" y="496575"/>
                  <a:pt x="508830" y="498548"/>
                </a:cubicBezTo>
                <a:cubicBezTo>
                  <a:pt x="507425" y="499290"/>
                  <a:pt x="506096" y="500168"/>
                  <a:pt x="504861" y="501168"/>
                </a:cubicBezTo>
                <a:cubicBezTo>
                  <a:pt x="502898" y="502711"/>
                  <a:pt x="501146" y="504513"/>
                  <a:pt x="499663" y="506525"/>
                </a:cubicBezTo>
                <a:cubicBezTo>
                  <a:pt x="498683" y="507863"/>
                  <a:pt x="497818" y="509284"/>
                  <a:pt x="497083" y="510771"/>
                </a:cubicBezTo>
                <a:cubicBezTo>
                  <a:pt x="496389" y="512264"/>
                  <a:pt x="495829" y="513820"/>
                  <a:pt x="495416" y="515415"/>
                </a:cubicBezTo>
                <a:cubicBezTo>
                  <a:pt x="494796" y="517625"/>
                  <a:pt x="494475" y="519908"/>
                  <a:pt x="494464" y="522201"/>
                </a:cubicBezTo>
                <a:cubicBezTo>
                  <a:pt x="494495" y="529139"/>
                  <a:pt x="497210" y="535799"/>
                  <a:pt x="502044" y="540775"/>
                </a:cubicBezTo>
                <a:cubicBezTo>
                  <a:pt x="502639" y="541370"/>
                  <a:pt x="503274" y="541966"/>
                  <a:pt x="503949" y="542521"/>
                </a:cubicBezTo>
                <a:lnTo>
                  <a:pt x="504443" y="542905"/>
                </a:lnTo>
                <a:lnTo>
                  <a:pt x="505774" y="543939"/>
                </a:lnTo>
                <a:lnTo>
                  <a:pt x="509665" y="544823"/>
                </a:lnTo>
                <a:lnTo>
                  <a:pt x="525621" y="548446"/>
                </a:lnTo>
                <a:lnTo>
                  <a:pt x="542758" y="537654"/>
                </a:lnTo>
                <a:lnTo>
                  <a:pt x="542724" y="537759"/>
                </a:lnTo>
                <a:lnTo>
                  <a:pt x="542843" y="537600"/>
                </a:lnTo>
                <a:lnTo>
                  <a:pt x="542758" y="537654"/>
                </a:lnTo>
                <a:lnTo>
                  <a:pt x="547684" y="522360"/>
                </a:lnTo>
                <a:cubicBezTo>
                  <a:pt x="547791" y="512319"/>
                  <a:pt x="542191" y="503093"/>
                  <a:pt x="533238" y="498548"/>
                </a:cubicBezTo>
                <a:cubicBezTo>
                  <a:pt x="532469" y="498143"/>
                  <a:pt x="531670" y="497786"/>
                  <a:pt x="530856" y="497476"/>
                </a:cubicBezTo>
                <a:cubicBezTo>
                  <a:pt x="527745" y="496203"/>
                  <a:pt x="524415" y="495544"/>
                  <a:pt x="521054" y="495531"/>
                </a:cubicBezTo>
                <a:close/>
                <a:moveTo>
                  <a:pt x="142595" y="379803"/>
                </a:moveTo>
                <a:lnTo>
                  <a:pt x="142595" y="437747"/>
                </a:lnTo>
                <a:lnTo>
                  <a:pt x="183076" y="408774"/>
                </a:lnTo>
                <a:close/>
                <a:moveTo>
                  <a:pt x="130251" y="354481"/>
                </a:moveTo>
                <a:cubicBezTo>
                  <a:pt x="132940" y="353351"/>
                  <a:pt x="136014" y="353619"/>
                  <a:pt x="138466" y="355196"/>
                </a:cubicBezTo>
                <a:cubicBezTo>
                  <a:pt x="139190" y="355471"/>
                  <a:pt x="139871" y="355845"/>
                  <a:pt x="140491" y="356308"/>
                </a:cubicBezTo>
                <a:lnTo>
                  <a:pt x="198633" y="398059"/>
                </a:lnTo>
                <a:cubicBezTo>
                  <a:pt x="202605" y="400253"/>
                  <a:pt x="205146" y="404361"/>
                  <a:pt x="205340" y="408893"/>
                </a:cubicBezTo>
                <a:cubicBezTo>
                  <a:pt x="205299" y="413287"/>
                  <a:pt x="202843" y="417295"/>
                  <a:pt x="198951" y="419332"/>
                </a:cubicBezTo>
                <a:lnTo>
                  <a:pt x="141325" y="460527"/>
                </a:lnTo>
                <a:lnTo>
                  <a:pt x="140610" y="461003"/>
                </a:lnTo>
                <a:cubicBezTo>
                  <a:pt x="138783" y="462884"/>
                  <a:pt x="136286" y="463968"/>
                  <a:pt x="133665" y="464019"/>
                </a:cubicBezTo>
                <a:cubicBezTo>
                  <a:pt x="128733" y="464019"/>
                  <a:pt x="124735" y="460023"/>
                  <a:pt x="124735" y="455089"/>
                </a:cubicBezTo>
                <a:lnTo>
                  <a:pt x="124735" y="362736"/>
                </a:lnTo>
                <a:cubicBezTo>
                  <a:pt x="124745" y="359125"/>
                  <a:pt x="126919" y="355871"/>
                  <a:pt x="130251" y="354481"/>
                </a:cubicBezTo>
                <a:close/>
                <a:moveTo>
                  <a:pt x="295271" y="294951"/>
                </a:moveTo>
                <a:lnTo>
                  <a:pt x="295271" y="509978"/>
                </a:lnTo>
                <a:lnTo>
                  <a:pt x="471801" y="509978"/>
                </a:lnTo>
                <a:lnTo>
                  <a:pt x="475745" y="499370"/>
                </a:lnTo>
                <a:lnTo>
                  <a:pt x="475746" y="499367"/>
                </a:lnTo>
                <a:lnTo>
                  <a:pt x="475961" y="499154"/>
                </a:lnTo>
                <a:lnTo>
                  <a:pt x="498948" y="476481"/>
                </a:lnTo>
                <a:cubicBezTo>
                  <a:pt x="502104" y="474969"/>
                  <a:pt x="505401" y="473771"/>
                  <a:pt x="508790" y="472910"/>
                </a:cubicBezTo>
                <a:lnTo>
                  <a:pt x="508790" y="411116"/>
                </a:lnTo>
                <a:lnTo>
                  <a:pt x="485020" y="411116"/>
                </a:lnTo>
                <a:cubicBezTo>
                  <a:pt x="481252" y="411096"/>
                  <a:pt x="477900" y="408739"/>
                  <a:pt x="476605" y="405203"/>
                </a:cubicBezTo>
                <a:lnTo>
                  <a:pt x="474542" y="399528"/>
                </a:lnTo>
                <a:lnTo>
                  <a:pt x="461326" y="450844"/>
                </a:lnTo>
                <a:cubicBezTo>
                  <a:pt x="460357" y="454515"/>
                  <a:pt x="457175" y="457174"/>
                  <a:pt x="453389" y="457471"/>
                </a:cubicBezTo>
                <a:lnTo>
                  <a:pt x="452515" y="457471"/>
                </a:lnTo>
                <a:cubicBezTo>
                  <a:pt x="449117" y="457424"/>
                  <a:pt x="446042" y="455455"/>
                  <a:pt x="444577" y="452391"/>
                </a:cubicBezTo>
                <a:lnTo>
                  <a:pt x="422511" y="406235"/>
                </a:lnTo>
                <a:lnTo>
                  <a:pt x="415486" y="418974"/>
                </a:lnTo>
                <a:cubicBezTo>
                  <a:pt x="414573" y="420554"/>
                  <a:pt x="413197" y="421816"/>
                  <a:pt x="411550" y="422590"/>
                </a:cubicBezTo>
                <a:cubicBezTo>
                  <a:pt x="407065" y="424701"/>
                  <a:pt x="401723" y="422780"/>
                  <a:pt x="399611" y="418300"/>
                </a:cubicBezTo>
                <a:lnTo>
                  <a:pt x="379490" y="373175"/>
                </a:lnTo>
                <a:lnTo>
                  <a:pt x="359885" y="450724"/>
                </a:lnTo>
                <a:cubicBezTo>
                  <a:pt x="358928" y="454534"/>
                  <a:pt x="355593" y="457276"/>
                  <a:pt x="351670" y="457471"/>
                </a:cubicBezTo>
                <a:cubicBezTo>
                  <a:pt x="347731" y="457694"/>
                  <a:pt x="344121" y="455280"/>
                  <a:pt x="342818" y="451558"/>
                </a:cubicBezTo>
                <a:lnTo>
                  <a:pt x="328015" y="409965"/>
                </a:lnTo>
                <a:lnTo>
                  <a:pt x="295392" y="409965"/>
                </a:lnTo>
                <a:lnTo>
                  <a:pt x="295392" y="392107"/>
                </a:lnTo>
                <a:lnTo>
                  <a:pt x="334286" y="392107"/>
                </a:lnTo>
                <a:cubicBezTo>
                  <a:pt x="338068" y="392109"/>
                  <a:pt x="341438" y="394493"/>
                  <a:pt x="342700" y="398059"/>
                </a:cubicBezTo>
                <a:lnTo>
                  <a:pt x="349763" y="417903"/>
                </a:lnTo>
                <a:lnTo>
                  <a:pt x="368377" y="343847"/>
                </a:lnTo>
                <a:cubicBezTo>
                  <a:pt x="369038" y="341149"/>
                  <a:pt x="370921" y="338915"/>
                  <a:pt x="373468" y="337808"/>
                </a:cubicBezTo>
                <a:cubicBezTo>
                  <a:pt x="377971" y="335852"/>
                  <a:pt x="383208" y="337914"/>
                  <a:pt x="385165" y="342418"/>
                </a:cubicBezTo>
                <a:lnTo>
                  <a:pt x="408621" y="394765"/>
                </a:lnTo>
                <a:lnTo>
                  <a:pt x="415367" y="382542"/>
                </a:lnTo>
                <a:cubicBezTo>
                  <a:pt x="416265" y="380910"/>
                  <a:pt x="417650" y="379599"/>
                  <a:pt x="419328" y="378793"/>
                </a:cubicBezTo>
                <a:cubicBezTo>
                  <a:pt x="423773" y="376659"/>
                  <a:pt x="429107" y="378533"/>
                  <a:pt x="431242" y="382978"/>
                </a:cubicBezTo>
                <a:lnTo>
                  <a:pt x="450214" y="422665"/>
                </a:lnTo>
                <a:lnTo>
                  <a:pt x="464540" y="367103"/>
                </a:lnTo>
                <a:cubicBezTo>
                  <a:pt x="465529" y="363309"/>
                  <a:pt x="468879" y="360605"/>
                  <a:pt x="472795" y="360435"/>
                </a:cubicBezTo>
                <a:cubicBezTo>
                  <a:pt x="476641" y="360367"/>
                  <a:pt x="480117" y="362717"/>
                  <a:pt x="481487" y="366309"/>
                </a:cubicBezTo>
                <a:lnTo>
                  <a:pt x="491290" y="393257"/>
                </a:lnTo>
                <a:lnTo>
                  <a:pt x="508790" y="393257"/>
                </a:lnTo>
                <a:lnTo>
                  <a:pt x="508790" y="294951"/>
                </a:lnTo>
                <a:close/>
                <a:moveTo>
                  <a:pt x="61711" y="294951"/>
                </a:moveTo>
                <a:lnTo>
                  <a:pt x="61711" y="472553"/>
                </a:lnTo>
                <a:cubicBezTo>
                  <a:pt x="64045" y="473076"/>
                  <a:pt x="66340" y="473766"/>
                  <a:pt x="68576" y="474616"/>
                </a:cubicBezTo>
                <a:cubicBezTo>
                  <a:pt x="70768" y="475474"/>
                  <a:pt x="72903" y="476465"/>
                  <a:pt x="74966" y="477593"/>
                </a:cubicBezTo>
                <a:cubicBezTo>
                  <a:pt x="75999" y="478149"/>
                  <a:pt x="76594" y="478545"/>
                  <a:pt x="77983" y="479419"/>
                </a:cubicBezTo>
                <a:lnTo>
                  <a:pt x="81882" y="482148"/>
                </a:lnTo>
                <a:lnTo>
                  <a:pt x="81951" y="482196"/>
                </a:lnTo>
                <a:cubicBezTo>
                  <a:pt x="89724" y="488329"/>
                  <a:pt x="95521" y="496608"/>
                  <a:pt x="98620" y="506009"/>
                </a:cubicBezTo>
                <a:cubicBezTo>
                  <a:pt x="99096" y="507160"/>
                  <a:pt x="99454" y="508549"/>
                  <a:pt x="99811" y="509978"/>
                </a:cubicBezTo>
                <a:lnTo>
                  <a:pt x="277413" y="510136"/>
                </a:lnTo>
                <a:lnTo>
                  <a:pt x="277413" y="294951"/>
                </a:lnTo>
                <a:close/>
                <a:moveTo>
                  <a:pt x="103702" y="197994"/>
                </a:moveTo>
                <a:lnTo>
                  <a:pt x="164979" y="197994"/>
                </a:lnTo>
                <a:cubicBezTo>
                  <a:pt x="169911" y="197994"/>
                  <a:pt x="173908" y="201992"/>
                  <a:pt x="173908" y="206924"/>
                </a:cubicBezTo>
                <a:cubicBezTo>
                  <a:pt x="173908" y="211856"/>
                  <a:pt x="169911" y="215854"/>
                  <a:pt x="164979" y="215854"/>
                </a:cubicBezTo>
                <a:lnTo>
                  <a:pt x="103702" y="215854"/>
                </a:lnTo>
                <a:cubicBezTo>
                  <a:pt x="98770" y="215854"/>
                  <a:pt x="94772" y="211856"/>
                  <a:pt x="94772" y="206924"/>
                </a:cubicBezTo>
                <a:cubicBezTo>
                  <a:pt x="94772" y="201992"/>
                  <a:pt x="98770" y="197994"/>
                  <a:pt x="103702" y="197994"/>
                </a:cubicBezTo>
                <a:close/>
                <a:moveTo>
                  <a:pt x="103702" y="151442"/>
                </a:moveTo>
                <a:lnTo>
                  <a:pt x="220661" y="151442"/>
                </a:lnTo>
                <a:lnTo>
                  <a:pt x="220780" y="151442"/>
                </a:lnTo>
                <a:cubicBezTo>
                  <a:pt x="225713" y="151442"/>
                  <a:pt x="229710" y="155440"/>
                  <a:pt x="229710" y="160372"/>
                </a:cubicBezTo>
                <a:cubicBezTo>
                  <a:pt x="229710" y="165304"/>
                  <a:pt x="225713" y="169302"/>
                  <a:pt x="220780" y="169302"/>
                </a:cubicBezTo>
                <a:lnTo>
                  <a:pt x="103702" y="169302"/>
                </a:lnTo>
                <a:cubicBezTo>
                  <a:pt x="98770" y="169302"/>
                  <a:pt x="94772" y="165304"/>
                  <a:pt x="94772" y="160372"/>
                </a:cubicBezTo>
                <a:cubicBezTo>
                  <a:pt x="94772" y="155440"/>
                  <a:pt x="98770" y="151442"/>
                  <a:pt x="103702" y="151442"/>
                </a:cubicBezTo>
                <a:close/>
                <a:moveTo>
                  <a:pt x="447435" y="116317"/>
                </a:moveTo>
                <a:cubicBezTo>
                  <a:pt x="443930" y="116342"/>
                  <a:pt x="440585" y="117771"/>
                  <a:pt x="438148" y="120286"/>
                </a:cubicBezTo>
                <a:cubicBezTo>
                  <a:pt x="434905" y="123522"/>
                  <a:pt x="433580" y="128215"/>
                  <a:pt x="434655" y="132668"/>
                </a:cubicBezTo>
                <a:cubicBezTo>
                  <a:pt x="435770" y="137502"/>
                  <a:pt x="439545" y="141276"/>
                  <a:pt x="444379" y="142392"/>
                </a:cubicBezTo>
                <a:cubicBezTo>
                  <a:pt x="446463" y="142882"/>
                  <a:pt x="448629" y="142861"/>
                  <a:pt x="450701" y="142330"/>
                </a:cubicBezTo>
                <a:cubicBezTo>
                  <a:pt x="457793" y="140513"/>
                  <a:pt x="462071" y="133292"/>
                  <a:pt x="460254" y="126200"/>
                </a:cubicBezTo>
                <a:cubicBezTo>
                  <a:pt x="459075" y="121521"/>
                  <a:pt x="455411" y="117873"/>
                  <a:pt x="450729" y="116715"/>
                </a:cubicBezTo>
                <a:cubicBezTo>
                  <a:pt x="449649" y="116448"/>
                  <a:pt x="448546" y="116315"/>
                  <a:pt x="447435" y="116317"/>
                </a:cubicBezTo>
                <a:close/>
                <a:moveTo>
                  <a:pt x="103702" y="104768"/>
                </a:moveTo>
                <a:lnTo>
                  <a:pt x="220661" y="104768"/>
                </a:lnTo>
                <a:lnTo>
                  <a:pt x="220780" y="104768"/>
                </a:lnTo>
                <a:cubicBezTo>
                  <a:pt x="225713" y="104768"/>
                  <a:pt x="229710" y="108766"/>
                  <a:pt x="229710" y="113698"/>
                </a:cubicBezTo>
                <a:cubicBezTo>
                  <a:pt x="229710" y="118630"/>
                  <a:pt x="225713" y="122628"/>
                  <a:pt x="220780" y="122628"/>
                </a:cubicBezTo>
                <a:lnTo>
                  <a:pt x="103702" y="122628"/>
                </a:lnTo>
                <a:cubicBezTo>
                  <a:pt x="98770" y="122628"/>
                  <a:pt x="94772" y="118630"/>
                  <a:pt x="94772" y="113698"/>
                </a:cubicBezTo>
                <a:cubicBezTo>
                  <a:pt x="94772" y="108766"/>
                  <a:pt x="98770" y="104768"/>
                  <a:pt x="103702" y="104768"/>
                </a:cubicBezTo>
                <a:close/>
                <a:moveTo>
                  <a:pt x="454816" y="99490"/>
                </a:moveTo>
                <a:cubicBezTo>
                  <a:pt x="466108" y="102177"/>
                  <a:pt x="474930" y="110983"/>
                  <a:pt x="477636" y="122271"/>
                </a:cubicBezTo>
                <a:cubicBezTo>
                  <a:pt x="478228" y="124692"/>
                  <a:pt x="478526" y="127176"/>
                  <a:pt x="478526" y="129668"/>
                </a:cubicBezTo>
                <a:cubicBezTo>
                  <a:pt x="478518" y="146852"/>
                  <a:pt x="464580" y="160776"/>
                  <a:pt x="447395" y="160767"/>
                </a:cubicBezTo>
                <a:cubicBezTo>
                  <a:pt x="445045" y="160757"/>
                  <a:pt x="442704" y="160491"/>
                  <a:pt x="440410" y="159975"/>
                </a:cubicBezTo>
                <a:cubicBezTo>
                  <a:pt x="423710" y="155996"/>
                  <a:pt x="413395" y="139231"/>
                  <a:pt x="417372" y="122528"/>
                </a:cubicBezTo>
                <a:cubicBezTo>
                  <a:pt x="421348" y="105827"/>
                  <a:pt x="438116" y="95512"/>
                  <a:pt x="454816" y="99490"/>
                </a:cubicBezTo>
                <a:close/>
                <a:moveTo>
                  <a:pt x="295271" y="58810"/>
                </a:moveTo>
                <a:lnTo>
                  <a:pt x="295271" y="277091"/>
                </a:lnTo>
                <a:lnTo>
                  <a:pt x="508751" y="277091"/>
                </a:lnTo>
                <a:lnTo>
                  <a:pt x="508751" y="218560"/>
                </a:lnTo>
                <a:lnTo>
                  <a:pt x="485655" y="200653"/>
                </a:lnTo>
                <a:lnTo>
                  <a:pt x="453310" y="223196"/>
                </a:lnTo>
                <a:lnTo>
                  <a:pt x="466048" y="236016"/>
                </a:lnTo>
                <a:cubicBezTo>
                  <a:pt x="469521" y="239522"/>
                  <a:pt x="469497" y="245182"/>
                  <a:pt x="465990" y="248656"/>
                </a:cubicBezTo>
                <a:cubicBezTo>
                  <a:pt x="462481" y="252129"/>
                  <a:pt x="456821" y="252103"/>
                  <a:pt x="453348" y="248596"/>
                </a:cubicBezTo>
                <a:lnTo>
                  <a:pt x="363019" y="157314"/>
                </a:lnTo>
                <a:lnTo>
                  <a:pt x="295273" y="215973"/>
                </a:lnTo>
                <a:lnTo>
                  <a:pt x="295273" y="192161"/>
                </a:lnTo>
                <a:lnTo>
                  <a:pt x="357702" y="138344"/>
                </a:lnTo>
                <a:cubicBezTo>
                  <a:pt x="361237" y="135297"/>
                  <a:pt x="366518" y="135469"/>
                  <a:pt x="369846" y="138741"/>
                </a:cubicBezTo>
                <a:lnTo>
                  <a:pt x="440569" y="210178"/>
                </a:lnTo>
                <a:lnTo>
                  <a:pt x="480812" y="182119"/>
                </a:lnTo>
                <a:cubicBezTo>
                  <a:pt x="484031" y="179904"/>
                  <a:pt x="488310" y="180017"/>
                  <a:pt x="491410" y="182397"/>
                </a:cubicBezTo>
                <a:lnTo>
                  <a:pt x="508751" y="195939"/>
                </a:lnTo>
                <a:lnTo>
                  <a:pt x="508751" y="99609"/>
                </a:lnTo>
                <a:cubicBezTo>
                  <a:pt x="489245" y="94711"/>
                  <a:pt x="474489" y="78726"/>
                  <a:pt x="471166" y="58890"/>
                </a:cubicBezTo>
                <a:close/>
                <a:moveTo>
                  <a:pt x="100326" y="58770"/>
                </a:moveTo>
                <a:cubicBezTo>
                  <a:pt x="99319" y="64863"/>
                  <a:pt x="97193" y="70716"/>
                  <a:pt x="94056" y="76035"/>
                </a:cubicBezTo>
                <a:cubicBezTo>
                  <a:pt x="93035" y="77744"/>
                  <a:pt x="91909" y="79388"/>
                  <a:pt x="90683" y="80956"/>
                </a:cubicBezTo>
                <a:cubicBezTo>
                  <a:pt x="90008" y="81869"/>
                  <a:pt x="89254" y="82781"/>
                  <a:pt x="88500" y="83615"/>
                </a:cubicBezTo>
                <a:cubicBezTo>
                  <a:pt x="87294" y="85136"/>
                  <a:pt x="85995" y="86581"/>
                  <a:pt x="84610" y="87941"/>
                </a:cubicBezTo>
                <a:cubicBezTo>
                  <a:pt x="78115" y="93838"/>
                  <a:pt x="70195" y="97941"/>
                  <a:pt x="61631" y="99848"/>
                </a:cubicBezTo>
                <a:lnTo>
                  <a:pt x="61631" y="277051"/>
                </a:lnTo>
                <a:lnTo>
                  <a:pt x="277413" y="277051"/>
                </a:lnTo>
                <a:lnTo>
                  <a:pt x="277413" y="58770"/>
                </a:lnTo>
                <a:lnTo>
                  <a:pt x="100328" y="58770"/>
                </a:lnTo>
                <a:close/>
                <a:moveTo>
                  <a:pt x="497519" y="38173"/>
                </a:moveTo>
                <a:lnTo>
                  <a:pt x="497480" y="38371"/>
                </a:lnTo>
                <a:lnTo>
                  <a:pt x="497480" y="38328"/>
                </a:lnTo>
                <a:close/>
                <a:moveTo>
                  <a:pt x="525340" y="24441"/>
                </a:moveTo>
                <a:cubicBezTo>
                  <a:pt x="521800" y="23948"/>
                  <a:pt x="518200" y="24164"/>
                  <a:pt x="514744" y="25076"/>
                </a:cubicBezTo>
                <a:cubicBezTo>
                  <a:pt x="510180" y="26133"/>
                  <a:pt x="505976" y="28378"/>
                  <a:pt x="502560" y="31585"/>
                </a:cubicBezTo>
                <a:cubicBezTo>
                  <a:pt x="501568" y="32490"/>
                  <a:pt x="500663" y="33486"/>
                  <a:pt x="499861" y="34561"/>
                </a:cubicBezTo>
                <a:cubicBezTo>
                  <a:pt x="499119" y="35496"/>
                  <a:pt x="498456" y="36493"/>
                  <a:pt x="497876" y="37538"/>
                </a:cubicBezTo>
                <a:lnTo>
                  <a:pt x="497480" y="38133"/>
                </a:lnTo>
                <a:lnTo>
                  <a:pt x="497480" y="38328"/>
                </a:lnTo>
                <a:lnTo>
                  <a:pt x="494424" y="50595"/>
                </a:lnTo>
                <a:cubicBezTo>
                  <a:pt x="494424" y="51270"/>
                  <a:pt x="494424" y="51905"/>
                  <a:pt x="494424" y="52579"/>
                </a:cubicBezTo>
                <a:cubicBezTo>
                  <a:pt x="494508" y="53645"/>
                  <a:pt x="494654" y="54705"/>
                  <a:pt x="494860" y="55754"/>
                </a:cubicBezTo>
                <a:cubicBezTo>
                  <a:pt x="495059" y="56706"/>
                  <a:pt x="495258" y="57699"/>
                  <a:pt x="495535" y="58651"/>
                </a:cubicBezTo>
                <a:cubicBezTo>
                  <a:pt x="496090" y="60313"/>
                  <a:pt x="496793" y="61920"/>
                  <a:pt x="497639" y="63454"/>
                </a:cubicBezTo>
                <a:cubicBezTo>
                  <a:pt x="499333" y="66514"/>
                  <a:pt x="501611" y="69210"/>
                  <a:pt x="504345" y="71391"/>
                </a:cubicBezTo>
                <a:cubicBezTo>
                  <a:pt x="505703" y="72471"/>
                  <a:pt x="507168" y="73415"/>
                  <a:pt x="508711" y="74209"/>
                </a:cubicBezTo>
                <a:cubicBezTo>
                  <a:pt x="509640" y="74680"/>
                  <a:pt x="510596" y="75104"/>
                  <a:pt x="511569" y="75479"/>
                </a:cubicBezTo>
                <a:cubicBezTo>
                  <a:pt x="518605" y="78136"/>
                  <a:pt x="526444" y="77675"/>
                  <a:pt x="533119" y="74209"/>
                </a:cubicBezTo>
                <a:cubicBezTo>
                  <a:pt x="534615" y="73428"/>
                  <a:pt x="536036" y="72510"/>
                  <a:pt x="537365" y="71470"/>
                </a:cubicBezTo>
                <a:cubicBezTo>
                  <a:pt x="546434" y="64410"/>
                  <a:pt x="549939" y="52324"/>
                  <a:pt x="546058" y="41506"/>
                </a:cubicBezTo>
                <a:cubicBezTo>
                  <a:pt x="543498" y="34050"/>
                  <a:pt x="537640" y="28191"/>
                  <a:pt x="530183" y="25631"/>
                </a:cubicBezTo>
                <a:cubicBezTo>
                  <a:pt x="528603" y="25109"/>
                  <a:pt x="526984" y="24710"/>
                  <a:pt x="525340" y="24441"/>
                </a:cubicBezTo>
                <a:close/>
                <a:moveTo>
                  <a:pt x="54170" y="24441"/>
                </a:moveTo>
                <a:cubicBezTo>
                  <a:pt x="49836" y="23828"/>
                  <a:pt x="45420" y="24235"/>
                  <a:pt x="41271" y="25631"/>
                </a:cubicBezTo>
                <a:cubicBezTo>
                  <a:pt x="40359" y="25949"/>
                  <a:pt x="39446" y="26346"/>
                  <a:pt x="38573" y="26743"/>
                </a:cubicBezTo>
                <a:cubicBezTo>
                  <a:pt x="37006" y="27509"/>
                  <a:pt x="35518" y="28425"/>
                  <a:pt x="34128" y="29481"/>
                </a:cubicBezTo>
                <a:cubicBezTo>
                  <a:pt x="33238" y="30156"/>
                  <a:pt x="32389" y="30885"/>
                  <a:pt x="31588" y="31664"/>
                </a:cubicBezTo>
                <a:cubicBezTo>
                  <a:pt x="28839" y="34368"/>
                  <a:pt x="26748" y="37668"/>
                  <a:pt x="25476" y="41308"/>
                </a:cubicBezTo>
                <a:cubicBezTo>
                  <a:pt x="20974" y="53481"/>
                  <a:pt x="25903" y="67128"/>
                  <a:pt x="37144" y="73614"/>
                </a:cubicBezTo>
                <a:cubicBezTo>
                  <a:pt x="38126" y="74188"/>
                  <a:pt x="39148" y="74691"/>
                  <a:pt x="40200" y="75121"/>
                </a:cubicBezTo>
                <a:cubicBezTo>
                  <a:pt x="43443" y="76481"/>
                  <a:pt x="46924" y="77184"/>
                  <a:pt x="50440" y="77185"/>
                </a:cubicBezTo>
                <a:cubicBezTo>
                  <a:pt x="52243" y="77189"/>
                  <a:pt x="54039" y="76989"/>
                  <a:pt x="55798" y="76590"/>
                </a:cubicBezTo>
                <a:cubicBezTo>
                  <a:pt x="56314" y="76511"/>
                  <a:pt x="56790" y="76233"/>
                  <a:pt x="57266" y="76233"/>
                </a:cubicBezTo>
                <a:cubicBezTo>
                  <a:pt x="58736" y="75856"/>
                  <a:pt x="60170" y="75351"/>
                  <a:pt x="61553" y="74725"/>
                </a:cubicBezTo>
                <a:cubicBezTo>
                  <a:pt x="64505" y="73373"/>
                  <a:pt x="67193" y="71505"/>
                  <a:pt x="69490" y="69209"/>
                </a:cubicBezTo>
                <a:cubicBezTo>
                  <a:pt x="74433" y="64296"/>
                  <a:pt x="77193" y="57603"/>
                  <a:pt x="77149" y="50635"/>
                </a:cubicBezTo>
                <a:cubicBezTo>
                  <a:pt x="77159" y="44731"/>
                  <a:pt x="75173" y="38996"/>
                  <a:pt x="71514" y="34363"/>
                </a:cubicBezTo>
                <a:cubicBezTo>
                  <a:pt x="67256" y="28910"/>
                  <a:pt x="61029" y="25348"/>
                  <a:pt x="54170" y="24441"/>
                </a:cubicBezTo>
                <a:close/>
                <a:moveTo>
                  <a:pt x="54236" y="142"/>
                </a:moveTo>
                <a:cubicBezTo>
                  <a:pt x="73837" y="1623"/>
                  <a:pt x="91597" y="14561"/>
                  <a:pt x="98263" y="34363"/>
                </a:cubicBezTo>
                <a:lnTo>
                  <a:pt x="473270" y="34363"/>
                </a:lnTo>
                <a:cubicBezTo>
                  <a:pt x="481978" y="9259"/>
                  <a:pt x="508613" y="-4846"/>
                  <a:pt x="534270" y="2058"/>
                </a:cubicBezTo>
                <a:cubicBezTo>
                  <a:pt x="551860" y="6605"/>
                  <a:pt x="565555" y="20396"/>
                  <a:pt x="569989" y="38014"/>
                </a:cubicBezTo>
                <a:cubicBezTo>
                  <a:pt x="570016" y="38124"/>
                  <a:pt x="570044" y="38233"/>
                  <a:pt x="570073" y="38343"/>
                </a:cubicBezTo>
                <a:cubicBezTo>
                  <a:pt x="576751" y="65388"/>
                  <a:pt x="560245" y="92729"/>
                  <a:pt x="533199" y="99410"/>
                </a:cubicBezTo>
                <a:lnTo>
                  <a:pt x="533199" y="472910"/>
                </a:lnTo>
                <a:cubicBezTo>
                  <a:pt x="551284" y="477343"/>
                  <a:pt x="565456" y="491376"/>
                  <a:pt x="570064" y="509419"/>
                </a:cubicBezTo>
                <a:cubicBezTo>
                  <a:pt x="576958" y="536414"/>
                  <a:pt x="560666" y="563881"/>
                  <a:pt x="533675" y="570775"/>
                </a:cubicBezTo>
                <a:cubicBezTo>
                  <a:pt x="506684" y="577669"/>
                  <a:pt x="479211" y="561378"/>
                  <a:pt x="472318" y="534385"/>
                </a:cubicBezTo>
                <a:lnTo>
                  <a:pt x="99255" y="534385"/>
                </a:lnTo>
                <a:cubicBezTo>
                  <a:pt x="94653" y="551638"/>
                  <a:pt x="81251" y="565159"/>
                  <a:pt x="64040" y="569918"/>
                </a:cubicBezTo>
                <a:cubicBezTo>
                  <a:pt x="37251" y="577324"/>
                  <a:pt x="9533" y="561611"/>
                  <a:pt x="2128" y="534823"/>
                </a:cubicBezTo>
                <a:cubicBezTo>
                  <a:pt x="-5278" y="508033"/>
                  <a:pt x="10435" y="480315"/>
                  <a:pt x="37224" y="472910"/>
                </a:cubicBezTo>
                <a:lnTo>
                  <a:pt x="37224" y="99133"/>
                </a:lnTo>
                <a:cubicBezTo>
                  <a:pt x="20986" y="94719"/>
                  <a:pt x="8019" y="82498"/>
                  <a:pt x="2650" y="66550"/>
                </a:cubicBezTo>
                <a:cubicBezTo>
                  <a:pt x="-6239" y="40148"/>
                  <a:pt x="7960" y="11539"/>
                  <a:pt x="34363" y="2650"/>
                </a:cubicBezTo>
                <a:cubicBezTo>
                  <a:pt x="40963" y="428"/>
                  <a:pt x="47702" y="-351"/>
                  <a:pt x="54236" y="142"/>
                </a:cubicBezTo>
                <a:close/>
              </a:path>
            </a:pathLst>
          </a:custGeom>
          <a:solidFill>
            <a:schemeClr val="accent1"/>
          </a:solidFill>
          <a:ln>
            <a:noFill/>
          </a:ln>
        </p:spPr>
        <p:txBody>
          <a:bodyPr spcFirstLastPara="1" wrap="square" lIns="91400" tIns="45700" rIns="91400"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90" name="Google Shape;390;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1" name="Google Shape;391;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2" name="Google Shape;392;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3" name="Google Shape;393;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4" name="Google Shape;394;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5" name="Google Shape;395;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6" name="Google Shape;396;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7" name="Google Shape;397;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8" name="Google Shape;398;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9" name="Google Shape;399;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0" name="Google Shape;400;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1" name="Google Shape;401;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2" name="Google Shape;402;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3" name="Google Shape;403;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4" name="Google Shape;404;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5" name="Google Shape;405;p65"/>
          <p:cNvSpPr/>
          <p:nvPr/>
        </p:nvSpPr>
        <p:spPr>
          <a:xfrm>
            <a:off x="8928095"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6" name="Google Shape;40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7" name="Google Shape;40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8" name="Google Shape;40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9" name="Google Shape;40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0" name="Google Shape;41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1" name="Google Shape;41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2" name="Google Shape;412;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3" name="Google Shape;413;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4" name="Google Shape;414;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5" name="Google Shape;415;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6" name="Google Shape;416;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7" name="Google Shape;417;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8" name="Google Shape;418;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9" name="Google Shape;419;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0" name="Google Shape;420;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1" name="Google Shape;421;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2" name="Google Shape;422;p65"/>
          <p:cNvSpPr/>
          <p:nvPr/>
        </p:nvSpPr>
        <p:spPr>
          <a:xfrm>
            <a:off x="8486537" y="369898"/>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3" name="Google Shape;423;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4" name="Google Shape;424;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5" name="Google Shape;425;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6" name="Google Shape;426;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7" name="Google Shape;427;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8" name="Google Shape;428;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9" name="Google Shape;429;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0" name="Google Shape;430;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1" name="Google Shape;431;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2" name="Google Shape;432;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3" name="Google Shape;433;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4" name="Google Shape;434;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5" name="Google Shape;435;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6" name="Google Shape;436;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7" name="Google Shape;437;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8" name="Google Shape;438;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9" name="Google Shape;439;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0" name="Google Shape;440;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1" name="Google Shape;441;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2" name="Google Shape;442;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3" name="Google Shape;443;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4" name="Google Shape;444;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5" name="Google Shape;445;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6" name="Google Shape;446;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7" name="Google Shape;447;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8" name="Google Shape;448;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9" name="Google Shape;449;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0" name="Google Shape;450;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1" name="Google Shape;451;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2" name="Google Shape;452;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3" name="Google Shape;453;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4" name="Google Shape;454;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5" name="Google Shape;455;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6" name="Google Shape;45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7" name="Google Shape;45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8" name="Google Shape;45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9" name="Google Shape;45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0" name="Google Shape;46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1" name="Google Shape;46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2" name="Google Shape;462;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3" name="Google Shape;463;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4" name="Google Shape;464;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5" name="Google Shape;465;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6" name="Google Shape;466;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7" name="Google Shape;467;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8" name="Google Shape;468;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9" name="Google Shape;469;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0" name="Google Shape;470;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1" name="Google Shape;471;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2" name="Google Shape;472;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3" name="Google Shape;473;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4" name="Google Shape;474;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5" name="Google Shape;475;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6" name="Google Shape;476;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7" name="Google Shape;477;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8" name="Google Shape;478;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9" name="Google Shape;479;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0" name="Google Shape;480;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1" name="Google Shape;481;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2" name="Google Shape;482;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3" name="Google Shape;483;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4" name="Google Shape;484;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5" name="Google Shape;485;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6" name="Google Shape;486;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7" name="Google Shape;487;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8" name="Google Shape;488;p65"/>
          <p:cNvSpPr/>
          <p:nvPr/>
        </p:nvSpPr>
        <p:spPr>
          <a:xfrm>
            <a:off x="8686267" y="600854"/>
            <a:ext cx="192375" cy="224063"/>
          </a:xfrm>
          <a:custGeom>
            <a:avLst/>
            <a:gdLst/>
            <a:ahLst/>
            <a:cxnLst/>
            <a:rect l="l" t="t" r="r" b="b"/>
            <a:pathLst>
              <a:path w="120000" h="120000" extrusionOk="0">
                <a:moveTo>
                  <a:pt x="39875" y="120000"/>
                </a:moveTo>
                <a:lnTo>
                  <a:pt x="0" y="60322"/>
                </a:lnTo>
                <a:lnTo>
                  <a:pt x="40248" y="0"/>
                </a:lnTo>
                <a:lnTo>
                  <a:pt x="120000" y="0"/>
                </a:lnTo>
                <a:lnTo>
                  <a:pt x="120000" y="2580"/>
                </a:lnTo>
                <a:lnTo>
                  <a:pt x="42111" y="2580"/>
                </a:lnTo>
                <a:lnTo>
                  <a:pt x="3354" y="60322"/>
                </a:lnTo>
                <a:lnTo>
                  <a:pt x="42484" y="118548"/>
                </a:lnTo>
                <a:lnTo>
                  <a:pt x="39875"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9" name="Google Shape;489;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0" name="Google Shape;490;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1" name="Google Shape;491;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492" name="Google Shape;492;p65"/>
          <p:cNvSpPr txBox="1">
            <a:spLocks noGrp="1"/>
          </p:cNvSpPr>
          <p:nvPr>
            <p:ph type="sldNum" idx="12"/>
          </p:nvPr>
        </p:nvSpPr>
        <p:spPr>
          <a:xfrm>
            <a:off x="7488222" y="4916995"/>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493"/>
        <p:cNvGrpSpPr/>
        <p:nvPr/>
      </p:nvGrpSpPr>
      <p:grpSpPr>
        <a:xfrm>
          <a:off x="0" y="0"/>
          <a:ext cx="0" cy="0"/>
          <a:chOff x="0" y="0"/>
          <a:chExt cx="0" cy="0"/>
        </a:xfrm>
      </p:grpSpPr>
      <p:sp>
        <p:nvSpPr>
          <p:cNvPr id="494" name="Google Shape;494;p66"/>
          <p:cNvSpPr txBox="1">
            <a:spLocks noGrp="1"/>
          </p:cNvSpPr>
          <p:nvPr>
            <p:ph type="sldNum" idx="12"/>
          </p:nvPr>
        </p:nvSpPr>
        <p:spPr>
          <a:xfrm>
            <a:off x="7406649" y="4869180"/>
            <a:ext cx="1280438"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495" name="Google Shape;495;p66"/>
          <p:cNvSpPr txBox="1">
            <a:spLocks noGrp="1"/>
          </p:cNvSpPr>
          <p:nvPr>
            <p:ph type="dt" idx="10"/>
          </p:nvPr>
        </p:nvSpPr>
        <p:spPr>
          <a:xfrm>
            <a:off x="7406649" y="4766310"/>
            <a:ext cx="1280438" cy="102750"/>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496" name="Google Shape;496;p66"/>
          <p:cNvSpPr txBox="1">
            <a:spLocks noGrp="1"/>
          </p:cNvSpPr>
          <p:nvPr>
            <p:ph type="ftr" idx="11"/>
          </p:nvPr>
        </p:nvSpPr>
        <p:spPr>
          <a:xfrm>
            <a:off x="455296" y="4766310"/>
            <a:ext cx="3981563" cy="10275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genda 1">
  <p:cSld name="Agenda 1">
    <p:spTree>
      <p:nvGrpSpPr>
        <p:cNvPr id="1" name="Shape 497"/>
        <p:cNvGrpSpPr/>
        <p:nvPr/>
      </p:nvGrpSpPr>
      <p:grpSpPr>
        <a:xfrm>
          <a:off x="0" y="0"/>
          <a:ext cx="0" cy="0"/>
          <a:chOff x="0" y="0"/>
          <a:chExt cx="0" cy="0"/>
        </a:xfrm>
      </p:grpSpPr>
      <p:sp>
        <p:nvSpPr>
          <p:cNvPr id="498" name="Google Shape;498;p67"/>
          <p:cNvSpPr txBox="1">
            <a:spLocks noGrp="1"/>
          </p:cNvSpPr>
          <p:nvPr>
            <p:ph type="title"/>
          </p:nvPr>
        </p:nvSpPr>
        <p:spPr>
          <a:xfrm>
            <a:off x="345188" y="314325"/>
            <a:ext cx="8456063" cy="579375"/>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dk1"/>
              </a:buClr>
              <a:buSzPts val="2900"/>
              <a:buFont typeface="Georgia"/>
              <a:buNone/>
              <a:defRPr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499" name="Google Shape;499;p6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Agenda 1 1">
  <p:cSld name="Agenda 1 1">
    <p:spTree>
      <p:nvGrpSpPr>
        <p:cNvPr id="1" name="Shape 500"/>
        <p:cNvGrpSpPr/>
        <p:nvPr/>
      </p:nvGrpSpPr>
      <p:grpSpPr>
        <a:xfrm>
          <a:off x="0" y="0"/>
          <a:ext cx="0" cy="0"/>
          <a:chOff x="0" y="0"/>
          <a:chExt cx="0" cy="0"/>
        </a:xfrm>
      </p:grpSpPr>
      <p:sp>
        <p:nvSpPr>
          <p:cNvPr id="501" name="Google Shape;501;p68"/>
          <p:cNvSpPr txBox="1">
            <a:spLocks noGrp="1"/>
          </p:cNvSpPr>
          <p:nvPr>
            <p:ph type="body" idx="1"/>
          </p:nvPr>
        </p:nvSpPr>
        <p:spPr>
          <a:xfrm>
            <a:off x="332184" y="1577340"/>
            <a:ext cx="8479500" cy="3055125"/>
          </a:xfrm>
          <a:prstGeom prst="rect">
            <a:avLst/>
          </a:prstGeom>
          <a:noFill/>
          <a:ln>
            <a:noFill/>
          </a:ln>
        </p:spPr>
        <p:txBody>
          <a:bodyPr spcFirstLastPara="1" wrap="square" lIns="0" tIns="0" rIns="0" bIns="0" anchor="t" anchorCtr="0">
            <a:noAutofit/>
          </a:bodyPr>
          <a:lstStyle>
            <a:lvl1pPr marL="457200" lvl="0" indent="-393700" algn="l">
              <a:lnSpc>
                <a:spcPct val="90000"/>
              </a:lnSpc>
              <a:spcBef>
                <a:spcPts val="0"/>
              </a:spcBef>
              <a:spcAft>
                <a:spcPts val="0"/>
              </a:spcAft>
              <a:buClr>
                <a:schemeClr val="accent1"/>
              </a:buClr>
              <a:buSzPts val="2600"/>
              <a:buFont typeface="Georgia"/>
              <a:buAutoNum type="arabicPeriod"/>
              <a:defRPr sz="2100" b="0">
                <a:solidFill>
                  <a:schemeClr val="dk1"/>
                </a:solidFill>
              </a:defRPr>
            </a:lvl1pPr>
            <a:lvl2pPr marL="914400" lvl="1" indent="-228600" algn="l">
              <a:lnSpc>
                <a:spcPct val="100000"/>
              </a:lnSpc>
              <a:spcBef>
                <a:spcPts val="500"/>
              </a:spcBef>
              <a:spcAft>
                <a:spcPts val="0"/>
              </a:spcAft>
              <a:buClr>
                <a:schemeClr val="accent4"/>
              </a:buClr>
              <a:buSzPts val="1400"/>
              <a:buFont typeface="Georgia"/>
              <a:buNone/>
              <a:defRPr sz="1200"/>
            </a:lvl2pPr>
            <a:lvl3pPr marL="1371600" lvl="2" indent="-317500" algn="l">
              <a:lnSpc>
                <a:spcPct val="100000"/>
              </a:lnSpc>
              <a:spcBef>
                <a:spcPts val="500"/>
              </a:spcBef>
              <a:spcAft>
                <a:spcPts val="0"/>
              </a:spcAft>
              <a:buClr>
                <a:schemeClr val="dk1"/>
              </a:buClr>
              <a:buSzPts val="1400"/>
              <a:buChar char="•"/>
              <a:defRPr/>
            </a:lvl3pPr>
            <a:lvl4pPr marL="1828800" lvl="3" indent="-317500" algn="l">
              <a:lnSpc>
                <a:spcPct val="100000"/>
              </a:lnSpc>
              <a:spcBef>
                <a:spcPts val="500"/>
              </a:spcBef>
              <a:spcAft>
                <a:spcPts val="0"/>
              </a:spcAft>
              <a:buClr>
                <a:schemeClr val="dk1"/>
              </a:buClr>
              <a:buSzPts val="1400"/>
              <a:buChar char="–"/>
              <a:defRPr/>
            </a:lvl4pPr>
            <a:lvl5pPr marL="2286000" lvl="4" indent="-317500" algn="l">
              <a:lnSpc>
                <a:spcPct val="100000"/>
              </a:lnSpc>
              <a:spcBef>
                <a:spcPts val="500"/>
              </a:spcBef>
              <a:spcAft>
                <a:spcPts val="0"/>
              </a:spcAft>
              <a:buClr>
                <a:schemeClr val="dk1"/>
              </a:buClr>
              <a:buSzPts val="1400"/>
              <a:buChar char="•"/>
              <a:defRPr/>
            </a:lvl5pPr>
            <a:lvl6pPr marL="2743200" lvl="5" indent="-317500" algn="l">
              <a:lnSpc>
                <a:spcPct val="100000"/>
              </a:lnSpc>
              <a:spcBef>
                <a:spcPts val="500"/>
              </a:spcBef>
              <a:spcAft>
                <a:spcPts val="0"/>
              </a:spcAft>
              <a:buClr>
                <a:schemeClr val="dk1"/>
              </a:buClr>
              <a:buSzPts val="1400"/>
              <a:buChar char="–"/>
              <a:defRPr/>
            </a:lvl6pPr>
            <a:lvl7pPr marL="3200400" lvl="6" indent="-317500" algn="l">
              <a:lnSpc>
                <a:spcPct val="100000"/>
              </a:lnSpc>
              <a:spcBef>
                <a:spcPts val="500"/>
              </a:spcBef>
              <a:spcAft>
                <a:spcPts val="0"/>
              </a:spcAft>
              <a:buClr>
                <a:schemeClr val="dk1"/>
              </a:buClr>
              <a:buSzPts val="1400"/>
              <a:buChar char="•"/>
              <a:defRPr/>
            </a:lvl7pPr>
            <a:lvl8pPr marL="3657600" lvl="7" indent="-317500" algn="l">
              <a:lnSpc>
                <a:spcPct val="100000"/>
              </a:lnSpc>
              <a:spcBef>
                <a:spcPts val="500"/>
              </a:spcBef>
              <a:spcAft>
                <a:spcPts val="0"/>
              </a:spcAft>
              <a:buClr>
                <a:schemeClr val="dk1"/>
              </a:buClr>
              <a:buSzPts val="1400"/>
              <a:buChar char="–"/>
              <a:defRPr/>
            </a:lvl8pPr>
            <a:lvl9pPr marL="4114800" lvl="8" indent="-317500" algn="l">
              <a:lnSpc>
                <a:spcPct val="100000"/>
              </a:lnSpc>
              <a:spcBef>
                <a:spcPts val="500"/>
              </a:spcBef>
              <a:spcAft>
                <a:spcPts val="500"/>
              </a:spcAft>
              <a:buClr>
                <a:schemeClr val="dk1"/>
              </a:buClr>
              <a:buSzPts val="1400"/>
              <a:buChar char="•"/>
              <a:defRPr/>
            </a:lvl9pPr>
          </a:lstStyle>
          <a:p>
            <a:endParaRPr/>
          </a:p>
        </p:txBody>
      </p:sp>
      <p:sp>
        <p:nvSpPr>
          <p:cNvPr id="502" name="Google Shape;502;p68"/>
          <p:cNvSpPr txBox="1">
            <a:spLocks noGrp="1"/>
          </p:cNvSpPr>
          <p:nvPr>
            <p:ph type="title"/>
          </p:nvPr>
        </p:nvSpPr>
        <p:spPr>
          <a:xfrm>
            <a:off x="332185" y="324000"/>
            <a:ext cx="8479500" cy="1040437"/>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900"/>
              <a:buFont typeface="Georgia"/>
              <a:buNone/>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3" name="Google Shape;503;p68"/>
          <p:cNvSpPr txBox="1">
            <a:spLocks noGrp="1"/>
          </p:cNvSpPr>
          <p:nvPr>
            <p:ph type="sldNum" idx="12"/>
          </p:nvPr>
        </p:nvSpPr>
        <p:spPr>
          <a:xfrm>
            <a:off x="7488222" y="4903516"/>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504"/>
        <p:cNvGrpSpPr/>
        <p:nvPr/>
      </p:nvGrpSpPr>
      <p:grpSpPr>
        <a:xfrm>
          <a:off x="0" y="0"/>
          <a:ext cx="0" cy="0"/>
          <a:chOff x="0" y="0"/>
          <a:chExt cx="0" cy="0"/>
        </a:xfrm>
      </p:grpSpPr>
      <p:sp>
        <p:nvSpPr>
          <p:cNvPr id="505" name="Google Shape;505;p69"/>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06" name="Google Shape;506;p69"/>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7" name="Google Shape;507;p69"/>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08" name="Google Shape;508;p69"/>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09" name="Google Shape;509;p69"/>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10" name="Google Shape;510;p69"/>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11" name="Google Shape;511;p69"/>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2" name="Google Shape;512;p69"/>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600" b="0" i="0" u="none" strike="noStrike" cap="none">
              <a:solidFill>
                <a:srgbClr val="F3AAA2"/>
              </a:solidFill>
              <a:latin typeface="Arial"/>
              <a:ea typeface="Arial"/>
              <a:cs typeface="Arial"/>
              <a:sym typeface="Arial"/>
            </a:endParaRPr>
          </a:p>
        </p:txBody>
      </p:sp>
      <p:cxnSp>
        <p:nvCxnSpPr>
          <p:cNvPr id="513" name="Google Shape;513;p69"/>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4" name="Google Shape;514;p69"/>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600" b="0" i="0" u="none" strike="noStrike" cap="none">
              <a:solidFill>
                <a:srgbClr val="F3AAA2"/>
              </a:solidFill>
              <a:latin typeface="Arial"/>
              <a:ea typeface="Arial"/>
              <a:cs typeface="Arial"/>
              <a:sym typeface="Arial"/>
            </a:endParaRPr>
          </a:p>
        </p:txBody>
      </p:sp>
      <p:cxnSp>
        <p:nvCxnSpPr>
          <p:cNvPr id="515" name="Google Shape;515;p69"/>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6" name="Google Shape;516;p69"/>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600" b="0" i="0" u="none" strike="noStrike" cap="none">
              <a:solidFill>
                <a:srgbClr val="F3AAA2"/>
              </a:solidFill>
              <a:latin typeface="Arial"/>
              <a:ea typeface="Arial"/>
              <a:cs typeface="Arial"/>
              <a:sym typeface="Arial"/>
            </a:endParaRPr>
          </a:p>
        </p:txBody>
      </p:sp>
      <p:cxnSp>
        <p:nvCxnSpPr>
          <p:cNvPr id="517" name="Google Shape;517;p69"/>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8" name="Google Shape;518;p69"/>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600" b="0" i="0" u="none" strike="noStrike" cap="none">
              <a:solidFill>
                <a:srgbClr val="F3AAA2"/>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19"/>
        <p:cNvGrpSpPr/>
        <p:nvPr/>
      </p:nvGrpSpPr>
      <p:grpSpPr>
        <a:xfrm>
          <a:off x="0" y="0"/>
          <a:ext cx="0" cy="0"/>
          <a:chOff x="0" y="0"/>
          <a:chExt cx="0" cy="0"/>
        </a:xfrm>
      </p:grpSpPr>
      <p:sp>
        <p:nvSpPr>
          <p:cNvPr id="520" name="Google Shape;520;p70"/>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21" name="Google Shape;521;p70"/>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22" name="Google Shape;522;p70"/>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23" name="Google Shape;523;p70"/>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24" name="Google Shape;524;p70"/>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25" name="Google Shape;525;p70"/>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26" name="Google Shape;526;p70"/>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7" name="Google Shape;527;p70"/>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1100" b="0" i="0" u="none" strike="noStrike" cap="none">
              <a:solidFill>
                <a:srgbClr val="000000"/>
              </a:solidFill>
              <a:latin typeface="Arial"/>
              <a:ea typeface="Arial"/>
              <a:cs typeface="Arial"/>
              <a:sym typeface="Arial"/>
            </a:endParaRPr>
          </a:p>
        </p:txBody>
      </p:sp>
      <p:cxnSp>
        <p:nvCxnSpPr>
          <p:cNvPr id="528" name="Google Shape;528;p70"/>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9" name="Google Shape;529;p70"/>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1100" b="0" i="0" u="none" strike="noStrike" cap="none">
              <a:solidFill>
                <a:srgbClr val="000000"/>
              </a:solidFill>
              <a:latin typeface="Arial"/>
              <a:ea typeface="Arial"/>
              <a:cs typeface="Arial"/>
              <a:sym typeface="Arial"/>
            </a:endParaRPr>
          </a:p>
        </p:txBody>
      </p:sp>
      <p:cxnSp>
        <p:nvCxnSpPr>
          <p:cNvPr id="530" name="Google Shape;530;p70"/>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1" name="Google Shape;531;p70"/>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1100" b="0" i="0" u="none" strike="noStrike" cap="none">
              <a:solidFill>
                <a:srgbClr val="000000"/>
              </a:solidFill>
              <a:latin typeface="Arial"/>
              <a:ea typeface="Arial"/>
              <a:cs typeface="Arial"/>
              <a:sym typeface="Arial"/>
            </a:endParaRPr>
          </a:p>
        </p:txBody>
      </p:sp>
      <p:cxnSp>
        <p:nvCxnSpPr>
          <p:cNvPr id="532" name="Google Shape;532;p70"/>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3" name="Google Shape;533;p70"/>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Thank You Light 1">
  <p:cSld name="Thank You Light 1">
    <p:bg>
      <p:bgPr>
        <a:solidFill>
          <a:schemeClr val="lt2"/>
        </a:solidFill>
        <a:effectLst/>
      </p:bgPr>
    </p:bg>
    <p:spTree>
      <p:nvGrpSpPr>
        <p:cNvPr id="1" name="Shape 534"/>
        <p:cNvGrpSpPr/>
        <p:nvPr/>
      </p:nvGrpSpPr>
      <p:grpSpPr>
        <a:xfrm>
          <a:off x="0" y="0"/>
          <a:ext cx="0" cy="0"/>
          <a:chOff x="0" y="0"/>
          <a:chExt cx="0" cy="0"/>
        </a:xfrm>
      </p:grpSpPr>
      <p:sp>
        <p:nvSpPr>
          <p:cNvPr id="535" name="Google Shape;535;p71"/>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6" name="Google Shape;536;p71"/>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537" name="Google Shape;537;p71"/>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538" name="Google Shape;538;p71"/>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539"/>
        <p:cNvGrpSpPr/>
        <p:nvPr/>
      </p:nvGrpSpPr>
      <p:grpSpPr>
        <a:xfrm>
          <a:off x="0" y="0"/>
          <a:ext cx="0" cy="0"/>
          <a:chOff x="0" y="0"/>
          <a:chExt cx="0" cy="0"/>
        </a:xfrm>
      </p:grpSpPr>
      <p:sp>
        <p:nvSpPr>
          <p:cNvPr id="540" name="Google Shape;540;p72"/>
          <p:cNvSpPr txBox="1">
            <a:spLocks noGrp="1"/>
          </p:cNvSpPr>
          <p:nvPr>
            <p:ph type="body" idx="1"/>
          </p:nvPr>
        </p:nvSpPr>
        <p:spPr>
          <a:xfrm>
            <a:off x="448888" y="947671"/>
            <a:ext cx="8229563" cy="3681750"/>
          </a:xfrm>
          <a:prstGeom prst="rect">
            <a:avLst/>
          </a:prstGeom>
          <a:noFill/>
          <a:ln>
            <a:noFill/>
          </a:ln>
        </p:spPr>
        <p:txBody>
          <a:bodyPr spcFirstLastPara="1" wrap="square" lIns="0" tIns="0" rIns="0" bIns="0" anchor="t" anchorCtr="0">
            <a:noAutofit/>
          </a:bodyPr>
          <a:lstStyle>
            <a:lvl1pPr marL="457200" marR="0" lvl="0" indent="-292100" algn="l">
              <a:lnSpc>
                <a:spcPct val="100000"/>
              </a:lnSpc>
              <a:spcBef>
                <a:spcPts val="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2pPr>
            <a:lvl3pPr marL="1371600" marR="0" lvl="2"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3pPr>
            <a:lvl4pPr marL="1828800" marR="0" lvl="3"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4pPr>
            <a:lvl5pPr marL="2286000" marR="0" lvl="4"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5pPr>
            <a:lvl6pPr marL="2743200" marR="0" lvl="5"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6pPr>
            <a:lvl7pPr marL="3200400" marR="0" lvl="6"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7pPr>
            <a:lvl8pPr marL="3657600" marR="0" lvl="7"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8pPr>
            <a:lvl9pPr marL="4114800" marR="0" lvl="8" indent="-292100" algn="l">
              <a:lnSpc>
                <a:spcPct val="100000"/>
              </a:lnSpc>
              <a:spcBef>
                <a:spcPts val="600"/>
              </a:spcBef>
              <a:spcAft>
                <a:spcPts val="600"/>
              </a:spcAft>
              <a:buClr>
                <a:schemeClr val="dk1"/>
              </a:buClr>
              <a:buSzPts val="1000"/>
              <a:buFont typeface="Arial"/>
              <a:buChar char="•"/>
              <a:defRPr sz="800" b="0" i="0" u="none" strike="noStrike" cap="none">
                <a:solidFill>
                  <a:schemeClr val="dk1"/>
                </a:solidFill>
                <a:latin typeface="Arial"/>
                <a:ea typeface="Arial"/>
                <a:cs typeface="Arial"/>
                <a:sym typeface="Arial"/>
              </a:defRPr>
            </a:lvl9pPr>
          </a:lstStyle>
          <a:p>
            <a:endParaRPr/>
          </a:p>
        </p:txBody>
      </p:sp>
      <p:sp>
        <p:nvSpPr>
          <p:cNvPr id="541" name="Google Shape;541;p72"/>
          <p:cNvSpPr txBox="1">
            <a:spLocks noGrp="1"/>
          </p:cNvSpPr>
          <p:nvPr>
            <p:ph type="title"/>
          </p:nvPr>
        </p:nvSpPr>
        <p:spPr>
          <a:xfrm>
            <a:off x="448888" y="308610"/>
            <a:ext cx="8229563" cy="5568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800"/>
              <a:buFont typeface="Georgia"/>
              <a:buNone/>
              <a:defRPr sz="23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3200"/>
              <a:buNone/>
              <a:defRPr sz="2600"/>
            </a:lvl2pPr>
            <a:lvl3pPr lvl="2" algn="l">
              <a:lnSpc>
                <a:spcPct val="100000"/>
              </a:lnSpc>
              <a:spcBef>
                <a:spcPts val="0"/>
              </a:spcBef>
              <a:spcAft>
                <a:spcPts val="0"/>
              </a:spcAft>
              <a:buSzPts val="3200"/>
              <a:buNone/>
              <a:defRPr sz="2600"/>
            </a:lvl3pPr>
            <a:lvl4pPr lvl="3" algn="l">
              <a:lnSpc>
                <a:spcPct val="100000"/>
              </a:lnSpc>
              <a:spcBef>
                <a:spcPts val="0"/>
              </a:spcBef>
              <a:spcAft>
                <a:spcPts val="0"/>
              </a:spcAft>
              <a:buSzPts val="3200"/>
              <a:buNone/>
              <a:defRPr sz="2600"/>
            </a:lvl4pPr>
            <a:lvl5pPr lvl="4" algn="l">
              <a:lnSpc>
                <a:spcPct val="100000"/>
              </a:lnSpc>
              <a:spcBef>
                <a:spcPts val="0"/>
              </a:spcBef>
              <a:spcAft>
                <a:spcPts val="0"/>
              </a:spcAft>
              <a:buSzPts val="3200"/>
              <a:buNone/>
              <a:defRPr sz="2600"/>
            </a:lvl5pPr>
            <a:lvl6pPr lvl="5" algn="l">
              <a:lnSpc>
                <a:spcPct val="100000"/>
              </a:lnSpc>
              <a:spcBef>
                <a:spcPts val="0"/>
              </a:spcBef>
              <a:spcAft>
                <a:spcPts val="0"/>
              </a:spcAft>
              <a:buSzPts val="3200"/>
              <a:buNone/>
              <a:defRPr sz="2600"/>
            </a:lvl6pPr>
            <a:lvl7pPr lvl="6" algn="l">
              <a:lnSpc>
                <a:spcPct val="100000"/>
              </a:lnSpc>
              <a:spcBef>
                <a:spcPts val="0"/>
              </a:spcBef>
              <a:spcAft>
                <a:spcPts val="0"/>
              </a:spcAft>
              <a:buSzPts val="3200"/>
              <a:buNone/>
              <a:defRPr sz="2600"/>
            </a:lvl7pPr>
            <a:lvl8pPr lvl="7" algn="l">
              <a:lnSpc>
                <a:spcPct val="100000"/>
              </a:lnSpc>
              <a:spcBef>
                <a:spcPts val="0"/>
              </a:spcBef>
              <a:spcAft>
                <a:spcPts val="0"/>
              </a:spcAft>
              <a:buSzPts val="3200"/>
              <a:buNone/>
              <a:defRPr sz="2600"/>
            </a:lvl8pPr>
            <a:lvl9pPr lvl="8" algn="l">
              <a:lnSpc>
                <a:spcPct val="100000"/>
              </a:lnSpc>
              <a:spcBef>
                <a:spcPts val="0"/>
              </a:spcBef>
              <a:spcAft>
                <a:spcPts val="0"/>
              </a:spcAft>
              <a:buSzPts val="3200"/>
              <a:buNone/>
              <a:defRPr sz="2600"/>
            </a:lvl9pPr>
          </a:lstStyle>
          <a:p>
            <a:endParaRPr/>
          </a:p>
        </p:txBody>
      </p:sp>
      <p:sp>
        <p:nvSpPr>
          <p:cNvPr id="542" name="Google Shape;542;p72"/>
          <p:cNvSpPr txBox="1">
            <a:spLocks noGrp="1"/>
          </p:cNvSpPr>
          <p:nvPr>
            <p:ph type="sldNum" idx="12"/>
          </p:nvPr>
        </p:nvSpPr>
        <p:spPr>
          <a:xfrm>
            <a:off x="8143270" y="4926725"/>
            <a:ext cx="855750"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Diapositive de titr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2287" y="1287"/>
            <a:ext cx="9141713" cy="5142214"/>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01429" y="1472621"/>
            <a:ext cx="4248416" cy="1371600"/>
          </a:xfrm>
        </p:spPr>
        <p:txBody>
          <a:bodyPr anchor="t" anchorCtr="0"/>
          <a:lstStyle>
            <a:lvl1pPr algn="l">
              <a:lnSpc>
                <a:spcPct val="80000"/>
              </a:lnSpc>
              <a:spcBef>
                <a:spcPts val="1050"/>
              </a:spcBef>
              <a:defRPr sz="3600" b="0"/>
            </a:lvl1pPr>
          </a:lstStyle>
          <a:p>
            <a:r>
              <a:rPr lang="fr-FR"/>
              <a:t>Modifiez le style du titre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01428" y="4540865"/>
            <a:ext cx="3513335" cy="339921"/>
          </a:xfrm>
        </p:spPr>
        <p:txBody>
          <a:bodyPr/>
          <a:lstStyle>
            <a:lvl1pPr marL="0" indent="0" algn="l">
              <a:lnSpc>
                <a:spcPct val="100000"/>
              </a:lnSpc>
              <a:spcBef>
                <a:spcPts val="75"/>
              </a:spcBef>
              <a:spcAft>
                <a:spcPts val="0"/>
              </a:spcAft>
              <a:buNone/>
              <a:defRPr sz="1050" b="0"/>
            </a:lvl1pPr>
            <a:lvl2pPr marL="0" indent="0" algn="l">
              <a:lnSpc>
                <a:spcPct val="100000"/>
              </a:lnSpc>
              <a:spcBef>
                <a:spcPts val="75"/>
              </a:spcBef>
              <a:buNone/>
              <a:defRPr sz="1050" b="1">
                <a:latin typeface="+mn-lt"/>
              </a:defRPr>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02544" y="287536"/>
            <a:ext cx="798005" cy="388427"/>
          </a:xfrm>
          <a:prstGeom prst="rect">
            <a:avLst/>
          </a:prstGeom>
        </p:spPr>
      </p:pic>
    </p:spTree>
    <p:extLst>
      <p:ext uri="{BB962C8B-B14F-4D97-AF65-F5344CB8AC3E}">
        <p14:creationId xmlns:p14="http://schemas.microsoft.com/office/powerpoint/2010/main" val="2589418058"/>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554"/>
        <p:cNvGrpSpPr/>
        <p:nvPr/>
      </p:nvGrpSpPr>
      <p:grpSpPr>
        <a:xfrm>
          <a:off x="0" y="0"/>
          <a:ext cx="0" cy="0"/>
          <a:chOff x="0" y="0"/>
          <a:chExt cx="0" cy="0"/>
        </a:xfrm>
      </p:grpSpPr>
      <p:grpSp>
        <p:nvGrpSpPr>
          <p:cNvPr id="555" name="Google Shape;555;p75"/>
          <p:cNvGrpSpPr/>
          <p:nvPr/>
        </p:nvGrpSpPr>
        <p:grpSpPr>
          <a:xfrm>
            <a:off x="1" y="894"/>
            <a:ext cx="9143999" cy="3401112"/>
            <a:chOff x="0" y="-1850"/>
            <a:chExt cx="10058399" cy="5139458"/>
          </a:xfrm>
        </p:grpSpPr>
        <p:sp>
          <p:nvSpPr>
            <p:cNvPr id="556" name="Google Shape;556;p75"/>
            <p:cNvSpPr/>
            <p:nvPr/>
          </p:nvSpPr>
          <p:spPr>
            <a:xfrm>
              <a:off x="0" y="-1850"/>
              <a:ext cx="6738778" cy="3854593"/>
            </a:xfrm>
            <a:prstGeom prst="rect">
              <a:avLst/>
            </a:prstGeom>
            <a:solidFill>
              <a:srgbClr val="46464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7" name="Google Shape;557;p75"/>
            <p:cNvSpPr/>
            <p:nvPr/>
          </p:nvSpPr>
          <p:spPr>
            <a:xfrm>
              <a:off x="0" y="3852743"/>
              <a:ext cx="6738778" cy="1284865"/>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8" name="Google Shape;558;p75"/>
            <p:cNvSpPr/>
            <p:nvPr/>
          </p:nvSpPr>
          <p:spPr>
            <a:xfrm>
              <a:off x="6738779" y="-1850"/>
              <a:ext cx="3319620" cy="3854593"/>
            </a:xfrm>
            <a:prstGeom prst="rect">
              <a:avLst/>
            </a:prstGeom>
            <a:solidFill>
              <a:srgbClr val="EB8C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grpSp>
      <p:pic>
        <p:nvPicPr>
          <p:cNvPr id="559" name="Google Shape;559;p75"/>
          <p:cNvPicPr preferRelativeResize="0"/>
          <p:nvPr/>
        </p:nvPicPr>
        <p:blipFill rotWithShape="1">
          <a:blip r:embed="rId2">
            <a:alphaModFix/>
          </a:blip>
          <a:srcRect/>
          <a:stretch/>
        </p:blipFill>
        <p:spPr>
          <a:xfrm>
            <a:off x="258897" y="4058099"/>
            <a:ext cx="1636775" cy="983583"/>
          </a:xfrm>
          <a:prstGeom prst="rect">
            <a:avLst/>
          </a:prstGeom>
          <a:noFill/>
          <a:ln>
            <a:noFill/>
          </a:ln>
        </p:spPr>
      </p:pic>
      <p:sp>
        <p:nvSpPr>
          <p:cNvPr id="560" name="Google Shape;560;p75"/>
          <p:cNvSpPr txBox="1">
            <a:spLocks noGrp="1"/>
          </p:cNvSpPr>
          <p:nvPr>
            <p:ph type="ctrTitle"/>
          </p:nvPr>
        </p:nvSpPr>
        <p:spPr>
          <a:xfrm>
            <a:off x="452126" y="1592669"/>
            <a:ext cx="5522076"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1" name="Google Shape;561;p75"/>
          <p:cNvSpPr txBox="1">
            <a:spLocks noGrp="1"/>
          </p:cNvSpPr>
          <p:nvPr>
            <p:ph type="subTitle" idx="1"/>
          </p:nvPr>
        </p:nvSpPr>
        <p:spPr>
          <a:xfrm>
            <a:off x="452126" y="2606680"/>
            <a:ext cx="5522076"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562" name="Google Shape;562;p75"/>
          <p:cNvSpPr txBox="1"/>
          <p:nvPr/>
        </p:nvSpPr>
        <p:spPr>
          <a:xfrm>
            <a:off x="452126" y="3253912"/>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563" name="Google Shape;563;p75"/>
          <p:cNvSpPr txBox="1"/>
          <p:nvPr/>
        </p:nvSpPr>
        <p:spPr>
          <a:xfrm>
            <a:off x="452126" y="3114781"/>
            <a:ext cx="2002444" cy="1310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64" name="Google Shape;564;p75"/>
          <p:cNvSpPr txBox="1"/>
          <p:nvPr/>
        </p:nvSpPr>
        <p:spPr>
          <a:xfrm>
            <a:off x="452126" y="277579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over Letter">
  <p:cSld name="Cover Letter">
    <p:spTree>
      <p:nvGrpSpPr>
        <p:cNvPr id="1" name="Shape 565"/>
        <p:cNvGrpSpPr/>
        <p:nvPr/>
      </p:nvGrpSpPr>
      <p:grpSpPr>
        <a:xfrm>
          <a:off x="0" y="0"/>
          <a:ext cx="0" cy="0"/>
          <a:chOff x="0" y="0"/>
          <a:chExt cx="0" cy="0"/>
        </a:xfrm>
      </p:grpSpPr>
      <p:sp>
        <p:nvSpPr>
          <p:cNvPr id="566" name="Google Shape;566;p76"/>
          <p:cNvSpPr/>
          <p:nvPr/>
        </p:nvSpPr>
        <p:spPr>
          <a:xfrm>
            <a:off x="0" y="0"/>
            <a:ext cx="2360815" cy="51435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67" name="Google Shape;567;p76"/>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68" name="Google Shape;568;p76"/>
          <p:cNvSpPr txBox="1">
            <a:spLocks noGrp="1"/>
          </p:cNvSpPr>
          <p:nvPr>
            <p:ph type="body" idx="1"/>
          </p:nvPr>
        </p:nvSpPr>
        <p:spPr>
          <a:xfrm>
            <a:off x="407419" y="1361515"/>
            <a:ext cx="180738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69" name="Google Shape;569;p76"/>
          <p:cNvSpPr txBox="1">
            <a:spLocks noGrp="1"/>
          </p:cNvSpPr>
          <p:nvPr>
            <p:ph type="body" idx="2"/>
          </p:nvPr>
        </p:nvSpPr>
        <p:spPr>
          <a:xfrm>
            <a:off x="407419" y="4017453"/>
            <a:ext cx="1807385" cy="11202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cxnSp>
        <p:nvCxnSpPr>
          <p:cNvPr id="570" name="Google Shape;570;p76"/>
          <p:cNvCxnSpPr/>
          <p:nvPr/>
        </p:nvCxnSpPr>
        <p:spPr>
          <a:xfrm>
            <a:off x="2689261" y="1311089"/>
            <a:ext cx="5976851" cy="0"/>
          </a:xfrm>
          <a:prstGeom prst="straightConnector1">
            <a:avLst/>
          </a:prstGeom>
          <a:noFill/>
          <a:ln w="12700" cap="rnd" cmpd="sng">
            <a:solidFill>
              <a:schemeClr val="accent1"/>
            </a:solidFill>
            <a:prstDash val="dot"/>
            <a:round/>
            <a:headEnd type="none" w="sm" len="sm"/>
            <a:tailEnd type="none" w="sm" len="sm"/>
          </a:ln>
        </p:spPr>
      </p:cxnSp>
      <p:sp>
        <p:nvSpPr>
          <p:cNvPr id="571" name="Google Shape;571;p76"/>
          <p:cNvSpPr txBox="1">
            <a:spLocks noGrp="1"/>
          </p:cNvSpPr>
          <p:nvPr>
            <p:ph type="body" idx="3"/>
          </p:nvPr>
        </p:nvSpPr>
        <p:spPr>
          <a:xfrm>
            <a:off x="2689262" y="705971"/>
            <a:ext cx="2410201"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2" name="Google Shape;572;p76"/>
          <p:cNvSpPr txBox="1">
            <a:spLocks noGrp="1"/>
          </p:cNvSpPr>
          <p:nvPr>
            <p:ph type="body" idx="4"/>
          </p:nvPr>
        </p:nvSpPr>
        <p:spPr>
          <a:xfrm>
            <a:off x="2689262" y="1361515"/>
            <a:ext cx="5972599" cy="27140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3" name="Google Shape;573;p7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74" name="Google Shape;574;p7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75" name="Google Shape;575;p76"/>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76" name="Google Shape;576;p76"/>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77" name="Google Shape;577;p76"/>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78" name="Google Shape;578;p7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ver Letter US">
  <p:cSld name="Cover Letter US">
    <p:spTree>
      <p:nvGrpSpPr>
        <p:cNvPr id="1" name="Shape 579"/>
        <p:cNvGrpSpPr/>
        <p:nvPr/>
      </p:nvGrpSpPr>
      <p:grpSpPr>
        <a:xfrm>
          <a:off x="0" y="0"/>
          <a:ext cx="0" cy="0"/>
          <a:chOff x="0" y="0"/>
          <a:chExt cx="0" cy="0"/>
        </a:xfrm>
      </p:grpSpPr>
      <p:sp>
        <p:nvSpPr>
          <p:cNvPr id="580" name="Google Shape;580;p77"/>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81" name="Google Shape;581;p77"/>
          <p:cNvSpPr txBox="1">
            <a:spLocks noGrp="1"/>
          </p:cNvSpPr>
          <p:nvPr>
            <p:ph type="body" idx="1"/>
          </p:nvPr>
        </p:nvSpPr>
        <p:spPr>
          <a:xfrm>
            <a:off x="2631979"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2" name="Google Shape;582;p77"/>
          <p:cNvSpPr txBox="1">
            <a:spLocks noGrp="1"/>
          </p:cNvSpPr>
          <p:nvPr>
            <p:ph type="body" idx="2"/>
          </p:nvPr>
        </p:nvSpPr>
        <p:spPr>
          <a:xfrm>
            <a:off x="5733281"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3" name="Google Shape;583;p77"/>
          <p:cNvSpPr/>
          <p:nvPr/>
        </p:nvSpPr>
        <p:spPr>
          <a:xfrm>
            <a:off x="1" y="0"/>
            <a:ext cx="2362565" cy="5143500"/>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84" name="Google Shape;584;p77"/>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85" name="Google Shape;585;p77"/>
          <p:cNvSpPr txBox="1">
            <a:spLocks noGrp="1"/>
          </p:cNvSpPr>
          <p:nvPr>
            <p:ph type="body" idx="3"/>
          </p:nvPr>
        </p:nvSpPr>
        <p:spPr>
          <a:xfrm>
            <a:off x="407419" y="1361515"/>
            <a:ext cx="178242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6" name="Google Shape;586;p77"/>
          <p:cNvSpPr txBox="1">
            <a:spLocks noGrp="1"/>
          </p:cNvSpPr>
          <p:nvPr>
            <p:ph type="body" idx="4"/>
          </p:nvPr>
        </p:nvSpPr>
        <p:spPr>
          <a:xfrm>
            <a:off x="407419" y="3922635"/>
            <a:ext cx="1782425" cy="1120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7" name="Google Shape;587;p77"/>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88" name="Google Shape;588;p77"/>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89" name="Google Shape;589;p77"/>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90" name="Google Shape;590;p77"/>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91" name="Google Shape;591;p77"/>
          <p:cNvSpPr txBox="1"/>
          <p:nvPr/>
        </p:nvSpPr>
        <p:spPr>
          <a:xfrm>
            <a:off x="2533985"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2" name="Google Shape;592;p77"/>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ER: One">
  <p:cSld name="ER: One">
    <p:spTree>
      <p:nvGrpSpPr>
        <p:cNvPr id="1" name="Shape 593"/>
        <p:cNvGrpSpPr/>
        <p:nvPr/>
      </p:nvGrpSpPr>
      <p:grpSpPr>
        <a:xfrm>
          <a:off x="0" y="0"/>
          <a:ext cx="0" cy="0"/>
          <a:chOff x="0" y="0"/>
          <a:chExt cx="0" cy="0"/>
        </a:xfrm>
      </p:grpSpPr>
      <p:sp>
        <p:nvSpPr>
          <p:cNvPr id="594" name="Google Shape;594;p7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5" name="Google Shape;595;p78"/>
          <p:cNvSpPr txBox="1">
            <a:spLocks noGrp="1"/>
          </p:cNvSpPr>
          <p:nvPr>
            <p:ph type="body" idx="1"/>
          </p:nvPr>
        </p:nvSpPr>
        <p:spPr>
          <a:xfrm>
            <a:off x="482138" y="1912171"/>
            <a:ext cx="8179723"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6" name="Google Shape;596;p78"/>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7" name="Google Shape;597;p78"/>
          <p:cNvSpPr txBox="1">
            <a:spLocks noGrp="1"/>
          </p:cNvSpPr>
          <p:nvPr>
            <p:ph type="body" idx="2"/>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8" name="Google Shape;598;p78"/>
          <p:cNvSpPr txBox="1">
            <a:spLocks noGrp="1"/>
          </p:cNvSpPr>
          <p:nvPr>
            <p:ph type="body" idx="3"/>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9" name="Google Shape;599;p78"/>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0" name="Google Shape;600;p78"/>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1" name="Google Shape;601;p78"/>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2" name="Google Shape;602;p78"/>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3" name="Google Shape;603;p78"/>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04" name="Google Shape;604;p78"/>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ER: Two">
  <p:cSld name="ER: Two">
    <p:spTree>
      <p:nvGrpSpPr>
        <p:cNvPr id="1" name="Shape 605"/>
        <p:cNvGrpSpPr/>
        <p:nvPr/>
      </p:nvGrpSpPr>
      <p:grpSpPr>
        <a:xfrm>
          <a:off x="0" y="0"/>
          <a:ext cx="0" cy="0"/>
          <a:chOff x="0" y="0"/>
          <a:chExt cx="0" cy="0"/>
        </a:xfrm>
      </p:grpSpPr>
      <p:sp>
        <p:nvSpPr>
          <p:cNvPr id="606" name="Google Shape;606;p79"/>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7" name="Google Shape;607;p79"/>
          <p:cNvSpPr txBox="1">
            <a:spLocks noGrp="1"/>
          </p:cNvSpPr>
          <p:nvPr>
            <p:ph type="body" idx="1"/>
          </p:nvPr>
        </p:nvSpPr>
        <p:spPr>
          <a:xfrm>
            <a:off x="482138"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8" name="Google Shape;608;p79"/>
          <p:cNvSpPr txBox="1">
            <a:spLocks noGrp="1"/>
          </p:cNvSpPr>
          <p:nvPr>
            <p:ph type="body" idx="2"/>
          </p:nvPr>
        </p:nvSpPr>
        <p:spPr>
          <a:xfrm>
            <a:off x="4638502"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9" name="Google Shape;609;p79"/>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10" name="Google Shape;610;p79"/>
          <p:cNvSpPr txBox="1">
            <a:spLocks noGrp="1"/>
          </p:cNvSpPr>
          <p:nvPr>
            <p:ph type="body" idx="3"/>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1" name="Google Shape;611;p79"/>
          <p:cNvSpPr txBox="1">
            <a:spLocks noGrp="1"/>
          </p:cNvSpPr>
          <p:nvPr>
            <p:ph type="body" idx="4"/>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2" name="Google Shape;612;p7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3" name="Google Shape;613;p7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4" name="Google Shape;614;p7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5" name="Google Shape;615;p7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6" name="Google Shape;616;p7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17" name="Google Shape;617;p7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618"/>
        <p:cNvGrpSpPr/>
        <p:nvPr/>
      </p:nvGrpSpPr>
      <p:grpSpPr>
        <a:xfrm>
          <a:off x="0" y="0"/>
          <a:ext cx="0" cy="0"/>
          <a:chOff x="0" y="0"/>
          <a:chExt cx="0" cy="0"/>
        </a:xfrm>
      </p:grpSpPr>
      <p:sp>
        <p:nvSpPr>
          <p:cNvPr id="619" name="Google Shape;619;p80"/>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0" name="Google Shape;620;p80"/>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marR="0" lvl="5" indent="-273050" algn="l">
              <a:lnSpc>
                <a:spcPct val="100000"/>
              </a:lnSpc>
              <a:spcBef>
                <a:spcPts val="400"/>
              </a:spcBef>
              <a:spcAft>
                <a:spcPts val="0"/>
              </a:spcAft>
              <a:buClr>
                <a:schemeClr val="dk1"/>
              </a:buClr>
              <a:buSzPts val="700"/>
              <a:buFont typeface="Georgia"/>
              <a:buAutoNum type="arabicPeriod"/>
              <a:defRPr/>
            </a:lvl6pPr>
            <a:lvl7pPr marL="3200400" marR="0" lvl="6" indent="-273050" algn="l">
              <a:lnSpc>
                <a:spcPct val="100000"/>
              </a:lnSpc>
              <a:spcBef>
                <a:spcPts val="400"/>
              </a:spcBef>
              <a:spcAft>
                <a:spcPts val="0"/>
              </a:spcAft>
              <a:buClr>
                <a:schemeClr val="dk1"/>
              </a:buClr>
              <a:buSzPts val="700"/>
              <a:buFont typeface="Georgia"/>
              <a:buAutoNum type="alphaLcPeriod"/>
              <a:defRPr/>
            </a:lvl7pPr>
            <a:lvl8pPr marL="3657600" marR="0" lvl="7" indent="-273050" algn="l">
              <a:lnSpc>
                <a:spcPct val="100000"/>
              </a:lnSpc>
              <a:spcBef>
                <a:spcPts val="400"/>
              </a:spcBef>
              <a:spcAft>
                <a:spcPts val="0"/>
              </a:spcAft>
              <a:buClr>
                <a:schemeClr val="dk1"/>
              </a:buClr>
              <a:buSzPts val="700"/>
              <a:buFont typeface="Georgia"/>
              <a:buAutoNum type="romanLcPeriod"/>
              <a:defRPr/>
            </a:lvl8pPr>
            <a:lvl9pPr marL="4114800" marR="0" lvl="8" indent="-228600" algn="l">
              <a:lnSpc>
                <a:spcPct val="100000"/>
              </a:lnSpc>
              <a:spcBef>
                <a:spcPts val="400"/>
              </a:spcBef>
              <a:spcAft>
                <a:spcPts val="400"/>
              </a:spcAft>
              <a:buClr>
                <a:schemeClr val="dk2"/>
              </a:buClr>
              <a:buSzPts val="700"/>
              <a:buFont typeface="Arial"/>
              <a:buNone/>
              <a:defRPr/>
            </a:lvl9pPr>
          </a:lstStyle>
          <a:p>
            <a:endParaRPr/>
          </a:p>
        </p:txBody>
      </p:sp>
      <p:sp>
        <p:nvSpPr>
          <p:cNvPr id="621" name="Google Shape;621;p80"/>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22" name="Google Shape;622;p80"/>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3" name="Google Shape;623;p8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4" name="Google Shape;624;p8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5" name="Google Shape;625;p8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6" name="Google Shape;626;p8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27" name="Google Shape;627;p8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ontent: Two">
  <p:cSld name="Content: Two">
    <p:spTree>
      <p:nvGrpSpPr>
        <p:cNvPr id="1" name="Shape 628"/>
        <p:cNvGrpSpPr/>
        <p:nvPr/>
      </p:nvGrpSpPr>
      <p:grpSpPr>
        <a:xfrm>
          <a:off x="0" y="0"/>
          <a:ext cx="0" cy="0"/>
          <a:chOff x="0" y="0"/>
          <a:chExt cx="0" cy="0"/>
        </a:xfrm>
      </p:grpSpPr>
      <p:sp>
        <p:nvSpPr>
          <p:cNvPr id="629" name="Google Shape;629;p81"/>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0" name="Google Shape;630;p81"/>
          <p:cNvSpPr txBox="1">
            <a:spLocks noGrp="1"/>
          </p:cNvSpPr>
          <p:nvPr>
            <p:ph type="body" idx="1"/>
          </p:nvPr>
        </p:nvSpPr>
        <p:spPr>
          <a:xfrm>
            <a:off x="482138"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1" name="Google Shape;631;p81"/>
          <p:cNvSpPr txBox="1">
            <a:spLocks noGrp="1"/>
          </p:cNvSpPr>
          <p:nvPr>
            <p:ph type="body" idx="2"/>
          </p:nvPr>
        </p:nvSpPr>
        <p:spPr>
          <a:xfrm>
            <a:off x="4638502"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2" name="Google Shape;632;p8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33" name="Google Shape;633;p8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4" name="Google Shape;634;p8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5" name="Google Shape;635;p8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6" name="Google Shape;636;p8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7" name="Google Shape;637;p8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38" name="Google Shape;638;p8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Content: Large left">
  <p:cSld name="Content: Large left">
    <p:spTree>
      <p:nvGrpSpPr>
        <p:cNvPr id="1" name="Shape 639"/>
        <p:cNvGrpSpPr/>
        <p:nvPr/>
      </p:nvGrpSpPr>
      <p:grpSpPr>
        <a:xfrm>
          <a:off x="0" y="0"/>
          <a:ext cx="0" cy="0"/>
          <a:chOff x="0" y="0"/>
          <a:chExt cx="0" cy="0"/>
        </a:xfrm>
      </p:grpSpPr>
      <p:sp>
        <p:nvSpPr>
          <p:cNvPr id="640" name="Google Shape;640;p8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1" name="Google Shape;641;p82"/>
          <p:cNvSpPr txBox="1">
            <a:spLocks noGrp="1"/>
          </p:cNvSpPr>
          <p:nvPr>
            <p:ph type="body" idx="1"/>
          </p:nvPr>
        </p:nvSpPr>
        <p:spPr>
          <a:xfrm>
            <a:off x="482138" y="1361515"/>
            <a:ext cx="5414819"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2" name="Google Shape;642;p82"/>
          <p:cNvSpPr txBox="1">
            <a:spLocks noGrp="1"/>
          </p:cNvSpPr>
          <p:nvPr>
            <p:ph type="body" idx="2"/>
          </p:nvPr>
        </p:nvSpPr>
        <p:spPr>
          <a:xfrm>
            <a:off x="6026728" y="1361515"/>
            <a:ext cx="262959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3" name="Google Shape;643;p8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44" name="Google Shape;644;p8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5" name="Google Shape;645;p8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6" name="Google Shape;646;p8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7" name="Google Shape;647;p8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8" name="Google Shape;648;p8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49" name="Google Shape;649;p8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ontent: Two Left">
  <p:cSld name="Content: Two Left">
    <p:spTree>
      <p:nvGrpSpPr>
        <p:cNvPr id="1" name="Shape 650"/>
        <p:cNvGrpSpPr/>
        <p:nvPr/>
      </p:nvGrpSpPr>
      <p:grpSpPr>
        <a:xfrm>
          <a:off x="0" y="0"/>
          <a:ext cx="0" cy="0"/>
          <a:chOff x="0" y="0"/>
          <a:chExt cx="0" cy="0"/>
        </a:xfrm>
      </p:grpSpPr>
      <p:sp>
        <p:nvSpPr>
          <p:cNvPr id="651" name="Google Shape;651;p8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2" name="Google Shape;652;p83"/>
          <p:cNvSpPr txBox="1">
            <a:spLocks noGrp="1"/>
          </p:cNvSpPr>
          <p:nvPr>
            <p:ph type="body" idx="1"/>
          </p:nvPr>
        </p:nvSpPr>
        <p:spPr>
          <a:xfrm>
            <a:off x="482138" y="1361515"/>
            <a:ext cx="4020590" cy="156322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3" name="Google Shape;653;p83"/>
          <p:cNvSpPr txBox="1">
            <a:spLocks noGrp="1"/>
          </p:cNvSpPr>
          <p:nvPr>
            <p:ph type="body" idx="2"/>
          </p:nvPr>
        </p:nvSpPr>
        <p:spPr>
          <a:xfrm>
            <a:off x="482138" y="3031640"/>
            <a:ext cx="402059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4" name="Google Shape;654;p83"/>
          <p:cNvSpPr txBox="1">
            <a:spLocks noGrp="1"/>
          </p:cNvSpPr>
          <p:nvPr>
            <p:ph type="body" idx="3"/>
          </p:nvPr>
        </p:nvSpPr>
        <p:spPr>
          <a:xfrm>
            <a:off x="4641273"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5" name="Google Shape;655;p8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56" name="Google Shape;656;p8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7" name="Google Shape;657;p8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8" name="Google Shape;658;p8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9" name="Google Shape;659;p83"/>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0" name="Google Shape;660;p83"/>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61" name="Google Shape;661;p83"/>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ontent: Two top ">
  <p:cSld name="Content: Two top ">
    <p:spTree>
      <p:nvGrpSpPr>
        <p:cNvPr id="1" name="Shape 662"/>
        <p:cNvGrpSpPr/>
        <p:nvPr/>
      </p:nvGrpSpPr>
      <p:grpSpPr>
        <a:xfrm>
          <a:off x="0" y="0"/>
          <a:ext cx="0" cy="0"/>
          <a:chOff x="0" y="0"/>
          <a:chExt cx="0" cy="0"/>
        </a:xfrm>
      </p:grpSpPr>
      <p:sp>
        <p:nvSpPr>
          <p:cNvPr id="663" name="Google Shape;663;p84"/>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4" name="Google Shape;664;p8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65" name="Google Shape;665;p8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6" name="Google Shape;666;p84"/>
          <p:cNvSpPr txBox="1">
            <a:spLocks noGrp="1"/>
          </p:cNvSpPr>
          <p:nvPr>
            <p:ph type="body" idx="1"/>
          </p:nvPr>
        </p:nvSpPr>
        <p:spPr>
          <a:xfrm>
            <a:off x="482138"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7" name="Google Shape;667;p84"/>
          <p:cNvSpPr txBox="1">
            <a:spLocks noGrp="1"/>
          </p:cNvSpPr>
          <p:nvPr>
            <p:ph type="body" idx="2"/>
          </p:nvPr>
        </p:nvSpPr>
        <p:spPr>
          <a:xfrm>
            <a:off x="4638502"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8" name="Google Shape;668;p84"/>
          <p:cNvSpPr txBox="1">
            <a:spLocks noGrp="1"/>
          </p:cNvSpPr>
          <p:nvPr>
            <p:ph type="body" idx="3"/>
          </p:nvPr>
        </p:nvSpPr>
        <p:spPr>
          <a:xfrm>
            <a:off x="482138" y="3032402"/>
            <a:ext cx="8179723"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9" name="Google Shape;669;p8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0" name="Google Shape;670;p8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1" name="Google Shape;671;p84"/>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2" name="Google Shape;672;p84"/>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73" name="Google Shape;673;p84"/>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ntent: Three">
  <p:cSld name="Content: Three">
    <p:spTree>
      <p:nvGrpSpPr>
        <p:cNvPr id="1" name="Shape 674"/>
        <p:cNvGrpSpPr/>
        <p:nvPr/>
      </p:nvGrpSpPr>
      <p:grpSpPr>
        <a:xfrm>
          <a:off x="0" y="0"/>
          <a:ext cx="0" cy="0"/>
          <a:chOff x="0" y="0"/>
          <a:chExt cx="0" cy="0"/>
        </a:xfrm>
      </p:grpSpPr>
      <p:sp>
        <p:nvSpPr>
          <p:cNvPr id="675" name="Google Shape;675;p85"/>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6" name="Google Shape;676;p85"/>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77" name="Google Shape;677;p8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78" name="Google Shape;678;p8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9" name="Google Shape;679;p85"/>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0" name="Google Shape;680;p85"/>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1" name="Google Shape;681;p8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2" name="Google Shape;682;p8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3" name="Google Shape;683;p85"/>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4" name="Google Shape;684;p85"/>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85" name="Google Shape;685;p85"/>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ontent: Four">
  <p:cSld name="Content: Four">
    <p:spTree>
      <p:nvGrpSpPr>
        <p:cNvPr id="1" name="Shape 686"/>
        <p:cNvGrpSpPr/>
        <p:nvPr/>
      </p:nvGrpSpPr>
      <p:grpSpPr>
        <a:xfrm>
          <a:off x="0" y="0"/>
          <a:ext cx="0" cy="0"/>
          <a:chOff x="0" y="0"/>
          <a:chExt cx="0" cy="0"/>
        </a:xfrm>
      </p:grpSpPr>
      <p:sp>
        <p:nvSpPr>
          <p:cNvPr id="687" name="Google Shape;687;p86"/>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8" name="Google Shape;688;p86"/>
          <p:cNvSpPr txBox="1">
            <a:spLocks noGrp="1"/>
          </p:cNvSpPr>
          <p:nvPr>
            <p:ph type="body" idx="1"/>
          </p:nvPr>
        </p:nvSpPr>
        <p:spPr>
          <a:xfrm>
            <a:off x="482138"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9" name="Google Shape;689;p86"/>
          <p:cNvSpPr txBox="1">
            <a:spLocks noGrp="1"/>
          </p:cNvSpPr>
          <p:nvPr>
            <p:ph type="body" idx="2"/>
          </p:nvPr>
        </p:nvSpPr>
        <p:spPr>
          <a:xfrm>
            <a:off x="4638502"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0" name="Google Shape;690;p86"/>
          <p:cNvSpPr txBox="1">
            <a:spLocks noGrp="1"/>
          </p:cNvSpPr>
          <p:nvPr>
            <p:ph type="body" idx="3"/>
          </p:nvPr>
        </p:nvSpPr>
        <p:spPr>
          <a:xfrm>
            <a:off x="482138"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1" name="Google Shape;691;p86"/>
          <p:cNvSpPr txBox="1">
            <a:spLocks noGrp="1"/>
          </p:cNvSpPr>
          <p:nvPr>
            <p:ph type="body" idx="4"/>
          </p:nvPr>
        </p:nvSpPr>
        <p:spPr>
          <a:xfrm>
            <a:off x="4638502"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2" name="Google Shape;692;p8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93" name="Google Shape;693;p8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4" name="Google Shape;694;p8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5" name="Google Shape;695;p8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6" name="Google Shape;696;p86"/>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7" name="Google Shape;697;p86"/>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98" name="Google Shape;698;p86"/>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Empty" type="blank">
  <p:cSld name="BLANK">
    <p:spTree>
      <p:nvGrpSpPr>
        <p:cNvPr id="1" name="Shape 699"/>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ontent: Title Only ">
  <p:cSld name="Content: Title Only ">
    <p:spTree>
      <p:nvGrpSpPr>
        <p:cNvPr id="1" name="Shape 700"/>
        <p:cNvGrpSpPr/>
        <p:nvPr/>
      </p:nvGrpSpPr>
      <p:grpSpPr>
        <a:xfrm>
          <a:off x="0" y="0"/>
          <a:ext cx="0" cy="0"/>
          <a:chOff x="0" y="0"/>
          <a:chExt cx="0" cy="0"/>
        </a:xfrm>
      </p:grpSpPr>
      <p:sp>
        <p:nvSpPr>
          <p:cNvPr id="701" name="Google Shape;701;p8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2" name="Google Shape;702;p88"/>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ntent: Header Footer Only">
  <p:cSld name="Content: Header Footer Only">
    <p:spTree>
      <p:nvGrpSpPr>
        <p:cNvPr id="1" name="Shape 703"/>
        <p:cNvGrpSpPr/>
        <p:nvPr/>
      </p:nvGrpSpPr>
      <p:grpSpPr>
        <a:xfrm>
          <a:off x="0" y="0"/>
          <a:ext cx="0" cy="0"/>
          <a:chOff x="0" y="0"/>
          <a:chExt cx="0" cy="0"/>
        </a:xfrm>
      </p:grpSpPr>
      <p:sp>
        <p:nvSpPr>
          <p:cNvPr id="704" name="Google Shape;704;p89"/>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05" name="Google Shape;705;p8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06" name="Google Shape;706;p8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7" name="Google Shape;707;p8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8" name="Google Shape;708;p8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9" name="Google Shape;709;p8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0" name="Google Shape;710;p8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Intro Only">
  <p:cSld name="Intro Only">
    <p:spTree>
      <p:nvGrpSpPr>
        <p:cNvPr id="1" name="Shape 711"/>
        <p:cNvGrpSpPr/>
        <p:nvPr/>
      </p:nvGrpSpPr>
      <p:grpSpPr>
        <a:xfrm>
          <a:off x="0" y="0"/>
          <a:ext cx="0" cy="0"/>
          <a:chOff x="0" y="0"/>
          <a:chExt cx="0" cy="0"/>
        </a:xfrm>
      </p:grpSpPr>
      <p:sp>
        <p:nvSpPr>
          <p:cNvPr id="712" name="Google Shape;712;p90"/>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13" name="Google Shape;713;p9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4" name="Google Shape;714;p9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5" name="Google Shape;715;p9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6" name="Google Shape;716;p9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7" name="Google Shape;717;p9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At a Glance ">
  <p:cSld name="At a Glance ">
    <p:spTree>
      <p:nvGrpSpPr>
        <p:cNvPr id="1" name="Shape 718"/>
        <p:cNvGrpSpPr/>
        <p:nvPr/>
      </p:nvGrpSpPr>
      <p:grpSpPr>
        <a:xfrm>
          <a:off x="0" y="0"/>
          <a:ext cx="0" cy="0"/>
          <a:chOff x="0" y="0"/>
          <a:chExt cx="0" cy="0"/>
        </a:xfrm>
      </p:grpSpPr>
      <p:sp>
        <p:nvSpPr>
          <p:cNvPr id="719" name="Google Shape;719;p91"/>
          <p:cNvSpPr txBox="1">
            <a:spLocks noGrp="1"/>
          </p:cNvSpPr>
          <p:nvPr>
            <p:ph type="title"/>
          </p:nvPr>
        </p:nvSpPr>
        <p:spPr>
          <a:xfrm>
            <a:off x="482138" y="707987"/>
            <a:ext cx="2635135"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0" name="Google Shape;720;p91"/>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1" name="Google Shape;721;p9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22" name="Google Shape;722;p9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3" name="Google Shape;723;p91"/>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4" name="Google Shape;724;p91"/>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5" name="Google Shape;725;p91"/>
          <p:cNvSpPr txBox="1">
            <a:spLocks noGrp="1"/>
          </p:cNvSpPr>
          <p:nvPr>
            <p:ph type="body" idx="4"/>
          </p:nvPr>
        </p:nvSpPr>
        <p:spPr>
          <a:xfrm>
            <a:off x="3254433" y="712363"/>
            <a:ext cx="5407429" cy="55670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sz="700" b="1" i="0">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6" name="Google Shape;726;p9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7" name="Google Shape;727;p9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8" name="Google Shape;728;p9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9" name="Google Shape;729;p9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30" name="Google Shape;730;p9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Glossary">
  <p:cSld name="Glossary">
    <p:spTree>
      <p:nvGrpSpPr>
        <p:cNvPr id="1" name="Shape 731"/>
        <p:cNvGrpSpPr/>
        <p:nvPr/>
      </p:nvGrpSpPr>
      <p:grpSpPr>
        <a:xfrm>
          <a:off x="0" y="0"/>
          <a:ext cx="0" cy="0"/>
          <a:chOff x="0" y="0"/>
          <a:chExt cx="0" cy="0"/>
        </a:xfrm>
      </p:grpSpPr>
      <p:sp>
        <p:nvSpPr>
          <p:cNvPr id="732" name="Google Shape;732;p9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3" name="Google Shape;733;p92"/>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34" name="Google Shape;734;p9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5" name="Google Shape;735;p9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6" name="Google Shape;736;p9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7" name="Google Shape;737;p9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8" name="Google Shape;738;p9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9" name="Google Shape;739;p9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40" name="Google Shape;740;p9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ction Divider">
  <p:cSld name="Section Divider">
    <p:bg>
      <p:bgPr>
        <a:solidFill>
          <a:schemeClr val="accent1"/>
        </a:solidFill>
        <a:effectLst/>
      </p:bgPr>
    </p:bg>
    <p:spTree>
      <p:nvGrpSpPr>
        <p:cNvPr id="1" name="Shape 741"/>
        <p:cNvGrpSpPr/>
        <p:nvPr/>
      </p:nvGrpSpPr>
      <p:grpSpPr>
        <a:xfrm>
          <a:off x="0" y="0"/>
          <a:ext cx="0" cy="0"/>
          <a:chOff x="0" y="0"/>
          <a:chExt cx="0" cy="0"/>
        </a:xfrm>
      </p:grpSpPr>
      <p:sp>
        <p:nvSpPr>
          <p:cNvPr id="742" name="Google Shape;742;p93"/>
          <p:cNvSpPr txBox="1">
            <a:spLocks noGrp="1"/>
          </p:cNvSpPr>
          <p:nvPr>
            <p:ph type="title"/>
          </p:nvPr>
        </p:nvSpPr>
        <p:spPr>
          <a:xfrm>
            <a:off x="0" y="709207"/>
            <a:ext cx="5918662" cy="499012"/>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3" name="Google Shape;743;p93"/>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44" name="Google Shape;744;p9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5" name="Google Shape;745;p9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6" name="Google Shape;746;p9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47" name="Google Shape;747;p9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Divider 1">
  <p:cSld name="Section Divider 1">
    <p:bg>
      <p:bgPr>
        <a:solidFill>
          <a:schemeClr val="accent6"/>
        </a:solidFill>
        <a:effectLst/>
      </p:bgPr>
    </p:bg>
    <p:spTree>
      <p:nvGrpSpPr>
        <p:cNvPr id="1" name="Shape 748"/>
        <p:cNvGrpSpPr/>
        <p:nvPr/>
      </p:nvGrpSpPr>
      <p:grpSpPr>
        <a:xfrm>
          <a:off x="0" y="0"/>
          <a:ext cx="0" cy="0"/>
          <a:chOff x="0" y="0"/>
          <a:chExt cx="0" cy="0"/>
        </a:xfrm>
      </p:grpSpPr>
      <p:sp>
        <p:nvSpPr>
          <p:cNvPr id="749" name="Google Shape;749;p94"/>
          <p:cNvSpPr txBox="1">
            <a:spLocks noGrp="1"/>
          </p:cNvSpPr>
          <p:nvPr>
            <p:ph type="title"/>
          </p:nvPr>
        </p:nvSpPr>
        <p:spPr>
          <a:xfrm>
            <a:off x="0" y="709207"/>
            <a:ext cx="5918662" cy="499012"/>
          </a:xfrm>
          <a:prstGeom prst="rect">
            <a:avLst/>
          </a:prstGeom>
          <a:solidFill>
            <a:schemeClr val="accent1"/>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0" name="Google Shape;750;p94"/>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1" name="Google Shape;751;p9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2" name="Google Shape;752;p9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3" name="Google Shape;753;p9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54" name="Google Shape;754;p9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Appendix Divider">
  <p:cSld name="Appendix Divider">
    <p:bg>
      <p:bgPr>
        <a:solidFill>
          <a:schemeClr val="accent1"/>
        </a:solidFill>
        <a:effectLst/>
      </p:bgPr>
    </p:bg>
    <p:spTree>
      <p:nvGrpSpPr>
        <p:cNvPr id="1" name="Shape 755"/>
        <p:cNvGrpSpPr/>
        <p:nvPr/>
      </p:nvGrpSpPr>
      <p:grpSpPr>
        <a:xfrm>
          <a:off x="0" y="0"/>
          <a:ext cx="0" cy="0"/>
          <a:chOff x="0" y="0"/>
          <a:chExt cx="0" cy="0"/>
        </a:xfrm>
      </p:grpSpPr>
      <p:sp>
        <p:nvSpPr>
          <p:cNvPr id="756" name="Google Shape;756;p95"/>
          <p:cNvSpPr txBox="1">
            <a:spLocks noGrp="1"/>
          </p:cNvSpPr>
          <p:nvPr>
            <p:ph type="title"/>
          </p:nvPr>
        </p:nvSpPr>
        <p:spPr>
          <a:xfrm>
            <a:off x="0" y="705970"/>
            <a:ext cx="5919393" cy="502248"/>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7" name="Google Shape;757;p95"/>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8" name="Google Shape;758;p9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9" name="Google Shape;759;p9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0" name="Google Shape;760;p9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1" name="Google Shape;761;p9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Appendix Divider 1">
  <p:cSld name="Appendix Divider 1">
    <p:bg>
      <p:bgPr>
        <a:solidFill>
          <a:schemeClr val="accent6"/>
        </a:solidFill>
        <a:effectLst/>
      </p:bgPr>
    </p:bg>
    <p:spTree>
      <p:nvGrpSpPr>
        <p:cNvPr id="1" name="Shape 762"/>
        <p:cNvGrpSpPr/>
        <p:nvPr/>
      </p:nvGrpSpPr>
      <p:grpSpPr>
        <a:xfrm>
          <a:off x="0" y="0"/>
          <a:ext cx="0" cy="0"/>
          <a:chOff x="0" y="0"/>
          <a:chExt cx="0" cy="0"/>
        </a:xfrm>
      </p:grpSpPr>
      <p:sp>
        <p:nvSpPr>
          <p:cNvPr id="763" name="Google Shape;763;p96"/>
          <p:cNvSpPr txBox="1">
            <a:spLocks noGrp="1"/>
          </p:cNvSpPr>
          <p:nvPr>
            <p:ph type="title"/>
          </p:nvPr>
        </p:nvSpPr>
        <p:spPr>
          <a:xfrm>
            <a:off x="0" y="705970"/>
            <a:ext cx="5919393" cy="502248"/>
          </a:xfrm>
          <a:prstGeom prst="rect">
            <a:avLst/>
          </a:prstGeom>
          <a:solidFill>
            <a:schemeClr val="accent4"/>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4" name="Google Shape;764;p96"/>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65" name="Google Shape;765;p9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6" name="Google Shape;766;p9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7" name="Google Shape;767;p9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8" name="Google Shape;768;p9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69"/>
        <p:cNvGrpSpPr/>
        <p:nvPr/>
      </p:nvGrpSpPr>
      <p:grpSpPr>
        <a:xfrm>
          <a:off x="0" y="0"/>
          <a:ext cx="0" cy="0"/>
          <a:chOff x="0" y="0"/>
          <a:chExt cx="0" cy="0"/>
        </a:xfrm>
      </p:grpSpPr>
      <p:sp>
        <p:nvSpPr>
          <p:cNvPr id="770" name="Google Shape;770;p97"/>
          <p:cNvSpPr txBox="1">
            <a:spLocks noGrp="1"/>
          </p:cNvSpPr>
          <p:nvPr>
            <p:ph type="title"/>
          </p:nvPr>
        </p:nvSpPr>
        <p:spPr>
          <a:xfrm>
            <a:off x="457200" y="342900"/>
            <a:ext cx="3981797" cy="1887967"/>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dk1"/>
              </a:buClr>
              <a:buSzPts val="3200"/>
              <a:buFont typeface="Georgia"/>
              <a:buNone/>
              <a:defRPr sz="32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1" name="Google Shape;771;p97"/>
          <p:cNvSpPr/>
          <p:nvPr/>
        </p:nvSpPr>
        <p:spPr>
          <a:xfrm>
            <a:off x="0" y="3705641"/>
            <a:ext cx="9144000" cy="1437860"/>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772" name="Google Shape;772;p97"/>
          <p:cNvSpPr txBox="1">
            <a:spLocks noGrp="1"/>
          </p:cNvSpPr>
          <p:nvPr>
            <p:ph type="body" idx="1"/>
          </p:nvPr>
        </p:nvSpPr>
        <p:spPr>
          <a:xfrm>
            <a:off x="457200" y="3909060"/>
            <a:ext cx="8179724" cy="10287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2">
  <p:cSld name="Title slide 2">
    <p:spTree>
      <p:nvGrpSpPr>
        <p:cNvPr id="1" name="Shape 773"/>
        <p:cNvGrpSpPr/>
        <p:nvPr/>
      </p:nvGrpSpPr>
      <p:grpSpPr>
        <a:xfrm>
          <a:off x="0" y="0"/>
          <a:ext cx="0" cy="0"/>
          <a:chOff x="0" y="0"/>
          <a:chExt cx="0" cy="0"/>
        </a:xfrm>
      </p:grpSpPr>
      <p:pic>
        <p:nvPicPr>
          <p:cNvPr id="774" name="Google Shape;774;p98"/>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75" name="Google Shape;775;p98"/>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76" name="Google Shape;776;p98"/>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77" name="Google Shape;777;p98"/>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8" name="Google Shape;778;p98"/>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79" name="Google Shape;779;p98"/>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0" name="Google Shape;780;p98"/>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81" name="Google Shape;781;p98"/>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slide 3">
  <p:cSld name="Title slide 3">
    <p:spTree>
      <p:nvGrpSpPr>
        <p:cNvPr id="1" name="Shape 782"/>
        <p:cNvGrpSpPr/>
        <p:nvPr/>
      </p:nvGrpSpPr>
      <p:grpSpPr>
        <a:xfrm>
          <a:off x="0" y="0"/>
          <a:ext cx="0" cy="0"/>
          <a:chOff x="0" y="0"/>
          <a:chExt cx="0" cy="0"/>
        </a:xfrm>
      </p:grpSpPr>
      <p:pic>
        <p:nvPicPr>
          <p:cNvPr id="783" name="Google Shape;783;p99"/>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84" name="Google Shape;784;p99"/>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85" name="Google Shape;785;p99"/>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86" name="Google Shape;786;p99"/>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7" name="Google Shape;787;p99"/>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88" name="Google Shape;788;p99"/>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9" name="Google Shape;789;p99"/>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0" name="Google Shape;790;p99"/>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slide 4">
  <p:cSld name="Title slide 4">
    <p:bg>
      <p:bgPr>
        <a:solidFill>
          <a:schemeClr val="accent6"/>
        </a:solidFill>
        <a:effectLst/>
      </p:bgPr>
    </p:bg>
    <p:spTree>
      <p:nvGrpSpPr>
        <p:cNvPr id="1" name="Shape 791"/>
        <p:cNvGrpSpPr/>
        <p:nvPr/>
      </p:nvGrpSpPr>
      <p:grpSpPr>
        <a:xfrm>
          <a:off x="0" y="0"/>
          <a:ext cx="0" cy="0"/>
          <a:chOff x="0" y="0"/>
          <a:chExt cx="0" cy="0"/>
        </a:xfrm>
      </p:grpSpPr>
      <p:pic>
        <p:nvPicPr>
          <p:cNvPr id="792" name="Google Shape;792;p100"/>
          <p:cNvPicPr preferRelativeResize="0"/>
          <p:nvPr/>
        </p:nvPicPr>
        <p:blipFill rotWithShape="1">
          <a:blip r:embed="rId2">
            <a:alphaModFix/>
          </a:blip>
          <a:srcRect/>
          <a:stretch/>
        </p:blipFill>
        <p:spPr>
          <a:xfrm>
            <a:off x="258896" y="4058098"/>
            <a:ext cx="1487978" cy="894166"/>
          </a:xfrm>
          <a:prstGeom prst="rect">
            <a:avLst/>
          </a:prstGeom>
          <a:noFill/>
          <a:ln>
            <a:noFill/>
          </a:ln>
        </p:spPr>
      </p:pic>
      <p:sp>
        <p:nvSpPr>
          <p:cNvPr id="793" name="Google Shape;793;p100"/>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4" name="Google Shape;794;p100"/>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95" name="Google Shape;795;p100"/>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96" name="Google Shape;796;p100"/>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7" name="Google Shape;797;p100"/>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Ttle Slide 2 - without image">
  <p:cSld name="Ttle Slide 2 - without image">
    <p:spTree>
      <p:nvGrpSpPr>
        <p:cNvPr id="1" name="Shape 798"/>
        <p:cNvGrpSpPr/>
        <p:nvPr/>
      </p:nvGrpSpPr>
      <p:grpSpPr>
        <a:xfrm>
          <a:off x="0" y="0"/>
          <a:ext cx="0" cy="0"/>
          <a:chOff x="0" y="0"/>
          <a:chExt cx="0" cy="0"/>
        </a:xfrm>
      </p:grpSpPr>
      <p:sp>
        <p:nvSpPr>
          <p:cNvPr id="799" name="Google Shape;799;p101"/>
          <p:cNvSpPr>
            <a:spLocks noGrp="1"/>
          </p:cNvSpPr>
          <p:nvPr>
            <p:ph type="pic" idx="2"/>
          </p:nvPr>
        </p:nvSpPr>
        <p:spPr>
          <a:xfrm>
            <a:off x="2057400" y="1"/>
            <a:ext cx="7086600" cy="5143499"/>
          </a:xfrm>
          <a:prstGeom prst="rect">
            <a:avLst/>
          </a:prstGeom>
          <a:solidFill>
            <a:srgbClr val="DEDEDE"/>
          </a:solidFill>
          <a:ln>
            <a:noFill/>
          </a:ln>
        </p:spPr>
      </p:sp>
      <p:grpSp>
        <p:nvGrpSpPr>
          <p:cNvPr id="800" name="Google Shape;800;p101"/>
          <p:cNvGrpSpPr/>
          <p:nvPr/>
        </p:nvGrpSpPr>
        <p:grpSpPr>
          <a:xfrm>
            <a:off x="1" y="1"/>
            <a:ext cx="6275652" cy="5143500"/>
            <a:chOff x="1" y="3"/>
            <a:chExt cx="6126163" cy="6858000"/>
          </a:xfrm>
        </p:grpSpPr>
        <p:sp>
          <p:nvSpPr>
            <p:cNvPr id="801" name="Google Shape;801;p101"/>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02" name="Google Shape;802;p101"/>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03" name="Google Shape;803;p101"/>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04" name="Google Shape;804;p101"/>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05" name="Google Shape;805;p101"/>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06" name="Google Shape;806;p101"/>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07" name="Google Shape;807;p101"/>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08" name="Google Shape;808;p101"/>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Ttle Slide 3 - without image">
  <p:cSld name="Ttle Slide 3 - without image">
    <p:spTree>
      <p:nvGrpSpPr>
        <p:cNvPr id="1" name="Shape 809"/>
        <p:cNvGrpSpPr/>
        <p:nvPr/>
      </p:nvGrpSpPr>
      <p:grpSpPr>
        <a:xfrm>
          <a:off x="0" y="0"/>
          <a:ext cx="0" cy="0"/>
          <a:chOff x="0" y="0"/>
          <a:chExt cx="0" cy="0"/>
        </a:xfrm>
      </p:grpSpPr>
      <p:sp>
        <p:nvSpPr>
          <p:cNvPr id="810" name="Google Shape;810;p102"/>
          <p:cNvSpPr>
            <a:spLocks noGrp="1"/>
          </p:cNvSpPr>
          <p:nvPr>
            <p:ph type="pic" idx="2"/>
          </p:nvPr>
        </p:nvSpPr>
        <p:spPr>
          <a:xfrm>
            <a:off x="2057400" y="1"/>
            <a:ext cx="7086600" cy="5143499"/>
          </a:xfrm>
          <a:prstGeom prst="rect">
            <a:avLst/>
          </a:prstGeom>
          <a:solidFill>
            <a:srgbClr val="DEDEDE"/>
          </a:solidFill>
          <a:ln>
            <a:noFill/>
          </a:ln>
        </p:spPr>
      </p:sp>
      <p:grpSp>
        <p:nvGrpSpPr>
          <p:cNvPr id="811" name="Google Shape;811;p102"/>
          <p:cNvGrpSpPr/>
          <p:nvPr/>
        </p:nvGrpSpPr>
        <p:grpSpPr>
          <a:xfrm>
            <a:off x="1" y="1"/>
            <a:ext cx="6275652" cy="5143500"/>
            <a:chOff x="1" y="3"/>
            <a:chExt cx="6126163" cy="6858000"/>
          </a:xfrm>
        </p:grpSpPr>
        <p:sp>
          <p:nvSpPr>
            <p:cNvPr id="812" name="Google Shape;812;p102"/>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13" name="Google Shape;813;p102"/>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14" name="Google Shape;814;p102"/>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15" name="Google Shape;815;p102"/>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16" name="Google Shape;816;p102"/>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17" name="Google Shape;817;p102"/>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18" name="Google Shape;818;p102"/>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19" name="Google Shape;819;p102"/>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chemeClr val="lt1"/>
        </a:solidFill>
        <a:effectLst/>
      </p:bgPr>
    </p:bg>
    <p:spTree>
      <p:nvGrpSpPr>
        <p:cNvPr id="1" name="Shape 820"/>
        <p:cNvGrpSpPr/>
        <p:nvPr/>
      </p:nvGrpSpPr>
      <p:grpSpPr>
        <a:xfrm>
          <a:off x="0" y="0"/>
          <a:ext cx="0" cy="0"/>
          <a:chOff x="0" y="0"/>
          <a:chExt cx="0" cy="0"/>
        </a:xfrm>
      </p:grpSpPr>
      <p:sp>
        <p:nvSpPr>
          <p:cNvPr id="821" name="Google Shape;821;p10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8400"/>
              <a:buFont typeface="Arial"/>
              <a:buNone/>
              <a:defRPr sz="18400" b="0" i="0">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2" name="Google Shape;822;p10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823" name="Google Shape;823;p103"/>
          <p:cNvSpPr txBox="1">
            <a:spLocks noGrp="1"/>
          </p:cNvSpPr>
          <p:nvPr>
            <p:ph type="ftr" idx="11"/>
          </p:nvPr>
        </p:nvSpPr>
        <p:spPr>
          <a:xfrm>
            <a:off x="482138" y="4689662"/>
            <a:ext cx="5253644"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sz="600" b="0" i="0">
                <a:solidFill>
                  <a:schemeClr val="dk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4" name="Google Shape;824;p103"/>
          <p:cNvSpPr txBox="1">
            <a:spLocks noGrp="1"/>
          </p:cNvSpPr>
          <p:nvPr>
            <p:ph type="dt" idx="10"/>
          </p:nvPr>
        </p:nvSpPr>
        <p:spPr>
          <a:xfrm>
            <a:off x="7132320" y="4689662"/>
            <a:ext cx="1521229"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5" name="Google Shape;825;p103"/>
          <p:cNvSpPr txBox="1">
            <a:spLocks noGrp="1"/>
          </p:cNvSpPr>
          <p:nvPr>
            <p:ph type="sldNum" idx="12"/>
          </p:nvPr>
        </p:nvSpPr>
        <p:spPr>
          <a:xfrm>
            <a:off x="7132320" y="4792532"/>
            <a:ext cx="1521229" cy="102870"/>
          </a:xfrm>
          <a:prstGeom prst="rect">
            <a:avLst/>
          </a:prstGeom>
          <a:noFill/>
          <a:ln>
            <a:noFill/>
          </a:ln>
        </p:spPr>
        <p:txBody>
          <a:bodyPr spcFirstLastPara="1" wrap="square" lIns="0" tIns="0" rIns="0" bIns="0" anchor="ctr" anchorCtr="0">
            <a:noAutofit/>
          </a:bodyPr>
          <a:lstStyle>
            <a:lvl1pPr marL="2540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2540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2540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2540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2540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2540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2540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2540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2540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itre de section">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29306"/>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90726709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32054"/>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34015855"/>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00038" y="-225561"/>
            <a:ext cx="4232672" cy="207749"/>
          </a:xfrm>
        </p:spPr>
        <p:txBody>
          <a:bodyPr wrap="square">
            <a:spAutoFit/>
          </a:bodyPr>
          <a:lstStyle>
            <a:lvl1pPr>
              <a:defRPr sz="135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4612707" y="688666"/>
            <a:ext cx="4245542" cy="1384994"/>
          </a:xfrm>
        </p:spPr>
        <p:txBody>
          <a:bodyPr wrap="square">
            <a:spAutoFit/>
          </a:bodyPr>
          <a:lstStyle>
            <a:lvl1pPr marL="0" indent="0" algn="l">
              <a:lnSpc>
                <a:spcPct val="80000"/>
              </a:lnSpc>
              <a:spcBef>
                <a:spcPts val="0"/>
              </a:spcBef>
              <a:spcAft>
                <a:spcPts val="0"/>
              </a:spcAft>
              <a:buNone/>
              <a:defRPr sz="11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612707" y="1825228"/>
            <a:ext cx="4245543" cy="2270522"/>
          </a:xfrm>
        </p:spPr>
        <p:txBody>
          <a:bodyPr/>
          <a:lstStyle>
            <a:lvl1pPr>
              <a:lnSpc>
                <a:spcPct val="100000"/>
              </a:lnSpc>
              <a:spcBef>
                <a:spcPts val="675"/>
              </a:spcBef>
              <a:spcAft>
                <a:spcPts val="0"/>
              </a:spcAft>
              <a:defRPr sz="4950" b="0" spc="-38" baseline="0">
                <a:latin typeface="+mj-lt"/>
              </a:defRPr>
            </a:lvl1pPr>
          </a:lstStyle>
          <a:p>
            <a:pPr lvl="0"/>
            <a:r>
              <a:rPr lang="fr-FR"/>
              <a:t>Cliquez pour modifier les styles du texte du masque</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301475" y="3385495"/>
            <a:ext cx="3513288" cy="1074538"/>
          </a:xfrm>
        </p:spPr>
        <p:txBody>
          <a:bodyPr/>
          <a:lstStyle>
            <a:lvl1pPr>
              <a:lnSpc>
                <a:spcPct val="100000"/>
              </a:lnSpc>
              <a:spcBef>
                <a:spcPts val="0"/>
              </a:spcBef>
              <a:spcAft>
                <a:spcPts val="0"/>
              </a:spcAft>
              <a:defRPr sz="1350" b="1"/>
            </a:lvl1pPr>
            <a:lvl2pPr>
              <a:lnSpc>
                <a:spcPct val="100000"/>
              </a:lnSpc>
              <a:spcBef>
                <a:spcPts val="0"/>
              </a:spcBef>
              <a:spcAft>
                <a:spcPts val="0"/>
              </a:spcAft>
              <a:defRPr sz="1350" b="0">
                <a:latin typeface="+mj-lt"/>
              </a:defRPr>
            </a:lvl2pPr>
            <a:lvl3pPr marL="0" indent="0">
              <a:buNone/>
              <a:defRPr/>
            </a:lvl3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14491914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graphicFrame>
        <p:nvGraphicFramePr>
          <p:cNvPr id="7" name="Objet 6" hidden="1"/>
          <p:cNvGraphicFramePr>
            <a:graphicFrameLocks noChangeAspect="1"/>
          </p:cNvGraphicFramePr>
          <p:nvPr userDrawn="1">
            <p:custDataLst>
              <p:tags r:id="rId1"/>
            </p:custDataLst>
            <p:extLst>
              <p:ext uri="{D42A27DB-BD31-4B8C-83A1-F6EECF244321}">
                <p14:modId xmlns:p14="http://schemas.microsoft.com/office/powerpoint/2010/main" val="370239629"/>
              </p:ext>
            </p:ext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Diapositive think-cell" r:id="rId3" imgW="592" imgH="591" progId="TCLayout.ActiveDocument.1">
                  <p:embed/>
                </p:oleObj>
              </mc:Choice>
              <mc:Fallback>
                <p:oleObj name="Diapositive think-cell" r:id="rId3" imgW="592" imgH="591" progId="TCLayout.ActiveDocument.1">
                  <p:embed/>
                  <p:pic>
                    <p:nvPicPr>
                      <p:cNvPr id="7" name="Objet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3" name="Content Placeholder 2"/>
          <p:cNvSpPr>
            <a:spLocks noGrp="1"/>
          </p:cNvSpPr>
          <p:nvPr>
            <p:ph idx="1" hasCustomPrompt="1"/>
          </p:nvPr>
        </p:nvSpPr>
        <p:spPr>
          <a:xfrm>
            <a:off x="457200" y="1577578"/>
            <a:ext cx="8229600" cy="305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GB"/>
          </a:p>
        </p:txBody>
      </p:sp>
      <p:sp>
        <p:nvSpPr>
          <p:cNvPr id="6" name="Slide Number Placeholder 5">
            <a:extLst>
              <a:ext uri="{FF2B5EF4-FFF2-40B4-BE49-F238E27FC236}">
                <a16:creationId xmlns:a16="http://schemas.microsoft.com/office/drawing/2014/main" id="{D3433AD6-7E25-3440-A0A8-374B46CA701C}"/>
              </a:ext>
            </a:extLst>
          </p:cNvPr>
          <p:cNvSpPr>
            <a:spLocks noGrp="1"/>
          </p:cNvSpPr>
          <p:nvPr>
            <p:ph type="sldNum" sz="quarter" idx="11"/>
          </p:nvPr>
        </p:nvSpPr>
        <p:spPr/>
        <p:txBody>
          <a:bodyPr/>
          <a:lstStyle/>
          <a:p>
            <a:fld id="{7870704B-CE94-48CC-AF30-84932A1262A7}" type="slidenum">
              <a:rPr lang="en-GB" smtClean="0"/>
              <a:pPr/>
              <a:t>‹N°›</a:t>
            </a:fld>
            <a:endParaRPr lang="en-GB"/>
          </a:p>
        </p:txBody>
      </p:sp>
      <p:sp>
        <p:nvSpPr>
          <p:cNvPr id="4" name="Title 3">
            <a:extLst>
              <a:ext uri="{FF2B5EF4-FFF2-40B4-BE49-F238E27FC236}">
                <a16:creationId xmlns:a16="http://schemas.microsoft.com/office/drawing/2014/main" id="{776FB90E-F37C-5341-AEB0-5E882FB00C69}"/>
              </a:ext>
            </a:extLst>
          </p:cNvPr>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78D09915-22BB-A744-9F60-36B5E912ADF7}"/>
              </a:ext>
            </a:extLst>
          </p:cNvPr>
          <p:cNvSpPr>
            <a:spLocks noGrp="1"/>
          </p:cNvSpPr>
          <p:nvPr>
            <p:ph type="dt" sz="half" idx="12"/>
          </p:nvPr>
        </p:nvSpPr>
        <p:spPr/>
        <p:txBody>
          <a:bodyPr/>
          <a:lstStyle/>
          <a:p>
            <a:r>
              <a:rPr lang="fr-FR"/>
              <a:t>Date</a:t>
            </a:r>
            <a:endParaRPr lang="en-US"/>
          </a:p>
        </p:txBody>
      </p:sp>
      <p:sp>
        <p:nvSpPr>
          <p:cNvPr id="5" name="Footer Placeholder 4">
            <a:extLst>
              <a:ext uri="{FF2B5EF4-FFF2-40B4-BE49-F238E27FC236}">
                <a16:creationId xmlns:a16="http://schemas.microsoft.com/office/drawing/2014/main" id="{85B138C9-6561-B649-8622-AF1946B5370B}"/>
              </a:ext>
            </a:extLst>
          </p:cNvPr>
          <p:cNvSpPr>
            <a:spLocks noGrp="1"/>
          </p:cNvSpPr>
          <p:nvPr>
            <p:ph type="ftr" sz="quarter" idx="13"/>
          </p:nvPr>
        </p:nvSpPr>
        <p:spPr/>
        <p:txBody>
          <a:bodyPr/>
          <a:lstStyle/>
          <a:p>
            <a:pPr algn="l"/>
            <a:r>
              <a:rPr lang="en-US"/>
              <a:t>PwC - mars 2019</a:t>
            </a:r>
          </a:p>
        </p:txBody>
      </p:sp>
    </p:spTree>
    <p:extLst>
      <p:ext uri="{BB962C8B-B14F-4D97-AF65-F5344CB8AC3E}">
        <p14:creationId xmlns:p14="http://schemas.microsoft.com/office/powerpoint/2010/main" val="39806658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34" Type="http://schemas.openxmlformats.org/officeDocument/2006/relationships/theme" Target="../theme/theme2.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8"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cxnSp>
        <p:nvCxnSpPr>
          <p:cNvPr id="51" name="Google Shape;51;p13"/>
          <p:cNvCxnSpPr/>
          <p:nvPr/>
        </p:nvCxnSpPr>
        <p:spPr>
          <a:xfrm rot="10800000">
            <a:off x="180942" y="4971563"/>
            <a:ext cx="3563" cy="171938"/>
          </a:xfrm>
          <a:prstGeom prst="straightConnector1">
            <a:avLst/>
          </a:prstGeom>
          <a:noFill/>
          <a:ln w="9525" cap="flat" cmpd="sng">
            <a:solidFill>
              <a:srgbClr val="D93954"/>
            </a:solidFill>
            <a:prstDash val="solid"/>
            <a:round/>
            <a:headEnd type="none" w="sm" len="sm"/>
            <a:tailEnd type="none" w="sm" len="sm"/>
          </a:ln>
        </p:spPr>
      </p:cxnSp>
      <p:sp>
        <p:nvSpPr>
          <p:cNvPr id="52" name="Google Shape;52;p1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900"/>
              <a:buFont typeface="Georgia"/>
              <a:buNone/>
              <a:defRPr sz="29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9pPr>
          </a:lstStyle>
          <a:p>
            <a:endParaRPr/>
          </a:p>
        </p:txBody>
      </p:sp>
      <p:sp>
        <p:nvSpPr>
          <p:cNvPr id="53" name="Google Shape;53;p13"/>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500"/>
              </a:spcBef>
              <a:spcAft>
                <a:spcPts val="5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5" name="Google Shape;55;p13"/>
          <p:cNvSpPr txBox="1"/>
          <p:nvPr/>
        </p:nvSpPr>
        <p:spPr>
          <a:xfrm>
            <a:off x="332188" y="4845094"/>
            <a:ext cx="1875000" cy="13465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400"/>
              </a:spcAft>
              <a:buClr>
                <a:srgbClr val="000000"/>
              </a:buClr>
              <a:buSzPts val="600"/>
              <a:buFont typeface="Arial"/>
              <a:buNone/>
            </a:pPr>
            <a:r>
              <a:rPr lang="en" sz="600" b="1" i="0" u="none" strike="noStrike" cap="none">
                <a:solidFill>
                  <a:schemeClr val="dk1"/>
                </a:solidFill>
                <a:latin typeface="Arial"/>
                <a:ea typeface="Arial"/>
                <a:cs typeface="Arial"/>
                <a:sym typeface="Arial"/>
              </a:rPr>
              <a:t>PwC</a:t>
            </a:r>
            <a:r>
              <a:rPr lang="en" sz="600" b="0" i="0" u="none" strike="noStrike" cap="none">
                <a:solidFill>
                  <a:schemeClr val="dk1"/>
                </a:solidFill>
                <a:latin typeface="Arial"/>
                <a:ea typeface="Arial"/>
                <a:cs typeface="Arial"/>
                <a:sym typeface="Arial"/>
              </a:rPr>
              <a:t> </a:t>
            </a:r>
            <a:endParaRPr sz="600" b="0" i="0" u="none" strike="noStrike" cap="none">
              <a:solidFill>
                <a:schemeClr val="dk1"/>
              </a:solidFill>
              <a:latin typeface="Arial"/>
              <a:ea typeface="Arial"/>
              <a:cs typeface="Arial"/>
              <a:sym typeface="Arial"/>
            </a:endParaRPr>
          </a:p>
        </p:txBody>
      </p:sp>
      <p:grpSp>
        <p:nvGrpSpPr>
          <p:cNvPr id="56" name="Google Shape;56;p13"/>
          <p:cNvGrpSpPr/>
          <p:nvPr/>
        </p:nvGrpSpPr>
        <p:grpSpPr>
          <a:xfrm rot="-5400000">
            <a:off x="-2029027" y="2702798"/>
            <a:ext cx="4419938" cy="165188"/>
            <a:chOff x="94992" y="152400"/>
            <a:chExt cx="7071900" cy="264300"/>
          </a:xfrm>
        </p:grpSpPr>
        <p:cxnSp>
          <p:nvCxnSpPr>
            <p:cNvPr id="57" name="Google Shape;57;p13"/>
            <p:cNvCxnSpPr>
              <a:stCxn id="58" idx="0"/>
            </p:cNvCxnSpPr>
            <p:nvPr/>
          </p:nvCxnSpPr>
          <p:spPr>
            <a:xfrm rot="-5400000">
              <a:off x="3783192" y="-3099150"/>
              <a:ext cx="600" cy="6766800"/>
            </a:xfrm>
            <a:prstGeom prst="straightConnector1">
              <a:avLst/>
            </a:prstGeom>
            <a:noFill/>
            <a:ln w="9525" cap="flat" cmpd="sng">
              <a:solidFill>
                <a:srgbClr val="D93954"/>
              </a:solidFill>
              <a:prstDash val="solid"/>
              <a:round/>
              <a:headEnd type="none" w="sm" len="sm"/>
              <a:tailEnd type="none" w="sm" len="sm"/>
            </a:ln>
          </p:spPr>
        </p:cxnSp>
        <p:sp>
          <p:nvSpPr>
            <p:cNvPr id="58" name="Google Shape;58;p13"/>
            <p:cNvSpPr/>
            <p:nvPr/>
          </p:nvSpPr>
          <p:spPr>
            <a:xfrm>
              <a:off x="94992" y="152400"/>
              <a:ext cx="305100" cy="264300"/>
            </a:xfrm>
            <a:prstGeom prst="hexagon">
              <a:avLst>
                <a:gd name="adj" fmla="val 25000"/>
                <a:gd name="vf" fmla="val 115470"/>
              </a:avLst>
            </a:prstGeom>
            <a:solidFill>
              <a:srgbClr val="EA8C09"/>
            </a:solidFill>
            <a:ln w="12700"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grpSp>
      <p:grpSp>
        <p:nvGrpSpPr>
          <p:cNvPr id="59" name="Google Shape;59;p13"/>
          <p:cNvGrpSpPr/>
          <p:nvPr/>
        </p:nvGrpSpPr>
        <p:grpSpPr>
          <a:xfrm>
            <a:off x="0" y="224057"/>
            <a:ext cx="218398" cy="617220"/>
            <a:chOff x="4552950" y="755650"/>
            <a:chExt cx="309944" cy="875940"/>
          </a:xfrm>
        </p:grpSpPr>
        <p:sp>
          <p:nvSpPr>
            <p:cNvPr id="60" name="Google Shape;60;p13"/>
            <p:cNvSpPr/>
            <p:nvPr/>
          </p:nvSpPr>
          <p:spPr>
            <a:xfrm>
              <a:off x="4552950" y="755650"/>
              <a:ext cx="224866" cy="350200"/>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1" name="Google Shape;61;p13"/>
            <p:cNvSpPr/>
            <p:nvPr/>
          </p:nvSpPr>
          <p:spPr>
            <a:xfrm>
              <a:off x="4601165" y="1105850"/>
              <a:ext cx="261729" cy="261729"/>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2" name="Google Shape;62;p13"/>
            <p:cNvSpPr/>
            <p:nvPr/>
          </p:nvSpPr>
          <p:spPr>
            <a:xfrm>
              <a:off x="4641288" y="1366175"/>
              <a:ext cx="116422" cy="265415"/>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grpSp>
      <p:cxnSp>
        <p:nvCxnSpPr>
          <p:cNvPr id="63" name="Google Shape;63;p13"/>
          <p:cNvCxnSpPr/>
          <p:nvPr/>
        </p:nvCxnSpPr>
        <p:spPr>
          <a:xfrm>
            <a:off x="191531" y="-36431"/>
            <a:ext cx="0" cy="383063"/>
          </a:xfrm>
          <a:prstGeom prst="straightConnector1">
            <a:avLst/>
          </a:prstGeom>
          <a:noFill/>
          <a:ln w="9525" cap="flat" cmpd="sng">
            <a:solidFill>
              <a:srgbClr val="CF4C16"/>
            </a:solidFill>
            <a:prstDash val="solid"/>
            <a:round/>
            <a:headEnd type="none" w="sm" len="sm"/>
            <a:tailEnd type="none" w="sm" len="sm"/>
          </a:ln>
        </p:spPr>
      </p:cxnSp>
      <p:cxnSp>
        <p:nvCxnSpPr>
          <p:cNvPr id="64" name="Google Shape;64;p13"/>
          <p:cNvCxnSpPr/>
          <p:nvPr/>
        </p:nvCxnSpPr>
        <p:spPr>
          <a:xfrm>
            <a:off x="8952469" y="-36431"/>
            <a:ext cx="0" cy="383063"/>
          </a:xfrm>
          <a:prstGeom prst="straightConnector1">
            <a:avLst/>
          </a:prstGeom>
          <a:noFill/>
          <a:ln w="9525" cap="flat" cmpd="sng">
            <a:solidFill>
              <a:srgbClr val="CF4C16"/>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51" r:id="rId5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456">
          <p15:clr>
            <a:srgbClr val="F26B43"/>
          </p15:clr>
        </p15:guide>
        <p15:guide id="2" pos="251">
          <p15:clr>
            <a:srgbClr val="F26B43"/>
          </p15:clr>
        </p15:guide>
        <p15:guide id="3" pos="6661">
          <p15:clr>
            <a:srgbClr val="F26B43"/>
          </p15:clr>
        </p15:guide>
        <p15:guide id="4" pos="3558">
          <p15:clr>
            <a:srgbClr val="F26B43"/>
          </p15:clr>
        </p15:guide>
        <p15:guide id="5" pos="3354">
          <p15:clr>
            <a:srgbClr val="F26B43"/>
          </p15:clr>
        </p15:guide>
        <p15:guide id="6" orient="horz" pos="3499">
          <p15:clr>
            <a:srgbClr val="F26B43"/>
          </p15:clr>
        </p15:guide>
        <p15:guide id="7" pos="2453">
          <p15:clr>
            <a:srgbClr val="F26B43"/>
          </p15:clr>
        </p15:guide>
        <p15:guide id="8" pos="2251">
          <p15:clr>
            <a:srgbClr val="F26B43"/>
          </p15:clr>
        </p15:guide>
        <p15:guide id="9" pos="4457">
          <p15:clr>
            <a:srgbClr val="F26B43"/>
          </p15:clr>
        </p15:guide>
        <p15:guide id="10" pos="4659">
          <p15:clr>
            <a:srgbClr val="F26B43"/>
          </p15:clr>
        </p15:guide>
        <p15:guide id="11" orient="horz" pos="1944">
          <p15:clr>
            <a:srgbClr val="F26B43"/>
          </p15:clr>
        </p15:guide>
        <p15:guide id="12" orient="horz" pos="996">
          <p15:clr>
            <a:srgbClr val="F26B43"/>
          </p15:clr>
        </p15:guide>
        <p15:guide id="13" orient="horz" pos="810">
          <p15:clr>
            <a:srgbClr val="F26B43"/>
          </p15:clr>
        </p15:guide>
        <p15:guide id="14" orient="horz" pos="2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3"/>
        <p:cNvGrpSpPr/>
        <p:nvPr/>
      </p:nvGrpSpPr>
      <p:grpSpPr>
        <a:xfrm>
          <a:off x="0" y="0"/>
          <a:ext cx="0" cy="0"/>
          <a:chOff x="0" y="0"/>
          <a:chExt cx="0" cy="0"/>
        </a:xfrm>
      </p:grpSpPr>
      <p:sp>
        <p:nvSpPr>
          <p:cNvPr id="544" name="Google Shape;544;p7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900"/>
              <a:buFont typeface="Georgia"/>
              <a:buNone/>
              <a:defRPr sz="1900"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5" name="Google Shape;545;p7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700"/>
              <a:buFont typeface="Noto Sans Symbols"/>
              <a:buNone/>
              <a:defRPr sz="700" b="0" i="0" u="none" strike="noStrike" cap="none">
                <a:solidFill>
                  <a:schemeClr val="dk1"/>
                </a:solidFill>
                <a:latin typeface="Arial"/>
                <a:ea typeface="Arial"/>
                <a:cs typeface="Arial"/>
                <a:sym typeface="Arial"/>
              </a:defRPr>
            </a:lvl1pPr>
            <a:lvl2pPr marL="914400" marR="0" lvl="1" indent="-273050" algn="l" rtl="0">
              <a:lnSpc>
                <a:spcPct val="100000"/>
              </a:lnSpc>
              <a:spcBef>
                <a:spcPts val="400"/>
              </a:spcBef>
              <a:spcAft>
                <a:spcPts val="0"/>
              </a:spcAft>
              <a:buClr>
                <a:srgbClr val="000000"/>
              </a:buClr>
              <a:buSzPts val="700"/>
              <a:buFont typeface="Times New Roman"/>
              <a:buChar char="•"/>
              <a:defRPr sz="700" b="0" i="0" u="none" strike="noStrike" cap="none">
                <a:solidFill>
                  <a:schemeClr val="dk1"/>
                </a:solidFill>
                <a:latin typeface="Arial"/>
                <a:ea typeface="Arial"/>
                <a:cs typeface="Arial"/>
                <a:sym typeface="Arial"/>
              </a:defRPr>
            </a:lvl2pPr>
            <a:lvl3pPr marL="1371600" marR="0" lvl="2" indent="-273050" algn="l" rtl="0">
              <a:lnSpc>
                <a:spcPct val="100000"/>
              </a:lnSpc>
              <a:spcBef>
                <a:spcPts val="400"/>
              </a:spcBef>
              <a:spcAft>
                <a:spcPts val="0"/>
              </a:spcAft>
              <a:buClr>
                <a:srgbClr val="000000"/>
              </a:buClr>
              <a:buSzPts val="700"/>
              <a:buFont typeface="Arial"/>
              <a:buChar char="-"/>
              <a:defRPr sz="700" b="0" i="0" u="none" strike="noStrike" cap="none">
                <a:solidFill>
                  <a:schemeClr val="dk1"/>
                </a:solidFill>
                <a:latin typeface="Arial"/>
                <a:ea typeface="Arial"/>
                <a:cs typeface="Arial"/>
                <a:sym typeface="Arial"/>
              </a:defRPr>
            </a:lvl3pPr>
            <a:lvl4pPr marL="1828800" marR="0" lvl="3"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4pPr>
            <a:lvl5pPr marL="2286000" marR="0" lvl="4"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5pPr>
            <a:lvl6pPr marL="2743200" marR="0" lvl="5" indent="-273050" algn="l" rtl="0">
              <a:lnSpc>
                <a:spcPct val="100000"/>
              </a:lnSpc>
              <a:spcBef>
                <a:spcPts val="400"/>
              </a:spcBef>
              <a:spcAft>
                <a:spcPts val="0"/>
              </a:spcAft>
              <a:buClr>
                <a:schemeClr val="dk1"/>
              </a:buClr>
              <a:buSzPts val="700"/>
              <a:buFont typeface="Georgia"/>
              <a:buAutoNum type="arabicPeriod"/>
              <a:defRPr sz="700" b="0" i="0" u="none" strike="noStrike" cap="none">
                <a:solidFill>
                  <a:schemeClr val="dk1"/>
                </a:solidFill>
                <a:latin typeface="Arial"/>
                <a:ea typeface="Arial"/>
                <a:cs typeface="Arial"/>
                <a:sym typeface="Arial"/>
              </a:defRPr>
            </a:lvl6pPr>
            <a:lvl7pPr marL="3200400" marR="0" lvl="6" indent="-273050" algn="l" rtl="0">
              <a:lnSpc>
                <a:spcPct val="100000"/>
              </a:lnSpc>
              <a:spcBef>
                <a:spcPts val="400"/>
              </a:spcBef>
              <a:spcAft>
                <a:spcPts val="0"/>
              </a:spcAft>
              <a:buClr>
                <a:schemeClr val="dk1"/>
              </a:buClr>
              <a:buSzPts val="700"/>
              <a:buFont typeface="Georgia"/>
              <a:buAutoNum type="alphaLcPeriod"/>
              <a:defRPr sz="700" b="0" i="0" u="none" strike="noStrike" cap="none">
                <a:solidFill>
                  <a:schemeClr val="dk1"/>
                </a:solidFill>
                <a:latin typeface="Arial"/>
                <a:ea typeface="Arial"/>
                <a:cs typeface="Arial"/>
                <a:sym typeface="Arial"/>
              </a:defRPr>
            </a:lvl7pPr>
            <a:lvl8pPr marL="3657600" marR="0" lvl="7" indent="-273050" algn="l" rtl="0">
              <a:lnSpc>
                <a:spcPct val="100000"/>
              </a:lnSpc>
              <a:spcBef>
                <a:spcPts val="400"/>
              </a:spcBef>
              <a:spcAft>
                <a:spcPts val="0"/>
              </a:spcAft>
              <a:buClr>
                <a:schemeClr val="dk1"/>
              </a:buClr>
              <a:buSzPts val="700"/>
              <a:buFont typeface="Georgia"/>
              <a:buAutoNum type="romanLcPeriod"/>
              <a:defRPr sz="700" b="0" i="0" u="none" strike="noStrike" cap="none">
                <a:solidFill>
                  <a:schemeClr val="dk1"/>
                </a:solidFill>
                <a:latin typeface="Arial"/>
                <a:ea typeface="Arial"/>
                <a:cs typeface="Arial"/>
                <a:sym typeface="Arial"/>
              </a:defRPr>
            </a:lvl8pPr>
            <a:lvl9pPr marL="4114800" marR="0" lvl="8" indent="-228600" algn="l" rtl="0">
              <a:lnSpc>
                <a:spcPct val="100000"/>
              </a:lnSpc>
              <a:spcBef>
                <a:spcPts val="400"/>
              </a:spcBef>
              <a:spcAft>
                <a:spcPts val="400"/>
              </a:spcAft>
              <a:buClr>
                <a:schemeClr val="dk2"/>
              </a:buClr>
              <a:buSzPts val="700"/>
              <a:buFont typeface="Arial"/>
              <a:buNone/>
              <a:defRPr sz="700" b="1" i="0" u="none" strike="noStrike" cap="none">
                <a:solidFill>
                  <a:schemeClr val="dk2"/>
                </a:solidFill>
                <a:latin typeface="Arial"/>
                <a:ea typeface="Arial"/>
                <a:cs typeface="Arial"/>
                <a:sym typeface="Arial"/>
              </a:defRPr>
            </a:lvl9pPr>
          </a:lstStyle>
          <a:p>
            <a:endParaRPr/>
          </a:p>
        </p:txBody>
      </p:sp>
      <p:sp>
        <p:nvSpPr>
          <p:cNvPr id="546" name="Google Shape;546;p73"/>
          <p:cNvSpPr txBox="1">
            <a:spLocks noGrp="1"/>
          </p:cNvSpPr>
          <p:nvPr>
            <p:ph type="dt" idx="10"/>
          </p:nvPr>
        </p:nvSpPr>
        <p:spPr>
          <a:xfrm>
            <a:off x="7132320" y="4689662"/>
            <a:ext cx="1521229" cy="102870"/>
          </a:xfrm>
          <a:prstGeom prst="rect">
            <a:avLst/>
          </a:prstGeom>
          <a:noFill/>
          <a:ln>
            <a:noFill/>
          </a:ln>
        </p:spPr>
        <p:txBody>
          <a:bodyPr spcFirstLastPara="1" wrap="square" lIns="76400" tIns="38200" rIns="76400" bIns="38200" anchor="ctr" anchorCtr="0">
            <a:noAutofit/>
          </a:bodyPr>
          <a:lstStyle>
            <a:lvl1pPr marR="0" lvl="0" algn="r"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7" name="Google Shape;547;p73"/>
          <p:cNvSpPr txBox="1">
            <a:spLocks noGrp="1"/>
          </p:cNvSpPr>
          <p:nvPr>
            <p:ph type="ftr" idx="11"/>
          </p:nvPr>
        </p:nvSpPr>
        <p:spPr>
          <a:xfrm>
            <a:off x="482138" y="4689662"/>
            <a:ext cx="5253644" cy="102870"/>
          </a:xfrm>
          <a:prstGeom prst="rect">
            <a:avLst/>
          </a:prstGeom>
          <a:noFill/>
          <a:ln>
            <a:noFill/>
          </a:ln>
        </p:spPr>
        <p:txBody>
          <a:bodyPr spcFirstLastPara="1" wrap="square" lIns="76400" tIns="38200" rIns="76400" bIns="38200" anchor="ctr" anchorCtr="0">
            <a:noAutofit/>
          </a:bodyPr>
          <a:lstStyle>
            <a:lvl1pPr marR="0" lvl="0" algn="l"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8" name="Google Shape;548;p73"/>
          <p:cNvSpPr txBox="1">
            <a:spLocks noGrp="1"/>
          </p:cNvSpPr>
          <p:nvPr>
            <p:ph type="sldNum" idx="12"/>
          </p:nvPr>
        </p:nvSpPr>
        <p:spPr>
          <a:xfrm>
            <a:off x="7132320" y="4792532"/>
            <a:ext cx="1521229" cy="102870"/>
          </a:xfrm>
          <a:prstGeom prst="rect">
            <a:avLst/>
          </a:prstGeom>
          <a:noFill/>
          <a:ln>
            <a:noFill/>
          </a:ln>
        </p:spPr>
        <p:txBody>
          <a:bodyPr spcFirstLastPara="1" wrap="square" lIns="76400" tIns="38200" rIns="76400" bIns="38200" anchor="ctr" anchorCtr="0">
            <a:noAutofit/>
          </a:bodyPr>
          <a:lstStyle>
            <a:lvl1pPr marL="2540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1pPr>
            <a:lvl2pPr marL="2540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2pPr>
            <a:lvl3pPr marL="2540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3pPr>
            <a:lvl4pPr marL="2540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4pPr>
            <a:lvl5pPr marL="2540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5pPr>
            <a:lvl6pPr marL="2540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6pPr>
            <a:lvl7pPr marL="2540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7pPr>
            <a:lvl8pPr marL="2540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8pPr>
            <a:lvl9pPr marL="2540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52" r:id="rId30"/>
    <p:sldLayoutId id="2147483753" r:id="rId31"/>
    <p:sldLayoutId id="2147483754" r:id="rId32"/>
    <p:sldLayoutId id="2147483755"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7.xml"/><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9.xml"/><Relationship Id="rId2" Type="http://schemas.openxmlformats.org/officeDocument/2006/relationships/tags" Target="../tags/tag5.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9.xml"/><Relationship Id="rId1" Type="http://schemas.openxmlformats.org/officeDocument/2006/relationships/tags" Target="../tags/tag1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9.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fr-FR" noProof="0"/>
              <a:t>Mai 2025</a:t>
            </a:r>
          </a:p>
        </p:txBody>
      </p:sp>
      <p:pic>
        <p:nvPicPr>
          <p:cNvPr id="38" name="Graphic 37">
            <a:extLst>
              <a:ext uri="{FF2B5EF4-FFF2-40B4-BE49-F238E27FC236}">
                <a16:creationId xmlns:a16="http://schemas.microsoft.com/office/drawing/2014/main" id="{8BA1E75A-D246-CA7E-BB5D-004AE9815A7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2544" y="287536"/>
            <a:ext cx="798005" cy="388427"/>
          </a:xfrm>
          <a:prstGeom prst="rect">
            <a:avLst/>
          </a:prstGeom>
        </p:spPr>
      </p:pic>
      <p:sp>
        <p:nvSpPr>
          <p:cNvPr id="5" name="Google Shape;830;p104">
            <a:extLst>
              <a:ext uri="{FF2B5EF4-FFF2-40B4-BE49-F238E27FC236}">
                <a16:creationId xmlns:a16="http://schemas.microsoft.com/office/drawing/2014/main" id="{71938D77-C48A-0DD4-E7B1-178A622B3C6C}"/>
              </a:ext>
            </a:extLst>
          </p:cNvPr>
          <p:cNvSpPr txBox="1">
            <a:spLocks noGrp="1"/>
          </p:cNvSpPr>
          <p:nvPr>
            <p:ph type="ctrTitle"/>
          </p:nvPr>
        </p:nvSpPr>
        <p:spPr>
          <a:xfrm>
            <a:off x="701546" y="793600"/>
            <a:ext cx="4239815" cy="1814813"/>
          </a:xfrm>
          <a:prstGeom prst="rect">
            <a:avLst/>
          </a:prstGeom>
          <a:noFill/>
          <a:ln>
            <a:noFill/>
          </a:ln>
        </p:spPr>
        <p:txBody>
          <a:bodyPr spcFirstLastPara="1" wrap="square" lIns="0" tIns="0" rIns="0" bIns="0" anchor="b" anchorCtr="0">
            <a:noAutofit/>
          </a:bodyPr>
          <a:lstStyle/>
          <a:p>
            <a:pPr marL="0" marR="0" lvl="0" indent="0" algn="l" rtl="0">
              <a:lnSpc>
                <a:spcPct val="85000"/>
              </a:lnSpc>
              <a:spcBef>
                <a:spcPts val="0"/>
              </a:spcBef>
              <a:spcAft>
                <a:spcPts val="0"/>
              </a:spcAft>
              <a:buClr>
                <a:schemeClr val="lt1"/>
              </a:buClr>
              <a:buSzPts val="4500"/>
              <a:buFont typeface="Georgia"/>
              <a:buNone/>
            </a:pPr>
            <a:r>
              <a:rPr lang="fr-FR" sz="2400" b="1" noProof="0"/>
              <a:t>UHD</a:t>
            </a:r>
            <a:br>
              <a:rPr lang="fr-FR" sz="2400" noProof="0"/>
            </a:br>
            <a:br>
              <a:rPr lang="fr-FR" sz="2400" noProof="0"/>
            </a:br>
            <a:r>
              <a:rPr lang="fr-FR" sz="2400" noProof="0"/>
              <a:t>Rapports de revue de contrôles généraux informatiques FY24</a:t>
            </a:r>
          </a:p>
        </p:txBody>
      </p:sp>
    </p:spTree>
    <p:extLst>
      <p:ext uri="{BB962C8B-B14F-4D97-AF65-F5344CB8AC3E}">
        <p14:creationId xmlns:p14="http://schemas.microsoft.com/office/powerpoint/2010/main" val="186585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7AC7D3FB-B7E1-9616-6D61-E49931E06BF3}"/>
              </a:ext>
            </a:extLst>
          </p:cNvPr>
          <p:cNvSpPr>
            <a:spLocks noGrp="1"/>
          </p:cNvSpPr>
          <p:nvPr>
            <p:ph type="title"/>
          </p:nvPr>
        </p:nvSpPr>
        <p:spPr>
          <a:xfrm>
            <a:off x="298329" y="2594969"/>
            <a:ext cx="4234381" cy="1944956"/>
          </a:xfrm>
        </p:spPr>
        <p:txBody>
          <a:bodyPr/>
          <a:lstStyle/>
          <a:p>
            <a:br>
              <a:rPr lang="fr-FR" noProof="0"/>
            </a:br>
            <a:br>
              <a:rPr lang="fr-FR" noProof="0"/>
            </a:br>
            <a:r>
              <a:rPr lang="fr-FR" sz="4500" noProof="0"/>
              <a:t>Sommaire</a:t>
            </a:r>
            <a:br>
              <a:rPr lang="fr-FR" noProof="0"/>
            </a:br>
            <a:endParaRPr lang="fr-FR" noProof="0"/>
          </a:p>
        </p:txBody>
      </p:sp>
      <p:sp>
        <p:nvSpPr>
          <p:cNvPr id="2" name="Footer Placeholder 1">
            <a:extLst>
              <a:ext uri="{FF2B5EF4-FFF2-40B4-BE49-F238E27FC236}">
                <a16:creationId xmlns:a16="http://schemas.microsoft.com/office/drawing/2014/main" id="{EDA90BE5-06D4-CB53-B923-683524E3E5B2}"/>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3" name="Slide Number Placeholder 2">
            <a:extLst>
              <a:ext uri="{FF2B5EF4-FFF2-40B4-BE49-F238E27FC236}">
                <a16:creationId xmlns:a16="http://schemas.microsoft.com/office/drawing/2014/main" id="{1ADB6433-10C5-42DA-56FD-E9965A5966D6}"/>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a:t>
            </a:fld>
            <a:endParaRPr lang="fr-FR" noProof="0"/>
          </a:p>
        </p:txBody>
      </p:sp>
      <p:sp>
        <p:nvSpPr>
          <p:cNvPr id="7" name="Text Placeholder 44">
            <a:extLst>
              <a:ext uri="{FF2B5EF4-FFF2-40B4-BE49-F238E27FC236}">
                <a16:creationId xmlns:a16="http://schemas.microsoft.com/office/drawing/2014/main" id="{EFDB2BAB-F1E3-5E11-CF30-F85B03F8E3AF}"/>
              </a:ext>
            </a:extLst>
          </p:cNvPr>
          <p:cNvSpPr txBox="1">
            <a:spLocks/>
          </p:cNvSpPr>
          <p:nvPr/>
        </p:nvSpPr>
        <p:spPr>
          <a:xfrm>
            <a:off x="3213308" y="603575"/>
            <a:ext cx="6085813" cy="23967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800" b="1" noProof="0">
                <a:solidFill>
                  <a:srgbClr val="FF0000"/>
                </a:solidFill>
                <a:latin typeface="+mn-lt"/>
              </a:rPr>
              <a:t>1</a:t>
            </a:r>
            <a:r>
              <a:rPr lang="fr-FR" sz="2100" b="1" noProof="0">
                <a:solidFill>
                  <a:srgbClr val="FF0000"/>
                </a:solidFill>
                <a:latin typeface="+mn-lt"/>
              </a:rPr>
              <a:t> </a:t>
            </a:r>
            <a:r>
              <a:rPr lang="fr-FR" sz="2100" noProof="0"/>
              <a:t>Introduction</a:t>
            </a:r>
          </a:p>
          <a:p>
            <a:r>
              <a:rPr lang="fr-FR" sz="2800" b="1" noProof="0">
                <a:solidFill>
                  <a:srgbClr val="FF0000"/>
                </a:solidFill>
                <a:latin typeface="+mn-lt"/>
              </a:rPr>
              <a:t>2</a:t>
            </a:r>
            <a:r>
              <a:rPr lang="fr-FR" sz="2800" noProof="0"/>
              <a:t> </a:t>
            </a:r>
            <a:r>
              <a:rPr lang="fr-FR" sz="2100" noProof="0"/>
              <a:t>Approche des travaux d’audit informatique</a:t>
            </a:r>
          </a:p>
          <a:p>
            <a:r>
              <a:rPr lang="fr-FR" sz="2800" b="1" noProof="0">
                <a:solidFill>
                  <a:srgbClr val="FF0000"/>
                </a:solidFill>
                <a:latin typeface="+mn-lt"/>
              </a:rPr>
              <a:t>3</a:t>
            </a:r>
            <a:r>
              <a:rPr lang="fr-FR" sz="2100" noProof="0"/>
              <a:t> Les points relevés FY24</a:t>
            </a:r>
          </a:p>
          <a:p>
            <a:pPr marL="71437"/>
            <a:endParaRPr lang="fr-FR" noProof="0"/>
          </a:p>
        </p:txBody>
      </p:sp>
    </p:spTree>
    <p:extLst>
      <p:ext uri="{BB962C8B-B14F-4D97-AF65-F5344CB8AC3E}">
        <p14:creationId xmlns:p14="http://schemas.microsoft.com/office/powerpoint/2010/main" val="3551372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0C69BB14-A37E-2BEE-818F-049729C78A20}"/>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D999F387-E2D3-0BA1-371E-61591D08AEF6}"/>
              </a:ext>
            </a:extLst>
          </p:cNvPr>
          <p:cNvSpPr>
            <a:spLocks noGrp="1"/>
          </p:cNvSpPr>
          <p:nvPr>
            <p:ph type="title"/>
          </p:nvPr>
        </p:nvSpPr>
        <p:spPr>
          <a:xfrm>
            <a:off x="298329" y="2594969"/>
            <a:ext cx="4234381" cy="1944956"/>
          </a:xfrm>
        </p:spPr>
        <p:txBody>
          <a:bodyPr/>
          <a:lstStyle/>
          <a:p>
            <a:br>
              <a:rPr lang="fr-FR" noProof="0"/>
            </a:br>
            <a:br>
              <a:rPr lang="fr-FR" noProof="0"/>
            </a:br>
            <a:r>
              <a:rPr lang="fr-FR" noProof="0"/>
              <a:t>Introduction</a:t>
            </a:r>
            <a:br>
              <a:rPr lang="fr-FR" noProof="0"/>
            </a:br>
            <a:endParaRPr lang="fr-FR" noProof="0"/>
          </a:p>
        </p:txBody>
      </p:sp>
      <p:sp>
        <p:nvSpPr>
          <p:cNvPr id="13" name="Text Placeholder 12">
            <a:extLst>
              <a:ext uri="{FF2B5EF4-FFF2-40B4-BE49-F238E27FC236}">
                <a16:creationId xmlns:a16="http://schemas.microsoft.com/office/drawing/2014/main" id="{A823B3B7-C186-6E48-E2D4-FF3530161A11}"/>
              </a:ext>
            </a:extLst>
          </p:cNvPr>
          <p:cNvSpPr>
            <a:spLocks noGrp="1"/>
          </p:cNvSpPr>
          <p:nvPr>
            <p:ph type="body" idx="1"/>
          </p:nvPr>
        </p:nvSpPr>
        <p:spPr>
          <a:xfrm>
            <a:off x="6145368" y="429306"/>
            <a:ext cx="2596571" cy="3231654"/>
          </a:xfrm>
        </p:spPr>
        <p:txBody>
          <a:bodyPr/>
          <a:lstStyle/>
          <a:p>
            <a:r>
              <a:rPr lang="fr-FR" noProof="0"/>
              <a:t>1</a:t>
            </a:r>
          </a:p>
        </p:txBody>
      </p:sp>
      <p:sp>
        <p:nvSpPr>
          <p:cNvPr id="2" name="Footer Placeholder 1">
            <a:extLst>
              <a:ext uri="{FF2B5EF4-FFF2-40B4-BE49-F238E27FC236}">
                <a16:creationId xmlns:a16="http://schemas.microsoft.com/office/drawing/2014/main" id="{EB167F69-99FD-6869-CCA8-7214EF554D77}"/>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3" name="Slide Number Placeholder 2">
            <a:extLst>
              <a:ext uri="{FF2B5EF4-FFF2-40B4-BE49-F238E27FC236}">
                <a16:creationId xmlns:a16="http://schemas.microsoft.com/office/drawing/2014/main" id="{3DB6DCC4-D6BC-B438-8DB3-EE864371510D}"/>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3</a:t>
            </a:fld>
            <a:endParaRPr lang="fr-FR" noProof="0"/>
          </a:p>
        </p:txBody>
      </p:sp>
    </p:spTree>
    <p:extLst>
      <p:ext uri="{BB962C8B-B14F-4D97-AF65-F5344CB8AC3E}">
        <p14:creationId xmlns:p14="http://schemas.microsoft.com/office/powerpoint/2010/main" val="201848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C7F6D3-0ADB-375E-F739-CBD7B9EF4F62}"/>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E2362C9A-06E6-C4D9-CC87-714B4C76DBC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4</a:t>
            </a:fld>
            <a:endParaRPr lang="fr-FR" noProof="0"/>
          </a:p>
        </p:txBody>
      </p:sp>
      <p:sp>
        <p:nvSpPr>
          <p:cNvPr id="13" name="Google Shape;862;p107">
            <a:extLst>
              <a:ext uri="{FF2B5EF4-FFF2-40B4-BE49-F238E27FC236}">
                <a16:creationId xmlns:a16="http://schemas.microsoft.com/office/drawing/2014/main" id="{FA09DFE5-689F-08A9-810A-E7FAD4F2C3DA}"/>
              </a:ext>
            </a:extLst>
          </p:cNvPr>
          <p:cNvSpPr txBox="1"/>
          <p:nvPr/>
        </p:nvSpPr>
        <p:spPr>
          <a:xfrm>
            <a:off x="433604" y="840507"/>
            <a:ext cx="8276700" cy="3624900"/>
          </a:xfrm>
          <a:prstGeom prst="rect">
            <a:avLst/>
          </a:prstGeom>
          <a:noFill/>
          <a:ln>
            <a:noFill/>
          </a:ln>
        </p:spPr>
        <p:txBody>
          <a:bodyPr spcFirstLastPara="1" wrap="square" lIns="68575" tIns="34275" rIns="68575" bIns="34275" anchor="t" anchorCtr="0">
            <a:spAutoFit/>
          </a:bodyPr>
          <a:lstStyle/>
          <a:p>
            <a:pPr marL="0" marR="0" lvl="0" indent="-69850" algn="just" rtl="0">
              <a:lnSpc>
                <a:spcPct val="100000"/>
              </a:lnSpc>
              <a:spcBef>
                <a:spcPts val="0"/>
              </a:spcBef>
              <a:spcAft>
                <a:spcPts val="0"/>
              </a:spcAft>
              <a:buClr>
                <a:schemeClr val="accent1"/>
              </a:buClr>
              <a:buSzPts val="1100"/>
              <a:buFont typeface="Noto Sans Symbols"/>
              <a:buChar char="❑"/>
            </a:pPr>
            <a:r>
              <a:rPr lang="fr-FR" sz="1100" b="0" i="0" u="none" strike="noStrike" cap="none" noProof="0">
                <a:solidFill>
                  <a:schemeClr val="dk1"/>
                </a:solidFill>
                <a:latin typeface="Arial"/>
                <a:ea typeface="Arial"/>
                <a:cs typeface="Arial"/>
                <a:sym typeface="Arial"/>
              </a:rPr>
              <a:t> Le présent document est un document de travail relatif à notre intervention sur la revue des contrôles généraux informatiques des applications ayant un impact sur le traitement et la production de l’information comptable et financière au sein de la société UHD au titre de l’exercice 2024. </a:t>
            </a:r>
            <a:endParaRPr lang="fr-FR" sz="1100" b="0" i="0" u="none" strike="noStrike" cap="none" noProof="0">
              <a:solidFill>
                <a:srgbClr val="000000"/>
              </a:solidFill>
              <a:latin typeface="Arial"/>
              <a:ea typeface="Arial"/>
              <a:cs typeface="Arial"/>
              <a:sym typeface="Arial"/>
            </a:endParaRPr>
          </a:p>
          <a:p>
            <a:pPr marL="0" marR="0" lvl="0" indent="63500" algn="just" rtl="0">
              <a:lnSpc>
                <a:spcPct val="100000"/>
              </a:lnSpc>
              <a:spcBef>
                <a:spcPts val="0"/>
              </a:spcBef>
              <a:spcAft>
                <a:spcPts val="0"/>
              </a:spcAft>
              <a:buClr>
                <a:schemeClr val="accent1"/>
              </a:buClr>
              <a:buSzPts val="1100"/>
              <a:buFont typeface="Noto Sans Symbols"/>
              <a:buNone/>
            </a:pPr>
            <a:endParaRPr lang="fr-FR" sz="1100" b="0" i="0" u="none" strike="noStrike" cap="none" noProof="0">
              <a:solidFill>
                <a:schemeClr val="dk1"/>
              </a:solidFill>
              <a:latin typeface="Arial"/>
              <a:ea typeface="Arial"/>
              <a:cs typeface="Arial"/>
              <a:sym typeface="Arial"/>
            </a:endParaRPr>
          </a:p>
          <a:p>
            <a:pPr marL="0" marR="0" lvl="0" indent="-69850" algn="just" rtl="0">
              <a:lnSpc>
                <a:spcPct val="100000"/>
              </a:lnSpc>
              <a:spcBef>
                <a:spcPts val="0"/>
              </a:spcBef>
              <a:spcAft>
                <a:spcPts val="0"/>
              </a:spcAft>
              <a:buClr>
                <a:schemeClr val="accent1"/>
              </a:buClr>
              <a:buSzPts val="1100"/>
              <a:buFont typeface="Noto Sans Symbols"/>
              <a:buChar char="❑"/>
            </a:pPr>
            <a:r>
              <a:rPr lang="fr-FR" sz="1100" b="0" i="0" u="none" strike="noStrike" cap="none" noProof="0">
                <a:solidFill>
                  <a:schemeClr val="dk1"/>
                </a:solidFill>
                <a:latin typeface="Arial"/>
                <a:ea typeface="Arial"/>
                <a:cs typeface="Arial"/>
                <a:sym typeface="Arial"/>
              </a:rPr>
              <a:t> Ce document recense les principaux axes d’amélioration relatifs au dispositif de contrôle interne informatique et propose des recommandations afin d’améliorer certains aspects des procédures actuellement mises en œuvre. </a:t>
            </a:r>
            <a:endParaRPr lang="fr-FR" sz="1100" b="0" i="0" u="none" strike="noStrike" cap="none" noProof="0">
              <a:solidFill>
                <a:srgbClr val="000000"/>
              </a:solidFill>
              <a:latin typeface="Arial"/>
              <a:ea typeface="Arial"/>
              <a:cs typeface="Arial"/>
              <a:sym typeface="Arial"/>
            </a:endParaRPr>
          </a:p>
          <a:p>
            <a:pPr marL="0" marR="0" lvl="0" indent="63500" algn="just" rtl="0">
              <a:lnSpc>
                <a:spcPct val="100000"/>
              </a:lnSpc>
              <a:spcBef>
                <a:spcPts val="0"/>
              </a:spcBef>
              <a:spcAft>
                <a:spcPts val="0"/>
              </a:spcAft>
              <a:buClr>
                <a:schemeClr val="accent1"/>
              </a:buClr>
              <a:buSzPts val="1100"/>
              <a:buFont typeface="Noto Sans Symbols"/>
              <a:buNone/>
            </a:pPr>
            <a:endParaRPr lang="fr-FR" sz="1100" b="0" i="0" u="none" strike="noStrike" cap="none" noProof="0">
              <a:solidFill>
                <a:schemeClr val="dk1"/>
              </a:solidFill>
              <a:latin typeface="Arial"/>
              <a:ea typeface="Arial"/>
              <a:cs typeface="Arial"/>
              <a:sym typeface="Arial"/>
            </a:endParaRPr>
          </a:p>
          <a:p>
            <a:pPr marL="0" marR="0" lvl="0" indent="-69850" algn="just" rtl="0">
              <a:lnSpc>
                <a:spcPct val="100000"/>
              </a:lnSpc>
              <a:spcBef>
                <a:spcPts val="0"/>
              </a:spcBef>
              <a:spcAft>
                <a:spcPts val="0"/>
              </a:spcAft>
              <a:buClr>
                <a:schemeClr val="accent1"/>
              </a:buClr>
              <a:buSzPts val="1100"/>
              <a:buFont typeface="Noto Sans Symbols"/>
              <a:buChar char="❑"/>
            </a:pPr>
            <a:r>
              <a:rPr lang="fr-FR" sz="1100" b="0" i="0" u="none" strike="noStrike" cap="none" noProof="0">
                <a:solidFill>
                  <a:schemeClr val="dk1"/>
                </a:solidFill>
                <a:latin typeface="Arial"/>
                <a:ea typeface="Arial"/>
                <a:cs typeface="Arial"/>
                <a:sym typeface="Arial"/>
              </a:rPr>
              <a:t> Nos travaux ont été réalisés dans le cadre de notre mission de commissariat aux comptes et uniquement dans le but de nous permettre d’émettre une opinion sur les comptes de la société </a:t>
            </a:r>
            <a:r>
              <a:rPr lang="fr-FR" sz="1100" noProof="0">
                <a:solidFill>
                  <a:schemeClr val="dk1"/>
                </a:solidFill>
              </a:rPr>
              <a:t>UHD</a:t>
            </a:r>
            <a:r>
              <a:rPr lang="fr-FR" sz="1100" b="0" i="0" u="none" strike="noStrike" cap="none" noProof="0">
                <a:solidFill>
                  <a:schemeClr val="dk1"/>
                </a:solidFill>
                <a:latin typeface="Arial"/>
                <a:ea typeface="Arial"/>
                <a:cs typeface="Arial"/>
                <a:sym typeface="Arial"/>
              </a:rPr>
              <a:t>. Ces travaux n’ont donc concerné que certains aspects des procédures en place et n’ont pas couvert nécessairement toutes les faiblesses ou améliorations potentielles que des travaux spécifiques plus approfondis auraient pu permettre d’identifier.</a:t>
            </a:r>
            <a:endParaRPr lang="fr-FR" sz="1100" b="0" i="0" u="none" strike="noStrike" cap="none" noProof="0">
              <a:solidFill>
                <a:srgbClr val="000000"/>
              </a:solidFill>
              <a:latin typeface="Arial"/>
              <a:ea typeface="Arial"/>
              <a:cs typeface="Arial"/>
              <a:sym typeface="Arial"/>
            </a:endParaRPr>
          </a:p>
          <a:p>
            <a:pPr marL="0" marR="0" lvl="0" indent="63500" algn="just" rtl="0">
              <a:lnSpc>
                <a:spcPct val="100000"/>
              </a:lnSpc>
              <a:spcBef>
                <a:spcPts val="0"/>
              </a:spcBef>
              <a:spcAft>
                <a:spcPts val="0"/>
              </a:spcAft>
              <a:buClr>
                <a:schemeClr val="accent1"/>
              </a:buClr>
              <a:buSzPts val="1100"/>
              <a:buFont typeface="Noto Sans Symbols"/>
              <a:buNone/>
            </a:pPr>
            <a:endParaRPr lang="fr-FR" sz="1100" b="0" i="0" u="none" strike="noStrike" cap="none" noProof="0">
              <a:solidFill>
                <a:schemeClr val="dk1"/>
              </a:solidFill>
              <a:latin typeface="Arial"/>
              <a:ea typeface="Arial"/>
              <a:cs typeface="Arial"/>
              <a:sym typeface="Arial"/>
            </a:endParaRPr>
          </a:p>
          <a:p>
            <a:pPr marL="0" marR="0" lvl="0" indent="-69850" algn="just" rtl="0">
              <a:lnSpc>
                <a:spcPct val="100000"/>
              </a:lnSpc>
              <a:spcBef>
                <a:spcPts val="0"/>
              </a:spcBef>
              <a:spcAft>
                <a:spcPts val="0"/>
              </a:spcAft>
              <a:buClr>
                <a:schemeClr val="accent1"/>
              </a:buClr>
              <a:buSzPts val="1100"/>
              <a:buFont typeface="Noto Sans Symbols"/>
              <a:buChar char="❑"/>
            </a:pPr>
            <a:r>
              <a:rPr lang="fr-FR" sz="1100" b="0" i="0" u="none" strike="noStrike" cap="none" noProof="0">
                <a:solidFill>
                  <a:schemeClr val="dk1"/>
                </a:solidFill>
                <a:latin typeface="Arial"/>
                <a:ea typeface="Arial"/>
                <a:cs typeface="Arial"/>
                <a:sym typeface="Arial"/>
              </a:rPr>
              <a:t> Certaines remarques peuvent concerner des points déjà appréhendés par les responsables et en cours de résolution à la date de notre intervention. </a:t>
            </a:r>
            <a:endParaRPr lang="fr-FR" sz="1100" b="0" i="0" u="none" strike="noStrike" cap="none" noProof="0">
              <a:solidFill>
                <a:srgbClr val="000000"/>
              </a:solidFill>
              <a:latin typeface="Arial"/>
              <a:ea typeface="Arial"/>
              <a:cs typeface="Arial"/>
              <a:sym typeface="Arial"/>
            </a:endParaRPr>
          </a:p>
          <a:p>
            <a:pPr marL="0" marR="0" lvl="0" indent="63500" algn="just" rtl="0">
              <a:lnSpc>
                <a:spcPct val="100000"/>
              </a:lnSpc>
              <a:spcBef>
                <a:spcPts val="0"/>
              </a:spcBef>
              <a:spcAft>
                <a:spcPts val="0"/>
              </a:spcAft>
              <a:buClr>
                <a:schemeClr val="accent1"/>
              </a:buClr>
              <a:buSzPts val="1100"/>
              <a:buFont typeface="Noto Sans Symbols"/>
              <a:buNone/>
            </a:pPr>
            <a:endParaRPr lang="fr-FR" sz="1100" b="0" i="0" u="none" strike="noStrike" cap="none" noProof="0">
              <a:solidFill>
                <a:schemeClr val="dk1"/>
              </a:solidFill>
              <a:latin typeface="Arial"/>
              <a:ea typeface="Arial"/>
              <a:cs typeface="Arial"/>
              <a:sym typeface="Arial"/>
            </a:endParaRPr>
          </a:p>
          <a:p>
            <a:pPr marL="0" marR="0" lvl="0" indent="-69850" algn="just" rtl="0">
              <a:lnSpc>
                <a:spcPct val="100000"/>
              </a:lnSpc>
              <a:spcBef>
                <a:spcPts val="0"/>
              </a:spcBef>
              <a:spcAft>
                <a:spcPts val="0"/>
              </a:spcAft>
              <a:buClr>
                <a:schemeClr val="accent1"/>
              </a:buClr>
              <a:buSzPts val="1100"/>
              <a:buFont typeface="Noto Sans Symbols"/>
              <a:buChar char="❑"/>
            </a:pPr>
            <a:r>
              <a:rPr lang="fr-FR" sz="1100" b="0" i="0" u="none" strike="noStrike" cap="none" noProof="0">
                <a:solidFill>
                  <a:schemeClr val="dk1"/>
                </a:solidFill>
                <a:latin typeface="Arial"/>
                <a:ea typeface="Arial"/>
                <a:cs typeface="Arial"/>
                <a:sym typeface="Arial"/>
              </a:rPr>
              <a:t> Dans ce contexte, le présent document ne peut être communiqué à aucun tiers sans notre accord préalable et ne peut être utilisé, mentionné ou interprété dans un cadre autre que celui de cette mission. </a:t>
            </a:r>
            <a:endParaRPr lang="fr-FR" sz="1100" b="0" i="0" u="none" strike="noStrike" cap="none" noProof="0">
              <a:solidFill>
                <a:srgbClr val="000000"/>
              </a:solidFill>
              <a:latin typeface="Arial"/>
              <a:ea typeface="Arial"/>
              <a:cs typeface="Arial"/>
              <a:sym typeface="Arial"/>
            </a:endParaRPr>
          </a:p>
          <a:p>
            <a:pPr marL="0" marR="0" lvl="0" indent="63500" algn="just" rtl="0">
              <a:lnSpc>
                <a:spcPct val="100000"/>
              </a:lnSpc>
              <a:spcBef>
                <a:spcPts val="0"/>
              </a:spcBef>
              <a:spcAft>
                <a:spcPts val="0"/>
              </a:spcAft>
              <a:buClr>
                <a:schemeClr val="accent1"/>
              </a:buClr>
              <a:buSzPts val="1100"/>
              <a:buFont typeface="Noto Sans Symbols"/>
              <a:buNone/>
            </a:pPr>
            <a:endParaRPr lang="fr-FR" sz="1100" b="0" i="0" u="none" strike="noStrike" cap="none" noProof="0">
              <a:solidFill>
                <a:schemeClr val="dk1"/>
              </a:solidFill>
              <a:latin typeface="Arial"/>
              <a:ea typeface="Arial"/>
              <a:cs typeface="Arial"/>
              <a:sym typeface="Arial"/>
            </a:endParaRPr>
          </a:p>
          <a:p>
            <a:pPr marL="0" marR="0" lvl="0" indent="-69850" algn="just" rtl="0">
              <a:lnSpc>
                <a:spcPct val="100000"/>
              </a:lnSpc>
              <a:spcBef>
                <a:spcPts val="0"/>
              </a:spcBef>
              <a:spcAft>
                <a:spcPts val="0"/>
              </a:spcAft>
              <a:buClr>
                <a:schemeClr val="accent1"/>
              </a:buClr>
              <a:buSzPts val="1100"/>
              <a:buFont typeface="Noto Sans Symbols"/>
              <a:buChar char="❑"/>
            </a:pPr>
            <a:r>
              <a:rPr lang="fr-FR" sz="1100" b="0" i="0" u="none" strike="noStrike" cap="none" noProof="0">
                <a:solidFill>
                  <a:schemeClr val="dk1"/>
                </a:solidFill>
                <a:latin typeface="Arial"/>
                <a:ea typeface="Arial"/>
                <a:cs typeface="Arial"/>
                <a:sym typeface="Arial"/>
              </a:rPr>
              <a:t> Notre cabinet décline toute responsabilité envers des tiers qui pourraient utiliser les informations mentionnées dans le présent document. En particulier, ce document contient des informations à caractère confidentiel qui ne doivent en aucun cas être communiquées à des tiers sans notre consentement préalable.</a:t>
            </a:r>
            <a:endParaRPr lang="fr-FR" sz="1100" b="1" i="0" u="none" strike="noStrike" cap="none" noProof="0">
              <a:solidFill>
                <a:schemeClr val="dk1"/>
              </a:solidFill>
              <a:latin typeface="Arial"/>
              <a:ea typeface="Arial"/>
              <a:cs typeface="Arial"/>
              <a:sym typeface="Arial"/>
            </a:endParaRPr>
          </a:p>
        </p:txBody>
      </p:sp>
      <p:sp>
        <p:nvSpPr>
          <p:cNvPr id="14" name="Google Shape;861;p107">
            <a:extLst>
              <a:ext uri="{FF2B5EF4-FFF2-40B4-BE49-F238E27FC236}">
                <a16:creationId xmlns:a16="http://schemas.microsoft.com/office/drawing/2014/main" id="{D50B6FB9-9748-2781-9C31-5677E75F30C8}"/>
              </a:ext>
            </a:extLst>
          </p:cNvPr>
          <p:cNvSpPr txBox="1"/>
          <p:nvPr/>
        </p:nvSpPr>
        <p:spPr>
          <a:xfrm>
            <a:off x="433604" y="142189"/>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Préambule</a:t>
            </a:r>
          </a:p>
        </p:txBody>
      </p:sp>
    </p:spTree>
    <p:extLst>
      <p:ext uri="{BB962C8B-B14F-4D97-AF65-F5344CB8AC3E}">
        <p14:creationId xmlns:p14="http://schemas.microsoft.com/office/powerpoint/2010/main" val="110681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4729-3473-1C00-0926-B740196EA6D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A6C4D9-0F7D-7C4E-E024-82FF7A96935E}"/>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9EF2D55C-55CA-F4FF-EB83-EB68E546353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5</a:t>
            </a:fld>
            <a:endParaRPr lang="fr-FR" noProof="0"/>
          </a:p>
        </p:txBody>
      </p:sp>
      <p:sp>
        <p:nvSpPr>
          <p:cNvPr id="14" name="Google Shape;861;p107">
            <a:extLst>
              <a:ext uri="{FF2B5EF4-FFF2-40B4-BE49-F238E27FC236}">
                <a16:creationId xmlns:a16="http://schemas.microsoft.com/office/drawing/2014/main" id="{BB46A7B9-0979-C720-FCE0-3621926974F1}"/>
              </a:ext>
            </a:extLst>
          </p:cNvPr>
          <p:cNvSpPr txBox="1"/>
          <p:nvPr/>
        </p:nvSpPr>
        <p:spPr>
          <a:xfrm>
            <a:off x="433604" y="150432"/>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Objectif</a:t>
            </a:r>
          </a:p>
        </p:txBody>
      </p:sp>
      <p:sp>
        <p:nvSpPr>
          <p:cNvPr id="9" name="Google Shape;884;p109">
            <a:extLst>
              <a:ext uri="{FF2B5EF4-FFF2-40B4-BE49-F238E27FC236}">
                <a16:creationId xmlns:a16="http://schemas.microsoft.com/office/drawing/2014/main" id="{DBB8353A-82B4-6C56-8252-2FB224E9D9B1}"/>
              </a:ext>
            </a:extLst>
          </p:cNvPr>
          <p:cNvSpPr txBox="1"/>
          <p:nvPr/>
        </p:nvSpPr>
        <p:spPr>
          <a:xfrm>
            <a:off x="433604" y="840507"/>
            <a:ext cx="8276700" cy="3642570"/>
          </a:xfrm>
          <a:prstGeom prst="rect">
            <a:avLst/>
          </a:prstGeom>
          <a:noFill/>
          <a:ln>
            <a:noFill/>
          </a:ln>
        </p:spPr>
        <p:txBody>
          <a:bodyPr spcFirstLastPara="1" wrap="square" lIns="68575" tIns="34275" rIns="68575" bIns="34275" anchor="t" anchorCtr="0">
            <a:spAutoFit/>
          </a:bodyPr>
          <a:lstStyle/>
          <a:p>
            <a:pPr marL="0" lvl="0" indent="0" algn="just" rtl="0">
              <a:lnSpc>
                <a:spcPct val="115000"/>
              </a:lnSpc>
              <a:spcBef>
                <a:spcPts val="1200"/>
              </a:spcBef>
              <a:spcAft>
                <a:spcPts val="0"/>
              </a:spcAft>
              <a:buNone/>
            </a:pPr>
            <a:r>
              <a:rPr lang="fr-FR" sz="1100" noProof="0">
                <a:solidFill>
                  <a:schemeClr val="dk1"/>
                </a:solidFill>
              </a:rPr>
              <a:t>L’objectif de l’intervention de notre équipe d’auditeurs SI est de fournir à l’équipe d’audit financier une opinion sur le niveau de confiance à accorder aux contrôles généraux informatiques sur lesquels elle se basera éventuellement pour la validation des états financiers de l’entreprise UHD.</a:t>
            </a:r>
          </a:p>
          <a:p>
            <a:pPr marL="0" lvl="0" indent="0" algn="just" rtl="0">
              <a:lnSpc>
                <a:spcPct val="115000"/>
              </a:lnSpc>
              <a:spcBef>
                <a:spcPts val="1200"/>
              </a:spcBef>
              <a:spcAft>
                <a:spcPts val="0"/>
              </a:spcAft>
              <a:buNone/>
            </a:pPr>
            <a:r>
              <a:rPr lang="fr-FR" sz="1100" noProof="0">
                <a:solidFill>
                  <a:schemeClr val="dk1"/>
                </a:solidFill>
              </a:rPr>
              <a:t>La revue des contrôles généraux informatiques vise entre autres à :</a:t>
            </a:r>
          </a:p>
          <a:p>
            <a:pPr marL="457200" lvl="0" indent="-298450" algn="just" rtl="0">
              <a:lnSpc>
                <a:spcPct val="107000"/>
              </a:lnSpc>
              <a:spcBef>
                <a:spcPts val="1200"/>
              </a:spcBef>
              <a:spcAft>
                <a:spcPts val="0"/>
              </a:spcAft>
              <a:buClr>
                <a:schemeClr val="accent1"/>
              </a:buClr>
              <a:buSzPts val="1100"/>
              <a:buFont typeface="Noto Sans Symbols"/>
              <a:buChar char="❑"/>
            </a:pPr>
            <a:r>
              <a:rPr lang="fr-FR" sz="1100" noProof="0">
                <a:solidFill>
                  <a:schemeClr val="dk1"/>
                </a:solidFill>
              </a:rPr>
              <a:t>S’assurer que la Direction Informatique de UHD a mis en place des contrôles et des procédures de haut niveau permettant de faire face aux risques qui pourraient avoir un impact sur la réalisation des objectifs de l’entreprise;</a:t>
            </a:r>
          </a:p>
          <a:p>
            <a:pPr marL="457200" lvl="0" indent="-298450" algn="just" rtl="0">
              <a:lnSpc>
                <a:spcPct val="107000"/>
              </a:lnSpc>
              <a:spcBef>
                <a:spcPts val="0"/>
              </a:spcBef>
              <a:spcAft>
                <a:spcPts val="0"/>
              </a:spcAft>
              <a:buClr>
                <a:schemeClr val="accent1"/>
              </a:buClr>
              <a:buSzPts val="1100"/>
              <a:buFont typeface="Noto Sans Symbols"/>
              <a:buChar char="❑"/>
            </a:pPr>
            <a:r>
              <a:rPr lang="fr-FR" sz="1100" noProof="0">
                <a:solidFill>
                  <a:schemeClr val="dk1"/>
                </a:solidFill>
              </a:rPr>
              <a:t>S’assurer de l’existence de politiques et de procédures appropriées pour le pilotage de l’activité informatique ;</a:t>
            </a:r>
          </a:p>
          <a:p>
            <a:pPr marL="457200" lvl="0" indent="-298450" algn="just" rtl="0">
              <a:lnSpc>
                <a:spcPct val="107000"/>
              </a:lnSpc>
              <a:spcBef>
                <a:spcPts val="0"/>
              </a:spcBef>
              <a:spcAft>
                <a:spcPts val="0"/>
              </a:spcAft>
              <a:buClr>
                <a:schemeClr val="accent1"/>
              </a:buClr>
              <a:buSzPts val="1100"/>
              <a:buFont typeface="Noto Sans Symbols"/>
              <a:buChar char="❑"/>
            </a:pPr>
            <a:r>
              <a:rPr lang="fr-FR" sz="1100" noProof="0">
                <a:solidFill>
                  <a:schemeClr val="dk1"/>
                </a:solidFill>
              </a:rPr>
              <a:t>S’assurer que les activités de contrôles (manuels et informatisés) décrites dans les manuels de procédures sont effectivement appliquées au sein de la Direction.</a:t>
            </a:r>
          </a:p>
          <a:p>
            <a:pPr marL="0" lvl="0" indent="0" algn="just" rtl="0">
              <a:lnSpc>
                <a:spcPct val="115000"/>
              </a:lnSpc>
              <a:spcBef>
                <a:spcPts val="1200"/>
              </a:spcBef>
              <a:spcAft>
                <a:spcPts val="0"/>
              </a:spcAft>
              <a:buNone/>
            </a:pPr>
            <a:r>
              <a:rPr lang="fr-FR" sz="1100" noProof="0">
                <a:solidFill>
                  <a:schemeClr val="dk1"/>
                </a:solidFill>
              </a:rPr>
              <a:t>Cette intervention a pour principal objectif d’apprécier dans quelle mesure l’organisation et les processus suivis permettent d’atteindre un niveau de fiabilité et de sécurité raisonnable des données traitées sur les applications in scope à travers la réalisation des travaux généraux informatiques et la fiabilisation des états clés sur lesquels s’appuient les équipes d’audit financier.</a:t>
            </a:r>
          </a:p>
          <a:p>
            <a:pPr marL="457200" lvl="0" indent="0" algn="just" rtl="0">
              <a:lnSpc>
                <a:spcPct val="115000"/>
              </a:lnSpc>
              <a:spcBef>
                <a:spcPts val="1200"/>
              </a:spcBef>
              <a:spcAft>
                <a:spcPts val="0"/>
              </a:spcAft>
              <a:buNone/>
            </a:pPr>
            <a:endParaRPr lang="fr-FR" sz="1200" noProof="0">
              <a:solidFill>
                <a:schemeClr val="dk1"/>
              </a:solidFill>
            </a:endParaRPr>
          </a:p>
          <a:p>
            <a:pPr marL="0" marR="0" lvl="0" indent="0" algn="just" rtl="0">
              <a:lnSpc>
                <a:spcPct val="100000"/>
              </a:lnSpc>
              <a:spcBef>
                <a:spcPts val="1200"/>
              </a:spcBef>
              <a:spcAft>
                <a:spcPts val="0"/>
              </a:spcAft>
              <a:buNone/>
            </a:pPr>
            <a:endParaRPr lang="fr-FR" sz="1100" noProof="0">
              <a:solidFill>
                <a:schemeClr val="dk1"/>
              </a:solidFill>
            </a:endParaRPr>
          </a:p>
        </p:txBody>
      </p:sp>
    </p:spTree>
    <p:extLst>
      <p:ext uri="{BB962C8B-B14F-4D97-AF65-F5344CB8AC3E}">
        <p14:creationId xmlns:p14="http://schemas.microsoft.com/office/powerpoint/2010/main" val="1103486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5DF8-99EE-4F4F-C8BD-B1CA90D835C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E79C50-09C3-BBF5-9D7E-EB3156CC73FB}"/>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87943D9B-94CE-BBD0-9FCF-831FFD4BC1F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6</a:t>
            </a:fld>
            <a:endParaRPr lang="fr-FR" noProof="0"/>
          </a:p>
        </p:txBody>
      </p:sp>
      <p:sp>
        <p:nvSpPr>
          <p:cNvPr id="14" name="Google Shape;861;p107">
            <a:extLst>
              <a:ext uri="{FF2B5EF4-FFF2-40B4-BE49-F238E27FC236}">
                <a16:creationId xmlns:a16="http://schemas.microsoft.com/office/drawing/2014/main" id="{7C80CD78-0DB0-D7F4-3573-3E034250F2B1}"/>
              </a:ext>
            </a:extLst>
          </p:cNvPr>
          <p:cNvSpPr txBox="1"/>
          <p:nvPr/>
        </p:nvSpPr>
        <p:spPr>
          <a:xfrm>
            <a:off x="433600"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Modalité</a:t>
            </a:r>
          </a:p>
        </p:txBody>
      </p:sp>
      <p:sp>
        <p:nvSpPr>
          <p:cNvPr id="3" name="Google Shape;871;p108">
            <a:extLst>
              <a:ext uri="{FF2B5EF4-FFF2-40B4-BE49-F238E27FC236}">
                <a16:creationId xmlns:a16="http://schemas.microsoft.com/office/drawing/2014/main" id="{E7EDC0F0-1BC3-490A-053B-9F82CC27FA38}"/>
              </a:ext>
            </a:extLst>
          </p:cNvPr>
          <p:cNvSpPr txBox="1"/>
          <p:nvPr/>
        </p:nvSpPr>
        <p:spPr>
          <a:xfrm>
            <a:off x="433600" y="840501"/>
            <a:ext cx="8276700" cy="1089692"/>
          </a:xfrm>
          <a:prstGeom prst="rect">
            <a:avLst/>
          </a:prstGeom>
          <a:noFill/>
          <a:ln>
            <a:noFill/>
          </a:ln>
        </p:spPr>
        <p:txBody>
          <a:bodyPr spcFirstLastPara="1" wrap="square" lIns="68575" tIns="34275" rIns="68575" bIns="34275" anchor="t" anchorCtr="0">
            <a:spAutoFit/>
          </a:bodyPr>
          <a:lstStyle/>
          <a:p>
            <a:pPr marL="171450" lvl="0" indent="-171450" algn="l" rtl="0">
              <a:lnSpc>
                <a:spcPct val="107000"/>
              </a:lnSpc>
              <a:spcBef>
                <a:spcPts val="1200"/>
              </a:spcBef>
              <a:spcAft>
                <a:spcPts val="0"/>
              </a:spcAft>
              <a:buClr>
                <a:schemeClr val="accent4"/>
              </a:buClr>
              <a:buFont typeface="Wingdings" panose="05000000000000000000" pitchFamily="2" charset="2"/>
              <a:buChar char="q"/>
            </a:pPr>
            <a:r>
              <a:rPr lang="fr-FR" sz="1100" noProof="0">
                <a:solidFill>
                  <a:schemeClr val="dk1"/>
                </a:solidFill>
              </a:rPr>
              <a:t>Notre intervention s’est déroulée durant les mois de mars, avril et mai. Nous avons procédé par entretiens, échange d’e-mails et par analyse des documents qui nous ont été remis. Nous remercions les interlocuteurs que nous avons rencontrés pour leur aimable collaboration.</a:t>
            </a:r>
          </a:p>
          <a:p>
            <a:pPr marL="457200" marR="0" lvl="0" indent="0" algn="just" rtl="0">
              <a:lnSpc>
                <a:spcPct val="100000"/>
              </a:lnSpc>
              <a:spcBef>
                <a:spcPts val="1200"/>
              </a:spcBef>
              <a:spcAft>
                <a:spcPts val="0"/>
              </a:spcAft>
              <a:buNone/>
            </a:pPr>
            <a:endParaRPr lang="fr-FR" sz="1100" noProof="0">
              <a:solidFill>
                <a:schemeClr val="dk1"/>
              </a:solidFill>
            </a:endParaRPr>
          </a:p>
        </p:txBody>
      </p:sp>
      <p:sp>
        <p:nvSpPr>
          <p:cNvPr id="4" name="Google Shape;872;p108">
            <a:extLst>
              <a:ext uri="{FF2B5EF4-FFF2-40B4-BE49-F238E27FC236}">
                <a16:creationId xmlns:a16="http://schemas.microsoft.com/office/drawing/2014/main" id="{ECC8D293-318A-609C-1B00-F157E8D7A575}"/>
              </a:ext>
            </a:extLst>
          </p:cNvPr>
          <p:cNvSpPr txBox="1"/>
          <p:nvPr/>
        </p:nvSpPr>
        <p:spPr>
          <a:xfrm>
            <a:off x="4752829" y="2055264"/>
            <a:ext cx="3762520" cy="381821"/>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None/>
            </a:pPr>
            <a:r>
              <a:rPr lang="fr-FR" sz="1100" b="1" noProof="0">
                <a:solidFill>
                  <a:schemeClr val="bg1"/>
                </a:solidFill>
              </a:rPr>
              <a:t>Fonctions</a:t>
            </a:r>
          </a:p>
          <a:p>
            <a:pPr marL="0" marR="0" lvl="0" indent="0" algn="ctr" rtl="0">
              <a:lnSpc>
                <a:spcPct val="200000"/>
              </a:lnSpc>
              <a:spcBef>
                <a:spcPts val="0"/>
              </a:spcBef>
              <a:spcAft>
                <a:spcPts val="0"/>
              </a:spcAft>
              <a:buNone/>
            </a:pPr>
            <a:endParaRPr lang="fr-FR" sz="1100" b="0" i="0" u="none" strike="noStrike" cap="none" noProof="0">
              <a:solidFill>
                <a:schemeClr val="tx1"/>
              </a:solidFill>
              <a:latin typeface="Arial"/>
              <a:ea typeface="Arial"/>
              <a:cs typeface="Arial"/>
              <a:sym typeface="Arial"/>
            </a:endParaRPr>
          </a:p>
          <a:p>
            <a:pPr marL="0" marR="0" lvl="0" indent="0" algn="ctr" rtl="0">
              <a:lnSpc>
                <a:spcPct val="100000"/>
              </a:lnSpc>
              <a:spcBef>
                <a:spcPts val="500"/>
              </a:spcBef>
              <a:spcAft>
                <a:spcPts val="0"/>
              </a:spcAft>
              <a:buNone/>
            </a:pPr>
            <a:r>
              <a:rPr lang="fr-FR" sz="1100" b="1" noProof="0">
                <a:solidFill>
                  <a:schemeClr val="tx1"/>
                </a:solidFill>
              </a:rPr>
              <a:t>F</a:t>
            </a:r>
            <a:endParaRPr lang="fr-FR" sz="1100" b="1" i="0" u="none" strike="noStrike" cap="none" noProof="0">
              <a:solidFill>
                <a:schemeClr val="tx1"/>
              </a:solidFill>
              <a:latin typeface="Arial"/>
              <a:ea typeface="Arial"/>
              <a:cs typeface="Arial"/>
              <a:sym typeface="Arial"/>
            </a:endParaRPr>
          </a:p>
        </p:txBody>
      </p:sp>
      <p:sp>
        <p:nvSpPr>
          <p:cNvPr id="6" name="Google Shape;873;p108">
            <a:extLst>
              <a:ext uri="{FF2B5EF4-FFF2-40B4-BE49-F238E27FC236}">
                <a16:creationId xmlns:a16="http://schemas.microsoft.com/office/drawing/2014/main" id="{698ED727-E867-51AB-3449-B616E397023E}"/>
              </a:ext>
            </a:extLst>
          </p:cNvPr>
          <p:cNvSpPr txBox="1"/>
          <p:nvPr/>
        </p:nvSpPr>
        <p:spPr>
          <a:xfrm>
            <a:off x="4752828" y="2495379"/>
            <a:ext cx="3762521" cy="2023458"/>
          </a:xfrm>
          <a:prstGeom prst="rect">
            <a:avLst/>
          </a:prstGeom>
          <a:solidFill>
            <a:srgbClr val="F2F2F2"/>
          </a:solidFill>
          <a:ln>
            <a:noFill/>
          </a:ln>
        </p:spPr>
        <p:txBody>
          <a:bodyPr spcFirstLastPara="1" wrap="square" lIns="68575" tIns="34275" rIns="68575" bIns="34275" anchor="t" anchorCtr="0">
            <a:noAutofit/>
          </a:bodyPr>
          <a:lstStyle/>
          <a:p>
            <a:pPr marL="127000" marR="0" lvl="0" indent="-133350" rtl="0">
              <a:lnSpc>
                <a:spcPct val="100000"/>
              </a:lnSpc>
              <a:spcBef>
                <a:spcPts val="500"/>
              </a:spcBef>
              <a:spcAft>
                <a:spcPts val="0"/>
              </a:spcAft>
              <a:buSzPts val="1100"/>
              <a:buChar char="•"/>
            </a:pPr>
            <a:r>
              <a:rPr lang="fr-FR" sz="1100" noProof="0"/>
              <a:t>Directeur des systèmes d’information</a:t>
            </a:r>
          </a:p>
          <a:p>
            <a:pPr marL="127000" marR="0" lvl="0" indent="-133350" rtl="0">
              <a:lnSpc>
                <a:spcPct val="100000"/>
              </a:lnSpc>
              <a:spcBef>
                <a:spcPts val="500"/>
              </a:spcBef>
              <a:spcAft>
                <a:spcPts val="0"/>
              </a:spcAft>
              <a:buSzPts val="1100"/>
              <a:buChar char="•"/>
            </a:pPr>
            <a:r>
              <a:rPr lang="fr-FR" sz="1100" noProof="0"/>
              <a:t>Directeur Adjoint des systèmes d’information</a:t>
            </a:r>
          </a:p>
          <a:p>
            <a:pPr marL="127000" marR="0" lvl="0" indent="-133350" rtl="0">
              <a:lnSpc>
                <a:spcPct val="100000"/>
              </a:lnSpc>
              <a:spcBef>
                <a:spcPts val="500"/>
              </a:spcBef>
              <a:spcAft>
                <a:spcPts val="0"/>
              </a:spcAft>
              <a:buSzPts val="1100"/>
              <a:buChar char="•"/>
            </a:pPr>
            <a:r>
              <a:rPr lang="fr-FR" sz="1100" noProof="0"/>
              <a:t>Responsable de Sécurité des Systèmes d’Information </a:t>
            </a:r>
          </a:p>
          <a:p>
            <a:pPr marL="127000" marR="0" lvl="0" indent="-133350" rtl="0">
              <a:lnSpc>
                <a:spcPct val="100000"/>
              </a:lnSpc>
              <a:spcBef>
                <a:spcPts val="500"/>
              </a:spcBef>
              <a:spcAft>
                <a:spcPts val="0"/>
              </a:spcAft>
              <a:buSzPts val="1100"/>
              <a:buChar char="•"/>
            </a:pPr>
            <a:r>
              <a:rPr lang="fr-FR" sz="1100" noProof="0"/>
              <a:t>Responsable Applicatif (SAP)</a:t>
            </a:r>
          </a:p>
          <a:p>
            <a:pPr marL="127000" marR="0" lvl="0" indent="-133350" rtl="0">
              <a:lnSpc>
                <a:spcPct val="100000"/>
              </a:lnSpc>
              <a:spcBef>
                <a:spcPts val="500"/>
              </a:spcBef>
              <a:spcAft>
                <a:spcPts val="0"/>
              </a:spcAft>
              <a:buSzPts val="1100"/>
              <a:buChar char="•"/>
            </a:pPr>
            <a:r>
              <a:rPr lang="fr-FR" sz="1100" noProof="0"/>
              <a:t>Responsable Applicatif (</a:t>
            </a:r>
            <a:r>
              <a:rPr lang="fr-FR" sz="1100" noProof="0" err="1"/>
              <a:t>VLL</a:t>
            </a:r>
            <a:r>
              <a:rPr lang="fr-FR" sz="1100" noProof="0"/>
              <a:t>- </a:t>
            </a:r>
            <a:r>
              <a:rPr lang="fr-FR" sz="1100" noProof="0" err="1"/>
              <a:t>VLP</a:t>
            </a:r>
            <a:r>
              <a:rPr lang="fr-FR" sz="1100" noProof="0"/>
              <a:t>)</a:t>
            </a:r>
          </a:p>
          <a:p>
            <a:pPr marL="127000" marR="0" lvl="0" indent="-133350" rtl="0">
              <a:lnSpc>
                <a:spcPct val="100000"/>
              </a:lnSpc>
              <a:spcBef>
                <a:spcPts val="500"/>
              </a:spcBef>
              <a:spcAft>
                <a:spcPts val="0"/>
              </a:spcAft>
              <a:buSzPts val="1100"/>
              <a:buChar char="•"/>
            </a:pPr>
            <a:r>
              <a:rPr lang="fr-FR" sz="1100" noProof="0"/>
              <a:t>Responsable </a:t>
            </a:r>
            <a:r>
              <a:rPr lang="fr-FR" sz="1100" noProof="0" err="1"/>
              <a:t>C.As</a:t>
            </a:r>
            <a:r>
              <a:rPr lang="fr-FR" sz="1100" noProof="0"/>
              <a:t> &amp; Service</a:t>
            </a:r>
          </a:p>
          <a:p>
            <a:pPr marL="127000" marR="0" lvl="0" indent="-133350" rtl="0">
              <a:lnSpc>
                <a:spcPct val="100000"/>
              </a:lnSpc>
              <a:spcBef>
                <a:spcPts val="500"/>
              </a:spcBef>
              <a:spcAft>
                <a:spcPts val="0"/>
              </a:spcAft>
              <a:buSzPts val="1100"/>
              <a:buChar char="•"/>
            </a:pPr>
            <a:r>
              <a:rPr lang="fr-FR" sz="1100" noProof="0"/>
              <a:t>Responsable Infrastructure Informatique</a:t>
            </a:r>
          </a:p>
        </p:txBody>
      </p:sp>
      <p:sp>
        <p:nvSpPr>
          <p:cNvPr id="7" name="Google Shape;874;p108">
            <a:extLst>
              <a:ext uri="{FF2B5EF4-FFF2-40B4-BE49-F238E27FC236}">
                <a16:creationId xmlns:a16="http://schemas.microsoft.com/office/drawing/2014/main" id="{1C668651-3848-38F2-90CD-EE420A43C8FB}"/>
              </a:ext>
            </a:extLst>
          </p:cNvPr>
          <p:cNvSpPr txBox="1"/>
          <p:nvPr/>
        </p:nvSpPr>
        <p:spPr>
          <a:xfrm>
            <a:off x="1456275" y="2055264"/>
            <a:ext cx="3159000" cy="396565"/>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Clr>
                <a:srgbClr val="000000"/>
              </a:buClr>
              <a:buSzPts val="1000"/>
              <a:buFont typeface="Noto Sans Symbols"/>
              <a:buNone/>
            </a:pPr>
            <a:r>
              <a:rPr lang="fr-FR" sz="1100" b="1" noProof="0">
                <a:solidFill>
                  <a:schemeClr val="bg1"/>
                </a:solidFill>
              </a:rPr>
              <a:t>Interlocuteurs</a:t>
            </a:r>
          </a:p>
          <a:p>
            <a:pPr marL="0" marR="0" lvl="0" indent="0" algn="ctr" rtl="0">
              <a:lnSpc>
                <a:spcPct val="200000"/>
              </a:lnSpc>
              <a:spcBef>
                <a:spcPts val="0"/>
              </a:spcBef>
              <a:spcAft>
                <a:spcPts val="0"/>
              </a:spcAft>
              <a:buClr>
                <a:srgbClr val="000000"/>
              </a:buClr>
              <a:buSzPts val="1000"/>
              <a:buFont typeface="Noto Sans Symbols"/>
              <a:buNone/>
            </a:pPr>
            <a:endParaRPr lang="fr-FR" sz="1100" b="1" i="0" u="none" strike="noStrike" cap="none" noProof="0">
              <a:solidFill>
                <a:schemeClr val="tx1"/>
              </a:solidFill>
              <a:latin typeface="Arial"/>
              <a:ea typeface="Arial"/>
              <a:cs typeface="Arial"/>
              <a:sym typeface="Arial"/>
            </a:endParaRPr>
          </a:p>
          <a:p>
            <a:pPr marL="0" marR="0" lvl="0" indent="0" algn="ctr" rtl="0">
              <a:lnSpc>
                <a:spcPct val="200000"/>
              </a:lnSpc>
              <a:spcBef>
                <a:spcPts val="0"/>
              </a:spcBef>
              <a:spcAft>
                <a:spcPts val="0"/>
              </a:spcAft>
              <a:buClr>
                <a:srgbClr val="000000"/>
              </a:buClr>
              <a:buSzPts val="1000"/>
              <a:buFont typeface="Noto Sans Symbols"/>
              <a:buNone/>
            </a:pPr>
            <a:endParaRPr lang="fr-FR" sz="1100" b="1" noProof="0">
              <a:solidFill>
                <a:schemeClr val="tx1"/>
              </a:solidFill>
            </a:endParaRPr>
          </a:p>
          <a:p>
            <a:pPr marL="0" marR="0" lvl="0" indent="0" algn="ctr" rtl="0">
              <a:lnSpc>
                <a:spcPct val="200000"/>
              </a:lnSpc>
              <a:spcBef>
                <a:spcPts val="0"/>
              </a:spcBef>
              <a:spcAft>
                <a:spcPts val="0"/>
              </a:spcAft>
              <a:buClr>
                <a:srgbClr val="000000"/>
              </a:buClr>
              <a:buSzPts val="1000"/>
              <a:buFont typeface="Noto Sans Symbols"/>
              <a:buNone/>
            </a:pPr>
            <a:endParaRPr lang="fr-FR" sz="1100" b="0" i="0" u="none" strike="noStrike" cap="none" noProof="0">
              <a:solidFill>
                <a:schemeClr val="tx1"/>
              </a:solidFill>
              <a:latin typeface="Arial"/>
              <a:ea typeface="Arial"/>
              <a:cs typeface="Arial"/>
              <a:sym typeface="Arial"/>
            </a:endParaRPr>
          </a:p>
        </p:txBody>
      </p:sp>
      <p:sp>
        <p:nvSpPr>
          <p:cNvPr id="8" name="Google Shape;875;p108">
            <a:extLst>
              <a:ext uri="{FF2B5EF4-FFF2-40B4-BE49-F238E27FC236}">
                <a16:creationId xmlns:a16="http://schemas.microsoft.com/office/drawing/2014/main" id="{4110668C-BDE6-2FD4-9CC3-B1297DDD6402}"/>
              </a:ext>
            </a:extLst>
          </p:cNvPr>
          <p:cNvSpPr txBox="1"/>
          <p:nvPr/>
        </p:nvSpPr>
        <p:spPr>
          <a:xfrm>
            <a:off x="1456275" y="2495379"/>
            <a:ext cx="3159000" cy="2023458"/>
          </a:xfrm>
          <a:prstGeom prst="rect">
            <a:avLst/>
          </a:prstGeom>
          <a:solidFill>
            <a:srgbClr val="F2F2F2"/>
          </a:solidFill>
          <a:ln>
            <a:noFill/>
          </a:ln>
        </p:spPr>
        <p:txBody>
          <a:bodyPr spcFirstLastPara="1" wrap="square" lIns="68575" tIns="34275" rIns="68575" bIns="34275" anchor="t" anchorCtr="0">
            <a:noAutofit/>
          </a:bodyPr>
          <a:lstStyle/>
          <a:p>
            <a:pPr marL="127000" marR="0" lvl="0" indent="-133350" algn="just" rtl="0">
              <a:lnSpc>
                <a:spcPct val="100000"/>
              </a:lnSpc>
              <a:spcBef>
                <a:spcPts val="500"/>
              </a:spcBef>
              <a:spcAft>
                <a:spcPts val="0"/>
              </a:spcAft>
              <a:buClr>
                <a:srgbClr val="000000"/>
              </a:buClr>
              <a:buSzPts val="1100"/>
              <a:buFont typeface="Arial"/>
              <a:buChar char="•"/>
            </a:pPr>
            <a:r>
              <a:rPr lang="fr-FR" sz="1100" noProof="0"/>
              <a:t>Akram Tebourski</a:t>
            </a:r>
          </a:p>
          <a:p>
            <a:pPr marL="127000" marR="0" lvl="0" indent="-133350" algn="just" rtl="0">
              <a:lnSpc>
                <a:spcPct val="100000"/>
              </a:lnSpc>
              <a:spcBef>
                <a:spcPts val="500"/>
              </a:spcBef>
              <a:spcAft>
                <a:spcPts val="0"/>
              </a:spcAft>
              <a:buClr>
                <a:srgbClr val="000000"/>
              </a:buClr>
              <a:buSzPts val="1100"/>
              <a:buFont typeface="Arial"/>
              <a:buChar char="•"/>
            </a:pPr>
            <a:r>
              <a:rPr lang="fr-FR" sz="1100" noProof="0"/>
              <a:t>Mohamed Ali Ben Gamra</a:t>
            </a:r>
          </a:p>
          <a:p>
            <a:pPr marL="127000" marR="0" lvl="0" indent="-133350" algn="just" rtl="0">
              <a:lnSpc>
                <a:spcPct val="100000"/>
              </a:lnSpc>
              <a:spcBef>
                <a:spcPts val="500"/>
              </a:spcBef>
              <a:spcAft>
                <a:spcPts val="0"/>
              </a:spcAft>
              <a:buClr>
                <a:srgbClr val="000000"/>
              </a:buClr>
              <a:buSzPts val="1100"/>
              <a:buFont typeface="Arial"/>
              <a:buChar char="•"/>
            </a:pPr>
            <a:r>
              <a:rPr lang="fr-FR" sz="1100" noProof="0"/>
              <a:t>Sofiane Boujelben</a:t>
            </a:r>
          </a:p>
          <a:p>
            <a:pPr marL="127000" marR="0" lvl="0" indent="-133350" algn="just" rtl="0">
              <a:lnSpc>
                <a:spcPct val="100000"/>
              </a:lnSpc>
              <a:spcBef>
                <a:spcPts val="500"/>
              </a:spcBef>
              <a:spcAft>
                <a:spcPts val="0"/>
              </a:spcAft>
              <a:buClr>
                <a:srgbClr val="000000"/>
              </a:buClr>
              <a:buSzPts val="1100"/>
              <a:buFont typeface="Arial"/>
              <a:buChar char="•"/>
            </a:pPr>
            <a:r>
              <a:rPr lang="fr-FR" sz="1100" noProof="0"/>
              <a:t>Hanen Khemiri</a:t>
            </a:r>
          </a:p>
          <a:p>
            <a:pPr marL="127000" marR="0" lvl="0" indent="-133350" algn="just" rtl="0">
              <a:lnSpc>
                <a:spcPct val="100000"/>
              </a:lnSpc>
              <a:spcBef>
                <a:spcPts val="500"/>
              </a:spcBef>
              <a:spcAft>
                <a:spcPts val="0"/>
              </a:spcAft>
              <a:buClr>
                <a:srgbClr val="000000"/>
              </a:buClr>
              <a:buSzPts val="1100"/>
              <a:buFont typeface="Arial"/>
              <a:buChar char="•"/>
            </a:pPr>
            <a:r>
              <a:rPr lang="fr-FR" sz="1100" noProof="0"/>
              <a:t>Mohamed Raouf Dridi</a:t>
            </a:r>
          </a:p>
          <a:p>
            <a:pPr marL="127000" marR="0" lvl="0" indent="-133350" algn="just" rtl="0">
              <a:lnSpc>
                <a:spcPct val="100000"/>
              </a:lnSpc>
              <a:spcBef>
                <a:spcPts val="500"/>
              </a:spcBef>
              <a:spcAft>
                <a:spcPts val="0"/>
              </a:spcAft>
              <a:buClr>
                <a:srgbClr val="000000"/>
              </a:buClr>
              <a:buSzPts val="1100"/>
              <a:buFont typeface="Arial"/>
              <a:buChar char="•"/>
            </a:pPr>
            <a:r>
              <a:rPr lang="fr-FR" sz="1100" noProof="0"/>
              <a:t>Hedi Ben Hamada</a:t>
            </a:r>
          </a:p>
          <a:p>
            <a:pPr marL="127000" marR="0" lvl="0" indent="-133350" algn="just" rtl="0">
              <a:lnSpc>
                <a:spcPct val="100000"/>
              </a:lnSpc>
              <a:spcBef>
                <a:spcPts val="500"/>
              </a:spcBef>
              <a:spcAft>
                <a:spcPts val="0"/>
              </a:spcAft>
              <a:buClr>
                <a:srgbClr val="000000"/>
              </a:buClr>
              <a:buSzPts val="1100"/>
              <a:buFont typeface="Arial"/>
              <a:buChar char="•"/>
            </a:pPr>
            <a:r>
              <a:rPr lang="fr-FR" sz="1100" noProof="0"/>
              <a:t>Mohamed Amine </a:t>
            </a:r>
            <a:r>
              <a:rPr lang="fr-FR" sz="1100" noProof="0" err="1"/>
              <a:t>Daghbouji</a:t>
            </a:r>
            <a:endParaRPr lang="fr-FR" sz="1100" noProof="0"/>
          </a:p>
          <a:p>
            <a:pPr marL="127000" marR="0" lvl="0" indent="-133350" algn="just" rtl="0">
              <a:lnSpc>
                <a:spcPct val="100000"/>
              </a:lnSpc>
              <a:spcBef>
                <a:spcPts val="500"/>
              </a:spcBef>
              <a:spcAft>
                <a:spcPts val="0"/>
              </a:spcAft>
              <a:buClr>
                <a:srgbClr val="000000"/>
              </a:buClr>
              <a:buSzPts val="1100"/>
              <a:buFont typeface="Arial"/>
              <a:buChar char="•"/>
            </a:pPr>
            <a:endParaRPr lang="fr-FR" sz="1000" noProof="0"/>
          </a:p>
        </p:txBody>
      </p:sp>
    </p:spTree>
    <p:extLst>
      <p:ext uri="{BB962C8B-B14F-4D97-AF65-F5344CB8AC3E}">
        <p14:creationId xmlns:p14="http://schemas.microsoft.com/office/powerpoint/2010/main" val="339412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1F47-84FE-29FB-70DC-0B049D2B763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DA48A7-ED61-78B4-DDAD-F13844366BD4}"/>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89433FD6-9F01-3631-8C61-2AB538D84B3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7</a:t>
            </a:fld>
            <a:endParaRPr lang="fr-FR" noProof="0"/>
          </a:p>
        </p:txBody>
      </p:sp>
      <p:sp>
        <p:nvSpPr>
          <p:cNvPr id="14" name="Google Shape;861;p107">
            <a:extLst>
              <a:ext uri="{FF2B5EF4-FFF2-40B4-BE49-F238E27FC236}">
                <a16:creationId xmlns:a16="http://schemas.microsoft.com/office/drawing/2014/main" id="{C845AC01-2E24-E88B-343B-4EB6CAD4292E}"/>
              </a:ext>
            </a:extLst>
          </p:cNvPr>
          <p:cNvSpPr txBox="1"/>
          <p:nvPr/>
        </p:nvSpPr>
        <p:spPr>
          <a:xfrm>
            <a:off x="457200" y="7246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Périmètre d’intervention</a:t>
            </a:r>
          </a:p>
        </p:txBody>
      </p:sp>
      <p:sp>
        <p:nvSpPr>
          <p:cNvPr id="12" name="Espace réservé du contenu 5">
            <a:extLst>
              <a:ext uri="{FF2B5EF4-FFF2-40B4-BE49-F238E27FC236}">
                <a16:creationId xmlns:a16="http://schemas.microsoft.com/office/drawing/2014/main" id="{94A481EA-2DF4-3022-347B-603CB4548B1A}"/>
              </a:ext>
            </a:extLst>
          </p:cNvPr>
          <p:cNvSpPr>
            <a:spLocks noGrp="1"/>
          </p:cNvSpPr>
          <p:nvPr>
            <p:ph idx="1"/>
          </p:nvPr>
        </p:nvSpPr>
        <p:spPr>
          <a:xfrm>
            <a:off x="457200" y="521497"/>
            <a:ext cx="8327268" cy="4187281"/>
          </a:xfrm>
        </p:spPr>
        <p:txBody>
          <a:bodyPr/>
          <a:lstStyle/>
          <a:p>
            <a:pPr marL="228600" lvl="1" indent="-228600" algn="just">
              <a:buClr>
                <a:schemeClr val="accent1"/>
              </a:buClr>
              <a:buSzPct val="100000"/>
              <a:buFont typeface="+mj-lt"/>
              <a:buAutoNum type="arabicPeriod"/>
            </a:pPr>
            <a:r>
              <a:rPr lang="fr-FR" sz="1100" noProof="0"/>
              <a:t>La prise de connaissance des évolutions de l’environnement informatique de l’entité et des faits marquants survenus lors de l’exercice.</a:t>
            </a:r>
          </a:p>
          <a:p>
            <a:pPr marL="228600" lvl="1" indent="-228600" algn="just">
              <a:buClr>
                <a:schemeClr val="accent1"/>
              </a:buClr>
              <a:buSzPct val="100000"/>
              <a:buFont typeface="+mj-lt"/>
              <a:buAutoNum type="arabicPeriod"/>
            </a:pPr>
            <a:r>
              <a:rPr lang="fr-FR" sz="1100" noProof="0"/>
              <a:t>L’identification des dépendances informatiques contribuant aux travaux d’audit, ainsi que la revue de leur fiabilité. </a:t>
            </a:r>
          </a:p>
          <a:p>
            <a:pPr marL="228600" lvl="1" indent="-228600" algn="just">
              <a:buClr>
                <a:schemeClr val="accent1"/>
              </a:buClr>
              <a:buSzPct val="100000"/>
              <a:buFont typeface="+mj-lt"/>
              <a:buAutoNum type="arabicPeriod"/>
            </a:pPr>
            <a:r>
              <a:rPr lang="fr-FR" sz="1100" noProof="0"/>
              <a:t>La revue des contrôles généraux informatiques en place sur les processus de gestion des accès aux applications et aux infrastructures informatiques, de gestion des changements, et de gestion de l’exploitation informatique autour des applications listées ci-dessous, qualifiées </a:t>
            </a:r>
            <a:r>
              <a:rPr lang="fr-FR" sz="1100" noProof="0">
                <a:solidFill>
                  <a:srgbClr val="000000"/>
                </a:solidFill>
              </a:rPr>
              <a:t>comme étant significatives dans la production des états financiers :</a:t>
            </a:r>
          </a:p>
          <a:p>
            <a:pPr marL="228600" lvl="1" indent="-228600" algn="just">
              <a:buClr>
                <a:schemeClr val="accent1"/>
              </a:buClr>
              <a:buSzPct val="100000"/>
              <a:buFont typeface="+mj-lt"/>
              <a:buAutoNum type="arabicPeriod"/>
            </a:pPr>
            <a:endParaRPr lang="fr-FR" sz="788" noProof="0"/>
          </a:p>
          <a:p>
            <a:pPr marL="0" lvl="1" indent="0" algn="just">
              <a:spcBef>
                <a:spcPts val="675"/>
              </a:spcBef>
              <a:buClr>
                <a:schemeClr val="accent1"/>
              </a:buClr>
              <a:buSzPct val="100000"/>
              <a:buNone/>
            </a:pPr>
            <a:br>
              <a:rPr lang="fr-FR" sz="788" noProof="0">
                <a:solidFill>
                  <a:srgbClr val="000000"/>
                </a:solidFill>
              </a:rPr>
            </a:br>
            <a:endParaRPr lang="fr-FR" sz="788" noProof="0">
              <a:solidFill>
                <a:srgbClr val="000000"/>
              </a:solidFill>
            </a:endParaRPr>
          </a:p>
          <a:p>
            <a:pPr marL="228600" lvl="1" algn="just">
              <a:spcBef>
                <a:spcPts val="675"/>
              </a:spcBef>
              <a:buClr>
                <a:schemeClr val="accent1"/>
              </a:buClr>
              <a:buSzPct val="100000"/>
            </a:pPr>
            <a:endParaRPr lang="fr-FR" sz="1100" noProof="0">
              <a:solidFill>
                <a:srgbClr val="000000"/>
              </a:solidFill>
            </a:endParaRPr>
          </a:p>
          <a:p>
            <a:pPr marL="0" lvl="1" indent="0" algn="just">
              <a:spcBef>
                <a:spcPts val="675"/>
              </a:spcBef>
              <a:buClr>
                <a:schemeClr val="accent1"/>
              </a:buClr>
              <a:buSzPct val="100000"/>
              <a:buNone/>
            </a:pPr>
            <a:endParaRPr lang="fr-FR" sz="1100" noProof="0">
              <a:solidFill>
                <a:srgbClr val="000000"/>
              </a:solidFill>
            </a:endParaRPr>
          </a:p>
          <a:p>
            <a:pPr marL="0" lvl="1" indent="0" algn="just">
              <a:spcBef>
                <a:spcPts val="675"/>
              </a:spcBef>
              <a:buClr>
                <a:schemeClr val="accent1"/>
              </a:buClr>
              <a:buSzPct val="100000"/>
              <a:buNone/>
            </a:pPr>
            <a:endParaRPr lang="fr-FR" sz="1100" noProof="0">
              <a:solidFill>
                <a:srgbClr val="000000"/>
              </a:solidFill>
            </a:endParaRPr>
          </a:p>
          <a:p>
            <a:pPr marL="0" lvl="1" indent="0" algn="just">
              <a:spcBef>
                <a:spcPts val="675"/>
              </a:spcBef>
              <a:buClr>
                <a:schemeClr val="accent1"/>
              </a:buClr>
              <a:buSzPct val="100000"/>
              <a:buNone/>
            </a:pPr>
            <a:endParaRPr lang="fr-FR" sz="1100" noProof="0">
              <a:solidFill>
                <a:srgbClr val="000000"/>
              </a:solidFill>
            </a:endParaRPr>
          </a:p>
          <a:p>
            <a:pPr marL="0" lvl="1" indent="0" algn="just">
              <a:spcBef>
                <a:spcPts val="675"/>
              </a:spcBef>
              <a:buClr>
                <a:schemeClr val="accent1"/>
              </a:buClr>
              <a:buSzPct val="100000"/>
              <a:buNone/>
            </a:pPr>
            <a:endParaRPr lang="fr-FR" sz="1100" noProof="0">
              <a:solidFill>
                <a:srgbClr val="000000"/>
              </a:solidFill>
            </a:endParaRPr>
          </a:p>
          <a:p>
            <a:pPr marL="0" lvl="1" indent="0" algn="just">
              <a:spcBef>
                <a:spcPts val="675"/>
              </a:spcBef>
              <a:buClr>
                <a:schemeClr val="accent1"/>
              </a:buClr>
              <a:buSzPct val="100000"/>
              <a:buNone/>
            </a:pPr>
            <a:endParaRPr lang="fr-FR" sz="1100" noProof="0">
              <a:solidFill>
                <a:srgbClr val="000000"/>
              </a:solidFill>
            </a:endParaRPr>
          </a:p>
          <a:p>
            <a:pPr marL="0" lvl="1" indent="0" algn="just">
              <a:spcBef>
                <a:spcPts val="675"/>
              </a:spcBef>
              <a:buClr>
                <a:schemeClr val="accent1"/>
              </a:buClr>
              <a:buSzPct val="100000"/>
              <a:buNone/>
            </a:pPr>
            <a:endParaRPr lang="fr-FR" sz="1100" noProof="0">
              <a:solidFill>
                <a:srgbClr val="000000"/>
              </a:solidFill>
            </a:endParaRPr>
          </a:p>
          <a:p>
            <a:pPr lvl="1" algn="just">
              <a:buClr>
                <a:schemeClr val="accent1"/>
              </a:buClr>
              <a:buSzPct val="100000"/>
            </a:pPr>
            <a:r>
              <a:rPr lang="fr-FR" sz="1100" noProof="0">
                <a:solidFill>
                  <a:srgbClr val="000000"/>
                </a:solidFill>
              </a:rPr>
              <a:t>Nos travaux ont été réalisés en application de notre démarche d'audit et reposent principalement sur :</a:t>
            </a:r>
            <a:endParaRPr lang="fr-FR" sz="1100" noProof="0"/>
          </a:p>
          <a:p>
            <a:pPr marL="267653" lvl="3" indent="-197644" algn="just">
              <a:buClr>
                <a:schemeClr val="accent1"/>
              </a:buClr>
              <a:buSzPts val="900"/>
              <a:buFont typeface="Arial"/>
              <a:buChar char="•"/>
            </a:pPr>
            <a:r>
              <a:rPr lang="fr-FR" sz="1100" noProof="0"/>
              <a:t>L’analyse de la documentation mise à notre disposition,</a:t>
            </a:r>
          </a:p>
          <a:p>
            <a:pPr marL="267653" lvl="3" indent="-197644" algn="just">
              <a:buClr>
                <a:schemeClr val="accent1"/>
              </a:buClr>
              <a:buSzPts val="900"/>
              <a:buFont typeface="Arial"/>
              <a:buChar char="•"/>
            </a:pPr>
            <a:r>
              <a:rPr lang="fr-FR" sz="1100" noProof="0"/>
              <a:t>Des tests de contrôles, réalisés par sondage et observation, permettant de confirmer notre compréhension des principaux contrôles-clés définis.</a:t>
            </a:r>
          </a:p>
          <a:p>
            <a:pPr marL="171450" lvl="1" indent="-171450" algn="just">
              <a:spcBef>
                <a:spcPts val="675"/>
              </a:spcBef>
              <a:buClr>
                <a:schemeClr val="accent1"/>
              </a:buClr>
              <a:buSzPct val="100000"/>
              <a:buFont typeface="+mj-lt"/>
              <a:buAutoNum type="arabicPeriod" startAt="4"/>
            </a:pPr>
            <a:endParaRPr lang="fr-FR" sz="750" noProof="0">
              <a:solidFill>
                <a:srgbClr val="000000"/>
              </a:solidFill>
            </a:endParaRPr>
          </a:p>
          <a:p>
            <a:pPr lvl="1" algn="just">
              <a:spcAft>
                <a:spcPts val="675"/>
              </a:spcAft>
              <a:buClr>
                <a:srgbClr val="DC6900"/>
              </a:buClr>
            </a:pPr>
            <a:br>
              <a:rPr lang="fr-FR" sz="750" noProof="0">
                <a:solidFill>
                  <a:srgbClr val="000000"/>
                </a:solidFill>
              </a:rPr>
            </a:br>
            <a:endParaRPr lang="fr-FR" sz="750" noProof="0">
              <a:solidFill>
                <a:srgbClr val="000000"/>
              </a:solidFill>
            </a:endParaRPr>
          </a:p>
          <a:p>
            <a:pPr lvl="1" algn="just">
              <a:spcAft>
                <a:spcPts val="675"/>
              </a:spcAft>
              <a:buClr>
                <a:srgbClr val="DC6900"/>
              </a:buClr>
            </a:pPr>
            <a:endParaRPr lang="fr-FR" sz="750" noProof="0">
              <a:solidFill>
                <a:srgbClr val="000000"/>
              </a:solidFill>
            </a:endParaRPr>
          </a:p>
          <a:p>
            <a:pPr lvl="1" algn="just">
              <a:spcAft>
                <a:spcPts val="675"/>
              </a:spcAft>
              <a:buClr>
                <a:srgbClr val="DC6900"/>
              </a:buClr>
            </a:pPr>
            <a:endParaRPr lang="fr-FR" sz="750" noProof="0">
              <a:solidFill>
                <a:srgbClr val="000000"/>
              </a:solidFill>
            </a:endParaRPr>
          </a:p>
          <a:p>
            <a:pPr lvl="1" algn="just">
              <a:spcAft>
                <a:spcPts val="675"/>
              </a:spcAft>
              <a:buClr>
                <a:srgbClr val="DC6900"/>
              </a:buClr>
            </a:pPr>
            <a:endParaRPr lang="fr-FR" sz="750" noProof="0">
              <a:solidFill>
                <a:srgbClr val="000000"/>
              </a:solidFill>
            </a:endParaRPr>
          </a:p>
          <a:p>
            <a:pPr lvl="1" algn="just">
              <a:spcAft>
                <a:spcPts val="675"/>
              </a:spcAft>
              <a:buClr>
                <a:srgbClr val="DC6900"/>
              </a:buClr>
            </a:pPr>
            <a:br>
              <a:rPr lang="fr-FR" sz="750" noProof="0">
                <a:solidFill>
                  <a:srgbClr val="000000"/>
                </a:solidFill>
              </a:rPr>
            </a:br>
            <a:endParaRPr lang="fr-FR" sz="750" noProof="0">
              <a:solidFill>
                <a:srgbClr val="000000"/>
              </a:solidFill>
            </a:endParaRPr>
          </a:p>
          <a:p>
            <a:pPr lvl="1" algn="just">
              <a:spcAft>
                <a:spcPts val="675"/>
              </a:spcAft>
              <a:buClr>
                <a:srgbClr val="DC6900"/>
              </a:buClr>
            </a:pPr>
            <a:endParaRPr lang="fr-FR" sz="750" noProof="0">
              <a:solidFill>
                <a:srgbClr val="000000"/>
              </a:solidFill>
            </a:endParaRPr>
          </a:p>
          <a:p>
            <a:pPr lvl="1" algn="just">
              <a:spcAft>
                <a:spcPts val="675"/>
              </a:spcAft>
              <a:buClr>
                <a:srgbClr val="DC6900"/>
              </a:buClr>
            </a:pPr>
            <a:endParaRPr lang="fr-FR" sz="900" noProof="0"/>
          </a:p>
        </p:txBody>
      </p:sp>
      <p:graphicFrame>
        <p:nvGraphicFramePr>
          <p:cNvPr id="13" name="Google Shape;438;p5">
            <a:extLst>
              <a:ext uri="{FF2B5EF4-FFF2-40B4-BE49-F238E27FC236}">
                <a16:creationId xmlns:a16="http://schemas.microsoft.com/office/drawing/2014/main" id="{76D587CA-2A0D-B380-2C59-F2245D49CC89}"/>
              </a:ext>
            </a:extLst>
          </p:cNvPr>
          <p:cNvGraphicFramePr/>
          <p:nvPr>
            <p:extLst>
              <p:ext uri="{D42A27DB-BD31-4B8C-83A1-F6EECF244321}">
                <p14:modId xmlns:p14="http://schemas.microsoft.com/office/powerpoint/2010/main" val="3232463838"/>
              </p:ext>
            </p:extLst>
          </p:nvPr>
        </p:nvGraphicFramePr>
        <p:xfrm>
          <a:off x="2292248" y="1809433"/>
          <a:ext cx="4559488" cy="2051191"/>
        </p:xfrm>
        <a:graphic>
          <a:graphicData uri="http://schemas.openxmlformats.org/drawingml/2006/table">
            <a:tbl>
              <a:tblPr firstRow="1" bandRow="1">
                <a:noFill/>
              </a:tblPr>
              <a:tblGrid>
                <a:gridCol w="887866">
                  <a:extLst>
                    <a:ext uri="{9D8B030D-6E8A-4147-A177-3AD203B41FA5}">
                      <a16:colId xmlns:a16="http://schemas.microsoft.com/office/drawing/2014/main" val="20001"/>
                    </a:ext>
                  </a:extLst>
                </a:gridCol>
                <a:gridCol w="1530801">
                  <a:extLst>
                    <a:ext uri="{9D8B030D-6E8A-4147-A177-3AD203B41FA5}">
                      <a16:colId xmlns:a16="http://schemas.microsoft.com/office/drawing/2014/main" val="20002"/>
                    </a:ext>
                  </a:extLst>
                </a:gridCol>
                <a:gridCol w="1271178">
                  <a:extLst>
                    <a:ext uri="{9D8B030D-6E8A-4147-A177-3AD203B41FA5}">
                      <a16:colId xmlns:a16="http://schemas.microsoft.com/office/drawing/2014/main" val="20003"/>
                    </a:ext>
                  </a:extLst>
                </a:gridCol>
                <a:gridCol w="869643">
                  <a:extLst>
                    <a:ext uri="{9D8B030D-6E8A-4147-A177-3AD203B41FA5}">
                      <a16:colId xmlns:a16="http://schemas.microsoft.com/office/drawing/2014/main" val="840386284"/>
                    </a:ext>
                  </a:extLst>
                </a:gridCol>
              </a:tblGrid>
              <a:tr h="311087">
                <a:tc>
                  <a:txBody>
                    <a:bodyPr/>
                    <a:lstStyle/>
                    <a:p>
                      <a:pPr marL="0" lvl="0" indent="0" algn="ctr" rtl="0">
                        <a:spcBef>
                          <a:spcPts val="0"/>
                        </a:spcBef>
                        <a:spcAft>
                          <a:spcPts val="0"/>
                        </a:spcAft>
                        <a:buNone/>
                      </a:pPr>
                      <a:r>
                        <a:rPr lang="fr-FR" sz="700" b="1" noProof="0">
                          <a:solidFill>
                            <a:schemeClr val="lt1"/>
                          </a:solidFill>
                        </a:rPr>
                        <a:t>Application</a:t>
                      </a:r>
                      <a:endParaRPr lang="fr-FR" sz="700" noProof="0">
                        <a:solidFill>
                          <a:schemeClr val="lt1"/>
                        </a:solidFill>
                      </a:endParaRPr>
                    </a:p>
                  </a:txBody>
                  <a:tcPr marL="49856" marR="49856" marT="24919" marB="24919" anchor="ctr">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Description</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Système d’exploitation</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algn="ctr"/>
                      <a:r>
                        <a:rPr lang="fr-FR" sz="700" b="1" noProof="0">
                          <a:solidFill>
                            <a:schemeClr val="lt1"/>
                          </a:solidFill>
                        </a:rPr>
                        <a:t>Bases des données</a:t>
                      </a:r>
                      <a:endParaRPr lang="fr-F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extLst>
                  <a:ext uri="{0D108BD9-81ED-4DB2-BD59-A6C34878D82A}">
                    <a16:rowId xmlns:a16="http://schemas.microsoft.com/office/drawing/2014/main" val="10001"/>
                  </a:ext>
                </a:extLst>
              </a:tr>
              <a:tr h="435026">
                <a:tc>
                  <a:txBody>
                    <a:bodyPr/>
                    <a:lstStyle/>
                    <a:p>
                      <a:pPr algn="ctr"/>
                      <a:r>
                        <a:rPr lang="fr-FR" sz="700" b="1" kern="1200" noProof="0">
                          <a:solidFill>
                            <a:srgbClr val="000000"/>
                          </a:solidFill>
                          <a:latin typeface="+mn-lt"/>
                          <a:ea typeface="+mn-ea"/>
                          <a:cs typeface="+mn-cs"/>
                        </a:rPr>
                        <a:t>SAP</a:t>
                      </a: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kern="1200" noProof="0">
                          <a:solidFill>
                            <a:srgbClr val="000000"/>
                          </a:solidFill>
                          <a:latin typeface="+mn-lt"/>
                          <a:ea typeface="+mn-ea"/>
                          <a:cs typeface="+mn-cs"/>
                        </a:rPr>
                        <a:t>Application Centrale</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Linux</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HANA</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75911131"/>
                  </a:ext>
                </a:extLst>
              </a:tr>
              <a:tr h="435026">
                <a:tc>
                  <a:txBody>
                    <a:bodyPr/>
                    <a:lstStyle/>
                    <a:p>
                      <a:pPr algn="ctr"/>
                      <a:r>
                        <a:rPr lang="fr-FR" sz="700" b="1" kern="1200" noProof="0">
                          <a:solidFill>
                            <a:srgbClr val="000000"/>
                          </a:solidFill>
                          <a:latin typeface="+mn-lt"/>
                          <a:ea typeface="+mn-ea"/>
                          <a:cs typeface="+mn-cs"/>
                        </a:rPr>
                        <a:t>Navision</a:t>
                      </a: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kern="1200" noProof="0">
                          <a:solidFill>
                            <a:srgbClr val="000000"/>
                          </a:solidFill>
                          <a:latin typeface="+mn-lt"/>
                          <a:ea typeface="+mn-ea"/>
                          <a:cs typeface="+mn-cs"/>
                        </a:rPr>
                        <a:t>Applicaion de gestion de recette</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Windows</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SQL</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784508143"/>
                  </a:ext>
                </a:extLst>
              </a:tr>
              <a:tr h="435026">
                <a:tc>
                  <a:txBody>
                    <a:bodyPr/>
                    <a:lstStyle/>
                    <a:p>
                      <a:pPr algn="ctr"/>
                      <a:r>
                        <a:rPr lang="fr-FR" sz="700" b="1" kern="1200" noProof="0">
                          <a:solidFill>
                            <a:srgbClr val="000000"/>
                          </a:solidFill>
                          <a:latin typeface="+mn-lt"/>
                          <a:ea typeface="+mn-ea"/>
                          <a:cs typeface="+mn-cs"/>
                        </a:rPr>
                        <a:t>VLL</a:t>
                      </a: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kern="1200" noProof="0">
                          <a:solidFill>
                            <a:srgbClr val="000000"/>
                          </a:solidFill>
                          <a:latin typeface="+mn-lt"/>
                          <a:ea typeface="+mn-ea"/>
                          <a:cs typeface="+mn-cs"/>
                        </a:rPr>
                        <a:t>Application de fidélité</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Windows</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SQL</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10658988"/>
                  </a:ext>
                </a:extLst>
              </a:tr>
              <a:tr h="435026">
                <a:tc>
                  <a:txBody>
                    <a:bodyPr/>
                    <a:lstStyle/>
                    <a:p>
                      <a:pPr algn="ctr"/>
                      <a:r>
                        <a:rPr lang="fr-FR" sz="700" b="1" kern="1200" noProof="0">
                          <a:solidFill>
                            <a:srgbClr val="000000"/>
                          </a:solidFill>
                          <a:latin typeface="+mn-lt"/>
                          <a:ea typeface="+mn-ea"/>
                          <a:cs typeface="+mn-cs"/>
                        </a:rPr>
                        <a:t>VLP</a:t>
                      </a: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algn="ctr"/>
                      <a:r>
                        <a:rPr lang="fr-FR" sz="800" kern="1200" noProof="0">
                          <a:solidFill>
                            <a:srgbClr val="000000"/>
                          </a:solidFill>
                          <a:latin typeface="+mn-lt"/>
                          <a:ea typeface="+mn-ea"/>
                          <a:cs typeface="+mn-cs"/>
                        </a:rPr>
                        <a:t>Application de Caisse</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Windows</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kern="1200" cap="none" noProof="0">
                          <a:solidFill>
                            <a:schemeClr val="tx1"/>
                          </a:solidFill>
                          <a:latin typeface="+mn-lt"/>
                          <a:ea typeface="Arial"/>
                          <a:cs typeface="Arial"/>
                          <a:sym typeface="Arial"/>
                        </a:rPr>
                        <a:t>-</a:t>
                      </a: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031250325"/>
                  </a:ext>
                </a:extLst>
              </a:tr>
            </a:tbl>
          </a:graphicData>
        </a:graphic>
      </p:graphicFrame>
    </p:spTree>
    <p:extLst>
      <p:ext uri="{BB962C8B-B14F-4D97-AF65-F5344CB8AC3E}">
        <p14:creationId xmlns:p14="http://schemas.microsoft.com/office/powerpoint/2010/main" val="328190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6876C-7836-00EF-1C90-410A70A01FC1}"/>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5FB9B40F-D26E-E51F-6424-F58B0B66EFEF}"/>
              </a:ext>
            </a:extLst>
          </p:cNvPr>
          <p:cNvSpPr>
            <a:spLocks noGrp="1"/>
          </p:cNvSpPr>
          <p:nvPr>
            <p:ph type="title"/>
          </p:nvPr>
        </p:nvSpPr>
        <p:spPr>
          <a:xfrm>
            <a:off x="298329" y="2594969"/>
            <a:ext cx="4940733" cy="1944956"/>
          </a:xfrm>
        </p:spPr>
        <p:txBody>
          <a:bodyPr/>
          <a:lstStyle/>
          <a:p>
            <a:r>
              <a:rPr lang="fr-FR" noProof="0"/>
              <a:t>Approche des travaux d’audit informatique</a:t>
            </a:r>
            <a:br>
              <a:rPr lang="fr-FR" noProof="0"/>
            </a:br>
            <a:endParaRPr lang="fr-FR" noProof="0"/>
          </a:p>
        </p:txBody>
      </p:sp>
      <p:sp>
        <p:nvSpPr>
          <p:cNvPr id="13" name="Text Placeholder 12">
            <a:extLst>
              <a:ext uri="{FF2B5EF4-FFF2-40B4-BE49-F238E27FC236}">
                <a16:creationId xmlns:a16="http://schemas.microsoft.com/office/drawing/2014/main" id="{7AD8FDD1-9470-07A1-FB26-0A3B42EB15E7}"/>
              </a:ext>
            </a:extLst>
          </p:cNvPr>
          <p:cNvSpPr>
            <a:spLocks noGrp="1"/>
          </p:cNvSpPr>
          <p:nvPr>
            <p:ph type="body" idx="1"/>
          </p:nvPr>
        </p:nvSpPr>
        <p:spPr>
          <a:xfrm>
            <a:off x="6145368" y="432054"/>
            <a:ext cx="2596571" cy="3231654"/>
          </a:xfrm>
        </p:spPr>
        <p:txBody>
          <a:bodyPr/>
          <a:lstStyle/>
          <a:p>
            <a:r>
              <a:rPr lang="fr-FR" noProof="0"/>
              <a:t>2</a:t>
            </a:r>
          </a:p>
        </p:txBody>
      </p:sp>
      <p:sp>
        <p:nvSpPr>
          <p:cNvPr id="2" name="Footer Placeholder 1">
            <a:extLst>
              <a:ext uri="{FF2B5EF4-FFF2-40B4-BE49-F238E27FC236}">
                <a16:creationId xmlns:a16="http://schemas.microsoft.com/office/drawing/2014/main" id="{4AD5B976-E5D3-1B8D-BFB8-00695AD77164}"/>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3" name="Slide Number Placeholder 2">
            <a:extLst>
              <a:ext uri="{FF2B5EF4-FFF2-40B4-BE49-F238E27FC236}">
                <a16:creationId xmlns:a16="http://schemas.microsoft.com/office/drawing/2014/main" id="{646CF0DD-232B-97F1-8F8B-40CF7CDFEA0A}"/>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8</a:t>
            </a:fld>
            <a:endParaRPr lang="fr-FR" noProof="0"/>
          </a:p>
        </p:txBody>
      </p:sp>
    </p:spTree>
    <p:extLst>
      <p:ext uri="{BB962C8B-B14F-4D97-AF65-F5344CB8AC3E}">
        <p14:creationId xmlns:p14="http://schemas.microsoft.com/office/powerpoint/2010/main" val="343730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BAE79-E4DB-2CB7-78BE-AB98F24AD0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456EF2-501B-B6EF-D204-AE1DC7020C5C}"/>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BDBAE791-F57D-10BB-27C2-9B0431065E7A}"/>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9</a:t>
            </a:fld>
            <a:endParaRPr lang="fr-FR" noProof="0"/>
          </a:p>
        </p:txBody>
      </p:sp>
      <p:sp>
        <p:nvSpPr>
          <p:cNvPr id="14" name="Google Shape;861;p107">
            <a:extLst>
              <a:ext uri="{FF2B5EF4-FFF2-40B4-BE49-F238E27FC236}">
                <a16:creationId xmlns:a16="http://schemas.microsoft.com/office/drawing/2014/main" id="{260695D0-9DDD-AD7E-2B62-6FF9D53BEE52}"/>
              </a:ext>
            </a:extLst>
          </p:cNvPr>
          <p:cNvSpPr txBox="1"/>
          <p:nvPr/>
        </p:nvSpPr>
        <p:spPr>
          <a:xfrm>
            <a:off x="433604"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Approche des travaux d’audit informatique</a:t>
            </a:r>
          </a:p>
        </p:txBody>
      </p:sp>
      <p:sp>
        <p:nvSpPr>
          <p:cNvPr id="9" name="Google Shape;914;p112">
            <a:extLst>
              <a:ext uri="{FF2B5EF4-FFF2-40B4-BE49-F238E27FC236}">
                <a16:creationId xmlns:a16="http://schemas.microsoft.com/office/drawing/2014/main" id="{F869FBEF-A987-E8B9-1FD6-99CCCDA992B8}"/>
              </a:ext>
            </a:extLst>
          </p:cNvPr>
          <p:cNvSpPr txBox="1"/>
          <p:nvPr/>
        </p:nvSpPr>
        <p:spPr>
          <a:xfrm>
            <a:off x="433604" y="840507"/>
            <a:ext cx="8276700" cy="3922500"/>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Clr>
                <a:srgbClr val="000000"/>
              </a:buClr>
              <a:buSzPts val="1100"/>
              <a:buFont typeface="Arial"/>
              <a:buNone/>
            </a:pPr>
            <a:r>
              <a:rPr lang="fr-FR" sz="1100" b="0" i="0" u="none" strike="noStrike" cap="none" noProof="0">
                <a:solidFill>
                  <a:schemeClr val="dk1"/>
                </a:solidFill>
                <a:latin typeface="Arial"/>
                <a:ea typeface="Arial"/>
                <a:cs typeface="Arial"/>
                <a:sym typeface="Arial"/>
              </a:rPr>
              <a:t>Notre approche d’audit intègre de façon structurante la composante systèmes d’information, dès la phase de planification de nos missions. Elle vise à définir les sujets clés à couvrir en matière de contrôle interne, au sein des applications et les contrôles automatiques jugés clés pour l’audit. </a:t>
            </a:r>
            <a:endParaRPr lang="fr-FR" sz="1100" b="0" i="0" u="none" strike="noStrike" cap="none" noProof="0">
              <a:solidFill>
                <a:srgbClr val="000000"/>
              </a:solidFill>
              <a:latin typeface="Arial"/>
              <a:ea typeface="Arial"/>
              <a:cs typeface="Arial"/>
              <a:sym typeface="Arial"/>
            </a:endParaRPr>
          </a:p>
          <a:p>
            <a:pPr marL="215900" marR="0" lvl="0" indent="-152400" algn="just" rtl="0">
              <a:lnSpc>
                <a:spcPct val="100000"/>
              </a:lnSpc>
              <a:spcBef>
                <a:spcPts val="0"/>
              </a:spcBef>
              <a:spcAft>
                <a:spcPts val="0"/>
              </a:spcAft>
              <a:buClr>
                <a:schemeClr val="dk1"/>
              </a:buClr>
              <a:buSzPts val="1000"/>
              <a:buFont typeface="Noto Sans Symbols"/>
              <a:buNone/>
            </a:pPr>
            <a:endParaRPr lang="fr-FR" sz="1100" b="0" i="0" u="none" strike="noStrike" cap="none" noProof="0">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00"/>
              <a:buFont typeface="Arial"/>
              <a:buNone/>
            </a:pPr>
            <a:r>
              <a:rPr lang="fr-FR" sz="1100" b="0" i="0" u="none" strike="noStrike" cap="none" noProof="0">
                <a:solidFill>
                  <a:schemeClr val="dk1"/>
                </a:solidFill>
                <a:latin typeface="Arial"/>
                <a:ea typeface="Arial"/>
                <a:cs typeface="Arial"/>
                <a:sym typeface="Arial"/>
              </a:rPr>
              <a:t>Cette approche peut être décomposée de la manière suivante :</a:t>
            </a:r>
            <a:endParaRPr lang="fr-FR" sz="1100" b="0" i="0" u="none" strike="noStrike" cap="none" noProof="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00"/>
              <a:buFont typeface="Arial"/>
              <a:buNone/>
            </a:pPr>
            <a:endParaRPr lang="fr-FR" sz="1100" b="0" i="0" u="none" strike="noStrike" cap="none" noProof="0">
              <a:solidFill>
                <a:schemeClr val="dk1"/>
              </a:solidFill>
              <a:latin typeface="Arial"/>
              <a:ea typeface="Arial"/>
              <a:cs typeface="Arial"/>
              <a:sym typeface="Arial"/>
            </a:endParaRPr>
          </a:p>
          <a:p>
            <a:pPr marL="215900" marR="0" lvl="0" indent="-215900" algn="just" rtl="0">
              <a:lnSpc>
                <a:spcPct val="100000"/>
              </a:lnSpc>
              <a:spcBef>
                <a:spcPts val="0"/>
              </a:spcBef>
              <a:spcAft>
                <a:spcPts val="0"/>
              </a:spcAft>
              <a:buClr>
                <a:schemeClr val="accent4"/>
              </a:buClr>
              <a:buSzPts val="1000"/>
              <a:buFont typeface="Noto Sans Symbols"/>
              <a:buChar char="❑"/>
            </a:pPr>
            <a:r>
              <a:rPr lang="fr-FR" sz="1100" b="0" i="0" u="none" strike="noStrike" cap="none" noProof="0">
                <a:solidFill>
                  <a:schemeClr val="dk1"/>
                </a:solidFill>
                <a:latin typeface="Arial"/>
                <a:ea typeface="Arial"/>
                <a:cs typeface="Arial"/>
                <a:sym typeface="Arial"/>
              </a:rPr>
              <a:t>Une phase de :</a:t>
            </a:r>
            <a:endParaRPr lang="fr-FR" sz="1100" b="0" i="0" u="none" strike="noStrike" cap="none" noProof="0">
              <a:solidFill>
                <a:srgbClr val="000000"/>
              </a:solidFill>
              <a:latin typeface="Arial"/>
              <a:ea typeface="Arial"/>
              <a:cs typeface="Arial"/>
              <a:sym typeface="Arial"/>
            </a:endParaRPr>
          </a:p>
          <a:p>
            <a:pPr marL="558800" marR="0" lvl="1" indent="-215900" algn="just" rtl="0">
              <a:lnSpc>
                <a:spcPct val="100000"/>
              </a:lnSpc>
              <a:spcBef>
                <a:spcPts val="200"/>
              </a:spcBef>
              <a:spcAft>
                <a:spcPts val="0"/>
              </a:spcAft>
              <a:buClr>
                <a:srgbClr val="B1B1B1"/>
              </a:buClr>
              <a:buSzPts val="1000"/>
              <a:buFont typeface="Noto Sans Symbols"/>
              <a:buChar char="✔"/>
            </a:pPr>
            <a:r>
              <a:rPr lang="fr-FR" sz="1100" b="0" i="0" u="none" strike="noStrike" cap="none" noProof="0">
                <a:solidFill>
                  <a:schemeClr val="dk1"/>
                </a:solidFill>
                <a:latin typeface="Arial"/>
                <a:ea typeface="Arial"/>
                <a:cs typeface="Arial"/>
                <a:sym typeface="Arial"/>
              </a:rPr>
              <a:t>Revue de l’environnement de contrôle interne informatique et la gouvernance associée ;</a:t>
            </a:r>
            <a:endParaRPr lang="fr-FR" sz="1100" b="0" i="0" u="none" strike="noStrike" cap="none" noProof="0">
              <a:solidFill>
                <a:srgbClr val="000000"/>
              </a:solidFill>
              <a:latin typeface="Arial"/>
              <a:ea typeface="Arial"/>
              <a:cs typeface="Arial"/>
              <a:sym typeface="Arial"/>
            </a:endParaRPr>
          </a:p>
          <a:p>
            <a:pPr marL="558800" marR="0" lvl="1" indent="-215900" algn="just" rtl="0">
              <a:lnSpc>
                <a:spcPct val="100000"/>
              </a:lnSpc>
              <a:spcBef>
                <a:spcPts val="200"/>
              </a:spcBef>
              <a:spcAft>
                <a:spcPts val="0"/>
              </a:spcAft>
              <a:buClr>
                <a:srgbClr val="B1B1B1"/>
              </a:buClr>
              <a:buSzPts val="1000"/>
              <a:buFont typeface="Noto Sans Symbols"/>
              <a:buChar char="✔"/>
            </a:pPr>
            <a:r>
              <a:rPr lang="fr-FR" sz="1100" b="0" i="0" u="none" strike="noStrike" cap="none" noProof="0">
                <a:solidFill>
                  <a:schemeClr val="dk1"/>
                </a:solidFill>
                <a:latin typeface="Arial"/>
                <a:ea typeface="Arial"/>
                <a:cs typeface="Arial"/>
                <a:sym typeface="Arial"/>
              </a:rPr>
              <a:t>Revue des contrôles généraux informatiques (gestion des accès aux programmes et données, gestion de l’exploitation informatique, gestion des développements et changements) ;</a:t>
            </a:r>
            <a:endParaRPr lang="fr-FR" sz="1100" b="0" i="0" u="none" strike="noStrike" cap="none" noProof="0">
              <a:solidFill>
                <a:srgbClr val="000000"/>
              </a:solidFill>
              <a:latin typeface="Arial"/>
              <a:ea typeface="Arial"/>
              <a:cs typeface="Arial"/>
              <a:sym typeface="Arial"/>
            </a:endParaRPr>
          </a:p>
          <a:p>
            <a:pPr marL="558800" marR="0" lvl="1" indent="-215900" algn="just" rtl="0">
              <a:lnSpc>
                <a:spcPct val="100000"/>
              </a:lnSpc>
              <a:spcBef>
                <a:spcPts val="200"/>
              </a:spcBef>
              <a:spcAft>
                <a:spcPts val="0"/>
              </a:spcAft>
              <a:buClr>
                <a:srgbClr val="B1B1B1"/>
              </a:buClr>
              <a:buSzPts val="1000"/>
              <a:buFont typeface="Noto Sans Symbols"/>
              <a:buChar char="✔"/>
            </a:pPr>
            <a:r>
              <a:rPr lang="fr-FR" sz="1100" b="0" i="0" u="none" strike="noStrike" cap="none" noProof="0">
                <a:solidFill>
                  <a:schemeClr val="dk1"/>
                </a:solidFill>
                <a:latin typeface="Arial"/>
                <a:ea typeface="Arial"/>
                <a:cs typeface="Arial"/>
                <a:sym typeface="Arial"/>
              </a:rPr>
              <a:t>Revue de la fiabilité des contrôles automatiques et des états clés ;</a:t>
            </a:r>
            <a:endParaRPr lang="fr-FR" sz="1100" b="0" i="0" u="none" strike="noStrike" cap="none" noProof="0">
              <a:solidFill>
                <a:srgbClr val="000000"/>
              </a:solidFill>
              <a:latin typeface="Arial"/>
              <a:ea typeface="Arial"/>
              <a:cs typeface="Arial"/>
              <a:sym typeface="Arial"/>
            </a:endParaRPr>
          </a:p>
          <a:p>
            <a:pPr marL="558800" marR="0" lvl="1" indent="-215900" algn="just" rtl="0">
              <a:lnSpc>
                <a:spcPct val="100000"/>
              </a:lnSpc>
              <a:spcBef>
                <a:spcPts val="200"/>
              </a:spcBef>
              <a:spcAft>
                <a:spcPts val="0"/>
              </a:spcAft>
              <a:buClr>
                <a:srgbClr val="B1B1B1"/>
              </a:buClr>
              <a:buSzPts val="1000"/>
              <a:buFont typeface="Noto Sans Symbols"/>
              <a:buChar char="✔"/>
            </a:pPr>
            <a:r>
              <a:rPr lang="fr-FR" sz="1100" b="0" i="0" u="none" strike="noStrike" cap="none" noProof="0">
                <a:solidFill>
                  <a:schemeClr val="dk1"/>
                </a:solidFill>
                <a:latin typeface="Arial"/>
                <a:ea typeface="Arial"/>
                <a:cs typeface="Arial"/>
                <a:sym typeface="Arial"/>
              </a:rPr>
              <a:t>Revue des écritures comptables manuelles dites « à Avantage ».</a:t>
            </a:r>
            <a:endParaRPr lang="fr-FR" sz="1100" b="0" i="0" u="none" strike="noStrike" cap="none" noProof="0">
              <a:solidFill>
                <a:srgbClr val="000000"/>
              </a:solidFill>
              <a:latin typeface="Arial"/>
              <a:ea typeface="Arial"/>
              <a:cs typeface="Arial"/>
              <a:sym typeface="Arial"/>
            </a:endParaRPr>
          </a:p>
          <a:p>
            <a:pPr marL="342900" marR="0" lvl="1" indent="0" algn="just" rtl="0">
              <a:lnSpc>
                <a:spcPct val="100000"/>
              </a:lnSpc>
              <a:spcBef>
                <a:spcPts val="0"/>
              </a:spcBef>
              <a:spcAft>
                <a:spcPts val="0"/>
              </a:spcAft>
              <a:buClr>
                <a:schemeClr val="dk1"/>
              </a:buClr>
              <a:buSzPts val="1000"/>
              <a:buFont typeface="Arial"/>
              <a:buNone/>
            </a:pPr>
            <a:endParaRPr lang="fr-FR" sz="1100" b="0" i="0" u="none" strike="noStrike" cap="none" noProof="0">
              <a:solidFill>
                <a:schemeClr val="dk1"/>
              </a:solidFill>
              <a:latin typeface="Arial"/>
              <a:ea typeface="Arial"/>
              <a:cs typeface="Arial"/>
              <a:sym typeface="Arial"/>
            </a:endParaRPr>
          </a:p>
          <a:p>
            <a:pPr marL="215900" marR="0" lvl="0" indent="-215900" algn="just" rtl="0">
              <a:lnSpc>
                <a:spcPct val="100000"/>
              </a:lnSpc>
              <a:spcBef>
                <a:spcPts val="0"/>
              </a:spcBef>
              <a:spcAft>
                <a:spcPts val="0"/>
              </a:spcAft>
              <a:buClr>
                <a:schemeClr val="accent4"/>
              </a:buClr>
              <a:buSzPts val="1000"/>
              <a:buFont typeface="Noto Sans Symbols"/>
              <a:buChar char="❑"/>
            </a:pPr>
            <a:r>
              <a:rPr lang="fr-FR" sz="1100" b="0" i="0" u="none" strike="noStrike" cap="none" noProof="0">
                <a:solidFill>
                  <a:schemeClr val="dk1"/>
                </a:solidFill>
                <a:latin typeface="Arial"/>
                <a:ea typeface="Arial"/>
                <a:cs typeface="Arial"/>
                <a:sym typeface="Arial"/>
              </a:rPr>
              <a:t>Une phase de scoping nous permet de valider avec les membres de l’équipe d’audit financier :</a:t>
            </a:r>
            <a:endParaRPr lang="fr-FR" sz="1100" b="0" i="0" u="none" strike="noStrike" cap="none" noProof="0">
              <a:solidFill>
                <a:srgbClr val="000000"/>
              </a:solidFill>
              <a:latin typeface="Arial"/>
              <a:ea typeface="Arial"/>
              <a:cs typeface="Arial"/>
              <a:sym typeface="Arial"/>
            </a:endParaRPr>
          </a:p>
          <a:p>
            <a:pPr marL="558800" marR="0" lvl="1" indent="-215900" algn="just" rtl="0">
              <a:lnSpc>
                <a:spcPct val="100000"/>
              </a:lnSpc>
              <a:spcBef>
                <a:spcPts val="200"/>
              </a:spcBef>
              <a:spcAft>
                <a:spcPts val="0"/>
              </a:spcAft>
              <a:buClr>
                <a:srgbClr val="B1B1B1"/>
              </a:buClr>
              <a:buSzPts val="1000"/>
              <a:buFont typeface="Noto Sans Symbols"/>
              <a:buChar char="✔"/>
            </a:pPr>
            <a:r>
              <a:rPr lang="fr-FR" sz="1100" b="0" i="0" u="none" strike="noStrike" cap="none" noProof="0">
                <a:solidFill>
                  <a:schemeClr val="dk1"/>
                </a:solidFill>
                <a:latin typeface="Arial"/>
                <a:ea typeface="Arial"/>
                <a:cs typeface="Arial"/>
                <a:sym typeface="Arial"/>
              </a:rPr>
              <a:t>Les revues de la fiabilité des contrôles automatiques et états issus du système et jugés clés pour notre approche d’audit.</a:t>
            </a:r>
            <a:endParaRPr lang="fr-FR" sz="1100" b="0" i="0" u="none" strike="noStrike" cap="none" noProof="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00"/>
              <a:buFont typeface="Arial"/>
              <a:buNone/>
            </a:pPr>
            <a:endParaRPr lang="fr-FR" sz="1100" b="0" i="0" u="none" strike="noStrike" cap="none" noProof="0">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00"/>
              <a:buFont typeface="Arial"/>
              <a:buNone/>
            </a:pPr>
            <a:r>
              <a:rPr lang="fr-FR" sz="1100" b="0" i="0" u="none" strike="noStrike" cap="none" noProof="0">
                <a:solidFill>
                  <a:schemeClr val="dk1"/>
                </a:solidFill>
                <a:latin typeface="Arial"/>
                <a:ea typeface="Arial"/>
                <a:cs typeface="Arial"/>
                <a:sym typeface="Arial"/>
              </a:rPr>
              <a:t>Les conclusions de ces travaux </a:t>
            </a:r>
            <a:r>
              <a:rPr lang="fr-FR" sz="1100" noProof="0">
                <a:solidFill>
                  <a:schemeClr val="dk1"/>
                </a:solidFill>
              </a:rPr>
              <a:t>devraient</a:t>
            </a:r>
            <a:r>
              <a:rPr lang="fr-FR" sz="1100" b="0" i="0" u="none" strike="noStrike" cap="none" noProof="0">
                <a:solidFill>
                  <a:schemeClr val="dk1"/>
                </a:solidFill>
                <a:latin typeface="Arial"/>
                <a:ea typeface="Arial"/>
                <a:cs typeface="Arial"/>
                <a:sym typeface="Arial"/>
              </a:rPr>
              <a:t> permettre à l’équipe d’audit, si besoin y est, d’adapter le plan d’audit et de définir si nécessaire des procédures de tests complémentaires.</a:t>
            </a:r>
            <a:endParaRPr lang="fr-FR" sz="1100" b="0" i="0" u="none" strike="noStrike" cap="none" noProof="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00"/>
              <a:buFont typeface="Arial"/>
              <a:buNone/>
            </a:pPr>
            <a:endParaRPr lang="fr-FR" sz="1100" b="0" i="0" u="none" strike="noStrike" cap="none" noProof="0">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00"/>
              <a:buFont typeface="Arial"/>
              <a:buNone/>
            </a:pPr>
            <a:r>
              <a:rPr lang="fr-FR" sz="1100" b="0" i="0" u="none" strike="noStrike" cap="none" noProof="0">
                <a:solidFill>
                  <a:schemeClr val="dk1"/>
                </a:solidFill>
                <a:latin typeface="Arial"/>
                <a:ea typeface="Arial"/>
                <a:cs typeface="Arial"/>
                <a:sym typeface="Arial"/>
              </a:rPr>
              <a:t>Il a été convenu par un accord commun avec l’équipe d’audit de mener les travaux suivants : revue des contrôles généraux informatiques (organisation informatique, gestion des accès aux programmes et données, gestion de l’exploitation informatique, gestion des développements et changements) et revue des Information Technology Dependencies.</a:t>
            </a:r>
            <a:endParaRPr lang="fr-FR" sz="1100" b="0" i="0" u="none" strike="noStrike" cap="none" noProof="0">
              <a:solidFill>
                <a:srgbClr val="000000"/>
              </a:solidFill>
              <a:latin typeface="Arial"/>
              <a:ea typeface="Arial"/>
              <a:cs typeface="Arial"/>
              <a:sym typeface="Arial"/>
            </a:endParaRPr>
          </a:p>
        </p:txBody>
      </p:sp>
    </p:spTree>
    <p:extLst>
      <p:ext uri="{BB962C8B-B14F-4D97-AF65-F5344CB8AC3E}">
        <p14:creationId xmlns:p14="http://schemas.microsoft.com/office/powerpoint/2010/main" val="336163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5AE1-E5DB-8E69-3096-92C05AA4BF1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B09BE1-A917-1F7F-BB44-89AA694C69CD}"/>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EAFB8C43-BDF1-C266-0AB2-D2A379DA735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10</a:t>
            </a:fld>
            <a:endParaRPr lang="fr-FR" noProof="0"/>
          </a:p>
        </p:txBody>
      </p:sp>
      <p:sp>
        <p:nvSpPr>
          <p:cNvPr id="14" name="Google Shape;861;p107">
            <a:extLst>
              <a:ext uri="{FF2B5EF4-FFF2-40B4-BE49-F238E27FC236}">
                <a16:creationId xmlns:a16="http://schemas.microsoft.com/office/drawing/2014/main" id="{024E7028-3F65-05CA-9C07-D19270FB15A1}"/>
              </a:ext>
            </a:extLst>
          </p:cNvPr>
          <p:cNvSpPr txBox="1"/>
          <p:nvPr/>
        </p:nvSpPr>
        <p:spPr>
          <a:xfrm>
            <a:off x="433604" y="15493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Liste des contrôles couverts</a:t>
            </a:r>
          </a:p>
        </p:txBody>
      </p:sp>
      <p:graphicFrame>
        <p:nvGraphicFramePr>
          <p:cNvPr id="3" name="Tableau 2">
            <a:extLst>
              <a:ext uri="{FF2B5EF4-FFF2-40B4-BE49-F238E27FC236}">
                <a16:creationId xmlns:a16="http://schemas.microsoft.com/office/drawing/2014/main" id="{4ED7BA9E-2DC0-D933-50A3-A66CEEF679F1}"/>
              </a:ext>
            </a:extLst>
          </p:cNvPr>
          <p:cNvGraphicFramePr>
            <a:graphicFrameLocks noGrp="1"/>
          </p:cNvGraphicFramePr>
          <p:nvPr>
            <p:custDataLst>
              <p:tags r:id="rId1"/>
            </p:custDataLst>
            <p:extLst>
              <p:ext uri="{D42A27DB-BD31-4B8C-83A1-F6EECF244321}">
                <p14:modId xmlns:p14="http://schemas.microsoft.com/office/powerpoint/2010/main" val="3469279230"/>
              </p:ext>
            </p:extLst>
          </p:nvPr>
        </p:nvGraphicFramePr>
        <p:xfrm>
          <a:off x="180204" y="660986"/>
          <a:ext cx="8702600" cy="4137660"/>
        </p:xfrm>
        <a:graphic>
          <a:graphicData uri="http://schemas.openxmlformats.org/drawingml/2006/table">
            <a:tbl>
              <a:tblPr firstRow="1" firstCol="1" bandRow="1"/>
              <a:tblGrid>
                <a:gridCol w="830243">
                  <a:extLst>
                    <a:ext uri="{9D8B030D-6E8A-4147-A177-3AD203B41FA5}">
                      <a16:colId xmlns:a16="http://schemas.microsoft.com/office/drawing/2014/main" val="20000"/>
                    </a:ext>
                  </a:extLst>
                </a:gridCol>
                <a:gridCol w="3526160">
                  <a:extLst>
                    <a:ext uri="{9D8B030D-6E8A-4147-A177-3AD203B41FA5}">
                      <a16:colId xmlns:a16="http://schemas.microsoft.com/office/drawing/2014/main" val="20001"/>
                    </a:ext>
                  </a:extLst>
                </a:gridCol>
                <a:gridCol w="4346197">
                  <a:extLst>
                    <a:ext uri="{9D8B030D-6E8A-4147-A177-3AD203B41FA5}">
                      <a16:colId xmlns:a16="http://schemas.microsoft.com/office/drawing/2014/main" val="20002"/>
                    </a:ext>
                  </a:extLst>
                </a:gridCol>
              </a:tblGrid>
              <a:tr h="171751">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Description</a:t>
                      </a:r>
                      <a:r>
                        <a:rPr lang="fr-FR" sz="800" baseline="0" noProof="0">
                          <a:solidFill>
                            <a:schemeClr val="bg1"/>
                          </a:solidFill>
                          <a:latin typeface="+mn-lt"/>
                        </a:rPr>
                        <a:t> du contrôle</a:t>
                      </a:r>
                      <a:endParaRPr lang="fr-FR" sz="800" noProof="0">
                        <a:solidFill>
                          <a:schemeClr val="bg1"/>
                        </a:solidFill>
                        <a:latin typeface="+mn-lt"/>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extLst>
                  <a:ext uri="{0D108BD9-81ED-4DB2-BD59-A6C34878D82A}">
                    <a16:rowId xmlns:a16="http://schemas.microsoft.com/office/drawing/2014/main" val="10000"/>
                  </a:ext>
                </a:extLst>
              </a:tr>
              <a:tr h="171751">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Gestion des accès aux données et aux programmes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807230">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0" noProof="0">
                          <a:solidFill>
                            <a:schemeClr val="tx1"/>
                          </a:solidFill>
                          <a:latin typeface="+mn-lt"/>
                        </a:rPr>
                        <a:t>APD-01</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800" noProof="0">
                          <a:solidFill>
                            <a:schemeClr val="tx1"/>
                          </a:solidFill>
                          <a:effectLst/>
                          <a:latin typeface="+mn-lt"/>
                          <a:ea typeface="Times New Roman" panose="02020603050405020304" pitchFamily="18" charset="0"/>
                        </a:rPr>
                        <a:t>Les demandes d’accès aux applications du système d’information sont autorisées et validées par le supérieur hiérarchique de l’utilisateur.</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800" noProof="0">
                          <a:solidFill>
                            <a:schemeClr val="tx1"/>
                          </a:solidFill>
                          <a:effectLst/>
                          <a:latin typeface="+mn-lt"/>
                          <a:ea typeface="Times New Roman" panose="02020603050405020304" pitchFamily="18" charset="0"/>
                        </a:rPr>
                        <a:t>Prendre connaissance du processus de gestion des accès.</a:t>
                      </a:r>
                    </a:p>
                    <a:p>
                      <a:pPr marL="342900" lvl="0" indent="-342900" algn="just">
                        <a:lnSpc>
                          <a:spcPct val="100000"/>
                        </a:lnSpc>
                        <a:spcBef>
                          <a:spcPts val="0"/>
                        </a:spcBef>
                        <a:spcAft>
                          <a:spcPts val="300"/>
                        </a:spcAft>
                        <a:buFont typeface="+mj-lt"/>
                        <a:buAutoNum type="alphaUcPeriod"/>
                      </a:pPr>
                      <a:r>
                        <a:rPr lang="fr-FR" sz="800" noProof="0">
                          <a:solidFill>
                            <a:schemeClr val="tx1"/>
                          </a:solidFill>
                          <a:effectLst/>
                          <a:latin typeface="+mn-lt"/>
                          <a:ea typeface="Times New Roman" panose="02020603050405020304" pitchFamily="18" charset="0"/>
                        </a:rPr>
                        <a:t>Obtenir l’extraction des utilisateurs des applications et des couches basses, et la liste des arrivées/mobilités du personnel au sein de l’entité en 2024.</a:t>
                      </a:r>
                    </a:p>
                    <a:p>
                      <a:pPr marL="342900" lvl="0" indent="-342900" algn="just">
                        <a:lnSpc>
                          <a:spcPct val="100000"/>
                        </a:lnSpc>
                        <a:spcBef>
                          <a:spcPts val="0"/>
                        </a:spcBef>
                        <a:spcAft>
                          <a:spcPts val="300"/>
                        </a:spcAft>
                        <a:buFont typeface="+mj-lt"/>
                        <a:buAutoNum type="alphaUcPeriod"/>
                      </a:pPr>
                      <a:r>
                        <a:rPr lang="fr-FR" sz="800" noProof="0">
                          <a:solidFill>
                            <a:schemeClr val="tx1"/>
                          </a:solidFill>
                          <a:effectLst/>
                          <a:latin typeface="+mn-lt"/>
                          <a:ea typeface="Times New Roman" panose="02020603050405020304" pitchFamily="18" charset="0"/>
                        </a:rPr>
                        <a:t>Vérifier que les créations et les modifications d’accès ont fait l’objet d’une validation</a:t>
                      </a:r>
                      <a:r>
                        <a:rPr lang="fr-FR" sz="800" baseline="0" noProof="0">
                          <a:solidFill>
                            <a:schemeClr val="tx1"/>
                          </a:solidFill>
                          <a:effectLst/>
                          <a:latin typeface="+mn-lt"/>
                          <a:ea typeface="Times New Roman" panose="02020603050405020304" pitchFamily="18" charset="0"/>
                        </a:rPr>
                        <a:t> </a:t>
                      </a:r>
                      <a:r>
                        <a:rPr lang="fr-FR" sz="800" noProof="0">
                          <a:solidFill>
                            <a:schemeClr val="tx1"/>
                          </a:solidFill>
                          <a:effectLst/>
                          <a:latin typeface="+mn-lt"/>
                          <a:ea typeface="Times New Roman" panose="02020603050405020304" pitchFamily="18" charset="0"/>
                        </a:rPr>
                        <a:t>préalable par le supérieur hiérarchique du collaborateur.</a:t>
                      </a:r>
                    </a:p>
                    <a:p>
                      <a:pPr marL="342900" lvl="0" indent="-342900" algn="just">
                        <a:lnSpc>
                          <a:spcPct val="100000"/>
                        </a:lnSpc>
                        <a:spcBef>
                          <a:spcPts val="0"/>
                        </a:spcBef>
                        <a:spcAft>
                          <a:spcPts val="300"/>
                        </a:spcAft>
                        <a:buFont typeface="+mj-lt"/>
                        <a:buAutoNum type="alphaUcPeriod"/>
                      </a:pPr>
                      <a:r>
                        <a:rPr lang="fr-FR" sz="800" noProof="0">
                          <a:solidFill>
                            <a:schemeClr val="tx1"/>
                          </a:solidFill>
                          <a:effectLst/>
                          <a:latin typeface="+mn-lt"/>
                          <a:ea typeface="Times New Roman" panose="02020603050405020304" pitchFamily="18" charset="0"/>
                        </a:rPr>
                        <a:t>Vérifier que les droits implémentés dans le système correspondent à ceux validés par le supérieur hiérarchique.</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0" noProof="0">
                          <a:solidFill>
                            <a:schemeClr val="tx1"/>
                          </a:solidFill>
                          <a:latin typeface="+mn-lt"/>
                        </a:rPr>
                        <a:t>APD-02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800" noProof="0">
                          <a:solidFill>
                            <a:schemeClr val="tx1"/>
                          </a:solidFill>
                          <a:effectLst/>
                          <a:latin typeface="+mn-lt"/>
                          <a:ea typeface="Times New Roman" panose="02020603050405020304" pitchFamily="18" charset="0"/>
                        </a:rPr>
                        <a:t>Les droits d’accès aux applications du système d’information sont désactivés à la suite du départ / de la mobilité d’un collaborateur.</a:t>
                      </a:r>
                    </a:p>
                    <a:p>
                      <a:pPr algn="just">
                        <a:lnSpc>
                          <a:spcPct val="115000"/>
                        </a:lnSpc>
                        <a:spcAft>
                          <a:spcPts val="0"/>
                        </a:spcAft>
                      </a:pPr>
                      <a:endParaRPr lang="fr-FR" sz="800" noProof="0">
                        <a:solidFill>
                          <a:srgbClr val="FF0000"/>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800" noProof="0">
                          <a:solidFill>
                            <a:schemeClr val="tx1"/>
                          </a:solidFill>
                          <a:effectLst/>
                          <a:latin typeface="+mn-lt"/>
                          <a:ea typeface="Times New Roman" panose="02020603050405020304" pitchFamily="18" charset="0"/>
                        </a:rPr>
                        <a:t>Prendre connaissance du processus de gestion des accès.</a:t>
                      </a:r>
                    </a:p>
                    <a:p>
                      <a:pPr marL="342900" lvl="0" indent="-342900" algn="just">
                        <a:lnSpc>
                          <a:spcPct val="100000"/>
                        </a:lnSpc>
                        <a:spcBef>
                          <a:spcPts val="0"/>
                        </a:spcBef>
                        <a:spcAft>
                          <a:spcPts val="300"/>
                        </a:spcAft>
                        <a:buFont typeface="+mj-lt"/>
                        <a:buAutoNum type="alphaUcPeriod"/>
                      </a:pPr>
                      <a:r>
                        <a:rPr lang="fr-FR" sz="800" noProof="0">
                          <a:solidFill>
                            <a:schemeClr val="tx1"/>
                          </a:solidFill>
                          <a:effectLst/>
                          <a:latin typeface="+mn-lt"/>
                          <a:ea typeface="Times New Roman" panose="02020603050405020304" pitchFamily="18" charset="0"/>
                        </a:rPr>
                        <a:t>Obtenir l’extraction des utilisateurs des applications et la liste des départs/mobilités du personnel au sein de l’entité en 2024.</a:t>
                      </a:r>
                    </a:p>
                    <a:p>
                      <a:pPr marL="342900" lvl="0" indent="-342900" algn="just">
                        <a:lnSpc>
                          <a:spcPct val="100000"/>
                        </a:lnSpc>
                        <a:spcBef>
                          <a:spcPts val="0"/>
                        </a:spcBef>
                        <a:spcAft>
                          <a:spcPts val="300"/>
                        </a:spcAft>
                        <a:buFont typeface="+mj-lt"/>
                        <a:buAutoNum type="alphaUcPeriod"/>
                      </a:pPr>
                      <a:r>
                        <a:rPr lang="fr-FR" sz="800" noProof="0">
                          <a:solidFill>
                            <a:schemeClr val="tx1"/>
                          </a:solidFill>
                          <a:effectLst/>
                          <a:latin typeface="+mn-lt"/>
                          <a:ea typeface="Times New Roman" panose="02020603050405020304" pitchFamily="18" charset="0"/>
                        </a:rPr>
                        <a:t>Vérifier que les comptes des utilisateurs appartenant à des collaborateurs ayant quitté l’entité en 2024 ont été désactivés.</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0" noProof="0">
                          <a:solidFill>
                            <a:schemeClr val="tx1"/>
                          </a:solidFill>
                          <a:latin typeface="+mn-lt"/>
                        </a:rPr>
                        <a:t>APD-03</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800" noProof="0">
                          <a:effectLst/>
                          <a:latin typeface="+mn-lt"/>
                          <a:ea typeface="Times New Roman" panose="02020603050405020304" pitchFamily="18" charset="0"/>
                        </a:rPr>
                        <a:t>Les droits d’accès aux applications du système d’information font l’objet d’une re certification périodique (vérification de l’adéquation du profil de l’utilisateur par rapport à la fonction qu’il occupe au sein d’UHD).</a:t>
                      </a: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Obtenir la revue des droits d’accès aux applications et aux couches basses.</a:t>
                      </a:r>
                      <a:endParaRPr lang="fr-FR" sz="800" noProof="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Vérifier que les droits des utilisateurs ont été recertifiés par les supérieurs hiérarchiques.</a:t>
                      </a:r>
                      <a:endParaRPr lang="fr-FR" sz="800" noProof="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Vérifier que les plans d’action identifiés lors de la revue ont été mis en œuvre (modification ou désactivation du compte).</a:t>
                      </a:r>
                      <a:endParaRPr lang="fr-FR" sz="800" noProof="0">
                        <a:effectLst/>
                        <a:latin typeface="+mn-lt"/>
                        <a:ea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0" noProof="0">
                          <a:solidFill>
                            <a:schemeClr val="tx1"/>
                          </a:solidFill>
                          <a:latin typeface="+mn-lt"/>
                        </a:rPr>
                        <a:t>APD-04</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800" noProof="0">
                          <a:effectLst/>
                          <a:latin typeface="+mn-lt"/>
                          <a:ea typeface="Times New Roman" panose="02020603050405020304" pitchFamily="18" charset="0"/>
                        </a:rPr>
                        <a:t>Les transactions sensibles réalisées à partir des comptes Administrateur et des comptes génériques font l’objet d’un suivi périodique.</a:t>
                      </a: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Obtenir l’extraction des utilisateurs des applications et des couches basses.</a:t>
                      </a:r>
                      <a:endParaRPr lang="fr-FR" sz="800" noProof="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Identifier les comptes Administrateur et les comptes génériques sensibles au</a:t>
                      </a:r>
                      <a:r>
                        <a:rPr lang="fr-FR" sz="800" baseline="0" noProof="0">
                          <a:solidFill>
                            <a:srgbClr val="000000"/>
                          </a:solidFill>
                          <a:effectLst/>
                          <a:latin typeface="+mn-lt"/>
                          <a:ea typeface="Times New Roman" panose="02020603050405020304" pitchFamily="18" charset="0"/>
                        </a:rPr>
                        <a:t> niveau des applications et des couches basses</a:t>
                      </a:r>
                      <a:r>
                        <a:rPr lang="fr-FR" sz="800" noProof="0">
                          <a:solidFill>
                            <a:srgbClr val="000000"/>
                          </a:solidFill>
                          <a:effectLst/>
                          <a:latin typeface="+mn-lt"/>
                          <a:ea typeface="Times New Roman" panose="02020603050405020304" pitchFamily="18" charset="0"/>
                        </a:rPr>
                        <a:t>.</a:t>
                      </a:r>
                      <a:endParaRPr lang="fr-FR" sz="800" noProof="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Vérifier que les transactions sensibles réalisées à partir de ces comptes sont supervisées.</a:t>
                      </a:r>
                      <a:endParaRPr lang="fr-FR" sz="800" noProof="0">
                        <a:effectLst/>
                        <a:latin typeface="+mn-lt"/>
                        <a:ea typeface="Times New Roman" panose="02020603050405020304" pitchFamily="18" charset="0"/>
                      </a:endParaRPr>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5147091"/>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0" noProof="0">
                          <a:solidFill>
                            <a:schemeClr val="tx1"/>
                          </a:solidFill>
                          <a:latin typeface="+mn-lt"/>
                        </a:rPr>
                        <a:t>APD-05</a:t>
                      </a:r>
                    </a:p>
                  </a:txBody>
                  <a:tcPr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800" noProof="0">
                          <a:effectLst/>
                          <a:latin typeface="+mn-lt"/>
                          <a:ea typeface="Times New Roman" panose="02020603050405020304" pitchFamily="18" charset="0"/>
                        </a:rPr>
                        <a:t>La PSSI est conforme aux bonnes pratiques en matière de sécurité logique.</a:t>
                      </a:r>
                    </a:p>
                    <a:p>
                      <a:pPr algn="just">
                        <a:lnSpc>
                          <a:spcPct val="115000"/>
                        </a:lnSpc>
                        <a:spcAft>
                          <a:spcPts val="0"/>
                        </a:spcAft>
                      </a:pPr>
                      <a:r>
                        <a:rPr lang="fr-FR" sz="800" noProof="0">
                          <a:effectLst/>
                          <a:latin typeface="+mn-lt"/>
                          <a:ea typeface="Times New Roman" panose="02020603050405020304" pitchFamily="18" charset="0"/>
                        </a:rPr>
                        <a:t> </a:t>
                      </a:r>
                    </a:p>
                    <a:p>
                      <a:pPr algn="just">
                        <a:lnSpc>
                          <a:spcPct val="115000"/>
                        </a:lnSpc>
                        <a:spcAft>
                          <a:spcPts val="0"/>
                        </a:spcAft>
                      </a:pPr>
                      <a:r>
                        <a:rPr lang="fr-FR" sz="800" noProof="0">
                          <a:effectLst/>
                          <a:latin typeface="+mn-lt"/>
                          <a:ea typeface="Times New Roman" panose="02020603050405020304" pitchFamily="18" charset="0"/>
                        </a:rPr>
                        <a:t>La configuration des mots de passe d’accès aux applications système d’information est conforme à la PSSI.</a:t>
                      </a:r>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Obtenir la Politique de gestion des mots de passe et vérifier qu’elle respecte les bonnes pratiques en matière de sécurité logique.</a:t>
                      </a:r>
                      <a:endParaRPr lang="fr-FR" sz="800" noProof="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Obtenir l’extraction de la configuration des mots de passe d’accès aux applications.</a:t>
                      </a:r>
                      <a:endParaRPr lang="fr-FR" sz="800" noProof="0">
                        <a:effectLst/>
                        <a:latin typeface="+mn-lt"/>
                        <a:ea typeface="Times New Roman" panose="02020603050405020304" pitchFamily="18" charset="0"/>
                      </a:endParaRPr>
                    </a:p>
                    <a:p>
                      <a:pPr marL="342900" lvl="0" indent="-342900" algn="just">
                        <a:lnSpc>
                          <a:spcPct val="100000"/>
                        </a:lnSpc>
                        <a:spcBef>
                          <a:spcPts val="0"/>
                        </a:spcBef>
                        <a:spcAft>
                          <a:spcPts val="300"/>
                        </a:spcAft>
                        <a:buFont typeface="+mj-lt"/>
                        <a:buAutoNum type="alphaUcPeriod"/>
                      </a:pPr>
                      <a:r>
                        <a:rPr lang="fr-FR" sz="800" noProof="0">
                          <a:solidFill>
                            <a:srgbClr val="000000"/>
                          </a:solidFill>
                          <a:effectLst/>
                          <a:latin typeface="+mn-lt"/>
                          <a:ea typeface="Times New Roman" panose="02020603050405020304" pitchFamily="18" charset="0"/>
                        </a:rPr>
                        <a:t>Vérifier que la configuration des mots de passe dans les systèmes respecte la Politique de mots de passe.</a:t>
                      </a:r>
                      <a:endParaRPr lang="fr-FR" sz="800" noProof="0">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2374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97059-CDCB-9FEB-7E43-951E5AC897B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39CD27-4C18-7468-7F60-3CE07E3D0E43}"/>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F80576BD-520B-4E03-89E7-11189FBFA127}"/>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11</a:t>
            </a:fld>
            <a:endParaRPr lang="fr-FR" noProof="0"/>
          </a:p>
        </p:txBody>
      </p:sp>
      <p:sp>
        <p:nvSpPr>
          <p:cNvPr id="14" name="Google Shape;861;p107">
            <a:extLst>
              <a:ext uri="{FF2B5EF4-FFF2-40B4-BE49-F238E27FC236}">
                <a16:creationId xmlns:a16="http://schemas.microsoft.com/office/drawing/2014/main" id="{23EFEC80-FE31-22B9-718B-5443F01E929D}"/>
              </a:ext>
            </a:extLst>
          </p:cNvPr>
          <p:cNvSpPr txBox="1"/>
          <p:nvPr/>
        </p:nvSpPr>
        <p:spPr>
          <a:xfrm>
            <a:off x="433604" y="15493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Liste des contrôles couverts</a:t>
            </a:r>
          </a:p>
        </p:txBody>
      </p:sp>
      <p:graphicFrame>
        <p:nvGraphicFramePr>
          <p:cNvPr id="4" name="Tableau 3">
            <a:extLst>
              <a:ext uri="{FF2B5EF4-FFF2-40B4-BE49-F238E27FC236}">
                <a16:creationId xmlns:a16="http://schemas.microsoft.com/office/drawing/2014/main" id="{60C688CC-80B7-B781-4A10-CD8EDF6EFD4D}"/>
              </a:ext>
            </a:extLst>
          </p:cNvPr>
          <p:cNvGraphicFramePr>
            <a:graphicFrameLocks noGrp="1"/>
          </p:cNvGraphicFramePr>
          <p:nvPr>
            <p:custDataLst>
              <p:tags r:id="rId1"/>
            </p:custDataLst>
            <p:extLst>
              <p:ext uri="{D42A27DB-BD31-4B8C-83A1-F6EECF244321}">
                <p14:modId xmlns:p14="http://schemas.microsoft.com/office/powerpoint/2010/main" val="2107325507"/>
              </p:ext>
            </p:extLst>
          </p:nvPr>
        </p:nvGraphicFramePr>
        <p:xfrm>
          <a:off x="175339" y="655520"/>
          <a:ext cx="8707465" cy="1951418"/>
        </p:xfrm>
        <a:graphic>
          <a:graphicData uri="http://schemas.openxmlformats.org/drawingml/2006/table">
            <a:tbl>
              <a:tblPr firstRow="1" firstCol="1" bandRow="1"/>
              <a:tblGrid>
                <a:gridCol w="830707">
                  <a:extLst>
                    <a:ext uri="{9D8B030D-6E8A-4147-A177-3AD203B41FA5}">
                      <a16:colId xmlns:a16="http://schemas.microsoft.com/office/drawing/2014/main" val="20000"/>
                    </a:ext>
                  </a:extLst>
                </a:gridCol>
                <a:gridCol w="3528131">
                  <a:extLst>
                    <a:ext uri="{9D8B030D-6E8A-4147-A177-3AD203B41FA5}">
                      <a16:colId xmlns:a16="http://schemas.microsoft.com/office/drawing/2014/main" val="20001"/>
                    </a:ext>
                  </a:extLst>
                </a:gridCol>
                <a:gridCol w="4348627">
                  <a:extLst>
                    <a:ext uri="{9D8B030D-6E8A-4147-A177-3AD203B41FA5}">
                      <a16:colId xmlns:a16="http://schemas.microsoft.com/office/drawing/2014/main" val="20002"/>
                    </a:ext>
                  </a:extLst>
                </a:gridCol>
              </a:tblGrid>
              <a:tr h="185129">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Description</a:t>
                      </a:r>
                      <a:r>
                        <a:rPr lang="fr-FR" sz="800" baseline="0" noProof="0">
                          <a:solidFill>
                            <a:schemeClr val="bg1"/>
                          </a:solidFill>
                          <a:latin typeface="+mn-lt"/>
                        </a:rPr>
                        <a:t> du contrôle</a:t>
                      </a:r>
                      <a:endParaRPr lang="fr-FR" sz="800" noProof="0">
                        <a:solidFill>
                          <a:schemeClr val="bg1"/>
                        </a:solidFill>
                        <a:latin typeface="+mn-lt"/>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extLst>
                  <a:ext uri="{0D108BD9-81ED-4DB2-BD59-A6C34878D82A}">
                    <a16:rowId xmlns:a16="http://schemas.microsoft.com/office/drawing/2014/main" val="10000"/>
                  </a:ext>
                </a:extLst>
              </a:tr>
              <a:tr h="185129">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Gestion des changements</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595058">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0" noProof="0">
                          <a:solidFill>
                            <a:schemeClr val="tx1"/>
                          </a:solidFill>
                          <a:latin typeface="+mn-lt"/>
                        </a:rPr>
                        <a:t>PC-01</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800" b="0" noProof="0">
                          <a:solidFill>
                            <a:schemeClr val="tx1"/>
                          </a:solidFill>
                          <a:effectLst/>
                          <a:latin typeface="+mn-lt"/>
                          <a:ea typeface="Times New Roman" panose="02020603050405020304" pitchFamily="18" charset="0"/>
                          <a:cs typeface="Arial" panose="020B0604020202020204" pitchFamily="34" charset="0"/>
                        </a:rPr>
                        <a:t>Les changements au niveau applicatif</a:t>
                      </a:r>
                      <a:r>
                        <a:rPr lang="fr-FR" sz="800" b="0" baseline="0" noProof="0">
                          <a:solidFill>
                            <a:schemeClr val="tx1"/>
                          </a:solidFill>
                          <a:effectLst/>
                          <a:latin typeface="+mn-lt"/>
                          <a:ea typeface="Times New Roman" panose="02020603050405020304" pitchFamily="18" charset="0"/>
                          <a:cs typeface="Arial" panose="020B0604020202020204" pitchFamily="34" charset="0"/>
                        </a:rPr>
                        <a:t> </a:t>
                      </a:r>
                      <a:r>
                        <a:rPr lang="fr-FR" sz="800" b="0" noProof="0">
                          <a:solidFill>
                            <a:schemeClr val="tx1"/>
                          </a:solidFill>
                          <a:effectLst/>
                          <a:latin typeface="+mn-lt"/>
                          <a:ea typeface="Times New Roman" panose="02020603050405020304" pitchFamily="18" charset="0"/>
                          <a:cs typeface="Arial" panose="020B0604020202020204" pitchFamily="34" charset="0"/>
                        </a:rPr>
                        <a:t>sont testés et validés par les utilisateurs finaux avant toute mise en production.</a:t>
                      </a:r>
                      <a:endParaRPr lang="fr-FR" sz="800" b="0" noProof="0">
                        <a:solidFill>
                          <a:schemeClr val="tx1"/>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Aft>
                          <a:spcPts val="300"/>
                        </a:spcAft>
                        <a:buFont typeface="+mj-lt"/>
                        <a:buAutoNum type="alphaUcPeriod"/>
                      </a:pPr>
                      <a:r>
                        <a:rPr lang="fr-FR" sz="800" b="0" noProof="0">
                          <a:solidFill>
                            <a:schemeClr val="tx1"/>
                          </a:solidFill>
                          <a:effectLst/>
                          <a:latin typeface="+mn-lt"/>
                          <a:ea typeface="Times New Roman" panose="02020603050405020304" pitchFamily="18" charset="0"/>
                          <a:cs typeface="Arial" panose="020B0604020202020204" pitchFamily="34" charset="0"/>
                        </a:rPr>
                        <a:t>Prendre connaissance du processus de gestion des changements.</a:t>
                      </a:r>
                      <a:endParaRPr lang="fr-FR" sz="800" b="0" noProof="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800" b="0" noProof="0">
                          <a:solidFill>
                            <a:schemeClr val="tx1"/>
                          </a:solidFill>
                          <a:effectLst/>
                          <a:latin typeface="+mn-lt"/>
                          <a:ea typeface="Times New Roman" panose="02020603050405020304" pitchFamily="18" charset="0"/>
                          <a:cs typeface="Arial" panose="020B0604020202020204" pitchFamily="34" charset="0"/>
                        </a:rPr>
                        <a:t>Obtenir la liste des changements</a:t>
                      </a:r>
                      <a:r>
                        <a:rPr lang="fr-FR" sz="800" b="0" baseline="0" noProof="0">
                          <a:solidFill>
                            <a:schemeClr val="tx1"/>
                          </a:solidFill>
                          <a:effectLst/>
                          <a:latin typeface="+mn-lt"/>
                          <a:ea typeface="Times New Roman" panose="02020603050405020304" pitchFamily="18" charset="0"/>
                          <a:cs typeface="Arial" panose="020B0604020202020204" pitchFamily="34" charset="0"/>
                        </a:rPr>
                        <a:t> </a:t>
                      </a:r>
                      <a:r>
                        <a:rPr lang="fr-FR" sz="800" b="0" noProof="0">
                          <a:solidFill>
                            <a:schemeClr val="tx1"/>
                          </a:solidFill>
                          <a:effectLst/>
                          <a:latin typeface="+mn-lt"/>
                          <a:ea typeface="Times New Roman" panose="02020603050405020304" pitchFamily="18" charset="0"/>
                          <a:cs typeface="Arial" panose="020B0604020202020204" pitchFamily="34" charset="0"/>
                        </a:rPr>
                        <a:t>mis en production au niveau</a:t>
                      </a:r>
                      <a:r>
                        <a:rPr lang="fr-FR" sz="800" b="0" baseline="0" noProof="0">
                          <a:solidFill>
                            <a:schemeClr val="tx1"/>
                          </a:solidFill>
                          <a:effectLst/>
                          <a:latin typeface="+mn-lt"/>
                          <a:ea typeface="Times New Roman" panose="02020603050405020304" pitchFamily="18" charset="0"/>
                          <a:cs typeface="Arial" panose="020B0604020202020204" pitchFamily="34" charset="0"/>
                        </a:rPr>
                        <a:t> applicatif </a:t>
                      </a:r>
                      <a:r>
                        <a:rPr lang="fr-FR" sz="800" b="0" noProof="0">
                          <a:solidFill>
                            <a:schemeClr val="tx1"/>
                          </a:solidFill>
                          <a:effectLst/>
                          <a:latin typeface="+mn-lt"/>
                          <a:ea typeface="Times New Roman" panose="02020603050405020304" pitchFamily="18" charset="0"/>
                          <a:cs typeface="Arial" panose="020B0604020202020204" pitchFamily="34" charset="0"/>
                        </a:rPr>
                        <a:t>en 2024.</a:t>
                      </a:r>
                      <a:endParaRPr lang="fr-FR" sz="800" b="0" noProof="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800" b="0" noProof="0">
                          <a:solidFill>
                            <a:schemeClr val="tx1"/>
                          </a:solidFill>
                          <a:effectLst/>
                          <a:latin typeface="+mn-lt"/>
                          <a:ea typeface="Times New Roman" panose="02020603050405020304" pitchFamily="18" charset="0"/>
                          <a:cs typeface="Arial" panose="020B0604020202020204" pitchFamily="34" charset="0"/>
                        </a:rPr>
                        <a:t>Vérifier que les changements font l’objet de tests et d’une validation par les utilisateurs finaux avant toute mise en production.</a:t>
                      </a:r>
                      <a:endParaRPr lang="fr-FR" sz="800" b="0" noProof="0">
                        <a:solidFill>
                          <a:schemeClr val="tx1"/>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806634">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0" noProof="0">
                          <a:solidFill>
                            <a:schemeClr val="tx1"/>
                          </a:solidFill>
                          <a:latin typeface="+mn-lt"/>
                        </a:rPr>
                        <a:t>PC-02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algn="just">
                        <a:lnSpc>
                          <a:spcPct val="115000"/>
                        </a:lnSpc>
                        <a:spcAft>
                          <a:spcPts val="0"/>
                        </a:spcAft>
                      </a:pPr>
                      <a:r>
                        <a:rPr lang="fr-FR" sz="800" b="0" noProof="0">
                          <a:solidFill>
                            <a:schemeClr val="tx1"/>
                          </a:solidFill>
                          <a:effectLst/>
                          <a:latin typeface="+mn-lt"/>
                          <a:ea typeface="Times New Roman" panose="02020603050405020304" pitchFamily="18" charset="0"/>
                          <a:cs typeface="Arial" panose="020B0604020202020204" pitchFamily="34" charset="0"/>
                        </a:rPr>
                        <a:t>Les activités de développements, de tests et de production sont réalisées sur des environnements séparés.</a:t>
                      </a:r>
                      <a:endParaRPr lang="fr-FR" sz="800" b="0" noProof="0">
                        <a:solidFill>
                          <a:schemeClr val="tx1"/>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342900" lvl="0" indent="-342900" algn="just">
                        <a:lnSpc>
                          <a:spcPct val="100000"/>
                        </a:lnSpc>
                        <a:spcAft>
                          <a:spcPts val="300"/>
                        </a:spcAft>
                        <a:buFont typeface="+mj-lt"/>
                        <a:buAutoNum type="alphaUcPeriod"/>
                      </a:pPr>
                      <a:r>
                        <a:rPr lang="fr-FR" sz="800" b="0" noProof="0">
                          <a:solidFill>
                            <a:schemeClr val="tx1"/>
                          </a:solidFill>
                          <a:effectLst/>
                          <a:latin typeface="+mn-lt"/>
                          <a:ea typeface="Times New Roman" panose="02020603050405020304" pitchFamily="18" charset="0"/>
                          <a:cs typeface="Arial" panose="020B0604020202020204" pitchFamily="34" charset="0"/>
                        </a:rPr>
                        <a:t>Vérifier l’existence d’environnements distincts de développements, de tests et de production et obtenir une copie d’écran des différents environnements des applications du périmètre.</a:t>
                      </a:r>
                      <a:endParaRPr lang="fr-FR" sz="800" b="0" noProof="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800" b="0" noProof="0">
                          <a:solidFill>
                            <a:schemeClr val="tx1"/>
                          </a:solidFill>
                          <a:effectLst/>
                          <a:latin typeface="+mn-lt"/>
                          <a:ea typeface="Times New Roman" panose="02020603050405020304" pitchFamily="18" charset="0"/>
                          <a:cs typeface="Arial" panose="020B0604020202020204" pitchFamily="34" charset="0"/>
                        </a:rPr>
                        <a:t>Obtenir la liste des développeurs et l’extraction des utilisateurs en production de l’application.</a:t>
                      </a:r>
                      <a:endParaRPr lang="fr-FR" sz="800" b="0" noProof="0">
                        <a:solidFill>
                          <a:schemeClr val="tx1"/>
                        </a:solidFill>
                        <a:effectLst/>
                        <a:latin typeface="+mn-lt"/>
                        <a:ea typeface="Times New Roman" panose="02020603050405020304" pitchFamily="18" charset="0"/>
                      </a:endParaRPr>
                    </a:p>
                    <a:p>
                      <a:pPr marL="342900" lvl="0" indent="-342900" algn="just">
                        <a:lnSpc>
                          <a:spcPct val="100000"/>
                        </a:lnSpc>
                        <a:spcAft>
                          <a:spcPts val="300"/>
                        </a:spcAft>
                        <a:buFont typeface="+mj-lt"/>
                        <a:buAutoNum type="alphaUcPeriod"/>
                      </a:pPr>
                      <a:r>
                        <a:rPr lang="fr-FR" sz="800" b="0" noProof="0">
                          <a:solidFill>
                            <a:schemeClr val="tx1"/>
                          </a:solidFill>
                          <a:effectLst/>
                          <a:latin typeface="+mn-lt"/>
                          <a:ea typeface="Times New Roman" panose="02020603050405020304" pitchFamily="18" charset="0"/>
                          <a:cs typeface="Arial" panose="020B0604020202020204" pitchFamily="34" charset="0"/>
                        </a:rPr>
                        <a:t>Vérifier que les développeurs n’ont pas d’accès en écriture à l’environnement de production.</a:t>
                      </a: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bl>
          </a:graphicData>
        </a:graphic>
      </p:graphicFrame>
      <p:graphicFrame>
        <p:nvGraphicFramePr>
          <p:cNvPr id="6" name="Tableau 5">
            <a:extLst>
              <a:ext uri="{FF2B5EF4-FFF2-40B4-BE49-F238E27FC236}">
                <a16:creationId xmlns:a16="http://schemas.microsoft.com/office/drawing/2014/main" id="{32F8FC89-800F-8DD2-50B4-ED48BE2A5F86}"/>
              </a:ext>
            </a:extLst>
          </p:cNvPr>
          <p:cNvGraphicFramePr>
            <a:graphicFrameLocks noGrp="1"/>
          </p:cNvGraphicFramePr>
          <p:nvPr>
            <p:custDataLst>
              <p:tags r:id="rId2"/>
            </p:custDataLst>
            <p:extLst>
              <p:ext uri="{D42A27DB-BD31-4B8C-83A1-F6EECF244321}">
                <p14:modId xmlns:p14="http://schemas.microsoft.com/office/powerpoint/2010/main" val="3689499813"/>
              </p:ext>
            </p:extLst>
          </p:nvPr>
        </p:nvGraphicFramePr>
        <p:xfrm>
          <a:off x="178665" y="2679766"/>
          <a:ext cx="8707465" cy="1692337"/>
        </p:xfrm>
        <a:graphic>
          <a:graphicData uri="http://schemas.openxmlformats.org/drawingml/2006/table">
            <a:tbl>
              <a:tblPr firstRow="1" firstCol="1" bandRow="1"/>
              <a:tblGrid>
                <a:gridCol w="830707">
                  <a:extLst>
                    <a:ext uri="{9D8B030D-6E8A-4147-A177-3AD203B41FA5}">
                      <a16:colId xmlns:a16="http://schemas.microsoft.com/office/drawing/2014/main" val="20000"/>
                    </a:ext>
                  </a:extLst>
                </a:gridCol>
                <a:gridCol w="3528131">
                  <a:extLst>
                    <a:ext uri="{9D8B030D-6E8A-4147-A177-3AD203B41FA5}">
                      <a16:colId xmlns:a16="http://schemas.microsoft.com/office/drawing/2014/main" val="20001"/>
                    </a:ext>
                  </a:extLst>
                </a:gridCol>
                <a:gridCol w="4348627">
                  <a:extLst>
                    <a:ext uri="{9D8B030D-6E8A-4147-A177-3AD203B41FA5}">
                      <a16:colId xmlns:a16="http://schemas.microsoft.com/office/drawing/2014/main" val="20002"/>
                    </a:ext>
                  </a:extLst>
                </a:gridCol>
              </a:tblGrid>
              <a:tr h="185129">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Gestion de</a:t>
                      </a:r>
                      <a:r>
                        <a:rPr lang="fr-FR" sz="800" baseline="0" noProof="0">
                          <a:solidFill>
                            <a:schemeClr val="bg1"/>
                          </a:solidFill>
                          <a:latin typeface="+mn-lt"/>
                        </a:rPr>
                        <a:t> l’exploitation informatique</a:t>
                      </a:r>
                      <a:endParaRPr lang="fr-FR" sz="800" noProof="0">
                        <a:solidFill>
                          <a:schemeClr val="bg1"/>
                        </a:solidFill>
                        <a:latin typeface="+mn-lt"/>
                      </a:endParaRPr>
                    </a:p>
                  </a:txBody>
                  <a:tcPr anchor="ctr">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595057">
                <a:tc>
                  <a:txBody>
                    <a:bodyPr/>
                    <a:lstStyle/>
                    <a:p>
                      <a:pPr marL="0" lvl="0" indent="0" algn="ctr" defTabSz="685800" rtl="0" eaLnBrk="1" latinLnBrk="0" hangingPunct="1">
                        <a:lnSpc>
                          <a:spcPct val="100000"/>
                        </a:lnSpc>
                        <a:spcAft>
                          <a:spcPts val="300"/>
                        </a:spcAft>
                        <a:buFont typeface="+mj-lt"/>
                        <a:buNone/>
                      </a:pPr>
                      <a:r>
                        <a:rPr lang="fr-FR" sz="800" b="0" kern="1200" noProof="0">
                          <a:solidFill>
                            <a:schemeClr val="tx1"/>
                          </a:solidFill>
                          <a:effectLst/>
                          <a:latin typeface="+mn-lt"/>
                          <a:ea typeface="Times New Roman" panose="02020603050405020304" pitchFamily="18" charset="0"/>
                          <a:cs typeface="Arial" panose="020B0604020202020204" pitchFamily="34" charset="0"/>
                        </a:rPr>
                        <a:t>CO-01</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lgn="just" defTabSz="685800" rtl="0" eaLnBrk="1" latinLnBrk="0" hangingPunct="1">
                        <a:lnSpc>
                          <a:spcPct val="100000"/>
                        </a:lnSpc>
                        <a:spcAft>
                          <a:spcPts val="300"/>
                        </a:spcAft>
                        <a:buFont typeface="+mj-lt"/>
                        <a:buNone/>
                      </a:pPr>
                      <a:r>
                        <a:rPr lang="fr-FR" sz="800" b="0" kern="1200" noProof="0">
                          <a:solidFill>
                            <a:schemeClr val="tx1"/>
                          </a:solidFill>
                          <a:effectLst/>
                          <a:latin typeface="+mn-lt"/>
                          <a:ea typeface="Times New Roman" panose="02020603050405020304" pitchFamily="18" charset="0"/>
                          <a:cs typeface="Arial" panose="020B0604020202020204" pitchFamily="34" charset="0"/>
                        </a:rPr>
                        <a:t>Les données sont correctement sauvegardées selon la politique de sauvegarde en place.</a:t>
                      </a:r>
                    </a:p>
                    <a:p>
                      <a:pPr marL="0" lvl="0" indent="0" algn="just" defTabSz="685800" rtl="0" eaLnBrk="1" latinLnBrk="0" hangingPunct="1">
                        <a:lnSpc>
                          <a:spcPct val="100000"/>
                        </a:lnSpc>
                        <a:spcAft>
                          <a:spcPts val="300"/>
                        </a:spcAft>
                        <a:buFont typeface="+mj-lt"/>
                        <a:buNone/>
                      </a:pPr>
                      <a:endParaRPr lang="fr-FR" sz="800" b="0" kern="1200" noProof="0">
                        <a:solidFill>
                          <a:schemeClr val="tx1"/>
                        </a:solidFill>
                        <a:effectLst/>
                        <a:latin typeface="+mn-lt"/>
                        <a:ea typeface="Times New Roman" panose="02020603050405020304" pitchFamily="18" charset="0"/>
                        <a:cs typeface="Arial" panose="020B0604020202020204" pitchFamily="34" charset="0"/>
                      </a:endParaRPr>
                    </a:p>
                    <a:p>
                      <a:pPr marL="0" lvl="0" indent="0" algn="just" defTabSz="685800" rtl="0" eaLnBrk="1" latinLnBrk="0" hangingPunct="1">
                        <a:lnSpc>
                          <a:spcPct val="100000"/>
                        </a:lnSpc>
                        <a:spcAft>
                          <a:spcPts val="300"/>
                        </a:spcAft>
                        <a:buFont typeface="+mj-lt"/>
                        <a:buNone/>
                      </a:pPr>
                      <a:r>
                        <a:rPr lang="fr-FR" sz="800" b="0" kern="1200" noProof="0">
                          <a:solidFill>
                            <a:schemeClr val="tx1"/>
                          </a:solidFill>
                          <a:effectLst/>
                          <a:latin typeface="+mn-lt"/>
                          <a:ea typeface="Times New Roman" panose="02020603050405020304" pitchFamily="18" charset="0"/>
                          <a:cs typeface="Arial" panose="020B0604020202020204" pitchFamily="34" charset="0"/>
                        </a:rPr>
                        <a:t>Le Plan de Secours Informatique a été défini et fait l’objet de tests réguliers.</a:t>
                      </a: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342900" lvl="0" indent="-342900" algn="just" defTabSz="685800" rtl="0" eaLnBrk="1" latinLnBrk="0" hangingPunct="1">
                        <a:lnSpc>
                          <a:spcPct val="100000"/>
                        </a:lnSpc>
                        <a:spcAft>
                          <a:spcPts val="300"/>
                        </a:spcAft>
                        <a:buFont typeface="+mj-lt"/>
                        <a:buAutoNum type="alphaUcPeriod"/>
                      </a:pPr>
                      <a:r>
                        <a:rPr lang="fr-FR" sz="800" b="0" kern="1200" noProof="0">
                          <a:solidFill>
                            <a:schemeClr val="tx1"/>
                          </a:solidFill>
                          <a:effectLst/>
                          <a:latin typeface="+mn-lt"/>
                          <a:ea typeface="Times New Roman" panose="02020603050405020304" pitchFamily="18" charset="0"/>
                          <a:cs typeface="Arial" panose="020B0604020202020204" pitchFamily="34" charset="0"/>
                        </a:rPr>
                        <a:t>Obtenir la politique de sauvegarde Groupe et vérifier que les sauvegardes ont été réalisées sur l’exercice conformément à cette politique.</a:t>
                      </a:r>
                    </a:p>
                    <a:p>
                      <a:pPr marL="342900" lvl="0" indent="-342900" algn="just" defTabSz="685800" rtl="0" eaLnBrk="1" latinLnBrk="0" hangingPunct="1">
                        <a:lnSpc>
                          <a:spcPct val="100000"/>
                        </a:lnSpc>
                        <a:spcAft>
                          <a:spcPts val="300"/>
                        </a:spcAft>
                        <a:buFont typeface="+mj-lt"/>
                        <a:buAutoNum type="alphaUcPeriod"/>
                      </a:pPr>
                      <a:r>
                        <a:rPr lang="fr-FR" sz="800" b="0" kern="1200" noProof="0">
                          <a:solidFill>
                            <a:schemeClr val="tx1"/>
                          </a:solidFill>
                          <a:effectLst/>
                          <a:latin typeface="+mn-lt"/>
                          <a:ea typeface="Times New Roman" panose="02020603050405020304" pitchFamily="18" charset="0"/>
                          <a:cs typeface="Arial" panose="020B0604020202020204" pitchFamily="34" charset="0"/>
                        </a:rPr>
                        <a:t>Vérifier que des tests du Plan de Secours Informatique ont été réalisés sur le périmètre des applications auditées.</a:t>
                      </a: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766963">
                <a:tc>
                  <a:txBody>
                    <a:bodyPr/>
                    <a:lstStyle/>
                    <a:p>
                      <a:pPr marL="0" lvl="0" indent="0" algn="ctr" defTabSz="685800" rtl="0" eaLnBrk="1" latinLnBrk="0" hangingPunct="1">
                        <a:lnSpc>
                          <a:spcPct val="100000"/>
                        </a:lnSpc>
                        <a:spcAft>
                          <a:spcPts val="300"/>
                        </a:spcAft>
                        <a:buFont typeface="+mj-lt"/>
                        <a:buNone/>
                      </a:pPr>
                      <a:r>
                        <a:rPr lang="fr-FR" sz="800" b="0" kern="1200" noProof="0">
                          <a:solidFill>
                            <a:schemeClr val="tx1"/>
                          </a:solidFill>
                          <a:effectLst/>
                          <a:latin typeface="+mn-lt"/>
                          <a:ea typeface="Times New Roman" panose="02020603050405020304" pitchFamily="18" charset="0"/>
                          <a:cs typeface="Arial" panose="020B0604020202020204" pitchFamily="34" charset="0"/>
                        </a:rPr>
                        <a:t>CO-02</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just" defTabSz="957796" rtl="0" eaLnBrk="1" fontAlgn="auto" latinLnBrk="0" hangingPunct="1">
                        <a:lnSpc>
                          <a:spcPct val="115000"/>
                        </a:lnSpc>
                        <a:spcBef>
                          <a:spcPts val="0"/>
                        </a:spcBef>
                        <a:spcAft>
                          <a:spcPts val="0"/>
                        </a:spcAft>
                        <a:buClrTx/>
                        <a:buSzTx/>
                        <a:buFontTx/>
                        <a:buNone/>
                        <a:tabLst/>
                        <a:defRPr/>
                      </a:pPr>
                      <a:r>
                        <a:rPr lang="fr-FR" sz="800" b="0" kern="1200" noProof="0">
                          <a:solidFill>
                            <a:schemeClr val="tx1"/>
                          </a:solidFill>
                          <a:effectLst/>
                          <a:latin typeface="+mn-lt"/>
                          <a:ea typeface="Times New Roman" panose="02020603050405020304" pitchFamily="18" charset="0"/>
                          <a:cs typeface="Arial" panose="020B0604020202020204" pitchFamily="34" charset="0"/>
                        </a:rPr>
                        <a:t>Les incidents de production sont tracés et résolus dans des délais raisonnables.</a:t>
                      </a:r>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342900" lvl="0" indent="-342900" algn="just" defTabSz="685800" rtl="0" eaLnBrk="1" latinLnBrk="0" hangingPunct="1">
                        <a:lnSpc>
                          <a:spcPct val="100000"/>
                        </a:lnSpc>
                        <a:spcAft>
                          <a:spcPts val="300"/>
                        </a:spcAft>
                        <a:buFont typeface="+mj-lt"/>
                        <a:buAutoNum type="alphaUcPeriod"/>
                      </a:pPr>
                      <a:r>
                        <a:rPr lang="fr-FR" sz="800" b="0" kern="1200" noProof="0">
                          <a:solidFill>
                            <a:schemeClr val="tx1"/>
                          </a:solidFill>
                          <a:effectLst/>
                          <a:latin typeface="+mn-lt"/>
                          <a:ea typeface="Times New Roman" panose="02020603050405020304" pitchFamily="18" charset="0"/>
                          <a:cs typeface="Arial" panose="020B0604020202020204" pitchFamily="34" charset="0"/>
                        </a:rPr>
                        <a:t>Prendre connaissance du processus de gestion des incidents.</a:t>
                      </a:r>
                    </a:p>
                    <a:p>
                      <a:pPr marL="342900" lvl="0" indent="-342900" algn="just" defTabSz="685800" rtl="0" eaLnBrk="1" latinLnBrk="0" hangingPunct="1">
                        <a:lnSpc>
                          <a:spcPct val="100000"/>
                        </a:lnSpc>
                        <a:spcAft>
                          <a:spcPts val="300"/>
                        </a:spcAft>
                        <a:buFont typeface="+mj-lt"/>
                        <a:buAutoNum type="alphaUcPeriod"/>
                      </a:pPr>
                      <a:r>
                        <a:rPr lang="fr-FR" sz="800" b="0" kern="1200" noProof="0">
                          <a:solidFill>
                            <a:schemeClr val="tx1"/>
                          </a:solidFill>
                          <a:effectLst/>
                          <a:latin typeface="+mn-lt"/>
                          <a:ea typeface="Times New Roman" panose="02020603050405020304" pitchFamily="18" charset="0"/>
                          <a:cs typeface="Arial" panose="020B0604020202020204" pitchFamily="34" charset="0"/>
                        </a:rPr>
                        <a:t>Vérifier que les incidents survenus sur les traitements automatiques (batch) sont suivis.</a:t>
                      </a:r>
                    </a:p>
                    <a:p>
                      <a:pPr marL="342900" lvl="0" indent="-342900" algn="just" defTabSz="685800" rtl="0" eaLnBrk="1" latinLnBrk="0" hangingPunct="1">
                        <a:lnSpc>
                          <a:spcPct val="100000"/>
                        </a:lnSpc>
                        <a:spcAft>
                          <a:spcPts val="300"/>
                        </a:spcAft>
                        <a:buFont typeface="+mj-lt"/>
                        <a:buAutoNum type="alphaUcPeriod"/>
                      </a:pPr>
                      <a:r>
                        <a:rPr lang="fr-FR" sz="800" b="0" kern="1200" noProof="0">
                          <a:solidFill>
                            <a:schemeClr val="tx1"/>
                          </a:solidFill>
                          <a:effectLst/>
                          <a:latin typeface="+mn-lt"/>
                          <a:ea typeface="Times New Roman" panose="02020603050405020304" pitchFamily="18" charset="0"/>
                          <a:cs typeface="Arial" panose="020B0604020202020204" pitchFamily="34" charset="0"/>
                        </a:rPr>
                        <a:t>Obtenir l’extraction des incidents de production survenus sur la période.</a:t>
                      </a:r>
                    </a:p>
                    <a:p>
                      <a:pPr marL="342900" lvl="0" indent="-342900" algn="just" defTabSz="685800" rtl="0" eaLnBrk="1" latinLnBrk="0" hangingPunct="1">
                        <a:lnSpc>
                          <a:spcPct val="100000"/>
                        </a:lnSpc>
                        <a:spcAft>
                          <a:spcPts val="300"/>
                        </a:spcAft>
                        <a:buFont typeface="+mj-lt"/>
                        <a:buAutoNum type="alphaUcPeriod"/>
                      </a:pPr>
                      <a:r>
                        <a:rPr lang="fr-FR" sz="800" b="0" kern="1200" noProof="0">
                          <a:solidFill>
                            <a:schemeClr val="tx1"/>
                          </a:solidFill>
                          <a:effectLst/>
                          <a:latin typeface="+mn-lt"/>
                          <a:ea typeface="Times New Roman" panose="02020603050405020304" pitchFamily="18" charset="0"/>
                          <a:cs typeface="Arial" panose="020B0604020202020204" pitchFamily="34" charset="0"/>
                        </a:rPr>
                        <a:t>Vérifier que les incidents sont résolus dans des délais raisonnables.</a:t>
                      </a:r>
                    </a:p>
                    <a:p>
                      <a:pPr marL="342900" lvl="0" indent="-342900" algn="just" defTabSz="685800" rtl="0" eaLnBrk="1" latinLnBrk="0" hangingPunct="1">
                        <a:lnSpc>
                          <a:spcPct val="100000"/>
                        </a:lnSpc>
                        <a:spcAft>
                          <a:spcPts val="300"/>
                        </a:spcAft>
                        <a:buFont typeface="+mj-lt"/>
                        <a:buAutoNum type="alphaUcPeriod"/>
                      </a:pPr>
                      <a:r>
                        <a:rPr lang="fr-FR" sz="800" b="0" kern="1200" noProof="0">
                          <a:solidFill>
                            <a:schemeClr val="tx1"/>
                          </a:solidFill>
                          <a:effectLst/>
                          <a:latin typeface="+mn-lt"/>
                          <a:ea typeface="Times New Roman" panose="02020603050405020304" pitchFamily="18" charset="0"/>
                          <a:cs typeface="Arial" panose="020B0604020202020204" pitchFamily="34" charset="0"/>
                        </a:rPr>
                        <a:t>Vérifier que les incidents font l’objet d’un plan de remédiation formalisé.</a:t>
                      </a:r>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2476032"/>
                  </a:ext>
                </a:extLst>
              </a:tr>
            </a:tbl>
          </a:graphicData>
        </a:graphic>
      </p:graphicFrame>
    </p:spTree>
    <p:extLst>
      <p:ext uri="{BB962C8B-B14F-4D97-AF65-F5344CB8AC3E}">
        <p14:creationId xmlns:p14="http://schemas.microsoft.com/office/powerpoint/2010/main" val="2928166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2412-78E5-C009-3D05-D455894F175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1D224D-25EA-4535-C106-663FD7109010}"/>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5" name="Slide Number Placeholder 4">
            <a:extLst>
              <a:ext uri="{FF2B5EF4-FFF2-40B4-BE49-F238E27FC236}">
                <a16:creationId xmlns:a16="http://schemas.microsoft.com/office/drawing/2014/main" id="{4F4E4413-BDD1-F656-69F6-D50DF5A95CA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12</a:t>
            </a:fld>
            <a:endParaRPr lang="fr-FR" noProof="0"/>
          </a:p>
        </p:txBody>
      </p:sp>
      <p:sp>
        <p:nvSpPr>
          <p:cNvPr id="14" name="Google Shape;861;p107">
            <a:extLst>
              <a:ext uri="{FF2B5EF4-FFF2-40B4-BE49-F238E27FC236}">
                <a16:creationId xmlns:a16="http://schemas.microsoft.com/office/drawing/2014/main" id="{1A193787-E8ED-8E96-97E3-5AC568B6E56C}"/>
              </a:ext>
            </a:extLst>
          </p:cNvPr>
          <p:cNvSpPr txBox="1"/>
          <p:nvPr/>
        </p:nvSpPr>
        <p:spPr>
          <a:xfrm>
            <a:off x="433604" y="12909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Approche des travaux d’audit informatique</a:t>
            </a:r>
          </a:p>
        </p:txBody>
      </p:sp>
      <p:sp>
        <p:nvSpPr>
          <p:cNvPr id="3" name="Google Shape;923;p113">
            <a:extLst>
              <a:ext uri="{FF2B5EF4-FFF2-40B4-BE49-F238E27FC236}">
                <a16:creationId xmlns:a16="http://schemas.microsoft.com/office/drawing/2014/main" id="{A1D5F25F-5140-61F0-B619-69DEFA85569B}"/>
              </a:ext>
            </a:extLst>
          </p:cNvPr>
          <p:cNvSpPr txBox="1"/>
          <p:nvPr/>
        </p:nvSpPr>
        <p:spPr>
          <a:xfrm>
            <a:off x="433604" y="629487"/>
            <a:ext cx="8276792" cy="238497"/>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Clr>
                <a:srgbClr val="000000"/>
              </a:buClr>
              <a:buSzPts val="1000"/>
              <a:buFont typeface="Arial"/>
              <a:buNone/>
            </a:pPr>
            <a:r>
              <a:rPr lang="fr-FR" sz="1100" b="0" i="0" u="none" strike="noStrike" cap="none" noProof="0">
                <a:solidFill>
                  <a:srgbClr val="000000"/>
                </a:solidFill>
                <a:latin typeface="Arial"/>
                <a:ea typeface="Arial"/>
                <a:cs typeface="Arial"/>
                <a:sym typeface="Arial"/>
              </a:rPr>
              <a:t>Niveau de priorité :</a:t>
            </a:r>
          </a:p>
        </p:txBody>
      </p:sp>
      <p:graphicFrame>
        <p:nvGraphicFramePr>
          <p:cNvPr id="6" name="Google Shape;971;p114">
            <a:extLst>
              <a:ext uri="{FF2B5EF4-FFF2-40B4-BE49-F238E27FC236}">
                <a16:creationId xmlns:a16="http://schemas.microsoft.com/office/drawing/2014/main" id="{CA1EAC7D-01B0-B2EA-0648-8B813DBC62F0}"/>
              </a:ext>
            </a:extLst>
          </p:cNvPr>
          <p:cNvGraphicFramePr/>
          <p:nvPr>
            <p:extLst>
              <p:ext uri="{D42A27DB-BD31-4B8C-83A1-F6EECF244321}">
                <p14:modId xmlns:p14="http://schemas.microsoft.com/office/powerpoint/2010/main" val="3496407001"/>
              </p:ext>
            </p:extLst>
          </p:nvPr>
        </p:nvGraphicFramePr>
        <p:xfrm>
          <a:off x="1060511" y="1088170"/>
          <a:ext cx="6646000" cy="3332755"/>
        </p:xfrm>
        <a:graphic>
          <a:graphicData uri="http://schemas.openxmlformats.org/drawingml/2006/table">
            <a:tbl>
              <a:tblPr>
                <a:noFill/>
                <a:tableStyleId>{73734612-505C-44F7-90CF-F3AAC29208FF}</a:tableStyleId>
              </a:tblPr>
              <a:tblGrid>
                <a:gridCol w="1800550">
                  <a:extLst>
                    <a:ext uri="{9D8B030D-6E8A-4147-A177-3AD203B41FA5}">
                      <a16:colId xmlns:a16="http://schemas.microsoft.com/office/drawing/2014/main" val="20000"/>
                    </a:ext>
                  </a:extLst>
                </a:gridCol>
                <a:gridCol w="4845450">
                  <a:extLst>
                    <a:ext uri="{9D8B030D-6E8A-4147-A177-3AD203B41FA5}">
                      <a16:colId xmlns:a16="http://schemas.microsoft.com/office/drawing/2014/main" val="20001"/>
                    </a:ext>
                  </a:extLst>
                </a:gridCol>
              </a:tblGrid>
              <a:tr h="275850">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Notation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Description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00"/>
                  </a:ext>
                </a:extLst>
              </a:tr>
              <a:tr h="1104900">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solidFill>
                          <a:schemeClr val="dk1"/>
                        </a:solidFill>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Faible</a:t>
                      </a:r>
                      <a:endParaRPr lang="fr-FR" sz="1000" b="1" u="none" strike="noStrike" cap="none" noProof="0">
                        <a:solidFill>
                          <a:schemeClr val="tx1"/>
                        </a:solidFill>
                        <a:latin typeface="Arial"/>
                        <a:ea typeface="Arial"/>
                        <a:cs typeface="Arial"/>
                        <a:sym typeface="Arial"/>
                      </a:endParaRPr>
                    </a:p>
                    <a:p>
                      <a:pPr marL="0" marR="0" lvl="0" indent="0" algn="just" rtl="0">
                        <a:lnSpc>
                          <a:spcPct val="145454"/>
                        </a:lnSpc>
                        <a:spcBef>
                          <a:spcPts val="0"/>
                        </a:spcBef>
                        <a:spcAft>
                          <a:spcPts val="0"/>
                        </a:spcAft>
                        <a:buClr>
                          <a:srgbClr val="000000"/>
                        </a:buClr>
                        <a:buSzPts val="900"/>
                        <a:buFont typeface="Arial"/>
                        <a:buNone/>
                      </a:pPr>
                      <a:r>
                        <a:rPr lang="fr-FR" sz="900" u="none" strike="noStrike" cap="none" noProof="0">
                          <a:solidFill>
                            <a:schemeClr val="dk1"/>
                          </a:solidFill>
                          <a:latin typeface="Arial"/>
                          <a:ea typeface="Arial"/>
                          <a:cs typeface="Arial"/>
                          <a:sym typeface="Arial"/>
                        </a:rPr>
                        <a:t>Recommandation ayant pour objectif l’amélioration de l’efficacité du système actuel. Cela implique que le système atteint ses objectifs mais d’une manière non satisfaisante. Le but de la recommandation étant d’optimiser les moyens utilisés.</a:t>
                      </a:r>
                      <a:endParaRPr lang="fr-FR" sz="900" u="none" strike="noStrike" cap="none" noProof="0">
                        <a:latin typeface="Arial"/>
                        <a:ea typeface="Arial"/>
                        <a:cs typeface="Arial"/>
                        <a:sym typeface="Arial"/>
                      </a:endParaRPr>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Moyen</a:t>
                      </a:r>
                    </a:p>
                    <a:p>
                      <a:pPr marL="0" marR="0" lvl="0" indent="0" algn="just" rtl="0">
                        <a:lnSpc>
                          <a:spcPct val="145454"/>
                        </a:lnSpc>
                        <a:spcBef>
                          <a:spcPts val="0"/>
                        </a:spcBef>
                        <a:spcAft>
                          <a:spcPts val="0"/>
                        </a:spcAft>
                        <a:buClr>
                          <a:srgbClr val="000000"/>
                        </a:buClr>
                        <a:buSzPts val="900"/>
                        <a:buFont typeface="Arial"/>
                        <a:buNone/>
                      </a:pPr>
                      <a:r>
                        <a:rPr lang="fr-FR" sz="900" i="0" u="none" strike="noStrike" cap="none" noProof="0">
                          <a:latin typeface="Arial"/>
                          <a:ea typeface="Arial"/>
                          <a:cs typeface="Arial"/>
                          <a:sym typeface="Arial"/>
                        </a:rPr>
                        <a:t>Recommandation faisant ressortir des insuffisances observées ou potentielles du système de contrôle interne.</a:t>
                      </a:r>
                      <a:endParaRPr lang="fr-FR" sz="900" u="none" strike="noStrike" cap="none" noProof="0">
                        <a:latin typeface="Arial"/>
                        <a:ea typeface="Arial"/>
                        <a:cs typeface="Arial"/>
                        <a:sym typeface="Arial"/>
                      </a:endParaRPr>
                    </a:p>
                    <a:p>
                      <a:pPr marL="0" marR="0" lvl="0" indent="0" algn="just" rtl="0">
                        <a:lnSpc>
                          <a:spcPct val="145454"/>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Élevé</a:t>
                      </a:r>
                    </a:p>
                    <a:p>
                      <a:pPr marL="0" marR="0" lvl="0" indent="0" algn="just" rtl="0">
                        <a:lnSpc>
                          <a:spcPct val="145454"/>
                        </a:lnSpc>
                        <a:spcBef>
                          <a:spcPts val="0"/>
                        </a:spcBef>
                        <a:spcAft>
                          <a:spcPts val="0"/>
                        </a:spcAft>
                        <a:buClr>
                          <a:srgbClr val="000000"/>
                        </a:buClr>
                        <a:buSzPts val="900"/>
                        <a:buFont typeface="Arial"/>
                        <a:buNone/>
                      </a:pPr>
                      <a:r>
                        <a:rPr lang="fr-FR" sz="900" i="0" u="none" strike="noStrike" cap="none" noProof="0">
                          <a:latin typeface="Arial"/>
                          <a:ea typeface="Arial"/>
                          <a:cs typeface="Arial"/>
                          <a:sym typeface="Arial"/>
                        </a:rPr>
                        <a:t>Recommandation faisant ressortir des insuffisances sérieuses pouvant avoir un impact sur l’activité de la société.</a:t>
                      </a:r>
                      <a:endParaRPr lang="fr-FR" sz="900" u="none" strike="noStrike" cap="none" noProof="0">
                        <a:latin typeface="Arial"/>
                        <a:ea typeface="Arial"/>
                        <a:cs typeface="Arial"/>
                        <a:sym typeface="Arial"/>
                      </a:endParaRPr>
                    </a:p>
                    <a:p>
                      <a:pPr marL="0" marR="0" lvl="0" indent="0" algn="just" rtl="0">
                        <a:lnSpc>
                          <a:spcPct val="145454"/>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pSp>
        <p:nvGrpSpPr>
          <p:cNvPr id="50" name="Groupe 49">
            <a:extLst>
              <a:ext uri="{FF2B5EF4-FFF2-40B4-BE49-F238E27FC236}">
                <a16:creationId xmlns:a16="http://schemas.microsoft.com/office/drawing/2014/main" id="{18220ECB-E862-63BB-B257-A19F6E6035CB}"/>
              </a:ext>
            </a:extLst>
          </p:cNvPr>
          <p:cNvGrpSpPr/>
          <p:nvPr/>
        </p:nvGrpSpPr>
        <p:grpSpPr>
          <a:xfrm>
            <a:off x="1105481" y="3743236"/>
            <a:ext cx="1537189" cy="449502"/>
            <a:chOff x="1105481" y="3743236"/>
            <a:chExt cx="1537189" cy="449502"/>
          </a:xfrm>
        </p:grpSpPr>
        <p:grpSp>
          <p:nvGrpSpPr>
            <p:cNvPr id="8" name="Google Shape;933;p114">
              <a:extLst>
                <a:ext uri="{FF2B5EF4-FFF2-40B4-BE49-F238E27FC236}">
                  <a16:creationId xmlns:a16="http://schemas.microsoft.com/office/drawing/2014/main" id="{9E15B593-E34D-78B2-21E5-CD702FEB9C81}"/>
                </a:ext>
              </a:extLst>
            </p:cNvPr>
            <p:cNvGrpSpPr/>
            <p:nvPr/>
          </p:nvGrpSpPr>
          <p:grpSpPr>
            <a:xfrm>
              <a:off x="1105481" y="3797094"/>
              <a:ext cx="1535914" cy="216242"/>
              <a:chOff x="7492226" y="4261382"/>
              <a:chExt cx="2484000" cy="341878"/>
            </a:xfrm>
          </p:grpSpPr>
          <p:sp>
            <p:nvSpPr>
              <p:cNvPr id="9" name="Google Shape;934;p114">
                <a:extLst>
                  <a:ext uri="{FF2B5EF4-FFF2-40B4-BE49-F238E27FC236}">
                    <a16:creationId xmlns:a16="http://schemas.microsoft.com/office/drawing/2014/main" id="{9B804FE5-9FDD-BF96-A1D4-16B6576B74FB}"/>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0" name="Google Shape;935;p114">
                <a:extLst>
                  <a:ext uri="{FF2B5EF4-FFF2-40B4-BE49-F238E27FC236}">
                    <a16:creationId xmlns:a16="http://schemas.microsoft.com/office/drawing/2014/main" id="{5835407E-2EBB-6702-BDFC-C812A02BA7AF}"/>
                  </a:ext>
                </a:extLst>
              </p:cNvPr>
              <p:cNvGrpSpPr/>
              <p:nvPr/>
            </p:nvGrpSpPr>
            <p:grpSpPr>
              <a:xfrm>
                <a:off x="8314794" y="4480199"/>
                <a:ext cx="828918" cy="123061"/>
                <a:chOff x="1493828" y="2467991"/>
                <a:chExt cx="828918" cy="144016"/>
              </a:xfrm>
            </p:grpSpPr>
            <p:cxnSp>
              <p:nvCxnSpPr>
                <p:cNvPr id="11" name="Google Shape;936;p114">
                  <a:extLst>
                    <a:ext uri="{FF2B5EF4-FFF2-40B4-BE49-F238E27FC236}">
                      <a16:creationId xmlns:a16="http://schemas.microsoft.com/office/drawing/2014/main" id="{57B7986A-C5DF-B7EE-6E2B-F1E18F89169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2" name="Google Shape;937;p114">
                  <a:extLst>
                    <a:ext uri="{FF2B5EF4-FFF2-40B4-BE49-F238E27FC236}">
                      <a16:creationId xmlns:a16="http://schemas.microsoft.com/office/drawing/2014/main" id="{1EE24740-B151-31F6-B84E-95664821DC04}"/>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13" name="Google Shape;938;p114">
              <a:extLst>
                <a:ext uri="{FF2B5EF4-FFF2-40B4-BE49-F238E27FC236}">
                  <a16:creationId xmlns:a16="http://schemas.microsoft.com/office/drawing/2014/main" id="{64D4AAD6-ACBA-FDFC-9D07-B687FAE61628}"/>
                </a:ext>
              </a:extLst>
            </p:cNvPr>
            <p:cNvGrpSpPr/>
            <p:nvPr/>
          </p:nvGrpSpPr>
          <p:grpSpPr>
            <a:xfrm>
              <a:off x="2111649" y="3743236"/>
              <a:ext cx="531021" cy="230906"/>
              <a:chOff x="9141172" y="4177369"/>
              <a:chExt cx="828000" cy="360040"/>
            </a:xfrm>
          </p:grpSpPr>
          <p:sp>
            <p:nvSpPr>
              <p:cNvPr id="15" name="Google Shape;939;p114">
                <a:extLst>
                  <a:ext uri="{FF2B5EF4-FFF2-40B4-BE49-F238E27FC236}">
                    <a16:creationId xmlns:a16="http://schemas.microsoft.com/office/drawing/2014/main" id="{3C104E24-D185-2ACD-42EE-167EB4898C24}"/>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6" name="Google Shape;940;p114">
                <a:extLst>
                  <a:ext uri="{FF2B5EF4-FFF2-40B4-BE49-F238E27FC236}">
                    <a16:creationId xmlns:a16="http://schemas.microsoft.com/office/drawing/2014/main" id="{40BD97AA-FE2E-624A-84FF-9E1E09C50C1B}"/>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7" name="Google Shape;941;p114">
                <a:extLst>
                  <a:ext uri="{FF2B5EF4-FFF2-40B4-BE49-F238E27FC236}">
                    <a16:creationId xmlns:a16="http://schemas.microsoft.com/office/drawing/2014/main" id="{3CDD232D-2FCC-5DD4-7828-C70BD90954C1}"/>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18" name="Google Shape;942;p114">
              <a:extLst>
                <a:ext uri="{FF2B5EF4-FFF2-40B4-BE49-F238E27FC236}">
                  <a16:creationId xmlns:a16="http://schemas.microsoft.com/office/drawing/2014/main" id="{CFBD884D-4ADE-E6C3-5077-90C68C1B6D55}"/>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19" name="Google Shape;943;p114">
              <a:extLst>
                <a:ext uri="{FF2B5EF4-FFF2-40B4-BE49-F238E27FC236}">
                  <a16:creationId xmlns:a16="http://schemas.microsoft.com/office/drawing/2014/main" id="{12B9C988-B362-D0AF-6C43-4676094D9B53}"/>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0" name="Google Shape;944;p114">
              <a:extLst>
                <a:ext uri="{FF2B5EF4-FFF2-40B4-BE49-F238E27FC236}">
                  <a16:creationId xmlns:a16="http://schemas.microsoft.com/office/drawing/2014/main" id="{8199C7A0-3C4B-A86D-1CCA-35E023C23F77}"/>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9" name="Groupe 48">
            <a:extLst>
              <a:ext uri="{FF2B5EF4-FFF2-40B4-BE49-F238E27FC236}">
                <a16:creationId xmlns:a16="http://schemas.microsoft.com/office/drawing/2014/main" id="{941AE4FF-8DD2-1E31-52A0-DA846C10D281}"/>
              </a:ext>
            </a:extLst>
          </p:cNvPr>
          <p:cNvGrpSpPr/>
          <p:nvPr/>
        </p:nvGrpSpPr>
        <p:grpSpPr>
          <a:xfrm>
            <a:off x="1105481" y="2796059"/>
            <a:ext cx="1593064" cy="442679"/>
            <a:chOff x="1105481" y="2796059"/>
            <a:chExt cx="1593064" cy="442679"/>
          </a:xfrm>
        </p:grpSpPr>
        <p:grpSp>
          <p:nvGrpSpPr>
            <p:cNvPr id="21" name="Google Shape;945;p114">
              <a:extLst>
                <a:ext uri="{FF2B5EF4-FFF2-40B4-BE49-F238E27FC236}">
                  <a16:creationId xmlns:a16="http://schemas.microsoft.com/office/drawing/2014/main" id="{88D7F697-3AAA-B671-8F47-1CFCD46EC971}"/>
                </a:ext>
              </a:extLst>
            </p:cNvPr>
            <p:cNvGrpSpPr/>
            <p:nvPr/>
          </p:nvGrpSpPr>
          <p:grpSpPr>
            <a:xfrm>
              <a:off x="1105481" y="2849940"/>
              <a:ext cx="1593064" cy="216651"/>
              <a:chOff x="671260" y="2273543"/>
              <a:chExt cx="2484000" cy="337814"/>
            </a:xfrm>
          </p:grpSpPr>
          <p:sp>
            <p:nvSpPr>
              <p:cNvPr id="22" name="Google Shape;946;p114">
                <a:extLst>
                  <a:ext uri="{FF2B5EF4-FFF2-40B4-BE49-F238E27FC236}">
                    <a16:creationId xmlns:a16="http://schemas.microsoft.com/office/drawing/2014/main" id="{64CF914D-680E-EC22-2B09-993892B9A761}"/>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3" name="Google Shape;947;p114">
                <a:extLst>
                  <a:ext uri="{FF2B5EF4-FFF2-40B4-BE49-F238E27FC236}">
                    <a16:creationId xmlns:a16="http://schemas.microsoft.com/office/drawing/2014/main" id="{85A3539D-8E2B-8F8E-65E5-D0D40D89FDF5}"/>
                  </a:ext>
                </a:extLst>
              </p:cNvPr>
              <p:cNvGrpSpPr/>
              <p:nvPr/>
            </p:nvGrpSpPr>
            <p:grpSpPr>
              <a:xfrm>
                <a:off x="1493828" y="2488296"/>
                <a:ext cx="828918" cy="123061"/>
                <a:chOff x="1493828" y="2467991"/>
                <a:chExt cx="828918" cy="144016"/>
              </a:xfrm>
            </p:grpSpPr>
            <p:cxnSp>
              <p:nvCxnSpPr>
                <p:cNvPr id="24" name="Google Shape;948;p114">
                  <a:extLst>
                    <a:ext uri="{FF2B5EF4-FFF2-40B4-BE49-F238E27FC236}">
                      <a16:creationId xmlns:a16="http://schemas.microsoft.com/office/drawing/2014/main" id="{27287D0F-FB23-9517-B01F-CAF6C9FAE768}"/>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25" name="Google Shape;949;p114">
                  <a:extLst>
                    <a:ext uri="{FF2B5EF4-FFF2-40B4-BE49-F238E27FC236}">
                      <a16:creationId xmlns:a16="http://schemas.microsoft.com/office/drawing/2014/main" id="{99D34E67-7D1E-53F3-ED13-4C5441F39E75}"/>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26" name="Google Shape;950;p114">
              <a:extLst>
                <a:ext uri="{FF2B5EF4-FFF2-40B4-BE49-F238E27FC236}">
                  <a16:creationId xmlns:a16="http://schemas.microsoft.com/office/drawing/2014/main" id="{FCEF4829-0513-1005-A9C5-9FB7F308B8FB}"/>
                </a:ext>
              </a:extLst>
            </p:cNvPr>
            <p:cNvGrpSpPr/>
            <p:nvPr/>
          </p:nvGrpSpPr>
          <p:grpSpPr>
            <a:xfrm>
              <a:off x="1630238" y="2796059"/>
              <a:ext cx="531021" cy="230906"/>
              <a:chOff x="8310457" y="3280644"/>
              <a:chExt cx="828000" cy="360040"/>
            </a:xfrm>
          </p:grpSpPr>
          <p:sp>
            <p:nvSpPr>
              <p:cNvPr id="27" name="Google Shape;951;p114">
                <a:extLst>
                  <a:ext uri="{FF2B5EF4-FFF2-40B4-BE49-F238E27FC236}">
                    <a16:creationId xmlns:a16="http://schemas.microsoft.com/office/drawing/2014/main" id="{C9772301-0C1B-6B5B-D028-E9A219F44805}"/>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8" name="Google Shape;952;p114">
                <a:extLst>
                  <a:ext uri="{FF2B5EF4-FFF2-40B4-BE49-F238E27FC236}">
                    <a16:creationId xmlns:a16="http://schemas.microsoft.com/office/drawing/2014/main" id="{6DBCEBF6-CA65-E6B2-74EC-DF0CCE04EC2F}"/>
                  </a:ext>
                </a:extLst>
              </p:cNvPr>
              <p:cNvGrpSpPr/>
              <p:nvPr/>
            </p:nvGrpSpPr>
            <p:grpSpPr>
              <a:xfrm>
                <a:off x="8544437" y="3280644"/>
                <a:ext cx="360040" cy="360040"/>
                <a:chOff x="-629964" y="1476375"/>
                <a:chExt cx="360040" cy="360040"/>
              </a:xfrm>
            </p:grpSpPr>
            <p:sp>
              <p:nvSpPr>
                <p:cNvPr id="29" name="Google Shape;953;p114">
                  <a:extLst>
                    <a:ext uri="{FF2B5EF4-FFF2-40B4-BE49-F238E27FC236}">
                      <a16:creationId xmlns:a16="http://schemas.microsoft.com/office/drawing/2014/main" id="{D712F54F-9FC7-0FC5-FB36-7FF7614B9E8A}"/>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30" name="Google Shape;954;p114">
                  <a:extLst>
                    <a:ext uri="{FF2B5EF4-FFF2-40B4-BE49-F238E27FC236}">
                      <a16:creationId xmlns:a16="http://schemas.microsoft.com/office/drawing/2014/main" id="{DB608DC2-6207-7764-5B45-0009A8B7E23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31" name="Google Shape;955;p114">
              <a:extLst>
                <a:ext uri="{FF2B5EF4-FFF2-40B4-BE49-F238E27FC236}">
                  <a16:creationId xmlns:a16="http://schemas.microsoft.com/office/drawing/2014/main" id="{013807BC-97D9-8F40-15D0-4DFF2DCD6F8E}"/>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32" name="Google Shape;956;p114">
              <a:extLst>
                <a:ext uri="{FF2B5EF4-FFF2-40B4-BE49-F238E27FC236}">
                  <a16:creationId xmlns:a16="http://schemas.microsoft.com/office/drawing/2014/main" id="{3D3C3A6D-F34A-8E4E-DEC4-A7BE0C9ACCD5}"/>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33" name="Google Shape;957;p114">
              <a:extLst>
                <a:ext uri="{FF2B5EF4-FFF2-40B4-BE49-F238E27FC236}">
                  <a16:creationId xmlns:a16="http://schemas.microsoft.com/office/drawing/2014/main" id="{40B57A50-CC78-5B18-A325-B0CCF9760BF3}"/>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8" name="Groupe 47">
            <a:extLst>
              <a:ext uri="{FF2B5EF4-FFF2-40B4-BE49-F238E27FC236}">
                <a16:creationId xmlns:a16="http://schemas.microsoft.com/office/drawing/2014/main" id="{A7C12FF0-5DB9-9276-259B-B552EDE6B296}"/>
              </a:ext>
            </a:extLst>
          </p:cNvPr>
          <p:cNvGrpSpPr/>
          <p:nvPr/>
        </p:nvGrpSpPr>
        <p:grpSpPr>
          <a:xfrm>
            <a:off x="1126912" y="1687668"/>
            <a:ext cx="1593064" cy="442370"/>
            <a:chOff x="1126912" y="1687668"/>
            <a:chExt cx="1593064" cy="442370"/>
          </a:xfrm>
        </p:grpSpPr>
        <p:grpSp>
          <p:nvGrpSpPr>
            <p:cNvPr id="34" name="Google Shape;958;p114">
              <a:extLst>
                <a:ext uri="{FF2B5EF4-FFF2-40B4-BE49-F238E27FC236}">
                  <a16:creationId xmlns:a16="http://schemas.microsoft.com/office/drawing/2014/main" id="{7D93B022-3FEF-A396-96E7-FC6DFE5347AC}"/>
                </a:ext>
              </a:extLst>
            </p:cNvPr>
            <p:cNvGrpSpPr/>
            <p:nvPr/>
          </p:nvGrpSpPr>
          <p:grpSpPr>
            <a:xfrm>
              <a:off x="1126912" y="1741550"/>
              <a:ext cx="1593064" cy="216651"/>
              <a:chOff x="671260" y="2273543"/>
              <a:chExt cx="2484000" cy="337814"/>
            </a:xfrm>
          </p:grpSpPr>
          <p:sp>
            <p:nvSpPr>
              <p:cNvPr id="35" name="Google Shape;959;p114">
                <a:extLst>
                  <a:ext uri="{FF2B5EF4-FFF2-40B4-BE49-F238E27FC236}">
                    <a16:creationId xmlns:a16="http://schemas.microsoft.com/office/drawing/2014/main" id="{E5FEFEC6-1DF9-D409-D82F-E4A87197624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36" name="Google Shape;960;p114">
                <a:extLst>
                  <a:ext uri="{FF2B5EF4-FFF2-40B4-BE49-F238E27FC236}">
                    <a16:creationId xmlns:a16="http://schemas.microsoft.com/office/drawing/2014/main" id="{EB8DA24E-DCA7-F201-384B-9691EFCC10F9}"/>
                  </a:ext>
                </a:extLst>
              </p:cNvPr>
              <p:cNvGrpSpPr/>
              <p:nvPr/>
            </p:nvGrpSpPr>
            <p:grpSpPr>
              <a:xfrm>
                <a:off x="1493828" y="2488296"/>
                <a:ext cx="828918" cy="123061"/>
                <a:chOff x="1493828" y="2467991"/>
                <a:chExt cx="828918" cy="144016"/>
              </a:xfrm>
            </p:grpSpPr>
            <p:cxnSp>
              <p:nvCxnSpPr>
                <p:cNvPr id="37" name="Google Shape;961;p114">
                  <a:extLst>
                    <a:ext uri="{FF2B5EF4-FFF2-40B4-BE49-F238E27FC236}">
                      <a16:creationId xmlns:a16="http://schemas.microsoft.com/office/drawing/2014/main" id="{F57952A6-F7BE-D68B-81EA-9B227654435B}"/>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38" name="Google Shape;962;p114">
                  <a:extLst>
                    <a:ext uri="{FF2B5EF4-FFF2-40B4-BE49-F238E27FC236}">
                      <a16:creationId xmlns:a16="http://schemas.microsoft.com/office/drawing/2014/main" id="{7BED8F39-6270-323F-CBC5-56E86250C23A}"/>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39" name="Google Shape;963;p114">
              <a:extLst>
                <a:ext uri="{FF2B5EF4-FFF2-40B4-BE49-F238E27FC236}">
                  <a16:creationId xmlns:a16="http://schemas.microsoft.com/office/drawing/2014/main" id="{86FD8E39-903A-EC9E-0EF6-28A173C9278A}"/>
                </a:ext>
              </a:extLst>
            </p:cNvPr>
            <p:cNvGrpSpPr/>
            <p:nvPr/>
          </p:nvGrpSpPr>
          <p:grpSpPr>
            <a:xfrm>
              <a:off x="1133428" y="1687668"/>
              <a:ext cx="531021" cy="230906"/>
              <a:chOff x="7502386" y="2233439"/>
              <a:chExt cx="828000" cy="360040"/>
            </a:xfrm>
          </p:grpSpPr>
          <p:sp>
            <p:nvSpPr>
              <p:cNvPr id="40" name="Google Shape;964;p114">
                <a:extLst>
                  <a:ext uri="{FF2B5EF4-FFF2-40B4-BE49-F238E27FC236}">
                    <a16:creationId xmlns:a16="http://schemas.microsoft.com/office/drawing/2014/main" id="{920EDD62-1684-86AB-DFFB-BDB89CF9CB89}"/>
                  </a:ext>
                </a:extLst>
              </p:cNvPr>
              <p:cNvSpPr/>
              <p:nvPr/>
            </p:nvSpPr>
            <p:spPr>
              <a:xfrm>
                <a:off x="7502386" y="2337772"/>
                <a:ext cx="828000" cy="180000"/>
              </a:xfrm>
              <a:prstGeom prst="roundRect">
                <a:avLst>
                  <a:gd name="adj" fmla="val 50000"/>
                </a:avLst>
              </a:prstGeom>
              <a:solidFill>
                <a:schemeClr val="accent2"/>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1" name="Google Shape;965;p114">
                <a:extLst>
                  <a:ext uri="{FF2B5EF4-FFF2-40B4-BE49-F238E27FC236}">
                    <a16:creationId xmlns:a16="http://schemas.microsoft.com/office/drawing/2014/main" id="{6A5425AF-10DA-CE1B-0902-EEC1AA78435E}"/>
                  </a:ext>
                </a:extLst>
              </p:cNvPr>
              <p:cNvGrpSpPr/>
              <p:nvPr/>
            </p:nvGrpSpPr>
            <p:grpSpPr>
              <a:xfrm>
                <a:off x="7736366" y="2233439"/>
                <a:ext cx="360040" cy="360040"/>
                <a:chOff x="-629964" y="1476375"/>
                <a:chExt cx="360040" cy="360040"/>
              </a:xfrm>
            </p:grpSpPr>
            <p:sp>
              <p:nvSpPr>
                <p:cNvPr id="42" name="Google Shape;966;p114">
                  <a:extLst>
                    <a:ext uri="{FF2B5EF4-FFF2-40B4-BE49-F238E27FC236}">
                      <a16:creationId xmlns:a16="http://schemas.microsoft.com/office/drawing/2014/main" id="{C3D70B53-537C-BF3D-359E-AF28AC84C222}"/>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3" name="Google Shape;967;p114">
                  <a:extLst>
                    <a:ext uri="{FF2B5EF4-FFF2-40B4-BE49-F238E27FC236}">
                      <a16:creationId xmlns:a16="http://schemas.microsoft.com/office/drawing/2014/main" id="{181B1D44-86AD-20AE-E0D4-5496A01BD0AA}"/>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4" name="Google Shape;968;p114">
              <a:extLst>
                <a:ext uri="{FF2B5EF4-FFF2-40B4-BE49-F238E27FC236}">
                  <a16:creationId xmlns:a16="http://schemas.microsoft.com/office/drawing/2014/main" id="{163CDE29-681F-8DC2-61D8-1ADCACA33FE2}"/>
                </a:ext>
              </a:extLst>
            </p:cNvPr>
            <p:cNvSpPr txBox="1"/>
            <p:nvPr/>
          </p:nvSpPr>
          <p:spPr>
            <a:xfrm>
              <a:off x="1212446"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45" name="Google Shape;969;p114">
              <a:extLst>
                <a:ext uri="{FF2B5EF4-FFF2-40B4-BE49-F238E27FC236}">
                  <a16:creationId xmlns:a16="http://schemas.microsoft.com/office/drawing/2014/main" id="{CC07BF23-B4C9-980A-51CC-E3A294E5E39F}"/>
                </a:ext>
              </a:extLst>
            </p:cNvPr>
            <p:cNvSpPr txBox="1"/>
            <p:nvPr/>
          </p:nvSpPr>
          <p:spPr>
            <a:xfrm>
              <a:off x="1727264"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46" name="Google Shape;970;p114">
              <a:extLst>
                <a:ext uri="{FF2B5EF4-FFF2-40B4-BE49-F238E27FC236}">
                  <a16:creationId xmlns:a16="http://schemas.microsoft.com/office/drawing/2014/main" id="{BC86BA8F-6DC1-4863-E54B-13BAB5228CF5}"/>
                </a:ext>
              </a:extLst>
            </p:cNvPr>
            <p:cNvSpPr txBox="1"/>
            <p:nvPr/>
          </p:nvSpPr>
          <p:spPr>
            <a:xfrm>
              <a:off x="2256017"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3232573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p:txBody>
          <a:bodyPr/>
          <a:lstStyle/>
          <a:p>
            <a:fld id="{7870704B-CE94-48CC-AF30-84932A1262A7}" type="slidenum">
              <a:rPr lang="fr-FR" noProof="0" smtClean="0"/>
              <a:pPr/>
              <a:t>13</a:t>
            </a:fld>
            <a:endParaRPr lang="fr-FR" noProof="0"/>
          </a:p>
        </p:txBody>
      </p:sp>
      <p:graphicFrame>
        <p:nvGraphicFramePr>
          <p:cNvPr id="8" name="Tableau 7">
            <a:extLst>
              <a:ext uri="{FF2B5EF4-FFF2-40B4-BE49-F238E27FC236}">
                <a16:creationId xmlns:a16="http://schemas.microsoft.com/office/drawing/2014/main" id="{420B27DE-84C5-4FE1-98E3-DEC4580A8FC9}"/>
              </a:ext>
            </a:extLst>
          </p:cNvPr>
          <p:cNvGraphicFramePr>
            <a:graphicFrameLocks noGrp="1"/>
          </p:cNvGraphicFramePr>
          <p:nvPr>
            <p:extLst>
              <p:ext uri="{D42A27DB-BD31-4B8C-83A1-F6EECF244321}">
                <p14:modId xmlns:p14="http://schemas.microsoft.com/office/powerpoint/2010/main" val="3213932734"/>
              </p:ext>
            </p:extLst>
          </p:nvPr>
        </p:nvGraphicFramePr>
        <p:xfrm>
          <a:off x="103340" y="514001"/>
          <a:ext cx="8774487" cy="4344582"/>
        </p:xfrm>
        <a:graphic>
          <a:graphicData uri="http://schemas.openxmlformats.org/drawingml/2006/table">
            <a:tbl>
              <a:tblPr firstRow="1" bandRow="1"/>
              <a:tblGrid>
                <a:gridCol w="353194">
                  <a:extLst>
                    <a:ext uri="{9D8B030D-6E8A-4147-A177-3AD203B41FA5}">
                      <a16:colId xmlns:a16="http://schemas.microsoft.com/office/drawing/2014/main" val="2571681979"/>
                    </a:ext>
                  </a:extLst>
                </a:gridCol>
                <a:gridCol w="3418411">
                  <a:extLst>
                    <a:ext uri="{9D8B030D-6E8A-4147-A177-3AD203B41FA5}">
                      <a16:colId xmlns:a16="http://schemas.microsoft.com/office/drawing/2014/main" val="142206567"/>
                    </a:ext>
                  </a:extLst>
                </a:gridCol>
                <a:gridCol w="830406">
                  <a:extLst>
                    <a:ext uri="{9D8B030D-6E8A-4147-A177-3AD203B41FA5}">
                      <a16:colId xmlns:a16="http://schemas.microsoft.com/office/drawing/2014/main" val="1387322598"/>
                    </a:ext>
                  </a:extLst>
                </a:gridCol>
                <a:gridCol w="857250">
                  <a:extLst>
                    <a:ext uri="{9D8B030D-6E8A-4147-A177-3AD203B41FA5}">
                      <a16:colId xmlns:a16="http://schemas.microsoft.com/office/drawing/2014/main" val="1642324202"/>
                    </a:ext>
                  </a:extLst>
                </a:gridCol>
                <a:gridCol w="1076326">
                  <a:extLst>
                    <a:ext uri="{9D8B030D-6E8A-4147-A177-3AD203B41FA5}">
                      <a16:colId xmlns:a16="http://schemas.microsoft.com/office/drawing/2014/main" val="697296393"/>
                    </a:ext>
                  </a:extLst>
                </a:gridCol>
                <a:gridCol w="952500">
                  <a:extLst>
                    <a:ext uri="{9D8B030D-6E8A-4147-A177-3AD203B41FA5}">
                      <a16:colId xmlns:a16="http://schemas.microsoft.com/office/drawing/2014/main" val="451301992"/>
                    </a:ext>
                  </a:extLst>
                </a:gridCol>
                <a:gridCol w="1286400">
                  <a:extLst>
                    <a:ext uri="{9D8B030D-6E8A-4147-A177-3AD203B41FA5}">
                      <a16:colId xmlns:a16="http://schemas.microsoft.com/office/drawing/2014/main" val="2529955503"/>
                    </a:ext>
                  </a:extLst>
                </a:gridCol>
              </a:tblGrid>
              <a:tr h="156870">
                <a:tc gridSpan="2">
                  <a:txBody>
                    <a:bodyPr/>
                    <a:lstStyle/>
                    <a:p>
                      <a:pPr algn="ctr">
                        <a:buClr>
                          <a:schemeClr val="tx2"/>
                        </a:buClr>
                      </a:pPr>
                      <a:r>
                        <a:rPr lang="fr-FR" sz="700" b="1" kern="1200" noProof="0">
                          <a:solidFill>
                            <a:schemeClr val="bg1"/>
                          </a:solidFill>
                          <a:latin typeface="+mn-lt"/>
                          <a:ea typeface="+mn-ea"/>
                          <a:cs typeface="Calibri"/>
                        </a:rPr>
                        <a:t>Contrôles</a:t>
                      </a:r>
                    </a:p>
                  </a:txBody>
                  <a:tcPr marL="27000" marR="27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a:txBody>
                    <a:bodyPr/>
                    <a:lstStyle/>
                    <a:p>
                      <a:pPr algn="ctr">
                        <a:buClr>
                          <a:schemeClr val="tx2"/>
                        </a:buClr>
                      </a:pPr>
                      <a:r>
                        <a:rPr lang="fr-FR" sz="700" b="1" kern="1200" noProof="0">
                          <a:solidFill>
                            <a:schemeClr val="bg1"/>
                          </a:solidFill>
                          <a:latin typeface="+mn-lt"/>
                          <a:ea typeface="+mn-ea"/>
                          <a:cs typeface="+mn-cs"/>
                        </a:rPr>
                        <a:t>SAP</a:t>
                      </a:r>
                      <a:endParaRPr lang="fr-FR" sz="700" b="1" kern="1200" noProof="0">
                        <a:solidFill>
                          <a:schemeClr val="bg1"/>
                        </a:solidFill>
                        <a:latin typeface="+mn-lt"/>
                        <a:ea typeface="+mn-ea"/>
                        <a:cs typeface="Calibri" panose="020F0502020204030204" pitchFamily="34" charset="0"/>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700" b="1" kern="1200" noProof="0">
                          <a:solidFill>
                            <a:schemeClr val="bg1"/>
                          </a:solidFill>
                          <a:latin typeface="+mn-lt"/>
                          <a:ea typeface="+mn-ea"/>
                          <a:cs typeface="+mn-cs"/>
                        </a:rPr>
                        <a:t>NAVISION</a:t>
                      </a:r>
                      <a:endParaRPr lang="en-GB"/>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buClr>
                          <a:schemeClr val="tx2"/>
                        </a:buClr>
                      </a:pPr>
                      <a:r>
                        <a:rPr lang="fr-FR" sz="700" b="1" kern="1200" noProof="0">
                          <a:solidFill>
                            <a:schemeClr val="bg1"/>
                          </a:solidFill>
                          <a:latin typeface="+mn-lt"/>
                          <a:ea typeface="+mn-ea"/>
                          <a:cs typeface="+mn-cs"/>
                        </a:rPr>
                        <a:t>VLL</a:t>
                      </a:r>
                      <a:endParaRPr lang="fr-FR" sz="700" b="1" kern="1200">
                        <a:solidFill>
                          <a:schemeClr val="bg1"/>
                        </a:solidFill>
                        <a:latin typeface="+mn-lt"/>
                        <a:ea typeface="+mn-ea"/>
                        <a:cs typeface="Calibri" panose="020F0502020204030204" pitchFamily="34" charset="0"/>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buClr>
                          <a:schemeClr val="tx2"/>
                        </a:buClr>
                      </a:pPr>
                      <a:r>
                        <a:rPr lang="fr-FR" sz="700" b="1" kern="1200" noProof="0">
                          <a:solidFill>
                            <a:schemeClr val="bg1"/>
                          </a:solidFill>
                          <a:latin typeface="+mn-lt"/>
                          <a:ea typeface="+mn-ea"/>
                          <a:cs typeface="Calibri"/>
                        </a:rPr>
                        <a:t>VLP</a:t>
                      </a: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buClr>
                          <a:schemeClr val="tx2"/>
                        </a:buClr>
                      </a:pPr>
                      <a:r>
                        <a:rPr lang="fr-FR" sz="700" b="1" kern="1200" noProof="0">
                          <a:solidFill>
                            <a:schemeClr val="bg1"/>
                          </a:solidFill>
                          <a:latin typeface="+mn-lt"/>
                          <a:ea typeface="+mn-ea"/>
                          <a:cs typeface="Calibri"/>
                        </a:rPr>
                        <a:t>RISK</a:t>
                      </a: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186601291"/>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Gestion des accès aux données et aux programmes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1732199141"/>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APD-01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solidFill>
                            <a:schemeClr val="tx1"/>
                          </a:solidFill>
                          <a:effectLst/>
                          <a:latin typeface="+mn-lt"/>
                          <a:ea typeface="Times New Roman" panose="02020603050405020304" pitchFamily="18" charset="0"/>
                        </a:rPr>
                        <a:t>Les demandes d’accès aux applications du système d’information sont autorisées et validées par le supérieur hiérarchique de l’utilisateur.</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5000"/>
                        </a:lnSpc>
                        <a:spcAft>
                          <a:spcPts val="0"/>
                        </a:spcAft>
                      </a:pPr>
                      <a:r>
                        <a:rPr kumimoji="0" lang="fr-FR" sz="700" b="1" i="0" u="none" strike="noStrike" kern="1200" cap="none" spc="0" normalizeH="0" baseline="0" noProof="0">
                          <a:ln>
                            <a:noFill/>
                          </a:ln>
                          <a:solidFill>
                            <a:srgbClr val="00B050"/>
                          </a:solidFill>
                          <a:effectLst/>
                          <a:uLnTx/>
                          <a:uFillTx/>
                          <a:latin typeface="Arial"/>
                          <a:ea typeface="+mn-ea"/>
                          <a:cs typeface="+mn-cs"/>
                        </a:rPr>
                        <a:t>Satisfaisant</a:t>
                      </a:r>
                      <a:endParaRPr lang="fr-FR" sz="700" b="1" noProof="0">
                        <a:solidFill>
                          <a:srgbClr val="00B050"/>
                        </a:solidFill>
                        <a:effectLst/>
                        <a:latin typeface="Arial"/>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rgbClr val="00B050"/>
                          </a:solidFill>
                          <a:effectLst/>
                          <a:uLnTx/>
                          <a:uFillTx/>
                          <a:latin typeface="Arial"/>
                          <a:ea typeface="+mn-ea"/>
                          <a:cs typeface="+mn-cs"/>
                        </a:rPr>
                        <a:t>Satisfaisant </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rgbClr val="00B050"/>
                          </a:solidFill>
                          <a:effectLst/>
                          <a:uLnTx/>
                          <a:uFillTx/>
                          <a:latin typeface="Arial"/>
                          <a:ea typeface="+mn-ea"/>
                          <a:cs typeface="+mn-cs"/>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Non testé</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rPr>
                        <a:t>MEDIUM</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0714359"/>
                  </a:ext>
                </a:extLst>
              </a:tr>
              <a:tr h="341942">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Les droits d’accès aux applications du système d’information sont désactivés à la suite du départ / de la mobilité d’un collaborateur.</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rgbClr val="FF0000"/>
                          </a:solidFill>
                          <a:effectLst/>
                          <a:latin typeface="Arial"/>
                          <a:ea typeface="+mn-ea"/>
                          <a:cs typeface="Calibri"/>
                        </a:rPr>
                        <a:t>HIGH</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2969740"/>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APD-03</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Les transactions sensibles réalisées à partir des comptes Administrateur et des comptes génériques font l’objet d’un suivi périodique. </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endParaRPr kumimoji="0" lang="fr-FR" sz="700" b="0" i="0" u="none" strike="noStrike" kern="1200" cap="none" spc="0" normalizeH="0" baseline="0" noProof="0">
                        <a:ln>
                          <a:noFill/>
                        </a:ln>
                        <a:solidFill>
                          <a:srgbClr val="000000"/>
                        </a:solidFill>
                        <a:effectLst/>
                        <a:uLnTx/>
                        <a:uFillTx/>
                        <a:latin typeface="Arial (Corps)"/>
                        <a:ea typeface="+mn-ea"/>
                        <a:cs typeface="+mn-cs"/>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rgbClr val="FF0000"/>
                          </a:solidFill>
                          <a:effectLst/>
                          <a:uLnTx/>
                          <a:uFillTx/>
                          <a:latin typeface="Arial"/>
                          <a:ea typeface="+mn-ea"/>
                          <a:cs typeface="+mn-cs"/>
                        </a:rPr>
                        <a:t>HIGH</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2470150"/>
                  </a:ext>
                </a:extLst>
              </a:tr>
              <a:tr h="554241">
                <a:tc>
                  <a:txBody>
                    <a:bodyPr/>
                    <a:lstStyle/>
                    <a:p>
                      <a:pPr algn="ctr"/>
                      <a:r>
                        <a:rPr kumimoji="0" lang="fr-FR" sz="700" b="1" i="0" u="none" strike="noStrike" kern="1200" cap="none" normalizeH="0" baseline="0" noProof="0">
                          <a:ln>
                            <a:noFill/>
                          </a:ln>
                          <a:solidFill>
                            <a:schemeClr val="tx1"/>
                          </a:solidFill>
                          <a:effectLst/>
                          <a:latin typeface="+mn-lt"/>
                          <a:ea typeface="+mn-ea"/>
                          <a:cs typeface="Calibri"/>
                        </a:rPr>
                        <a:t>APD-04</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fr-FR" sz="700" noProof="0">
                          <a:effectLst/>
                          <a:latin typeface="+mn-lt"/>
                          <a:ea typeface="Times New Roman" panose="02020603050405020304" pitchFamily="18" charset="0"/>
                        </a:rPr>
                        <a:t>Les droits d’accès aux applications du système d’information font l’objet d’une re certification périodique (vérification de l’adéquation du profil de l’utilisateur par rapport à la fonction qu’il occupe au sein de UHD).</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rPr>
                        <a:t>Non satisfaisant</a:t>
                      </a:r>
                      <a:endParaRPr lang="fr-FR" sz="700" b="1" noProof="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rgbClr val="FF0000"/>
                          </a:solidFill>
                          <a:effectLst/>
                          <a:latin typeface="Arial"/>
                          <a:ea typeface="+mn-ea"/>
                          <a:cs typeface="Calibri"/>
                        </a:rPr>
                        <a:t>HIGH</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567868"/>
                  </a:ext>
                </a:extLst>
              </a:tr>
              <a:tr h="465480">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APD-05</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700" kern="1200" baseline="0" noProof="0">
                          <a:solidFill>
                            <a:schemeClr val="tx1"/>
                          </a:solidFill>
                          <a:effectLst/>
                          <a:latin typeface="+mn-lt"/>
                          <a:ea typeface="Times New Roman" panose="02020603050405020304" pitchFamily="18" charset="0"/>
                          <a:cs typeface="+mn-cs"/>
                        </a:rPr>
                        <a:t>La PSSI est conforme aux bonnes pratiques en matière de sécurité logique.</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700" kern="1200" baseline="0" noProof="0">
                          <a:solidFill>
                            <a:schemeClr val="tx1"/>
                          </a:solidFill>
                          <a:effectLst/>
                          <a:latin typeface="+mn-lt"/>
                          <a:ea typeface="Times New Roman" panose="02020603050405020304" pitchFamily="18" charset="0"/>
                          <a:cs typeface="+mn-cs"/>
                        </a:rPr>
                        <a:t>La configuration des mots de passe d’accès aux applications du système d’information est conforme à la PSSI.</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Recommandation </a:t>
                      </a:r>
                    </a:p>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mineure</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Recommandation </a:t>
                      </a:r>
                    </a:p>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mineure</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Recommandation </a:t>
                      </a:r>
                    </a:p>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mineure</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Recommandation </a:t>
                      </a:r>
                    </a:p>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mineure</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rgbClr val="00B050"/>
                          </a:solidFill>
                          <a:effectLst/>
                          <a:uLnTx/>
                          <a:uFillTx/>
                          <a:latin typeface="Arial (Corps)"/>
                          <a:ea typeface="+mn-ea"/>
                          <a:cs typeface="+mn-cs"/>
                        </a:rPr>
                        <a:t>LOW</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4853573"/>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Gestion des changements</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805578786"/>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PC-01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Les changements au niveau applicatif</a:t>
                      </a:r>
                      <a:r>
                        <a:rPr lang="fr-FR" sz="700" b="0" baseline="0" noProof="0">
                          <a:solidFill>
                            <a:schemeClr val="tx1"/>
                          </a:solidFill>
                          <a:effectLst/>
                          <a:latin typeface="+mn-lt"/>
                          <a:ea typeface="Times New Roman" panose="02020603050405020304" pitchFamily="18" charset="0"/>
                          <a:cs typeface="Arial"/>
                        </a:rPr>
                        <a:t> </a:t>
                      </a:r>
                      <a:r>
                        <a:rPr lang="fr-FR" sz="700" b="0" noProof="0">
                          <a:solidFill>
                            <a:schemeClr val="tx1"/>
                          </a:solidFill>
                          <a:effectLst/>
                          <a:latin typeface="+mn-lt"/>
                          <a:ea typeface="Times New Roman" panose="02020603050405020304" pitchFamily="18" charset="0"/>
                          <a:cs typeface="Arial"/>
                        </a:rPr>
                        <a:t>sont testés et validés par les utilisateurs finaux avant toute mise en production.</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Non</a:t>
                      </a:r>
                      <a:r>
                        <a:rPr kumimoji="0" lang="fr-FR" sz="700" b="1" i="0" u="none" strike="noStrike" kern="1200" cap="none" spc="0" normalizeH="0" baseline="0" noProof="0">
                          <a:ln>
                            <a:noFill/>
                          </a:ln>
                          <a:solidFill>
                            <a:srgbClr val="000000"/>
                          </a:solidFill>
                          <a:effectLst/>
                          <a:uLnTx/>
                          <a:uFillTx/>
                          <a:latin typeface="Arial"/>
                          <a:ea typeface="+mn-ea"/>
                          <a:cs typeface="+mn-cs"/>
                        </a:rPr>
                        <a:t> </a:t>
                      </a:r>
                      <a:r>
                        <a:rPr kumimoji="0" lang="fr-FR" sz="700" b="1" i="0" u="none" strike="noStrike" kern="1200" cap="none" spc="0" normalizeH="0" baseline="0" noProof="0">
                          <a:ln>
                            <a:noFill/>
                          </a:ln>
                          <a:solidFill>
                            <a:srgbClr val="FF0000"/>
                          </a:solidFill>
                          <a:effectLst/>
                          <a:uLnTx/>
                          <a:uFillTx/>
                          <a:latin typeface="+mn-lt"/>
                          <a:ea typeface="+mn-ea"/>
                          <a:cs typeface="+mn-cs"/>
                          <a:sym typeface="Arial"/>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Non</a:t>
                      </a:r>
                      <a:r>
                        <a:rPr kumimoji="0" lang="fr-FR" sz="700" b="1" i="0" u="none" strike="noStrike" kern="1200" cap="none" spc="0" normalizeH="0" baseline="0" noProof="0">
                          <a:ln>
                            <a:noFill/>
                          </a:ln>
                          <a:solidFill>
                            <a:srgbClr val="000000"/>
                          </a:solidFill>
                          <a:effectLst/>
                          <a:uLnTx/>
                          <a:uFillTx/>
                          <a:latin typeface="Arial"/>
                          <a:ea typeface="+mn-ea"/>
                          <a:cs typeface="+mn-cs"/>
                        </a:rPr>
                        <a:t> </a:t>
                      </a:r>
                      <a:r>
                        <a:rPr kumimoji="0" lang="fr-FR" sz="700" b="1" i="0" u="none" strike="noStrike" kern="1200" cap="none" spc="0" normalizeH="0" baseline="0" noProof="0">
                          <a:ln>
                            <a:noFill/>
                          </a:ln>
                          <a:solidFill>
                            <a:srgbClr val="FF0000"/>
                          </a:solidFill>
                          <a:effectLst/>
                          <a:uLnTx/>
                          <a:uFillTx/>
                          <a:latin typeface="+mn-lt"/>
                          <a:ea typeface="+mn-ea"/>
                          <a:cs typeface="+mn-cs"/>
                          <a:sym typeface="Arial"/>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Non</a:t>
                      </a:r>
                      <a:r>
                        <a:rPr kumimoji="0" lang="fr-FR" sz="700" b="1" i="0" u="none" strike="noStrike" kern="1200" cap="none" spc="0" normalizeH="0" baseline="0" noProof="0">
                          <a:ln>
                            <a:noFill/>
                          </a:ln>
                          <a:solidFill>
                            <a:schemeClr val="tx1"/>
                          </a:solidFill>
                          <a:effectLst/>
                          <a:uLnTx/>
                          <a:uFillTx/>
                          <a:latin typeface="+mn-lt"/>
                          <a:ea typeface="+mn-ea"/>
                          <a:cs typeface="+mn-cs"/>
                        </a:rPr>
                        <a:t> </a:t>
                      </a:r>
                      <a:r>
                        <a:rPr kumimoji="0" lang="fr-FR" sz="700" b="1" i="0" u="none" strike="noStrike" kern="1200" cap="none" spc="0" normalizeH="0" baseline="0" noProof="0">
                          <a:ln>
                            <a:noFill/>
                          </a:ln>
                          <a:solidFill>
                            <a:srgbClr val="FF0000"/>
                          </a:solidFill>
                          <a:effectLst/>
                          <a:uLnTx/>
                          <a:uFillTx/>
                          <a:latin typeface="+mn-lt"/>
                          <a:ea typeface="+mn-ea"/>
                          <a:cs typeface="+mn-cs"/>
                          <a:sym typeface="Arial"/>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Non</a:t>
                      </a:r>
                      <a:r>
                        <a:rPr kumimoji="0" lang="fr-FR" sz="700" b="1" i="0" u="none" strike="noStrike" kern="1200" cap="none" spc="0" normalizeH="0" baseline="0" noProof="0">
                          <a:ln>
                            <a:noFill/>
                          </a:ln>
                          <a:solidFill>
                            <a:schemeClr val="tx1"/>
                          </a:solidFill>
                          <a:effectLst/>
                          <a:uLnTx/>
                          <a:uFillTx/>
                          <a:latin typeface="+mn-lt"/>
                          <a:ea typeface="+mn-ea"/>
                          <a:cs typeface="+mn-cs"/>
                        </a:rPr>
                        <a:t> </a:t>
                      </a:r>
                      <a:r>
                        <a:rPr kumimoji="0" lang="fr-FR" sz="700" b="1" i="0" u="none" strike="noStrike" kern="1200" cap="none" spc="0" normalizeH="0" baseline="0" noProof="0">
                          <a:ln>
                            <a:noFill/>
                          </a:ln>
                          <a:solidFill>
                            <a:srgbClr val="FF0000"/>
                          </a:solidFill>
                          <a:effectLst/>
                          <a:uLnTx/>
                          <a:uFillTx/>
                          <a:latin typeface="+mn-lt"/>
                          <a:ea typeface="+mn-ea"/>
                          <a:cs typeface="+mn-cs"/>
                          <a:sym typeface="Arial"/>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MEDIUM</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5096274"/>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PC-02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Les activités de développements, de tests et de production sont réalisées sur des environnements séparés.</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5000"/>
                        </a:lnSpc>
                        <a:spcAft>
                          <a:spcPts val="0"/>
                        </a:spcAft>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Non</a:t>
                      </a:r>
                      <a:r>
                        <a:rPr kumimoji="0" lang="fr-FR" sz="700" b="1" i="0" u="none" strike="noStrike" kern="1200" cap="none" spc="0" normalizeH="0" baseline="0" noProof="0">
                          <a:ln>
                            <a:noFill/>
                          </a:ln>
                          <a:solidFill>
                            <a:schemeClr val="tx1"/>
                          </a:solidFill>
                          <a:effectLst/>
                          <a:uLnTx/>
                          <a:uFillTx/>
                          <a:latin typeface="+mn-lt"/>
                          <a:ea typeface="+mn-ea"/>
                          <a:cs typeface="+mn-cs"/>
                        </a:rPr>
                        <a:t> </a:t>
                      </a:r>
                      <a:r>
                        <a:rPr kumimoji="0" lang="fr-FR" sz="700" b="1" i="0" u="none" strike="noStrike" kern="1200" cap="none" spc="0" normalizeH="0" baseline="0" noProof="0">
                          <a:ln>
                            <a:noFill/>
                          </a:ln>
                          <a:solidFill>
                            <a:srgbClr val="FF0000"/>
                          </a:solidFill>
                          <a:effectLst/>
                          <a:uLnTx/>
                          <a:uFillTx/>
                          <a:latin typeface="+mn-lt"/>
                          <a:ea typeface="+mn-ea"/>
                          <a:cs typeface="+mn-cs"/>
                          <a:sym typeface="Arial"/>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End of Support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spc="0" normalizeH="0" baseline="0" noProof="0">
                          <a:ln>
                            <a:noFill/>
                          </a:ln>
                          <a:solidFill>
                            <a:schemeClr val="accent1"/>
                          </a:solidFill>
                          <a:effectLst/>
                          <a:uLnTx/>
                          <a:uFillTx/>
                          <a:latin typeface="Arial (Corps)"/>
                          <a:ea typeface="+mn-ea"/>
                          <a:cs typeface="+mn-cs"/>
                          <a:sym typeface="Arial"/>
                        </a:rPr>
                        <a:t>End of Support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Non 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HIGH</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8541624"/>
                  </a:ext>
                </a:extLst>
              </a:tr>
              <a:tr h="17820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a:ln>
                            <a:noFill/>
                          </a:ln>
                          <a:solidFill>
                            <a:srgbClr val="FFFFFF"/>
                          </a:solidFill>
                          <a:effectLst/>
                          <a:uLnTx/>
                          <a:uFillTx/>
                          <a:latin typeface="+mn-lt"/>
                          <a:ea typeface="+mn-ea"/>
                          <a:cs typeface="Calibri"/>
                        </a:rPr>
                        <a:t>Gestion de l’exploitation informatique</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2593670548"/>
                  </a:ext>
                </a:extLst>
              </a:tr>
              <a:tr h="494055">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CO-01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685800" rtl="0" eaLnBrk="1" latinLnBrk="0" hangingPunct="1">
                        <a:lnSpc>
                          <a:spcPct val="100000"/>
                        </a:lnSpc>
                        <a:spcAft>
                          <a:spcPts val="300"/>
                        </a:spcAft>
                        <a:buFont typeface="+mj-lt"/>
                        <a:buNone/>
                      </a:pPr>
                      <a:r>
                        <a:rPr lang="fr-FR" sz="700" b="0" kern="1200" noProof="0">
                          <a:solidFill>
                            <a:schemeClr val="tx1"/>
                          </a:solidFill>
                          <a:effectLst/>
                          <a:latin typeface="+mn-lt"/>
                          <a:ea typeface="Times New Roman" panose="02020603050405020304" pitchFamily="18" charset="0"/>
                          <a:cs typeface="Arial"/>
                        </a:rPr>
                        <a:t>Les données sont correctement sauvegardées selon la politique de sauvegarde en place.</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defTabSz="685800" rtl="0" eaLnBrk="1" latinLnBrk="0" hangingPunct="1">
                        <a:lnSpc>
                          <a:spcPct val="100000"/>
                        </a:lnSpc>
                        <a:spcAft>
                          <a:spcPts val="300"/>
                        </a:spcAft>
                        <a:buFont typeface="+mj-lt"/>
                        <a:buNone/>
                      </a:pPr>
                      <a:r>
                        <a:rPr kumimoji="0" lang="fr-FR" sz="700" b="1" i="0" u="none" strike="noStrike" kern="1200" cap="none" spc="0" normalizeH="0" baseline="0" noProof="0">
                          <a:ln>
                            <a:noFill/>
                          </a:ln>
                          <a:solidFill>
                            <a:srgbClr val="00B050"/>
                          </a:solidFill>
                          <a:effectLst/>
                          <a:uLnTx/>
                          <a:uFillTx/>
                          <a:latin typeface="+mn-lt"/>
                          <a:ea typeface="+mn-ea"/>
                          <a:cs typeface="+mn-cs"/>
                        </a:rPr>
                        <a:t>Satisfaisant</a:t>
                      </a:r>
                      <a:endParaRPr lang="fr-FR" sz="700" b="1" kern="1200" noProof="0">
                        <a:solidFill>
                          <a:srgbClr val="00B050"/>
                        </a:solidFill>
                        <a:effectLst/>
                        <a:latin typeface="+mn-lt"/>
                        <a:ea typeface="Times New Roman" panose="02020603050405020304" pitchFamily="18" charset="0"/>
                        <a:cs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spc="0" normalizeH="0" baseline="0" noProof="0">
                          <a:ln>
                            <a:noFill/>
                          </a:ln>
                          <a:solidFill>
                            <a:srgbClr val="00B050"/>
                          </a:solidFill>
                          <a:effectLst/>
                          <a:uLnTx/>
                          <a:uFillTx/>
                          <a:latin typeface="+mn-lt"/>
                          <a:ea typeface="+mn-ea"/>
                          <a:cs typeface="+mn-cs"/>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spc="0" normalizeH="0" baseline="0" noProof="0">
                          <a:ln>
                            <a:noFill/>
                          </a:ln>
                          <a:solidFill>
                            <a:srgbClr val="00B050"/>
                          </a:solidFill>
                          <a:effectLst/>
                          <a:uLnTx/>
                          <a:uFillTx/>
                          <a:latin typeface="+mn-lt"/>
                          <a:ea typeface="+mn-ea"/>
                          <a:cs typeface="+mn-cs"/>
                        </a:rPr>
                        <a:t>Satisfaisant</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spc="0" normalizeH="0" baseline="0" noProof="0">
                          <a:ln>
                            <a:noFill/>
                          </a:ln>
                          <a:solidFill>
                            <a:schemeClr val="tx1"/>
                          </a:solidFill>
                          <a:effectLst/>
                          <a:uLnTx/>
                          <a:uFillTx/>
                          <a:latin typeface="+mn-lt"/>
                          <a:ea typeface="+mn-ea"/>
                          <a:cs typeface="+mn-cs"/>
                        </a:rPr>
                        <a:t>Non applicable</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rgbClr val="00B050"/>
                          </a:solidFill>
                          <a:effectLst/>
                          <a:uLnTx/>
                          <a:uFillTx/>
                          <a:latin typeface="Arial (Corps)"/>
                          <a:ea typeface="+mn-ea"/>
                          <a:cs typeface="+mn-cs"/>
                          <a:sym typeface="Arial"/>
                        </a:rPr>
                        <a:t>LOW</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3323472"/>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CO-02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kern="1200" noProof="0">
                          <a:solidFill>
                            <a:schemeClr val="tx1"/>
                          </a:solidFill>
                          <a:effectLst/>
                          <a:latin typeface="+mn-lt"/>
                          <a:ea typeface="Times New Roman" panose="02020603050405020304" pitchFamily="18" charset="0"/>
                          <a:cs typeface="Arial"/>
                        </a:rPr>
                        <a:t>Les incidents de production sont tracés et résolus dans des délais raisonnables.</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chemeClr val="tx1"/>
                          </a:solidFill>
                          <a:effectLst/>
                          <a:uLnTx/>
                          <a:uFillTx/>
                          <a:latin typeface="+mn-lt"/>
                          <a:ea typeface="+mn-ea"/>
                          <a:cs typeface="+mn-cs"/>
                        </a:rPr>
                        <a:t>Non testé</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fr-FR" sz="700" b="1" i="0" u="none" strike="noStrike" kern="1200" cap="none" spc="0" normalizeH="0" baseline="0" noProof="0">
                          <a:ln>
                            <a:noFill/>
                          </a:ln>
                          <a:solidFill>
                            <a:srgbClr val="FF0000"/>
                          </a:solidFill>
                          <a:effectLst/>
                          <a:uLnTx/>
                          <a:uFillTx/>
                          <a:latin typeface="+mn-lt"/>
                          <a:ea typeface="+mn-ea"/>
                          <a:cs typeface="+mn-cs"/>
                          <a:sym typeface="Arial"/>
                        </a:rPr>
                        <a:t>HIGH</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6352726"/>
                  </a:ext>
                </a:extLst>
              </a:tr>
            </a:tbl>
          </a:graphicData>
        </a:graphic>
      </p:graphicFrame>
      <p:sp>
        <p:nvSpPr>
          <p:cNvPr id="2" name="ZoneTexte 1">
            <a:extLst>
              <a:ext uri="{FF2B5EF4-FFF2-40B4-BE49-F238E27FC236}">
                <a16:creationId xmlns:a16="http://schemas.microsoft.com/office/drawing/2014/main" id="{AFBB2428-47EF-C203-6702-DD72F1ED91C6}"/>
              </a:ext>
            </a:extLst>
          </p:cNvPr>
          <p:cNvSpPr txBox="1"/>
          <p:nvPr/>
        </p:nvSpPr>
        <p:spPr>
          <a:xfrm>
            <a:off x="6928423" y="33334"/>
            <a:ext cx="2838450" cy="170096"/>
          </a:xfrm>
          <a:prstGeom prst="rect">
            <a:avLst/>
          </a:prstGeom>
          <a:noFill/>
        </p:spPr>
        <p:txBody>
          <a:bodyPr wrap="square" rtlCol="0">
            <a:noAutofit/>
          </a:bodyPr>
          <a:lstStyle/>
          <a:p>
            <a:pPr algn="just"/>
            <a:r>
              <a:rPr lang="fr-FR" sz="600" noProof="0">
                <a:ea typeface="Times New Roman" panose="02020603050405020304" pitchFamily="18" charset="0"/>
              </a:rPr>
              <a:t>↗ : Recommandation clôturée en 2024</a:t>
            </a:r>
            <a:endParaRPr lang="fr-FR" sz="600" noProof="0"/>
          </a:p>
        </p:txBody>
      </p:sp>
      <p:sp>
        <p:nvSpPr>
          <p:cNvPr id="9" name="Google Shape;478;p3">
            <a:extLst>
              <a:ext uri="{FF2B5EF4-FFF2-40B4-BE49-F238E27FC236}">
                <a16:creationId xmlns:a16="http://schemas.microsoft.com/office/drawing/2014/main" id="{BD82F423-D1D6-5456-1E63-1C42F5CFE20C}"/>
              </a:ext>
            </a:extLst>
          </p:cNvPr>
          <p:cNvSpPr txBox="1">
            <a:spLocks/>
          </p:cNvSpPr>
          <p:nvPr/>
        </p:nvSpPr>
        <p:spPr>
          <a:xfrm>
            <a:off x="226559" y="118383"/>
            <a:ext cx="6172200" cy="310243"/>
          </a:xfrm>
          <a:prstGeom prst="rect">
            <a:avLst/>
          </a:prstGeom>
          <a:noFill/>
          <a:ln>
            <a:noFill/>
          </a:ln>
        </p:spPr>
        <p:txBody>
          <a:bodyPr spcFirstLastPara="1" vert="horz" wrap="square" lIns="0" tIns="0" rIns="0" bIns="0" rtlCol="0" anchor="t" anchorCtr="0">
            <a:normAutofit/>
          </a:bodyPr>
          <a:lstStyle>
            <a:lvl1pPr algn="l" defTabSz="685800" rtl="0" eaLnBrk="1" latinLnBrk="0" hangingPunct="1">
              <a:lnSpc>
                <a:spcPct val="85000"/>
              </a:lnSpc>
              <a:spcBef>
                <a:spcPct val="0"/>
              </a:spcBef>
              <a:buNone/>
              <a:defRPr sz="2800" kern="1200">
                <a:solidFill>
                  <a:schemeClr val="tx1"/>
                </a:solidFill>
                <a:latin typeface="+mj-lt"/>
                <a:ea typeface="+mj-ea"/>
                <a:cs typeface="+mj-cs"/>
              </a:defRPr>
            </a:lvl1pPr>
          </a:lstStyle>
          <a:p>
            <a:r>
              <a:rPr lang="fr-FR" sz="2250" noProof="0">
                <a:latin typeface="Georgia" panose="02040502050405020303" pitchFamily="18" charset="0"/>
              </a:rPr>
              <a:t>Synthèse par contrôle et par application</a:t>
            </a:r>
          </a:p>
        </p:txBody>
      </p:sp>
      <p:graphicFrame>
        <p:nvGraphicFramePr>
          <p:cNvPr id="4" name="Tableau 3">
            <a:extLst>
              <a:ext uri="{FF2B5EF4-FFF2-40B4-BE49-F238E27FC236}">
                <a16:creationId xmlns:a16="http://schemas.microsoft.com/office/drawing/2014/main" id="{B079A30B-0F97-AF7E-F88B-C7906364BD89}"/>
              </a:ext>
            </a:extLst>
          </p:cNvPr>
          <p:cNvGraphicFramePr>
            <a:graphicFrameLocks noGrp="1"/>
          </p:cNvGraphicFramePr>
          <p:nvPr>
            <p:extLst>
              <p:ext uri="{D42A27DB-BD31-4B8C-83A1-F6EECF244321}">
                <p14:modId xmlns:p14="http://schemas.microsoft.com/office/powerpoint/2010/main" val="2905092545"/>
              </p:ext>
            </p:extLst>
          </p:nvPr>
        </p:nvGraphicFramePr>
        <p:xfrm>
          <a:off x="11001375" y="1895475"/>
          <a:ext cx="208280" cy="609600"/>
        </p:xfrm>
        <a:graphic>
          <a:graphicData uri="http://schemas.openxmlformats.org/drawingml/2006/table">
            <a:tbl>
              <a:tblPr/>
              <a:tblGrid>
                <a:gridCol w="208280">
                  <a:extLst>
                    <a:ext uri="{9D8B030D-6E8A-4147-A177-3AD203B41FA5}">
                      <a16:colId xmlns:a16="http://schemas.microsoft.com/office/drawing/2014/main" val="123945118"/>
                    </a:ext>
                  </a:extLst>
                </a:gridCol>
              </a:tblGrid>
              <a:tr h="0">
                <a:tc>
                  <a:txBody>
                    <a:bodyPr/>
                    <a:lstStyle/>
                    <a:p>
                      <a:pPr lvl="0">
                        <a:buNone/>
                      </a:pPr>
                      <a:endParaRPr lang="fr-FR"/>
                    </a:p>
                  </a:txBody>
                  <a:tcPr>
                    <a:lnL w="3174">
                      <a:solidFill>
                        <a:schemeClr val="bg1"/>
                      </a:solidFill>
                    </a:lnL>
                    <a:lnR w="3174">
                      <a:solidFill>
                        <a:schemeClr val="bg1"/>
                      </a:solidFill>
                    </a:lnR>
                    <a:lnT w="3174">
                      <a:solidFill>
                        <a:schemeClr val="bg1"/>
                      </a:solidFill>
                    </a:lnT>
                    <a:lnB w="3174">
                      <a:solidFill>
                        <a:schemeClr val="bg1"/>
                      </a:solidFill>
                    </a:lnB>
                  </a:tcPr>
                </a:tc>
                <a:extLst>
                  <a:ext uri="{0D108BD9-81ED-4DB2-BD59-A6C34878D82A}">
                    <a16:rowId xmlns:a16="http://schemas.microsoft.com/office/drawing/2014/main" val="128838349"/>
                  </a:ext>
                </a:extLst>
              </a:tr>
              <a:tr h="0">
                <a:tc>
                  <a:txBody>
                    <a:bodyPr/>
                    <a:lstStyle/>
                    <a:p>
                      <a:endParaRPr lang="fr-FR"/>
                    </a:p>
                  </a:txBody>
                  <a:tcPr>
                    <a:lnL w="3175" cmpd="sng">
                      <a:solidFill>
                        <a:schemeClr val="bg1"/>
                      </a:solidFill>
                      <a:prstDash val="solid"/>
                    </a:lnL>
                    <a:lnR w="3175" cmpd="sng">
                      <a:solidFill>
                        <a:schemeClr val="bg1"/>
                      </a:solidFill>
                      <a:prstDash val="solid"/>
                    </a:lnR>
                    <a:lnT w="3174" cap="flat" cmpd="sng" algn="ctr">
                      <a:solidFill>
                        <a:schemeClr val="bg1"/>
                      </a:solidFill>
                      <a:prstDash val="solid"/>
                      <a:round/>
                      <a:headEnd type="none" w="med" len="med"/>
                      <a:tailEnd type="none" w="med" len="med"/>
                    </a:lnT>
                    <a:lnB w="3175" cmpd="sng">
                      <a:solidFill>
                        <a:schemeClr val="bg1"/>
                      </a:solidFill>
                      <a:prstDash val="solid"/>
                    </a:lnB>
                  </a:tcPr>
                </a:tc>
                <a:extLst>
                  <a:ext uri="{0D108BD9-81ED-4DB2-BD59-A6C34878D82A}">
                    <a16:rowId xmlns:a16="http://schemas.microsoft.com/office/drawing/2014/main" val="740852747"/>
                  </a:ext>
                </a:extLst>
              </a:tr>
            </a:tbl>
          </a:graphicData>
        </a:graphic>
      </p:graphicFrame>
    </p:spTree>
    <p:extLst>
      <p:ext uri="{BB962C8B-B14F-4D97-AF65-F5344CB8AC3E}">
        <p14:creationId xmlns:p14="http://schemas.microsoft.com/office/powerpoint/2010/main" val="4128155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9CFB5FBD-960C-4E6B-BD02-2A7319345209}"/>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C258AF33-8260-9FE7-96D3-9D295D4D5FF0}"/>
              </a:ext>
            </a:extLst>
          </p:cNvPr>
          <p:cNvSpPr>
            <a:spLocks noGrp="1"/>
          </p:cNvSpPr>
          <p:nvPr>
            <p:ph type="title"/>
          </p:nvPr>
        </p:nvSpPr>
        <p:spPr>
          <a:xfrm>
            <a:off x="298329" y="2594969"/>
            <a:ext cx="4940733" cy="1944956"/>
          </a:xfrm>
        </p:spPr>
        <p:txBody>
          <a:bodyPr/>
          <a:lstStyle/>
          <a:p>
            <a:br>
              <a:rPr lang="fr-FR" noProof="0"/>
            </a:br>
            <a:br>
              <a:rPr lang="fr-FR" noProof="0"/>
            </a:br>
            <a:br>
              <a:rPr lang="fr-FR" noProof="0"/>
            </a:br>
            <a:br>
              <a:rPr lang="fr-FR" noProof="0"/>
            </a:br>
            <a:br>
              <a:rPr lang="fr-FR" noProof="0"/>
            </a:br>
            <a:br>
              <a:rPr lang="fr-FR" noProof="0"/>
            </a:br>
            <a:r>
              <a:rPr lang="fr-FR" noProof="0"/>
              <a:t>Points relevés au cours de l’exercice FY24</a:t>
            </a:r>
            <a:br>
              <a:rPr lang="fr-FR" noProof="0"/>
            </a:br>
            <a:endParaRPr lang="fr-FR" noProof="0"/>
          </a:p>
        </p:txBody>
      </p:sp>
      <p:sp>
        <p:nvSpPr>
          <p:cNvPr id="13" name="Text Placeholder 12">
            <a:extLst>
              <a:ext uri="{FF2B5EF4-FFF2-40B4-BE49-F238E27FC236}">
                <a16:creationId xmlns:a16="http://schemas.microsoft.com/office/drawing/2014/main" id="{628FCE1D-532A-7D44-E95B-913D1158F8D1}"/>
              </a:ext>
            </a:extLst>
          </p:cNvPr>
          <p:cNvSpPr>
            <a:spLocks noGrp="1"/>
          </p:cNvSpPr>
          <p:nvPr>
            <p:ph type="body" idx="1"/>
          </p:nvPr>
        </p:nvSpPr>
        <p:spPr>
          <a:xfrm>
            <a:off x="6145368" y="432054"/>
            <a:ext cx="2596571" cy="3231654"/>
          </a:xfrm>
        </p:spPr>
        <p:txBody>
          <a:bodyPr/>
          <a:lstStyle/>
          <a:p>
            <a:r>
              <a:rPr lang="fr-FR" noProof="0"/>
              <a:t>3</a:t>
            </a:r>
          </a:p>
        </p:txBody>
      </p:sp>
      <p:sp>
        <p:nvSpPr>
          <p:cNvPr id="2" name="Footer Placeholder 1">
            <a:extLst>
              <a:ext uri="{FF2B5EF4-FFF2-40B4-BE49-F238E27FC236}">
                <a16:creationId xmlns:a16="http://schemas.microsoft.com/office/drawing/2014/main" id="{1BADF384-6BED-3D03-7146-09514CB9897B}"/>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3" name="Slide Number Placeholder 2">
            <a:extLst>
              <a:ext uri="{FF2B5EF4-FFF2-40B4-BE49-F238E27FC236}">
                <a16:creationId xmlns:a16="http://schemas.microsoft.com/office/drawing/2014/main" id="{B226AB99-34BC-4E83-F026-1FAF5E9A9ADF}"/>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14</a:t>
            </a:fld>
            <a:endParaRPr lang="fr-FR" noProof="0"/>
          </a:p>
        </p:txBody>
      </p:sp>
    </p:spTree>
    <p:extLst>
      <p:ext uri="{BB962C8B-B14F-4D97-AF65-F5344CB8AC3E}">
        <p14:creationId xmlns:p14="http://schemas.microsoft.com/office/powerpoint/2010/main" val="1350876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15</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3538828508"/>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Stratégie et organisation de l’audit informatique</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Transverse</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noProof="0">
                          <a:solidFill>
                            <a:schemeClr val="tx1"/>
                          </a:solidFill>
                          <a:effectLst/>
                          <a:latin typeface="+mn-lt"/>
                          <a:ea typeface="Times New Roman" panose="02020603050405020304" pitchFamily="18" charset="0"/>
                        </a:rPr>
                        <a:t>Revoir l’ensemble des procédures et des politiques informatiques </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noProof="0">
                          <a:solidFill>
                            <a:schemeClr val="tx1"/>
                          </a:solidFill>
                          <a:latin typeface="+mn-lt"/>
                          <a:ea typeface="Times New Roman" panose="02020603050405020304" pitchFamily="18" charset="0"/>
                          <a:cs typeface="Arial"/>
                          <a:sym typeface="Arial"/>
                        </a:rPr>
                        <a:t>A la suite de notre examen des procédures et pratiques thématiques retenues par UHD pour gérer les différentes composantes de son système d'information, nous avons relevé que les procédures ne sont pas suffisamment détaillées (les contrôles, les intervenants…).</a:t>
                      </a:r>
                    </a:p>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p>
                      <a:pPr marL="0" marR="0" lvl="0" indent="0" algn="just" rtl="0" eaLnBrk="1" fontAlgn="base" latinLnBrk="0" hangingPunct="1">
                        <a:lnSpc>
                          <a:spcPct val="100000"/>
                        </a:lnSpc>
                        <a:spcBef>
                          <a:spcPts val="0"/>
                        </a:spcBef>
                        <a:spcAft>
                          <a:spcPts val="300"/>
                        </a:spcAft>
                        <a:buClr>
                          <a:srgbClr val="000000"/>
                        </a:buClr>
                        <a:buSzTx/>
                        <a:buFont typeface="Arial"/>
                        <a:buNone/>
                      </a:pPr>
                      <a:r>
                        <a:rPr lang="fr-FR" sz="900" b="0" i="0" u="none" strike="noStrike" kern="1200" cap="none" baseline="0">
                          <a:solidFill>
                            <a:schemeClr val="tx1"/>
                          </a:solidFill>
                          <a:latin typeface="+mn-lt"/>
                          <a:ea typeface="Times New Roman" panose="02020603050405020304" pitchFamily="18" charset="0"/>
                          <a:cs typeface="Arial"/>
                          <a:sym typeface="Arial"/>
                        </a:rPr>
                        <a:t>De plus, nous avons remarqué que certaines procédures </a:t>
                      </a:r>
                      <a:r>
                        <a:rPr lang="fr-FR" sz="900" b="0" i="0" u="none" strike="noStrike" kern="1200" cap="none" baseline="0">
                          <a:solidFill>
                            <a:schemeClr val="tx1"/>
                          </a:solidFill>
                          <a:latin typeface="+mn-lt"/>
                          <a:ea typeface="Times New Roman" panose="02020603050405020304" pitchFamily="18" charset="0"/>
                          <a:cs typeface="Arial"/>
                        </a:rPr>
                        <a:t>n'ont</a:t>
                      </a:r>
                      <a:r>
                        <a:rPr lang="fr-FR" sz="900" b="0" i="0" u="none" strike="noStrike" kern="1200" cap="none" baseline="0">
                          <a:solidFill>
                            <a:schemeClr val="tx1"/>
                          </a:solidFill>
                          <a:latin typeface="+mn-lt"/>
                          <a:ea typeface="Times New Roman" panose="02020603050405020304" pitchFamily="18" charset="0"/>
                          <a:cs typeface="Arial"/>
                          <a:sym typeface="Arial"/>
                        </a:rPr>
                        <a:t> </a:t>
                      </a:r>
                      <a:r>
                        <a:rPr lang="fr-FR" sz="900" b="0" i="0" u="none" strike="noStrike" kern="1200" cap="none" baseline="0">
                          <a:solidFill>
                            <a:schemeClr val="tx1"/>
                          </a:solidFill>
                          <a:latin typeface="+mn-lt"/>
                          <a:ea typeface="Times New Roman" panose="02020603050405020304" pitchFamily="18" charset="0"/>
                          <a:cs typeface="Arial"/>
                        </a:rPr>
                        <a:t>pas été mises </a:t>
                      </a:r>
                      <a:r>
                        <a:rPr lang="fr-FR" sz="900" b="0" i="0" u="none" strike="noStrike" kern="1200" cap="none" baseline="0">
                          <a:solidFill>
                            <a:schemeClr val="tx1"/>
                          </a:solidFill>
                          <a:latin typeface="+mn-lt"/>
                          <a:ea typeface="Times New Roman" panose="02020603050405020304" pitchFamily="18" charset="0"/>
                          <a:cs typeface="Arial"/>
                          <a:sym typeface="Arial"/>
                        </a:rPr>
                        <a:t>à jour, </a:t>
                      </a:r>
                      <a:r>
                        <a:rPr lang="fr-FR" sz="900" b="0" i="0" u="none" strike="noStrike" kern="1200" cap="none" baseline="0">
                          <a:solidFill>
                            <a:schemeClr val="tx1"/>
                          </a:solidFill>
                          <a:latin typeface="+mn-lt"/>
                          <a:ea typeface="Times New Roman" panose="02020603050405020304" pitchFamily="18" charset="0"/>
                          <a:cs typeface="Arial"/>
                        </a:rPr>
                        <a:t>suite</a:t>
                      </a:r>
                      <a:r>
                        <a:rPr lang="fr-FR" sz="900" b="0" i="0" u="none" strike="noStrike" kern="1200" cap="none" baseline="0">
                          <a:solidFill>
                            <a:schemeClr val="tx1"/>
                          </a:solidFill>
                          <a:latin typeface="+mn-lt"/>
                          <a:ea typeface="Times New Roman" panose="02020603050405020304" pitchFamily="18" charset="0"/>
                          <a:cs typeface="Arial"/>
                          <a:sym typeface="Arial"/>
                        </a:rPr>
                        <a:t> </a:t>
                      </a:r>
                      <a:r>
                        <a:rPr lang="fr-FR" sz="900" b="0" i="0" u="none" strike="noStrike" kern="1200" cap="none" baseline="0">
                          <a:solidFill>
                            <a:schemeClr val="tx1"/>
                          </a:solidFill>
                          <a:latin typeface="+mn-lt"/>
                          <a:ea typeface="Times New Roman" panose="02020603050405020304" pitchFamily="18" charset="0"/>
                          <a:cs typeface="Arial"/>
                        </a:rPr>
                        <a:t>au projet</a:t>
                      </a:r>
                      <a:r>
                        <a:rPr lang="fr-FR" sz="900" b="0" i="0" u="none" strike="noStrike" kern="1200" cap="none" baseline="0">
                          <a:solidFill>
                            <a:schemeClr val="tx1"/>
                          </a:solidFill>
                          <a:latin typeface="+mn-lt"/>
                          <a:ea typeface="Times New Roman" panose="02020603050405020304" pitchFamily="18" charset="0"/>
                          <a:cs typeface="Arial"/>
                          <a:sym typeface="Arial"/>
                        </a:rPr>
                        <a:t> de migration </a:t>
                      </a:r>
                      <a:r>
                        <a:rPr lang="fr-FR" sz="900" b="0" i="0" u="none" strike="noStrike" kern="1200" cap="none" baseline="0">
                          <a:solidFill>
                            <a:schemeClr val="tx1"/>
                          </a:solidFill>
                          <a:latin typeface="+mn-lt"/>
                          <a:ea typeface="Times New Roman" panose="02020603050405020304" pitchFamily="18" charset="0"/>
                          <a:cs typeface="Arial"/>
                        </a:rPr>
                        <a:t>vers SAP</a:t>
                      </a:r>
                      <a:r>
                        <a:rPr lang="fr-FR" sz="900" b="0" i="0" u="none" strike="noStrike" kern="1200" cap="none" baseline="0">
                          <a:solidFill>
                            <a:schemeClr val="tx1"/>
                          </a:solidFill>
                          <a:latin typeface="+mn-lt"/>
                          <a:ea typeface="Times New Roman" panose="02020603050405020304" pitchFamily="18" charset="0"/>
                          <a:cs typeface="Arial"/>
                          <a:sym typeface="Arial"/>
                        </a:rPr>
                        <a:t>. Par exemple :</a:t>
                      </a:r>
                    </a:p>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La gestion des droits d'accès aux applications</a:t>
                      </a:r>
                    </a:p>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La gestion des accès aux bases de données</a:t>
                      </a:r>
                    </a:p>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La gestion des accès aux systèmes d'exploitation</a:t>
                      </a:r>
                    </a:p>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La gestion des changements</a:t>
                      </a:r>
                    </a:p>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La gestion des incidents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p>
                      <a:pPr marL="0" marR="0" lvl="0" indent="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None/>
                        <a:tabLst>
                          <a:tab pos="457200" algn="l"/>
                        </a:tabLst>
                        <a:defRPr/>
                      </a:pPr>
                      <a:r>
                        <a:rPr lang="fr-FR" sz="900" b="0" i="0" u="none" strike="noStrike" cap="none" noProof="0">
                          <a:solidFill>
                            <a:srgbClr val="000000"/>
                          </a:solidFill>
                          <a:latin typeface="+mn-lt"/>
                          <a:ea typeface="Arial"/>
                          <a:cs typeface="Arial"/>
                          <a:sym typeface="Arial"/>
                        </a:rPr>
                        <a:t>UHD gagnerait à enrichir davantage son manuel de procédures informatiques. En effet, chaque procédure devra mentionner au moins les sections suivantes :</a:t>
                      </a:r>
                    </a:p>
                    <a:p>
                      <a:pPr marL="0" marR="0" lvl="0" indent="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None/>
                        <a:tabLst>
                          <a:tab pos="457200" algn="l"/>
                        </a:tabLst>
                        <a:defRPr/>
                      </a:pPr>
                      <a:endParaRPr lang="fr-FR" sz="900" b="0" i="0" u="none" strike="noStrike" cap="none" noProof="0">
                        <a:solidFill>
                          <a:srgbClr val="000000"/>
                        </a:solidFill>
                        <a:latin typeface="+mn-lt"/>
                        <a:ea typeface="Arial"/>
                        <a:cs typeface="Arial"/>
                        <a:sym typeface="Arial"/>
                      </a:endParaRPr>
                    </a:p>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r>
                        <a:rPr lang="fr-FR" sz="900" b="0" i="0" u="none" strike="noStrike" cap="none" noProof="0">
                          <a:solidFill>
                            <a:srgbClr val="000000"/>
                          </a:solidFill>
                          <a:latin typeface="+mn-lt"/>
                          <a:ea typeface="Arial"/>
                          <a:cs typeface="Arial"/>
                          <a:sym typeface="Arial"/>
                        </a:rPr>
                        <a:t>L’entité responsable de l’exécution du processus ;</a:t>
                      </a:r>
                    </a:p>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r>
                        <a:rPr lang="fr-FR" sz="900" b="0" i="0" u="none" strike="noStrike" cap="none" noProof="0">
                          <a:solidFill>
                            <a:srgbClr val="000000"/>
                          </a:solidFill>
                          <a:latin typeface="+mn-lt"/>
                          <a:ea typeface="Arial"/>
                          <a:cs typeface="Arial"/>
                          <a:sym typeface="Arial"/>
                        </a:rPr>
                        <a:t>Les étapes à respecter lors du déroulement de chaque processus ;</a:t>
                      </a:r>
                    </a:p>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r>
                        <a:rPr lang="fr-FR" sz="900" b="0" i="0" u="none" strike="noStrike" cap="none" noProof="0">
                          <a:solidFill>
                            <a:srgbClr val="000000"/>
                          </a:solidFill>
                          <a:latin typeface="+mn-lt"/>
                          <a:ea typeface="Arial"/>
                          <a:cs typeface="Arial"/>
                          <a:sym typeface="Arial"/>
                        </a:rPr>
                        <a:t>L’entité responsable du contrôle du bon déroulement du processus ;</a:t>
                      </a:r>
                    </a:p>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r>
                        <a:rPr lang="fr-FR" sz="900" b="0" i="0" u="none" strike="noStrike" cap="none" noProof="0">
                          <a:solidFill>
                            <a:srgbClr val="000000"/>
                          </a:solidFill>
                          <a:latin typeface="+mn-lt"/>
                          <a:ea typeface="Arial"/>
                          <a:cs typeface="Arial"/>
                          <a:sym typeface="Arial"/>
                        </a:rPr>
                        <a:t>Le suivi régulier de chaque processus.</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Contrôles obsolètes ou inapplicables : </a:t>
                      </a:r>
                      <a:r>
                        <a:rPr lang="fr-FR" sz="900" b="0" u="none" kern="1200" baseline="0" noProof="0">
                          <a:solidFill>
                            <a:schemeClr val="tx1"/>
                          </a:solidFill>
                          <a:effectLst/>
                          <a:latin typeface="+mn-lt"/>
                          <a:ea typeface="Times New Roman" panose="02020603050405020304" pitchFamily="18" charset="0"/>
                          <a:cs typeface="+mn-cs"/>
                        </a:rPr>
                        <a:t>les anciennes procédures peuvent ne plus refléter les nouveaux flux SAP, ce qui rend les contrôles inefficaces.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Accès inappropriés : </a:t>
                      </a:r>
                      <a:r>
                        <a:rPr lang="fr-FR" sz="900" b="0" u="none" kern="1200" baseline="0" noProof="0">
                          <a:solidFill>
                            <a:schemeClr val="tx1"/>
                          </a:solidFill>
                          <a:effectLst/>
                          <a:latin typeface="+mn-lt"/>
                          <a:ea typeface="Times New Roman" panose="02020603050405020304" pitchFamily="18" charset="0"/>
                          <a:cs typeface="+mn-cs"/>
                        </a:rPr>
                        <a:t>sans mise à jour, des utilisateurs peuvent conserver des droits excessifs ou non justifiés.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Traçabilité et auditabilité réduites : </a:t>
                      </a:r>
                      <a:r>
                        <a:rPr lang="fr-FR" sz="900" b="0" u="none" kern="1200" baseline="0" noProof="0">
                          <a:solidFill>
                            <a:schemeClr val="tx1"/>
                          </a:solidFill>
                          <a:effectLst/>
                          <a:latin typeface="+mn-lt"/>
                          <a:ea typeface="Times New Roman" panose="02020603050405020304" pitchFamily="18" charset="0"/>
                          <a:cs typeface="+mn-cs"/>
                        </a:rPr>
                        <a:t>les incidents ou changements peuvent ne pas être correctement enregistrés ou suivis.</a:t>
                      </a: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3</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spTree>
    <p:extLst>
      <p:ext uri="{BB962C8B-B14F-4D97-AF65-F5344CB8AC3E}">
        <p14:creationId xmlns:p14="http://schemas.microsoft.com/office/powerpoint/2010/main" val="1917361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B542D-30A7-E111-92B3-C7162C9092E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960895-A5DB-F46C-86F5-6091E03BDCF7}"/>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16</a:t>
            </a:fld>
            <a:endParaRPr lang="fr-FR" noProof="0"/>
          </a:p>
        </p:txBody>
      </p:sp>
      <p:graphicFrame>
        <p:nvGraphicFramePr>
          <p:cNvPr id="33" name="Tableau 32">
            <a:extLst>
              <a:ext uri="{FF2B5EF4-FFF2-40B4-BE49-F238E27FC236}">
                <a16:creationId xmlns:a16="http://schemas.microsoft.com/office/drawing/2014/main" id="{0EA2F464-2950-E2A1-4E31-2594CB3AF719}"/>
              </a:ext>
            </a:extLst>
          </p:cNvPr>
          <p:cNvGraphicFramePr>
            <a:graphicFrameLocks noGrp="1"/>
          </p:cNvGraphicFramePr>
          <p:nvPr>
            <p:custDataLst>
              <p:tags r:id="rId1"/>
            </p:custDataLst>
            <p:extLst>
              <p:ext uri="{D42A27DB-BD31-4B8C-83A1-F6EECF244321}">
                <p14:modId xmlns:p14="http://schemas.microsoft.com/office/powerpoint/2010/main" val="3319150240"/>
              </p:ext>
            </p:extLst>
          </p:nvPr>
        </p:nvGraphicFramePr>
        <p:xfrm>
          <a:off x="0" y="533400"/>
          <a:ext cx="9144001" cy="4099561"/>
        </p:xfrm>
        <a:graphic>
          <a:graphicData uri="http://schemas.openxmlformats.org/drawingml/2006/table">
            <a:tbl>
              <a:tblPr firstRow="1" firstCol="1" bandRow="1">
                <a:tableStyleId>{5C22544A-7EE6-4342-B048-85BDC9FD1C3A}</a:tableStyleId>
              </a:tblPr>
              <a:tblGrid>
                <a:gridCol w="439994">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225134">
                  <a:extLst>
                    <a:ext uri="{9D8B030D-6E8A-4147-A177-3AD203B41FA5}">
                      <a16:colId xmlns:a16="http://schemas.microsoft.com/office/drawing/2014/main" val="2265104901"/>
                    </a:ext>
                  </a:extLst>
                </a:gridCol>
                <a:gridCol w="1878769">
                  <a:extLst>
                    <a:ext uri="{9D8B030D-6E8A-4147-A177-3AD203B41FA5}">
                      <a16:colId xmlns:a16="http://schemas.microsoft.com/office/drawing/2014/main" val="1413096817"/>
                    </a:ext>
                  </a:extLst>
                </a:gridCol>
              </a:tblGrid>
              <a:tr h="377636">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6023">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Accès aux programmes et aux données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3485902">
                <a:tc>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APD- 01</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nchor="ctr">
                    <a:solidFill>
                      <a:schemeClr val="accent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latin typeface="+mn-lt"/>
                          <a:ea typeface="Times New Roman" panose="02020603050405020304" pitchFamily="18" charset="0"/>
                          <a:cs typeface="+mn-cs"/>
                        </a:rPr>
                        <a:t>Les demandes d'accès à l'application sont dûment examinées et autorisées par la direction.</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a:txBody>
                    <a:bodyPr/>
                    <a:lstStyle/>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confirmé que les demandes de création de comptes  SAP-Navision-VLL ont été soumises via l’outil SCSM mis en place par la DSI de la société UHD.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Ces demandes ont été dûment approuvées par le responsable des applications et de développement.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De plus, nous avons vérifié que les rôles demandés correspondent à ceux qui ont été octroyés. </a:t>
                      </a:r>
                    </a:p>
                    <a:p>
                      <a:pPr marL="0" marR="0" lvl="0" indent="0" algn="just" defTabSz="914400" rtl="0" eaLnBrk="1" fontAlgn="auto" latinLnBrk="0" hangingPunct="1">
                        <a:lnSpc>
                          <a:spcPct val="100000"/>
                        </a:lnSpc>
                        <a:spcBef>
                          <a:spcPts val="0"/>
                        </a:spcBef>
                        <a:spcAft>
                          <a:spcPts val="1000"/>
                        </a:spcAft>
                        <a:buClr>
                          <a:srgbClr val="000000"/>
                        </a:buClr>
                        <a:buSzTx/>
                        <a:buFont typeface="Arial"/>
                        <a:buNone/>
                        <a:tabLst/>
                        <a:defRPr/>
                      </a:pPr>
                      <a:r>
                        <a:rPr lang="fr-FR" sz="900" b="1" i="0" u="sng" strike="noStrike" cap="none" noProof="0">
                          <a:solidFill>
                            <a:srgbClr val="000000"/>
                          </a:solidFill>
                          <a:latin typeface="+mn-lt"/>
                          <a:ea typeface="Arial"/>
                          <a:cs typeface="Arial"/>
                          <a:sym typeface="Wingdings" panose="05000000000000000000" pitchFamily="2" charset="2"/>
                        </a:rPr>
                        <a:t> Le Contrôle est concluant</a:t>
                      </a:r>
                      <a:endParaRPr lang="fr-FR" sz="900" b="0" i="0" u="none" strike="noStrike" cap="none" noProof="0">
                        <a:solidFill>
                          <a:schemeClr val="tx1"/>
                        </a:solidFill>
                        <a:effectLst/>
                        <a:latin typeface="+mn-lt"/>
                        <a:ea typeface="MS Mincho" panose="02020609040205080304" pitchFamily="49" charset="-128"/>
                        <a:cs typeface="+mn-cs"/>
                        <a:sym typeface="Arial"/>
                      </a:endParaRPr>
                    </a:p>
                    <a:p>
                      <a:pPr algn="just">
                        <a:lnSpc>
                          <a:spcPct val="115000"/>
                        </a:lnSpc>
                        <a:spcAft>
                          <a:spcPts val="1000"/>
                        </a:spcAft>
                        <a:buNone/>
                      </a:pPr>
                      <a:r>
                        <a:rPr lang="fr-FR" sz="900" noProof="0">
                          <a:solidFill>
                            <a:srgbClr val="FF0000"/>
                          </a:solidFill>
                          <a:effectLst/>
                          <a:latin typeface="+mn-lt"/>
                          <a:ea typeface="MS Mincho" panose="02020609040205080304" pitchFamily="49" charset="-128"/>
                          <a:cs typeface="Times New Roman" panose="02020603050405020304" pitchFamily="18" charset="0"/>
                        </a:rPr>
                        <a:t> </a:t>
                      </a:r>
                      <a:endParaRPr lang="fr-FR" sz="900" noProof="0">
                        <a:effectLst/>
                        <a:latin typeface="+mn-lt"/>
                        <a:ea typeface="MS Mincho" panose="02020609040205080304" pitchFamily="49" charset="-128"/>
                        <a:cs typeface="Times New Roman" panose="02020603050405020304" pitchFamily="18" charset="0"/>
                      </a:endParaRPr>
                    </a:p>
                    <a:p>
                      <a:pPr algn="just">
                        <a:lnSpc>
                          <a:spcPct val="115000"/>
                        </a:lnSpc>
                        <a:spcAft>
                          <a:spcPts val="1000"/>
                        </a:spcAft>
                        <a:buNone/>
                      </a:pPr>
                      <a:r>
                        <a:rPr lang="fr-FR" sz="900" noProof="0">
                          <a:solidFill>
                            <a:srgbClr val="000000"/>
                          </a:solidFill>
                          <a:effectLst/>
                          <a:latin typeface="+mn-lt"/>
                          <a:ea typeface="MS Mincho" panose="02020609040205080304" pitchFamily="49" charset="-128"/>
                          <a:cs typeface="Times New Roman" panose="02020603050405020304" pitchFamily="18" charset="0"/>
                        </a:rPr>
                        <a:t> </a:t>
                      </a:r>
                      <a:endParaRPr lang="fr-FR" sz="900" noProof="0">
                        <a:effectLst/>
                        <a:latin typeface="+mn-lt"/>
                        <a:ea typeface="MS Mincho" panose="02020609040205080304" pitchFamily="49" charset="-128"/>
                        <a:cs typeface="Times New Roman" panose="02020603050405020304" pitchFamily="18" charset="0"/>
                      </a:endParaRPr>
                    </a:p>
                  </a:txBody>
                  <a:tcPr marL="68580" marR="68580" marT="0" marB="0">
                    <a:solidFill>
                      <a:schemeClr val="bg1">
                        <a:lumMod val="95000"/>
                      </a:schemeClr>
                    </a:solidFill>
                  </a:tcPr>
                </a:tc>
                <a:tc>
                  <a:txBody>
                    <a:bodyPr/>
                    <a:lstStyle/>
                    <a:p>
                      <a:pPr marL="0" marR="0" lvl="0" indent="0" algn="ctr" rtl="0">
                        <a:lnSpc>
                          <a:spcPct val="100000"/>
                        </a:lnSpc>
                        <a:spcBef>
                          <a:spcPts val="0"/>
                        </a:spcBef>
                        <a:spcAft>
                          <a:spcPts val="0"/>
                        </a:spcAft>
                        <a:buClr>
                          <a:srgbClr val="000000"/>
                        </a:buClr>
                        <a:buSzPts val="900"/>
                        <a:buFont typeface="Noto Sans Symbols"/>
                        <a:buNone/>
                      </a:pPr>
                      <a:r>
                        <a:rPr lang="fr-FR" sz="900" b="1" i="0" u="none" strike="noStrike" cap="none" noProof="0">
                          <a:solidFill>
                            <a:srgbClr val="000000"/>
                          </a:solidFill>
                          <a:latin typeface="+mn-lt"/>
                          <a:ea typeface="Arial"/>
                          <a:cs typeface="Arial"/>
                          <a:sym typeface="Arial"/>
                        </a:rPr>
                        <a:t>Non applicable</a:t>
                      </a:r>
                    </a:p>
                  </a:txBody>
                  <a:tcPr anchor="ct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cap="none" noProof="0">
                          <a:solidFill>
                            <a:srgbClr val="000000"/>
                          </a:solidFill>
                          <a:latin typeface="+mn-lt"/>
                          <a:ea typeface="Arial"/>
                          <a:cs typeface="Arial"/>
                          <a:sym typeface="Arial"/>
                        </a:rPr>
                        <a:t>Non applicable</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53" name="Footer Placeholder 1">
            <a:extLst>
              <a:ext uri="{FF2B5EF4-FFF2-40B4-BE49-F238E27FC236}">
                <a16:creationId xmlns:a16="http://schemas.microsoft.com/office/drawing/2014/main" id="{80903848-0C13-1FEA-6A7D-40CDDAC74EA4}"/>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61" name="Google Shape;861;p107">
            <a:extLst>
              <a:ext uri="{FF2B5EF4-FFF2-40B4-BE49-F238E27FC236}">
                <a16:creationId xmlns:a16="http://schemas.microsoft.com/office/drawing/2014/main" id="{E6A870D0-7C46-68E4-34DC-F84D8CE8233B}"/>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spTree>
    <p:extLst>
      <p:ext uri="{BB962C8B-B14F-4D97-AF65-F5344CB8AC3E}">
        <p14:creationId xmlns:p14="http://schemas.microsoft.com/office/powerpoint/2010/main" val="235567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62FEE-F1C9-EE2E-1B83-70431783622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EFD14EA-18E3-DBCF-F0AB-2739DC7D58AC}"/>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17</a:t>
            </a:fld>
            <a:endParaRPr lang="fr-FR" noProof="0"/>
          </a:p>
        </p:txBody>
      </p:sp>
      <p:graphicFrame>
        <p:nvGraphicFramePr>
          <p:cNvPr id="33" name="Tableau 32">
            <a:extLst>
              <a:ext uri="{FF2B5EF4-FFF2-40B4-BE49-F238E27FC236}">
                <a16:creationId xmlns:a16="http://schemas.microsoft.com/office/drawing/2014/main" id="{FB52FDF3-D198-3739-F795-98C4A158CC1F}"/>
              </a:ext>
            </a:extLst>
          </p:cNvPr>
          <p:cNvGraphicFramePr>
            <a:graphicFrameLocks noGrp="1"/>
          </p:cNvGraphicFramePr>
          <p:nvPr>
            <p:custDataLst>
              <p:tags r:id="rId1"/>
            </p:custDataLst>
            <p:extLst>
              <p:ext uri="{D42A27DB-BD31-4B8C-83A1-F6EECF244321}">
                <p14:modId xmlns:p14="http://schemas.microsoft.com/office/powerpoint/2010/main" val="560766789"/>
              </p:ext>
            </p:extLst>
          </p:nvPr>
        </p:nvGraphicFramePr>
        <p:xfrm>
          <a:off x="0" y="528321"/>
          <a:ext cx="9143999" cy="4097923"/>
        </p:xfrm>
        <a:graphic>
          <a:graphicData uri="http://schemas.openxmlformats.org/drawingml/2006/table">
            <a:tbl>
              <a:tblPr firstRow="1" firstCol="1" bandRow="1">
                <a:tableStyleId>{5C22544A-7EE6-4342-B048-85BDC9FD1C3A}</a:tableStyleId>
              </a:tblPr>
              <a:tblGrid>
                <a:gridCol w="439994">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215204">
                  <a:extLst>
                    <a:ext uri="{9D8B030D-6E8A-4147-A177-3AD203B41FA5}">
                      <a16:colId xmlns:a16="http://schemas.microsoft.com/office/drawing/2014/main" val="2265104901"/>
                    </a:ext>
                  </a:extLst>
                </a:gridCol>
                <a:gridCol w="1888697">
                  <a:extLst>
                    <a:ext uri="{9D8B030D-6E8A-4147-A177-3AD203B41FA5}">
                      <a16:colId xmlns:a16="http://schemas.microsoft.com/office/drawing/2014/main" val="1413096817"/>
                    </a:ext>
                  </a:extLst>
                </a:gridCol>
              </a:tblGrid>
              <a:tr h="361668">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2604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Accès aux programmes et aux données </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766429">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APD- 02</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nchor="ctr">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latin typeface="+mn-lt"/>
                          <a:ea typeface="Times New Roman" panose="02020603050405020304" pitchFamily="18" charset="0"/>
                          <a:cs typeface="+mn-cs"/>
                        </a:rPr>
                        <a:t>Les droits d'accès des utilisateurs des applications terminées sont supprimés en temps opportun</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rowSpan="3">
                  <a:txBody>
                    <a:bodyPr/>
                    <a:lstStyle/>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À la suite de nos tests, nous avons identifié  </a:t>
                      </a:r>
                      <a:r>
                        <a:rPr lang="fr-FR" sz="900" b="1" i="0" u="none" strike="noStrike" cap="none" noProof="0">
                          <a:solidFill>
                            <a:schemeClr val="tx1"/>
                          </a:solidFill>
                          <a:effectLst/>
                          <a:latin typeface="+mn-lt"/>
                          <a:ea typeface="MS Mincho" panose="02020609040205080304" pitchFamily="49" charset="-128"/>
                          <a:cs typeface="+mn-cs"/>
                          <a:sym typeface="Arial"/>
                        </a:rPr>
                        <a:t>3 comptes actifs </a:t>
                      </a:r>
                      <a:r>
                        <a:rPr lang="fr-FR" sz="900" b="0" i="0" u="none" strike="noStrike" cap="none" noProof="0">
                          <a:solidFill>
                            <a:schemeClr val="tx1"/>
                          </a:solidFill>
                          <a:effectLst/>
                          <a:latin typeface="+mn-lt"/>
                          <a:ea typeface="MS Mincho" panose="02020609040205080304" pitchFamily="49" charset="-128"/>
                          <a:cs typeface="+mn-cs"/>
                          <a:sym typeface="Arial"/>
                        </a:rPr>
                        <a:t>(</a:t>
                      </a:r>
                      <a:r>
                        <a:rPr lang="fr-FR" sz="900" b="0"/>
                        <a:t>Hi</a:t>
                      </a:r>
                      <a:r>
                        <a:rPr lang="fr-FR" sz="900"/>
                        <a:t>chem JELLAZI, Lotfi GHEZAIL, Marouen TIMOUMI) </a:t>
                      </a:r>
                      <a:r>
                        <a:rPr lang="fr-FR" sz="900" b="0" i="0" u="none" strike="noStrike" cap="none" noProof="0">
                          <a:solidFill>
                            <a:schemeClr val="tx1"/>
                          </a:solidFill>
                          <a:effectLst/>
                          <a:latin typeface="+mn-lt"/>
                          <a:ea typeface="MS Mincho" panose="02020609040205080304" pitchFamily="49" charset="-128"/>
                          <a:cs typeface="+mn-cs"/>
                          <a:sym typeface="Arial"/>
                        </a:rPr>
                        <a:t>appartenant à des collaborateurs sortants (les comptes RadioPad). Ces comptes ont été désactivés suite à notre intervention.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identifié également </a:t>
                      </a:r>
                      <a:r>
                        <a:rPr lang="fr-FR" sz="900" b="1" i="0" u="none" strike="noStrike" cap="none" noProof="0">
                          <a:solidFill>
                            <a:schemeClr val="tx1"/>
                          </a:solidFill>
                          <a:effectLst/>
                          <a:latin typeface="+mn-lt"/>
                          <a:ea typeface="MS Mincho" panose="02020609040205080304" pitchFamily="49" charset="-128"/>
                          <a:cs typeface="+mn-cs"/>
                          <a:sym typeface="Arial"/>
                        </a:rPr>
                        <a:t>22 comptes ayant effectué des connexions post-départ</a:t>
                      </a:r>
                      <a:r>
                        <a:rPr lang="fr-FR" sz="900" b="0" i="0" u="none" strike="noStrike" cap="none" noProof="0">
                          <a:solidFill>
                            <a:schemeClr val="tx1"/>
                          </a:solidFill>
                          <a:effectLst/>
                          <a:latin typeface="+mn-lt"/>
                          <a:ea typeface="MS Mincho" panose="02020609040205080304" pitchFamily="49" charset="-128"/>
                          <a:cs typeface="+mn-cs"/>
                          <a:sym typeface="Arial"/>
                        </a:rPr>
                        <a:t>.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Suite à nos analyses au niveau de la table BKPF, nous avons identifié </a:t>
                      </a:r>
                      <a:r>
                        <a:rPr lang="fr-FR" sz="900" b="1" i="0" u="none" strike="noStrike" cap="none" noProof="0">
                          <a:solidFill>
                            <a:schemeClr val="tx1"/>
                          </a:solidFill>
                          <a:effectLst/>
                          <a:latin typeface="+mn-lt"/>
                          <a:ea typeface="MS Mincho" panose="02020609040205080304" pitchFamily="49" charset="-128"/>
                          <a:cs typeface="+mn-cs"/>
                          <a:sym typeface="Arial"/>
                        </a:rPr>
                        <a:t>8 utilisateurs</a:t>
                      </a:r>
                      <a:r>
                        <a:rPr lang="fr-FR" sz="900" b="0" i="0" u="none" strike="noStrike" cap="none" noProof="0">
                          <a:solidFill>
                            <a:schemeClr val="tx1"/>
                          </a:solidFill>
                          <a:effectLst/>
                          <a:latin typeface="+mn-lt"/>
                          <a:ea typeface="MS Mincho" panose="02020609040205080304" pitchFamily="49" charset="-128"/>
                          <a:cs typeface="+mn-cs"/>
                          <a:sym typeface="Arial"/>
                        </a:rPr>
                        <a:t> (Nejib DRIDI, Slim RIAHI,  Mohamed AYADI,  Makrem OUNLI,  Ilyes BOUNAAJA,  Hamza RABIAA,  Bilel CHOUARI, Ahmed BECHIKH) ayant passé des écritures comptables.</a:t>
                      </a:r>
                    </a:p>
                    <a:p>
                      <a:pPr marL="457200" algn="just">
                        <a:lnSpc>
                          <a:spcPct val="100000"/>
                        </a:lnSpc>
                        <a:buNone/>
                      </a:pPr>
                      <a:r>
                        <a:rPr lang="fr-FR" sz="900" b="0" i="0" u="none" strike="noStrike" cap="none" noProof="0">
                          <a:solidFill>
                            <a:schemeClr val="tx1"/>
                          </a:solidFill>
                          <a:effectLst/>
                          <a:latin typeface="+mn-lt"/>
                          <a:ea typeface="MS Mincho" panose="02020609040205080304" pitchFamily="49" charset="-128"/>
                          <a:cs typeface="+mn-cs"/>
                          <a:sym typeface="Arial"/>
                        </a:rPr>
                        <a:t> </a:t>
                      </a:r>
                    </a:p>
                    <a:p>
                      <a:pPr marL="0" lvl="0" indent="0" algn="just">
                        <a:lnSpc>
                          <a:spcPct val="100000"/>
                        </a:lnSpc>
                        <a:spcAft>
                          <a:spcPts val="1200"/>
                        </a:spcAft>
                        <a:buFont typeface="+mj-l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vérifié avec l’équipe Core Audit la nature des ses transactions et nous avons conclus qu’il s’agit d’écritures de gestion de stock légitimes.</a:t>
                      </a:r>
                    </a:p>
                  </a:txBody>
                  <a:tcPr marL="68580" marR="68580"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r>
                        <a:rPr lang="fr-FR" sz="900" b="0" i="0" u="none" strike="noStrike" cap="none">
                          <a:solidFill>
                            <a:srgbClr val="000000"/>
                          </a:solidFill>
                          <a:latin typeface="+mn-lt"/>
                          <a:ea typeface="Arial" panose="020B0604020202020204" pitchFamily="34" charset="0"/>
                          <a:cs typeface="Arial"/>
                          <a:sym typeface="Arial"/>
                        </a:rPr>
                        <a:t>Mettre à jour systématiquement les autorisations d'accès en cas de départ d’un utilisateur.</a:t>
                      </a: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endParaRPr lang="fr-FR" sz="900" b="0" i="0" u="none" strike="noStrike" cap="none">
                        <a:solidFill>
                          <a:srgbClr val="000000"/>
                        </a:solidFill>
                        <a:latin typeface="+mn-lt"/>
                        <a:ea typeface="Arial" panose="020B0604020202020204" pitchFamily="34" charset="0"/>
                        <a:cs typeface="Arial"/>
                        <a:sym typeface="Arial"/>
                      </a:endParaRP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r>
                        <a:rPr lang="fr-FR" sz="900" b="0" i="0" u="none" strike="noStrike" cap="none">
                          <a:solidFill>
                            <a:srgbClr val="000000"/>
                          </a:solidFill>
                          <a:latin typeface="+mn-lt"/>
                          <a:ea typeface="Arial" panose="020B0604020202020204" pitchFamily="34" charset="0"/>
                          <a:cs typeface="Arial"/>
                          <a:sym typeface="Arial"/>
                        </a:rPr>
                        <a:t>Mettre en place des mécanismes de journalisation pour suivre toutes les transactions effectuées par les comptes utilisateurs, y compris après leur départ.</a:t>
                      </a: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endParaRPr lang="fr-FR" sz="900" b="0" i="0" u="none" strike="noStrike" cap="none">
                        <a:solidFill>
                          <a:srgbClr val="000000"/>
                        </a:solidFill>
                        <a:latin typeface="+mn-lt"/>
                        <a:ea typeface="Arial" panose="020B0604020202020204" pitchFamily="34" charset="0"/>
                        <a:cs typeface="Arial"/>
                        <a:sym typeface="Arial"/>
                      </a:endParaRP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r>
                        <a:rPr lang="fr-FR" sz="900" b="0" i="0" u="none" strike="noStrike" cap="none">
                          <a:solidFill>
                            <a:srgbClr val="000000"/>
                          </a:solidFill>
                          <a:latin typeface="+mn-lt"/>
                          <a:ea typeface="Arial" panose="020B0604020202020204" pitchFamily="34" charset="0"/>
                          <a:cs typeface="Arial"/>
                          <a:sym typeface="Arial"/>
                        </a:rPr>
                        <a:t>De plus, la société devrait mettre en place un processus de revue pour s’assurer que tous les comptes ont bien été désactivés</a:t>
                      </a:r>
                      <a:endParaRPr lang="fr-FR" sz="900" u="none" strike="noStrike" cap="none"/>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117202">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La création ou la modification de fournisseurs et de bénéficiaires de paiements.​</a:t>
                      </a:r>
                    </a:p>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L’exécution de paiement (transactions comme F110)​</a:t>
                      </a:r>
                    </a:p>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Accès non autorisés avec risque de modification de données comptables de rapports financiers ou de clôtures</a:t>
                      </a:r>
                    </a:p>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Usurpation d’identité.</a:t>
                      </a:r>
                    </a:p>
                  </a:txBody>
                  <a:tcPr anchor="ctr">
                    <a:solidFill>
                      <a:schemeClr val="bg1">
                        <a:lumMod val="95000"/>
                      </a:schemeClr>
                    </a:solidFill>
                  </a:tcPr>
                </a:tc>
                <a:extLst>
                  <a:ext uri="{0D108BD9-81ED-4DB2-BD59-A6C34878D82A}">
                    <a16:rowId xmlns:a16="http://schemas.microsoft.com/office/drawing/2014/main" val="1132631310"/>
                  </a:ext>
                </a:extLst>
              </a:tr>
              <a:tr h="619932">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nchor="ctr">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0" lvl="0" indent="0" algn="just">
                        <a:lnSpc>
                          <a:spcPct val="100000"/>
                        </a:lnSpc>
                        <a:spcAft>
                          <a:spcPts val="1200"/>
                        </a:spcAft>
                        <a:buFont typeface="+mj-lt"/>
                        <a:buNone/>
                      </a:pPr>
                      <a:endParaRPr lang="fr-FR" sz="900" b="0" i="0" u="none" strike="noStrike" cap="none" noProof="0">
                        <a:solidFill>
                          <a:schemeClr val="tx1"/>
                        </a:solidFill>
                        <a:effectLst/>
                        <a:latin typeface="+mn-lt"/>
                        <a:ea typeface="MS Mincho" panose="02020609040205080304" pitchFamily="49" charset="-128"/>
                        <a:cs typeface="+mn-cs"/>
                        <a:sym typeface="Arial"/>
                      </a:endParaRPr>
                    </a:p>
                  </a:txBody>
                  <a:tcPr marL="68580" marR="68580" marT="0" marB="0">
                    <a:solidFill>
                      <a:schemeClr val="bg1">
                        <a:lumMod val="95000"/>
                      </a:schemeClr>
                    </a:solidFill>
                  </a:tcPr>
                </a:tc>
                <a:tc vMerge="1">
                  <a:txBody>
                    <a:bodyPr/>
                    <a:lstStyle/>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3">
                              <a:lumMod val="50000"/>
                            </a:schemeClr>
                          </a:solidFill>
                          <a:effectLst/>
                          <a:latin typeface="+mn-lt"/>
                          <a:ea typeface="Times New Roman" panose="02020603050405020304" pitchFamily="18" charset="0"/>
                          <a:cs typeface="+mn-cs"/>
                        </a:rPr>
                        <a:t>Priorité de traitement : 1</a:t>
                      </a:r>
                    </a:p>
                  </a:txBody>
                  <a:tcPr anchor="ctr">
                    <a:solidFill>
                      <a:schemeClr val="bg1">
                        <a:lumMod val="95000"/>
                      </a:schemeClr>
                    </a:solidFill>
                  </a:tcPr>
                </a:tc>
                <a:extLst>
                  <a:ext uri="{0D108BD9-81ED-4DB2-BD59-A6C34878D82A}">
                    <a16:rowId xmlns:a16="http://schemas.microsoft.com/office/drawing/2014/main" val="3875086344"/>
                  </a:ext>
                </a:extLst>
              </a:tr>
            </a:tbl>
          </a:graphicData>
        </a:graphic>
      </p:graphicFrame>
      <p:sp>
        <p:nvSpPr>
          <p:cNvPr id="53" name="Footer Placeholder 1">
            <a:extLst>
              <a:ext uri="{FF2B5EF4-FFF2-40B4-BE49-F238E27FC236}">
                <a16:creationId xmlns:a16="http://schemas.microsoft.com/office/drawing/2014/main" id="{19672270-9046-4CCF-7DCE-EC7956C3924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61" name="Google Shape;861;p107">
            <a:extLst>
              <a:ext uri="{FF2B5EF4-FFF2-40B4-BE49-F238E27FC236}">
                <a16:creationId xmlns:a16="http://schemas.microsoft.com/office/drawing/2014/main" id="{541068F9-E2B2-21A6-A7A6-8916DE2DF838}"/>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grpSp>
        <p:nvGrpSpPr>
          <p:cNvPr id="17" name="Groupe 16">
            <a:extLst>
              <a:ext uri="{FF2B5EF4-FFF2-40B4-BE49-F238E27FC236}">
                <a16:creationId xmlns:a16="http://schemas.microsoft.com/office/drawing/2014/main" id="{3818D21F-7697-02AA-4A7D-B6D85621DAB4}"/>
              </a:ext>
            </a:extLst>
          </p:cNvPr>
          <p:cNvGrpSpPr/>
          <p:nvPr/>
        </p:nvGrpSpPr>
        <p:grpSpPr>
          <a:xfrm>
            <a:off x="7362180" y="1216823"/>
            <a:ext cx="1743075" cy="549051"/>
            <a:chOff x="1105481" y="3743236"/>
            <a:chExt cx="1537189" cy="449502"/>
          </a:xfrm>
        </p:grpSpPr>
        <p:grpSp>
          <p:nvGrpSpPr>
            <p:cNvPr id="18" name="Google Shape;933;p114">
              <a:extLst>
                <a:ext uri="{FF2B5EF4-FFF2-40B4-BE49-F238E27FC236}">
                  <a16:creationId xmlns:a16="http://schemas.microsoft.com/office/drawing/2014/main" id="{DE39B475-F3C2-D979-63FE-0387FD1E6073}"/>
                </a:ext>
              </a:extLst>
            </p:cNvPr>
            <p:cNvGrpSpPr/>
            <p:nvPr/>
          </p:nvGrpSpPr>
          <p:grpSpPr>
            <a:xfrm>
              <a:off x="1105481" y="3797094"/>
              <a:ext cx="1535914" cy="216242"/>
              <a:chOff x="7492226" y="4261382"/>
              <a:chExt cx="2484000" cy="341878"/>
            </a:xfrm>
          </p:grpSpPr>
          <p:sp>
            <p:nvSpPr>
              <p:cNvPr id="26" name="Google Shape;934;p114">
                <a:extLst>
                  <a:ext uri="{FF2B5EF4-FFF2-40B4-BE49-F238E27FC236}">
                    <a16:creationId xmlns:a16="http://schemas.microsoft.com/office/drawing/2014/main" id="{31847B41-696A-3654-6507-21BD162D691F}"/>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7" name="Google Shape;935;p114">
                <a:extLst>
                  <a:ext uri="{FF2B5EF4-FFF2-40B4-BE49-F238E27FC236}">
                    <a16:creationId xmlns:a16="http://schemas.microsoft.com/office/drawing/2014/main" id="{0837B990-BCC7-5E2C-1D90-5BFA30B19066}"/>
                  </a:ext>
                </a:extLst>
              </p:cNvPr>
              <p:cNvGrpSpPr/>
              <p:nvPr/>
            </p:nvGrpSpPr>
            <p:grpSpPr>
              <a:xfrm>
                <a:off x="8314794" y="4480199"/>
                <a:ext cx="828918" cy="123061"/>
                <a:chOff x="1493828" y="2467991"/>
                <a:chExt cx="828918" cy="144016"/>
              </a:xfrm>
            </p:grpSpPr>
            <p:cxnSp>
              <p:nvCxnSpPr>
                <p:cNvPr id="28" name="Google Shape;936;p114">
                  <a:extLst>
                    <a:ext uri="{FF2B5EF4-FFF2-40B4-BE49-F238E27FC236}">
                      <a16:creationId xmlns:a16="http://schemas.microsoft.com/office/drawing/2014/main" id="{E74456C9-EA40-A5C2-85C2-8C4A87A99C13}"/>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29" name="Google Shape;937;p114">
                  <a:extLst>
                    <a:ext uri="{FF2B5EF4-FFF2-40B4-BE49-F238E27FC236}">
                      <a16:creationId xmlns:a16="http://schemas.microsoft.com/office/drawing/2014/main" id="{AD694EB1-F6B2-F4CE-E159-671782B3396A}"/>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19" name="Google Shape;938;p114">
              <a:extLst>
                <a:ext uri="{FF2B5EF4-FFF2-40B4-BE49-F238E27FC236}">
                  <a16:creationId xmlns:a16="http://schemas.microsoft.com/office/drawing/2014/main" id="{1F46E216-2CFD-92D1-C306-E430E00D0865}"/>
                </a:ext>
              </a:extLst>
            </p:cNvPr>
            <p:cNvGrpSpPr/>
            <p:nvPr/>
          </p:nvGrpSpPr>
          <p:grpSpPr>
            <a:xfrm>
              <a:off x="2111649" y="3743236"/>
              <a:ext cx="531021" cy="230906"/>
              <a:chOff x="9141172" y="4177369"/>
              <a:chExt cx="828000" cy="360040"/>
            </a:xfrm>
          </p:grpSpPr>
          <p:sp>
            <p:nvSpPr>
              <p:cNvPr id="23" name="Google Shape;939;p114">
                <a:extLst>
                  <a:ext uri="{FF2B5EF4-FFF2-40B4-BE49-F238E27FC236}">
                    <a16:creationId xmlns:a16="http://schemas.microsoft.com/office/drawing/2014/main" id="{77EFBC28-E8C3-8B67-D580-D3C57D493E1D}"/>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24" name="Google Shape;940;p114">
                <a:extLst>
                  <a:ext uri="{FF2B5EF4-FFF2-40B4-BE49-F238E27FC236}">
                    <a16:creationId xmlns:a16="http://schemas.microsoft.com/office/drawing/2014/main" id="{6031C01D-A56E-A370-7EF2-A9612703EBBA}"/>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25" name="Google Shape;941;p114">
                <a:extLst>
                  <a:ext uri="{FF2B5EF4-FFF2-40B4-BE49-F238E27FC236}">
                    <a16:creationId xmlns:a16="http://schemas.microsoft.com/office/drawing/2014/main" id="{78161C89-9ECD-717E-3E5F-47D5874452C7}"/>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20" name="Google Shape;942;p114">
              <a:extLst>
                <a:ext uri="{FF2B5EF4-FFF2-40B4-BE49-F238E27FC236}">
                  <a16:creationId xmlns:a16="http://schemas.microsoft.com/office/drawing/2014/main" id="{B490B6B2-1981-027D-2C8A-71761B478E8A}"/>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21" name="Google Shape;943;p114">
              <a:extLst>
                <a:ext uri="{FF2B5EF4-FFF2-40B4-BE49-F238E27FC236}">
                  <a16:creationId xmlns:a16="http://schemas.microsoft.com/office/drawing/2014/main" id="{D611B4BF-C91C-0AD3-14FE-9FB920150881}"/>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2" name="Google Shape;944;p114">
              <a:extLst>
                <a:ext uri="{FF2B5EF4-FFF2-40B4-BE49-F238E27FC236}">
                  <a16:creationId xmlns:a16="http://schemas.microsoft.com/office/drawing/2014/main" id="{B88352FB-3012-FAB6-3DA0-B7DD82D4AEAF}"/>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126593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8A7C8-6070-C746-FB7D-6FAFB4BBF3F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1330E0C-30FB-B188-E139-E51EE0CB9C55}"/>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18</a:t>
            </a:fld>
            <a:endParaRPr lang="fr-FR" noProof="0"/>
          </a:p>
        </p:txBody>
      </p:sp>
      <p:graphicFrame>
        <p:nvGraphicFramePr>
          <p:cNvPr id="33" name="Tableau 32">
            <a:extLst>
              <a:ext uri="{FF2B5EF4-FFF2-40B4-BE49-F238E27FC236}">
                <a16:creationId xmlns:a16="http://schemas.microsoft.com/office/drawing/2014/main" id="{D19280FF-20B4-C8C5-3E90-CC7C213B4C21}"/>
              </a:ext>
            </a:extLst>
          </p:cNvPr>
          <p:cNvGraphicFramePr>
            <a:graphicFrameLocks noGrp="1"/>
          </p:cNvGraphicFramePr>
          <p:nvPr>
            <p:custDataLst>
              <p:tags r:id="rId1"/>
            </p:custDataLst>
            <p:extLst>
              <p:ext uri="{D42A27DB-BD31-4B8C-83A1-F6EECF244321}">
                <p14:modId xmlns:p14="http://schemas.microsoft.com/office/powerpoint/2010/main" val="1823871723"/>
              </p:ext>
            </p:extLst>
          </p:nvPr>
        </p:nvGraphicFramePr>
        <p:xfrm>
          <a:off x="0" y="528321"/>
          <a:ext cx="9144001" cy="4105672"/>
        </p:xfrm>
        <a:graphic>
          <a:graphicData uri="http://schemas.openxmlformats.org/drawingml/2006/table">
            <a:tbl>
              <a:tblPr firstRow="1" firstCol="1" bandRow="1">
                <a:tableStyleId>{5C22544A-7EE6-4342-B048-85BDC9FD1C3A}</a:tableStyleId>
              </a:tblPr>
              <a:tblGrid>
                <a:gridCol w="439994">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50">
                  <a:extLst>
                    <a:ext uri="{9D8B030D-6E8A-4147-A177-3AD203B41FA5}">
                      <a16:colId xmlns:a16="http://schemas.microsoft.com/office/drawing/2014/main" val="4057883698"/>
                    </a:ext>
                  </a:extLst>
                </a:gridCol>
                <a:gridCol w="2274756">
                  <a:extLst>
                    <a:ext uri="{9D8B030D-6E8A-4147-A177-3AD203B41FA5}">
                      <a16:colId xmlns:a16="http://schemas.microsoft.com/office/drawing/2014/main" val="2265104901"/>
                    </a:ext>
                  </a:extLst>
                </a:gridCol>
                <a:gridCol w="1829146">
                  <a:extLst>
                    <a:ext uri="{9D8B030D-6E8A-4147-A177-3AD203B41FA5}">
                      <a16:colId xmlns:a16="http://schemas.microsoft.com/office/drawing/2014/main" val="1413096817"/>
                    </a:ext>
                  </a:extLst>
                </a:gridCol>
              </a:tblGrid>
              <a:tr h="379040">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6900">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Accès aux programmes et aux données </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84539">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APD-03</a:t>
                      </a:r>
                      <a:endParaRPr lang="fr-FR" sz="900" b="1" i="0" u="none" strike="noStrike" cap="none" noProof="0">
                        <a:solidFill>
                          <a:schemeClr val="bg1"/>
                        </a:solidFill>
                        <a:effectLst/>
                        <a:latin typeface="+mn-lt"/>
                        <a:ea typeface="MS Mincho" panose="02020609040205080304" pitchFamily="49" charset="-128"/>
                        <a:cs typeface="+mn-cs"/>
                        <a:sym typeface="Arial"/>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i="0" u="none" strike="noStrike" cap="none" noProof="0">
                        <a:solidFill>
                          <a:schemeClr val="tx1"/>
                        </a:solidFill>
                        <a:effectLst/>
                        <a:latin typeface="+mn-lt"/>
                        <a:ea typeface="MS Mincho" panose="02020609040205080304" pitchFamily="49" charset="-128"/>
                        <a:cs typeface="+mn-cs"/>
                        <a:sym typeface="Arial"/>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i="0" u="none" strike="noStrike" cap="none" noProof="0">
                        <a:solidFill>
                          <a:schemeClr val="tx1"/>
                        </a:solidFill>
                        <a:effectLst/>
                        <a:latin typeface="+mn-lt"/>
                        <a:ea typeface="MS Mincho" panose="02020609040205080304" pitchFamily="49" charset="-128"/>
                        <a:cs typeface="+mn-cs"/>
                        <a:sym typeface="Arial"/>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i="0" u="none" strike="noStrike" cap="none" noProof="0">
                        <a:solidFill>
                          <a:schemeClr val="tx1"/>
                        </a:solidFill>
                        <a:effectLst/>
                        <a:latin typeface="+mn-lt"/>
                        <a:ea typeface="MS Mincho" panose="02020609040205080304" pitchFamily="49" charset="-128"/>
                        <a:cs typeface="+mn-cs"/>
                        <a:sym typeface="Arial"/>
                      </a:endParaRPr>
                    </a:p>
                  </a:txBody>
                  <a:tcPr anchor="ctr">
                    <a:solidFill>
                      <a:schemeClr val="accent1"/>
                    </a:solidFill>
                  </a:tcPr>
                </a:tc>
                <a:tc rowSpan="3">
                  <a:txBody>
                    <a:bodyPr/>
                    <a:lstStyle/>
                    <a:p>
                      <a:pPr algn="just">
                        <a:lnSpc>
                          <a:spcPct val="150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Les droits d'accès aux applications sont périodiquement contrôlés pour s'assurer de leur pertinence.</a:t>
                      </a:r>
                    </a:p>
                  </a:txBody>
                  <a:tcPr marL="89535" marR="89535" marT="0" marB="0">
                    <a:solidFill>
                      <a:schemeClr val="bg1">
                        <a:lumMod val="95000"/>
                      </a:schemeClr>
                    </a:solidFill>
                  </a:tcPr>
                </a:tc>
                <a:tc rowSpan="3">
                  <a:txBody>
                    <a:bodyPr/>
                    <a:lstStyle/>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constaté que UHD ne dispose pas d'une procédure traitant le processus de re-certification des accès au sein de la société UHD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De plus, aucune revue périodique des accès sur les applications  SAP, Navision, VLL et VLP n'a été effectué durant l'exercice FY24.</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p>
                      <a:pPr marL="0" marR="0" lvl="0" indent="0" algn="just" rtl="0">
                        <a:lnSpc>
                          <a:spcPct val="100000"/>
                        </a:lnSpc>
                        <a:spcBef>
                          <a:spcPts val="200"/>
                        </a:spcBef>
                        <a:spcAft>
                          <a:spcPts val="0"/>
                        </a:spcAft>
                        <a:buClr>
                          <a:schemeClr val="dk2"/>
                        </a:buClr>
                        <a:buSzPts val="900"/>
                        <a:buFont typeface="Arial" panose="020B0604020202020204" pitchFamily="34" charset="0"/>
                        <a:buNone/>
                      </a:pPr>
                      <a:r>
                        <a:rPr lang="fr-FR" sz="900" b="0" i="0" u="none" strike="noStrike" cap="none">
                          <a:solidFill>
                            <a:srgbClr val="000000"/>
                          </a:solidFill>
                          <a:latin typeface="+mn-lt"/>
                          <a:ea typeface="Arial"/>
                          <a:cs typeface="Arial"/>
                          <a:sym typeface="Arial"/>
                        </a:rPr>
                        <a:t>UHD gagnerait à sécuriser davantage son système de gestion des accès en s’inspirant des actions listées ci-dessous :</a:t>
                      </a:r>
                    </a:p>
                    <a:p>
                      <a:pPr marL="0" marR="0" lvl="0" indent="0" algn="just" rtl="0">
                        <a:lnSpc>
                          <a:spcPct val="100000"/>
                        </a:lnSpc>
                        <a:spcBef>
                          <a:spcPts val="200"/>
                        </a:spcBef>
                        <a:spcAft>
                          <a:spcPts val="0"/>
                        </a:spcAft>
                        <a:buClr>
                          <a:schemeClr val="dk2"/>
                        </a:buClr>
                        <a:buSzPts val="900"/>
                        <a:buFont typeface="Arial" panose="020B0604020202020204" pitchFamily="34" charset="0"/>
                        <a:buNone/>
                      </a:pPr>
                      <a:endParaRPr lang="fr-FR" sz="900" b="0" i="0" u="none" strike="noStrike" cap="none">
                        <a:solidFill>
                          <a:srgbClr val="000000"/>
                        </a:solidFill>
                        <a:latin typeface="+mn-lt"/>
                        <a:ea typeface="Arial"/>
                        <a:cs typeface="Arial"/>
                        <a:sym typeface="Arial"/>
                      </a:endParaRPr>
                    </a:p>
                    <a:p>
                      <a:pPr marL="0" marR="0" lvl="0" indent="0" algn="just" rtl="0">
                        <a:lnSpc>
                          <a:spcPct val="100000"/>
                        </a:lnSpc>
                        <a:spcBef>
                          <a:spcPts val="200"/>
                        </a:spcBef>
                        <a:spcAft>
                          <a:spcPts val="0"/>
                        </a:spcAft>
                        <a:buClr>
                          <a:schemeClr val="dk2"/>
                        </a:buClr>
                        <a:buSzPts val="900"/>
                        <a:buFont typeface="Arial" panose="020B0604020202020204" pitchFamily="34" charset="0"/>
                        <a:buNone/>
                      </a:pPr>
                      <a:r>
                        <a:rPr lang="fr-FR" sz="900" b="0" i="0" u="none" strike="noStrike" cap="none">
                          <a:solidFill>
                            <a:srgbClr val="000000"/>
                          </a:solidFill>
                          <a:latin typeface="+mn-lt"/>
                          <a:ea typeface="Arial"/>
                          <a:cs typeface="Arial"/>
                          <a:sym typeface="Arial"/>
                        </a:rPr>
                        <a:t>• Renforcer la procédure de gestion des accès et veiller à sa bonne application. Cette procédure devrait détailler le processus de revue des comptes utilisateurs et administrateurs à travers des différentes couches APP, BD et OS. </a:t>
                      </a:r>
                      <a:br>
                        <a:rPr lang="fr-FR" sz="900" b="0" i="0" u="none" strike="noStrike" cap="none">
                          <a:solidFill>
                            <a:srgbClr val="000000"/>
                          </a:solidFill>
                          <a:latin typeface="+mn-lt"/>
                          <a:ea typeface="Arial"/>
                          <a:cs typeface="Arial"/>
                          <a:sym typeface="Arial"/>
                        </a:rPr>
                      </a:br>
                      <a:endParaRPr lang="fr-FR" sz="900" b="0" i="0" u="none" strike="noStrike" cap="none">
                        <a:solidFill>
                          <a:srgbClr val="000000"/>
                        </a:solidFill>
                        <a:latin typeface="+mn-lt"/>
                        <a:ea typeface="Arial"/>
                        <a:cs typeface="Arial"/>
                        <a:sym typeface="Arial"/>
                      </a:endParaRPr>
                    </a:p>
                    <a:p>
                      <a:pPr marL="0" marR="0" lvl="0" indent="0" algn="just" rtl="0">
                        <a:lnSpc>
                          <a:spcPct val="100000"/>
                        </a:lnSpc>
                        <a:spcBef>
                          <a:spcPts val="200"/>
                        </a:spcBef>
                        <a:spcAft>
                          <a:spcPts val="0"/>
                        </a:spcAft>
                        <a:buClr>
                          <a:schemeClr val="dk2"/>
                        </a:buClr>
                        <a:buSzPts val="900"/>
                        <a:buFont typeface="Arial" panose="020B0604020202020204" pitchFamily="34" charset="0"/>
                        <a:buNone/>
                      </a:pPr>
                      <a:r>
                        <a:rPr lang="fr-FR" sz="900" b="0" i="0" u="none" strike="noStrike" cap="none">
                          <a:solidFill>
                            <a:srgbClr val="000000"/>
                          </a:solidFill>
                          <a:latin typeface="+mn-lt"/>
                          <a:ea typeface="Arial"/>
                          <a:cs typeface="Arial"/>
                          <a:sym typeface="Arial"/>
                        </a:rPr>
                        <a:t>Elle devrait être basée sur une matrice de ségrégation des tâches (SOD) pour associer chaque compte au profil approprié.</a:t>
                      </a: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123268">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kern="1200" cap="none" baseline="0" noProof="0">
                          <a:solidFill>
                            <a:schemeClr val="tx1"/>
                          </a:solidFill>
                          <a:effectLst/>
                          <a:latin typeface="+mn-lt"/>
                          <a:ea typeface="Times New Roman" panose="02020603050405020304" pitchFamily="18" charset="0"/>
                          <a:cs typeface="+mn-cs"/>
                          <a:sym typeface="Arial"/>
                        </a:rPr>
                        <a:t>Accès non autorisés avec risque de modification des données accidentelle ou à des fins frauduleuses</a:t>
                      </a:r>
                    </a:p>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kern="1200" cap="none" baseline="0" noProof="0">
                          <a:solidFill>
                            <a:schemeClr val="tx1"/>
                          </a:solidFill>
                          <a:effectLst/>
                          <a:latin typeface="+mn-lt"/>
                          <a:ea typeface="Times New Roman" panose="02020603050405020304" pitchFamily="18" charset="0"/>
                          <a:cs typeface="+mn-cs"/>
                          <a:sym typeface="Arial"/>
                        </a:rPr>
                        <a:t>Cumul de tâches incompatibles.</a:t>
                      </a:r>
                    </a:p>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kern="1200" cap="none" baseline="0" noProof="0">
                          <a:solidFill>
                            <a:schemeClr val="tx1"/>
                          </a:solidFill>
                          <a:effectLst/>
                          <a:latin typeface="+mn-lt"/>
                          <a:ea typeface="Times New Roman" panose="02020603050405020304" pitchFamily="18" charset="0"/>
                          <a:cs typeface="+mn-cs"/>
                          <a:sym typeface="Arial"/>
                        </a:rPr>
                        <a:t>Augmentation du niveau de privilège d’un utilisateur.</a:t>
                      </a:r>
                    </a:p>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kern="1200" cap="none" baseline="0" noProof="0">
                          <a:solidFill>
                            <a:schemeClr val="tx1"/>
                          </a:solidFill>
                          <a:effectLst/>
                          <a:latin typeface="+mn-lt"/>
                          <a:ea typeface="Times New Roman" panose="02020603050405020304" pitchFamily="18" charset="0"/>
                          <a:cs typeface="+mn-cs"/>
                          <a:sym typeface="Arial"/>
                        </a:rPr>
                        <a:t>Altération et destruction de  données par erreur ou d’une manière volontaire ;</a:t>
                      </a:r>
                    </a:p>
                  </a:txBody>
                  <a:tcPr anchor="ctr">
                    <a:solidFill>
                      <a:schemeClr val="bg1">
                        <a:lumMod val="95000"/>
                      </a:schemeClr>
                    </a:solidFill>
                  </a:tcPr>
                </a:tc>
                <a:extLst>
                  <a:ext uri="{0D108BD9-81ED-4DB2-BD59-A6C34878D82A}">
                    <a16:rowId xmlns:a16="http://schemas.microsoft.com/office/drawing/2014/main" val="461529091"/>
                  </a:ext>
                </a:extLst>
              </a:tr>
              <a:tr h="681925">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0" i="0" u="none" strike="noStrike" cap="none" noProof="0">
                        <a:solidFill>
                          <a:schemeClr val="tx1"/>
                        </a:solidFill>
                        <a:effectLst/>
                        <a:latin typeface="+mn-lt"/>
                        <a:ea typeface="MS Mincho" panose="02020609040205080304" pitchFamily="49" charset="-128"/>
                        <a:cs typeface="+mn-cs"/>
                        <a:sym typeface="Arial"/>
                      </a:endParaRPr>
                    </a:p>
                  </a:txBody>
                  <a:tcPr anchor="ctr">
                    <a:solidFill>
                      <a:schemeClr val="accent1"/>
                    </a:solidFill>
                  </a:tcPr>
                </a:tc>
                <a:tc vMerge="1">
                  <a:txBody>
                    <a:bodyPr/>
                    <a:lstStyle/>
                    <a:p>
                      <a:pPr algn="just">
                        <a:lnSpc>
                          <a:spcPct val="150000"/>
                        </a:lnSpc>
                        <a:spcAft>
                          <a:spcPts val="1000"/>
                        </a:spcAft>
                        <a:buNone/>
                      </a:pPr>
                      <a:endParaRPr lang="fr-FR" sz="900" b="0" i="0" u="none" strike="noStrike" cap="none">
                        <a:solidFill>
                          <a:schemeClr val="tx1"/>
                        </a:solidFill>
                        <a:effectLst/>
                        <a:latin typeface="+mn-lt"/>
                        <a:ea typeface="MS Mincho" panose="02020609040205080304" pitchFamily="49" charset="-128"/>
                        <a:cs typeface="+mn-cs"/>
                        <a:sym typeface="Arial"/>
                      </a:endParaRPr>
                    </a:p>
                  </a:txBody>
                  <a:tcPr marL="89535" marR="89535" marT="0" marB="0">
                    <a:solidFill>
                      <a:schemeClr val="bg1">
                        <a:lumMod val="95000"/>
                      </a:schemeClr>
                    </a:solidFill>
                  </a:tcPr>
                </a:tc>
                <a:tc vMerge="1">
                  <a:txBody>
                    <a:bodyPr/>
                    <a:lstStyle/>
                    <a:p>
                      <a:pPr algn="just">
                        <a:lnSpc>
                          <a:spcPct val="150000"/>
                        </a:lnSpc>
                        <a:spcAft>
                          <a:spcPts val="1000"/>
                        </a:spcAft>
                        <a:buNone/>
                      </a:pPr>
                      <a:endParaRPr lang="fr-FR" sz="900" noProof="0">
                        <a:effectLst/>
                        <a:latin typeface="+mn-lt"/>
                        <a:ea typeface="MS Mincho" panose="02020609040205080304" pitchFamily="49" charset="-128"/>
                        <a:cs typeface="Times New Roman" panose="02020603050405020304" pitchFamily="18" charset="0"/>
                      </a:endParaRPr>
                    </a:p>
                  </a:txBody>
                  <a:tcPr marL="89535" marR="89535" marT="0" marB="0">
                    <a:solidFill>
                      <a:schemeClr val="bg1">
                        <a:lumMod val="95000"/>
                      </a:schemeClr>
                    </a:solidFill>
                  </a:tcPr>
                </a:tc>
                <a:tc vMerge="1">
                  <a:txBody>
                    <a:bodyPr/>
                    <a:lstStyle/>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tabLst>
                          <a:tab pos="457200" algn="l"/>
                        </a:tabLst>
                      </a:pPr>
                      <a:endParaRPr lang="fr-FR" sz="900" b="0" i="0" u="none" strike="noStrike" cap="none">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noProof="0">
                          <a:solidFill>
                            <a:schemeClr val="accent3">
                              <a:lumMod val="50000"/>
                            </a:schemeClr>
                          </a:solidFill>
                          <a:effectLst/>
                          <a:latin typeface="+mn-lt"/>
                          <a:ea typeface="+mn-ea"/>
                          <a:cs typeface="+mn-cs"/>
                          <a:sym typeface="Arial"/>
                        </a:rPr>
                        <a:t>Priorité de traitement : 1</a:t>
                      </a:r>
                    </a:p>
                  </a:txBody>
                  <a:tcPr anchor="ctr">
                    <a:solidFill>
                      <a:schemeClr val="bg1">
                        <a:lumMod val="95000"/>
                      </a:schemeClr>
                    </a:solidFill>
                  </a:tcPr>
                </a:tc>
                <a:extLst>
                  <a:ext uri="{0D108BD9-81ED-4DB2-BD59-A6C34878D82A}">
                    <a16:rowId xmlns:a16="http://schemas.microsoft.com/office/drawing/2014/main" val="2211438002"/>
                  </a:ext>
                </a:extLst>
              </a:tr>
            </a:tbl>
          </a:graphicData>
        </a:graphic>
      </p:graphicFrame>
      <p:sp>
        <p:nvSpPr>
          <p:cNvPr id="53" name="Footer Placeholder 1">
            <a:extLst>
              <a:ext uri="{FF2B5EF4-FFF2-40B4-BE49-F238E27FC236}">
                <a16:creationId xmlns:a16="http://schemas.microsoft.com/office/drawing/2014/main" id="{83A15BB9-425E-F99A-D30C-2A3A8F5E6B4E}"/>
              </a:ext>
            </a:extLst>
          </p:cNvPr>
          <p:cNvSpPr>
            <a:spLocks noGrp="1"/>
          </p:cNvSpPr>
          <p:nvPr>
            <p:ph type="ftr" sz="quarter" idx="3"/>
          </p:nvPr>
        </p:nvSpPr>
        <p:spPr>
          <a:xfrm>
            <a:off x="800100" y="4873081"/>
            <a:ext cx="6611112" cy="121187"/>
          </a:xfrm>
        </p:spPr>
        <p:txBody>
          <a:bodyPr/>
          <a:lstStyle/>
          <a:p>
            <a:r>
              <a:rPr lang="fr-FR" noProof="0"/>
              <a:t>PwC | UHD FY24</a:t>
            </a:r>
          </a:p>
        </p:txBody>
      </p:sp>
      <p:grpSp>
        <p:nvGrpSpPr>
          <p:cNvPr id="2" name="Groupe 1">
            <a:extLst>
              <a:ext uri="{FF2B5EF4-FFF2-40B4-BE49-F238E27FC236}">
                <a16:creationId xmlns:a16="http://schemas.microsoft.com/office/drawing/2014/main" id="{DED5F2CE-5AC7-C9CF-5F24-469DD0D010BD}"/>
              </a:ext>
            </a:extLst>
          </p:cNvPr>
          <p:cNvGrpSpPr/>
          <p:nvPr/>
        </p:nvGrpSpPr>
        <p:grpSpPr>
          <a:xfrm>
            <a:off x="7400925" y="1216823"/>
            <a:ext cx="1743075" cy="549051"/>
            <a:chOff x="1105481" y="3743236"/>
            <a:chExt cx="1537189" cy="449502"/>
          </a:xfrm>
        </p:grpSpPr>
        <p:grpSp>
          <p:nvGrpSpPr>
            <p:cNvPr id="3" name="Google Shape;933;p114">
              <a:extLst>
                <a:ext uri="{FF2B5EF4-FFF2-40B4-BE49-F238E27FC236}">
                  <a16:creationId xmlns:a16="http://schemas.microsoft.com/office/drawing/2014/main" id="{DA6F62F7-19F7-10CB-C36A-943AE0DE399E}"/>
                </a:ext>
              </a:extLst>
            </p:cNvPr>
            <p:cNvGrpSpPr/>
            <p:nvPr/>
          </p:nvGrpSpPr>
          <p:grpSpPr>
            <a:xfrm>
              <a:off x="1105481" y="3797094"/>
              <a:ext cx="1535914" cy="216242"/>
              <a:chOff x="7492226" y="4261382"/>
              <a:chExt cx="2484000" cy="341878"/>
            </a:xfrm>
          </p:grpSpPr>
          <p:sp>
            <p:nvSpPr>
              <p:cNvPr id="12" name="Google Shape;934;p114">
                <a:extLst>
                  <a:ext uri="{FF2B5EF4-FFF2-40B4-BE49-F238E27FC236}">
                    <a16:creationId xmlns:a16="http://schemas.microsoft.com/office/drawing/2014/main" id="{905A9B1C-A349-7CE3-2795-E233E59C514E}"/>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3" name="Google Shape;935;p114">
                <a:extLst>
                  <a:ext uri="{FF2B5EF4-FFF2-40B4-BE49-F238E27FC236}">
                    <a16:creationId xmlns:a16="http://schemas.microsoft.com/office/drawing/2014/main" id="{3B67F708-FF43-386C-5EF8-370666A8CFFC}"/>
                  </a:ext>
                </a:extLst>
              </p:cNvPr>
              <p:cNvGrpSpPr/>
              <p:nvPr/>
            </p:nvGrpSpPr>
            <p:grpSpPr>
              <a:xfrm>
                <a:off x="8314794" y="4480199"/>
                <a:ext cx="828918" cy="123061"/>
                <a:chOff x="1493828" y="2467991"/>
                <a:chExt cx="828918" cy="144016"/>
              </a:xfrm>
            </p:grpSpPr>
            <p:cxnSp>
              <p:nvCxnSpPr>
                <p:cNvPr id="15" name="Google Shape;936;p114">
                  <a:extLst>
                    <a:ext uri="{FF2B5EF4-FFF2-40B4-BE49-F238E27FC236}">
                      <a16:creationId xmlns:a16="http://schemas.microsoft.com/office/drawing/2014/main" id="{58A0332A-FE81-49DF-C8B7-EC549DD1BE87}"/>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6" name="Google Shape;937;p114">
                  <a:extLst>
                    <a:ext uri="{FF2B5EF4-FFF2-40B4-BE49-F238E27FC236}">
                      <a16:creationId xmlns:a16="http://schemas.microsoft.com/office/drawing/2014/main" id="{99BB5643-8DDA-B52B-9D75-BCAC00CDFDC2}"/>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 name="Google Shape;938;p114">
              <a:extLst>
                <a:ext uri="{FF2B5EF4-FFF2-40B4-BE49-F238E27FC236}">
                  <a16:creationId xmlns:a16="http://schemas.microsoft.com/office/drawing/2014/main" id="{7D3EAEEE-027A-1D4D-1DC6-263B18AD5F12}"/>
                </a:ext>
              </a:extLst>
            </p:cNvPr>
            <p:cNvGrpSpPr/>
            <p:nvPr/>
          </p:nvGrpSpPr>
          <p:grpSpPr>
            <a:xfrm>
              <a:off x="2111649" y="3743236"/>
              <a:ext cx="531021" cy="230906"/>
              <a:chOff x="9141172" y="4177369"/>
              <a:chExt cx="828000" cy="360040"/>
            </a:xfrm>
          </p:grpSpPr>
          <p:sp>
            <p:nvSpPr>
              <p:cNvPr id="9" name="Google Shape;939;p114">
                <a:extLst>
                  <a:ext uri="{FF2B5EF4-FFF2-40B4-BE49-F238E27FC236}">
                    <a16:creationId xmlns:a16="http://schemas.microsoft.com/office/drawing/2014/main" id="{EC7A0AC6-7B1B-597A-C3E5-709DCDE215C0}"/>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0" name="Google Shape;940;p114">
                <a:extLst>
                  <a:ext uri="{FF2B5EF4-FFF2-40B4-BE49-F238E27FC236}">
                    <a16:creationId xmlns:a16="http://schemas.microsoft.com/office/drawing/2014/main" id="{B50792EC-C274-1DBE-1220-5D2EB77EF49F}"/>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1" name="Google Shape;941;p114">
                <a:extLst>
                  <a:ext uri="{FF2B5EF4-FFF2-40B4-BE49-F238E27FC236}">
                    <a16:creationId xmlns:a16="http://schemas.microsoft.com/office/drawing/2014/main" id="{D513BCD1-8EC2-2529-F8E9-C8F6E72576D0}"/>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6" name="Google Shape;942;p114">
              <a:extLst>
                <a:ext uri="{FF2B5EF4-FFF2-40B4-BE49-F238E27FC236}">
                  <a16:creationId xmlns:a16="http://schemas.microsoft.com/office/drawing/2014/main" id="{617B2AFA-950D-F856-05FD-67F3C2961657}"/>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7" name="Google Shape;943;p114">
              <a:extLst>
                <a:ext uri="{FF2B5EF4-FFF2-40B4-BE49-F238E27FC236}">
                  <a16:creationId xmlns:a16="http://schemas.microsoft.com/office/drawing/2014/main" id="{D8F17055-5F55-CC6B-A3C0-1A88E80D6171}"/>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8" name="Google Shape;944;p114">
              <a:extLst>
                <a:ext uri="{FF2B5EF4-FFF2-40B4-BE49-F238E27FC236}">
                  <a16:creationId xmlns:a16="http://schemas.microsoft.com/office/drawing/2014/main" id="{2016F794-3BCA-8F15-8C04-50E8819EE9EA}"/>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
        <p:nvSpPr>
          <p:cNvPr id="61" name="Google Shape;861;p107">
            <a:extLst>
              <a:ext uri="{FF2B5EF4-FFF2-40B4-BE49-F238E27FC236}">
                <a16:creationId xmlns:a16="http://schemas.microsoft.com/office/drawing/2014/main" id="{D815829E-382C-1D37-E80B-E170C91E46AA}"/>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spTree>
    <p:extLst>
      <p:ext uri="{BB962C8B-B14F-4D97-AF65-F5344CB8AC3E}">
        <p14:creationId xmlns:p14="http://schemas.microsoft.com/office/powerpoint/2010/main" val="1871754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9F01C-3D88-81AA-AC13-C8203A4E54F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1D6B6F1-4FF2-3B30-A53E-7A9C011F89AD}"/>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19</a:t>
            </a:fld>
            <a:endParaRPr lang="fr-FR" noProof="0"/>
          </a:p>
        </p:txBody>
      </p:sp>
      <p:graphicFrame>
        <p:nvGraphicFramePr>
          <p:cNvPr id="33" name="Tableau 32">
            <a:extLst>
              <a:ext uri="{FF2B5EF4-FFF2-40B4-BE49-F238E27FC236}">
                <a16:creationId xmlns:a16="http://schemas.microsoft.com/office/drawing/2014/main" id="{6655226E-8F76-CF5A-D151-927E6250FF53}"/>
              </a:ext>
            </a:extLst>
          </p:cNvPr>
          <p:cNvGraphicFramePr>
            <a:graphicFrameLocks noGrp="1"/>
          </p:cNvGraphicFramePr>
          <p:nvPr>
            <p:custDataLst>
              <p:tags r:id="rId1"/>
            </p:custDataLst>
            <p:extLst>
              <p:ext uri="{D42A27DB-BD31-4B8C-83A1-F6EECF244321}">
                <p14:modId xmlns:p14="http://schemas.microsoft.com/office/powerpoint/2010/main" val="1722729943"/>
              </p:ext>
            </p:extLst>
          </p:nvPr>
        </p:nvGraphicFramePr>
        <p:xfrm>
          <a:off x="0" y="528321"/>
          <a:ext cx="9144001" cy="4113421"/>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50">
                  <a:extLst>
                    <a:ext uri="{9D8B030D-6E8A-4147-A177-3AD203B41FA5}">
                      <a16:colId xmlns:a16="http://schemas.microsoft.com/office/drawing/2014/main" val="4057883698"/>
                    </a:ext>
                  </a:extLst>
                </a:gridCol>
                <a:gridCol w="2096106">
                  <a:extLst>
                    <a:ext uri="{9D8B030D-6E8A-4147-A177-3AD203B41FA5}">
                      <a16:colId xmlns:a16="http://schemas.microsoft.com/office/drawing/2014/main" val="2265104901"/>
                    </a:ext>
                  </a:extLst>
                </a:gridCol>
                <a:gridCol w="2007797">
                  <a:extLst>
                    <a:ext uri="{9D8B030D-6E8A-4147-A177-3AD203B41FA5}">
                      <a16:colId xmlns:a16="http://schemas.microsoft.com/office/drawing/2014/main" val="1413096817"/>
                    </a:ext>
                  </a:extLst>
                </a:gridCol>
              </a:tblGrid>
              <a:tr h="407287">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54553">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Accès aux programmes et aux données </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54137">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APD- 04</a:t>
                      </a: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nchor="ctr">
                    <a:solidFill>
                      <a:schemeClr val="accent1"/>
                    </a:solidFill>
                  </a:tcPr>
                </a:tc>
                <a:tc rowSpan="3">
                  <a:txBody>
                    <a:bodyPr/>
                    <a:lstStyle/>
                    <a:p>
                      <a:pPr algn="just">
                        <a:lnSpc>
                          <a:spcPct val="115000"/>
                        </a:lnSpc>
                        <a:spcAft>
                          <a:spcPts val="1000"/>
                        </a:spcAft>
                        <a:buNone/>
                      </a:pPr>
                      <a:r>
                        <a:rPr lang="fr-FR" sz="900">
                          <a:solidFill>
                            <a:srgbClr val="000000"/>
                          </a:solidFill>
                          <a:effectLst/>
                          <a:latin typeface="+mn-lt"/>
                          <a:ea typeface="MS Mincho" panose="02020609040205080304" pitchFamily="49" charset="-128"/>
                          <a:cs typeface="Times New Roman" panose="02020603050405020304" pitchFamily="18" charset="0"/>
                        </a:rPr>
                        <a:t>Les transactions ou activités des applications super-utilisateur/administrateur et les identifiants génériques sensibles sont surveillés</a:t>
                      </a:r>
                      <a:endParaRPr lang="fr-FR" sz="900">
                        <a:effectLst/>
                        <a:latin typeface="+mn-lt"/>
                        <a:ea typeface="MS Mincho" panose="02020609040205080304" pitchFamily="49" charset="-128"/>
                        <a:cs typeface="Times New Roman" panose="02020603050405020304" pitchFamily="18" charset="0"/>
                      </a:endParaRPr>
                    </a:p>
                  </a:txBody>
                  <a:tcPr marL="89535" marR="89535" marT="0" marB="0">
                    <a:solidFill>
                      <a:schemeClr val="bg1">
                        <a:lumMod val="95000"/>
                      </a:schemeClr>
                    </a:solidFill>
                  </a:tcPr>
                </a:tc>
                <a:tc rowSpan="3">
                  <a:txBody>
                    <a:bodyPr/>
                    <a:lstStyle/>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constaté que UHD ne possède pas une procédure documentée pour la gestion des comptes à privilèges étendus.</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Sur l’application SAP, nous avons </a:t>
                      </a:r>
                      <a:r>
                        <a:rPr lang="fr-FR" sz="900" b="1" i="0" u="none" strike="noStrike" cap="none" noProof="0">
                          <a:solidFill>
                            <a:schemeClr val="tx1"/>
                          </a:solidFill>
                          <a:effectLst/>
                          <a:latin typeface="+mn-lt"/>
                          <a:ea typeface="MS Mincho" panose="02020609040205080304" pitchFamily="49" charset="-128"/>
                          <a:cs typeface="+mn-cs"/>
                          <a:sym typeface="Arial"/>
                        </a:rPr>
                        <a:t>identifié 38 comptes actifs de type A/S ayant le profil SAP_ALL</a:t>
                      </a:r>
                      <a:r>
                        <a:rPr lang="fr-FR" sz="900" b="0" i="0" u="none" strike="noStrike" cap="none" noProof="0">
                          <a:solidFill>
                            <a:schemeClr val="tx1"/>
                          </a:solidFill>
                          <a:effectLst/>
                          <a:latin typeface="+mn-lt"/>
                          <a:ea typeface="MS Mincho" panose="02020609040205080304" pitchFamily="49" charset="-128"/>
                          <a:cs typeface="+mn-cs"/>
                          <a:sym typeface="Arial"/>
                        </a:rPr>
                        <a:t> qui appartiennent à des utilisateurs externes (Inetum). Aucune revue sur les logs d’activités de ces comptes n’a été effectuée.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De plus, nous n’avons pas pu obtenir des preuves pour l’octroi du profil SAP_ALL pour les utilisateurs : </a:t>
                      </a:r>
                      <a:r>
                        <a:rPr lang="fr-FR" sz="900" b="0" i="0" u="sng" strike="noStrike" cap="none" noProof="0">
                          <a:solidFill>
                            <a:schemeClr val="tx1"/>
                          </a:solidFill>
                          <a:effectLst/>
                          <a:latin typeface="+mn-lt"/>
                          <a:ea typeface="MS Mincho" panose="02020609040205080304" pitchFamily="49" charset="-128"/>
                          <a:cs typeface="+mn-cs"/>
                          <a:sym typeface="Arial"/>
                        </a:rPr>
                        <a:t>HBOULAMI, MOUHIB </a:t>
                      </a:r>
                      <a:r>
                        <a:rPr lang="fr-FR" sz="900" b="0" i="0" u="none" strike="noStrike" cap="none" noProof="0">
                          <a:solidFill>
                            <a:schemeClr val="tx1"/>
                          </a:solidFill>
                          <a:effectLst/>
                          <a:latin typeface="+mn-lt"/>
                          <a:ea typeface="MS Mincho" panose="02020609040205080304" pitchFamily="49" charset="-128"/>
                          <a:cs typeface="+mn-cs"/>
                          <a:sym typeface="Arial"/>
                        </a:rPr>
                        <a:t>et </a:t>
                      </a:r>
                      <a:r>
                        <a:rPr lang="fr-FR" sz="900" b="0" i="0" u="sng" strike="noStrike" cap="none" noProof="0">
                          <a:solidFill>
                            <a:schemeClr val="tx1"/>
                          </a:solidFill>
                          <a:effectLst/>
                          <a:latin typeface="+mn-lt"/>
                          <a:ea typeface="MS Mincho" panose="02020609040205080304" pitchFamily="49" charset="-128"/>
                          <a:cs typeface="+mn-cs"/>
                          <a:sym typeface="Arial"/>
                        </a:rPr>
                        <a:t>TEST</a:t>
                      </a:r>
                      <a:r>
                        <a:rPr lang="fr-FR" sz="900" b="0" i="0" u="none" strike="noStrike" cap="none" noProof="0">
                          <a:solidFill>
                            <a:schemeClr val="tx1"/>
                          </a:solidFill>
                          <a:effectLst/>
                          <a:latin typeface="+mn-lt"/>
                          <a:ea typeface="MS Mincho" panose="02020609040205080304" pitchFamily="49" charset="-128"/>
                          <a:cs typeface="+mn-cs"/>
                          <a:sym typeface="Arial"/>
                        </a:rPr>
                        <a:t> qui ont été attribués par les users </a:t>
                      </a:r>
                      <a:r>
                        <a:rPr lang="fr-FR" sz="900" b="0" i="0" u="sng" strike="noStrike" cap="none" noProof="0">
                          <a:solidFill>
                            <a:schemeClr val="tx1"/>
                          </a:solidFill>
                          <a:effectLst/>
                          <a:latin typeface="+mn-lt"/>
                          <a:ea typeface="MS Mincho" panose="02020609040205080304" pitchFamily="49" charset="-128"/>
                          <a:cs typeface="+mn-cs"/>
                          <a:sym typeface="Arial"/>
                        </a:rPr>
                        <a:t>FHOUZALI, AYZIDI</a:t>
                      </a:r>
                      <a:r>
                        <a:rPr lang="fr-FR" sz="900" b="0" i="0" u="none" strike="noStrike" cap="none" noProof="0">
                          <a:solidFill>
                            <a:schemeClr val="tx1"/>
                          </a:solidFill>
                          <a:effectLst/>
                          <a:latin typeface="+mn-lt"/>
                          <a:ea typeface="MS Mincho" panose="02020609040205080304" pitchFamily="49" charset="-128"/>
                          <a:cs typeface="+mn-cs"/>
                          <a:sym typeface="Arial"/>
                        </a:rPr>
                        <a:t> et </a:t>
                      </a:r>
                      <a:r>
                        <a:rPr lang="fr-FR" sz="900" b="0" i="0" u="sng" strike="noStrike" cap="none" noProof="0">
                          <a:solidFill>
                            <a:schemeClr val="tx1"/>
                          </a:solidFill>
                          <a:effectLst/>
                          <a:latin typeface="+mn-lt"/>
                          <a:ea typeface="MS Mincho" panose="02020609040205080304" pitchFamily="49" charset="-128"/>
                          <a:cs typeface="+mn-cs"/>
                          <a:sym typeface="Arial"/>
                        </a:rPr>
                        <a:t>AMRIZEK</a:t>
                      </a:r>
                      <a:r>
                        <a:rPr lang="fr-FR" sz="900" b="0" i="0" u="none" strike="noStrike" cap="none" noProof="0">
                          <a:solidFill>
                            <a:schemeClr val="tx1"/>
                          </a:solidFill>
                          <a:effectLst/>
                          <a:latin typeface="+mn-lt"/>
                          <a:ea typeface="MS Mincho" panose="02020609040205080304" pitchFamily="49" charset="-128"/>
                          <a:cs typeface="+mn-cs"/>
                          <a:sym typeface="Arial"/>
                        </a:rPr>
                        <a:t> respectivement.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Sur l’application VLL, le prestataire Symag dispose d’un accès privilégié permanent sur l’environnement de production. </a:t>
                      </a: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 </a:t>
                      </a:r>
                      <a:r>
                        <a:rPr lang="fr-FR" sz="900" noProof="0">
                          <a:solidFill>
                            <a:srgbClr val="000000"/>
                          </a:solidFill>
                          <a:effectLst/>
                          <a:latin typeface="+mn-lt"/>
                          <a:ea typeface="MS Mincho" panose="02020609040205080304" pitchFamily="49" charset="-128"/>
                          <a:cs typeface="Times New Roman" panose="02020603050405020304" pitchFamily="18" charset="0"/>
                        </a:rPr>
                        <a:t> </a:t>
                      </a:r>
                      <a:endParaRPr lang="fr-FR" sz="900" noProof="0">
                        <a:effectLst/>
                        <a:latin typeface="+mn-lt"/>
                        <a:ea typeface="MS Mincho" panose="02020609040205080304" pitchFamily="49" charset="-128"/>
                        <a:cs typeface="Times New Roman" panose="02020603050405020304" pitchFamily="18" charset="0"/>
                      </a:endParaRP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just" rtl="0">
                        <a:lnSpc>
                          <a:spcPct val="100000"/>
                        </a:lnSpc>
                        <a:spcBef>
                          <a:spcPts val="200"/>
                        </a:spcBef>
                        <a:spcAft>
                          <a:spcPts val="0"/>
                        </a:spcAft>
                        <a:buClr>
                          <a:schemeClr val="dk2"/>
                        </a:buClr>
                        <a:buSzPts val="900"/>
                        <a:buFont typeface="Arial" panose="020B0604020202020204" pitchFamily="34" charset="0"/>
                        <a:buNone/>
                        <a:tabLst>
                          <a:tab pos="457200" algn="l"/>
                        </a:tabLst>
                      </a:pPr>
                      <a:r>
                        <a:rPr lang="fr-FR" sz="900" b="0" i="0" u="none" strike="noStrike" cap="none">
                          <a:solidFill>
                            <a:srgbClr val="000000"/>
                          </a:solidFill>
                          <a:latin typeface="+mn-lt"/>
                          <a:ea typeface="Arial" panose="020B0604020202020204" pitchFamily="34" charset="0"/>
                          <a:cs typeface="Arial"/>
                          <a:sym typeface="Arial"/>
                        </a:rPr>
                        <a:t>UHD devrait mettre en place une procédure spécifique de gestion (création, suppression et modification) des comptes d’administration applicatifs. Cette procédure devrait permettre de :</a:t>
                      </a: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tabLst>
                          <a:tab pos="457200" algn="l"/>
                        </a:tabLst>
                      </a:pPr>
                      <a:r>
                        <a:rPr lang="fr-FR" sz="900" b="0" i="0" u="none" strike="noStrike" cap="none">
                          <a:solidFill>
                            <a:srgbClr val="000000"/>
                          </a:solidFill>
                          <a:latin typeface="+mn-lt"/>
                          <a:ea typeface="Arial"/>
                          <a:cs typeface="Arial"/>
                          <a:sym typeface="Arial"/>
                        </a:rPr>
                        <a:t>Mettre en place un outil SIEM afin de monitorer les logs d’activités des comptes à privilèges.</a:t>
                      </a: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tabLst>
                          <a:tab pos="457200" algn="l"/>
                        </a:tabLst>
                      </a:pPr>
                      <a:r>
                        <a:rPr lang="fr-FR" sz="900" b="0" i="0" u="none" strike="noStrike" cap="none">
                          <a:solidFill>
                            <a:srgbClr val="000000"/>
                          </a:solidFill>
                          <a:latin typeface="+mn-lt"/>
                          <a:ea typeface="Arial"/>
                          <a:cs typeface="Arial"/>
                          <a:sym typeface="Arial"/>
                        </a:rPr>
                        <a:t>Prévoir une revue périodique des activités des comptes à privilège (Ex: utiliser la table CDHDR pour consulter les transactions SAP lancées par les utilisateurs)</a:t>
                      </a: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r>
                        <a:rPr lang="fr-FR" sz="900" b="0" i="0" u="none" strike="noStrike" cap="none">
                          <a:solidFill>
                            <a:srgbClr val="000000"/>
                          </a:solidFill>
                          <a:latin typeface="+mn-lt"/>
                          <a:ea typeface="Arial" panose="020B0604020202020204" pitchFamily="34" charset="0"/>
                          <a:cs typeface="Arial"/>
                          <a:sym typeface="Arial"/>
                        </a:rPr>
                        <a:t>Prévoir une revue périodique des logs d’utilisation des comptes d’administration</a:t>
                      </a:r>
                      <a:r>
                        <a:rPr lang="fr-FR" sz="900" b="0" i="0" u="none" strike="noStrike" cap="none">
                          <a:solidFill>
                            <a:srgbClr val="000000"/>
                          </a:solidFill>
                          <a:latin typeface="+mn-lt"/>
                          <a:ea typeface="Arial" panose="020B0604020202020204" pitchFamily="34" charset="0"/>
                          <a:cs typeface="Arial"/>
                        </a:rPr>
                        <a:t> </a:t>
                      </a:r>
                      <a:endParaRPr lang="fr-FR" sz="900" b="0" i="0" u="none" strike="noStrike" cap="none">
                        <a:solidFill>
                          <a:srgbClr val="000000"/>
                        </a:solidFill>
                        <a:latin typeface="+mn-lt"/>
                        <a:ea typeface="Arial" panose="020B0604020202020204" pitchFamily="34" charset="0"/>
                        <a:cs typeface="Arial"/>
                        <a:sym typeface="Arial"/>
                      </a:endParaRP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107770">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La création ou la modification de fournisseurs et de bénéficiaires de paiements.​</a:t>
                      </a:r>
                    </a:p>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L’exécution de paiement (transactions comme F110)​</a:t>
                      </a:r>
                    </a:p>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Accès non autorisés avec risque de modification de données comptables de rapports financiers ou de clôtures</a:t>
                      </a:r>
                    </a:p>
                    <a:p>
                      <a:pPr marL="127000" marR="0" lvl="0" indent="-120650" algn="l" rtl="0">
                        <a:lnSpc>
                          <a:spcPct val="100000"/>
                        </a:lnSpc>
                        <a:spcBef>
                          <a:spcPts val="500"/>
                        </a:spcBef>
                        <a:spcAft>
                          <a:spcPts val="0"/>
                        </a:spcAft>
                        <a:buClr>
                          <a:srgbClr val="000000"/>
                        </a:buClr>
                        <a:buSzPts val="900"/>
                        <a:buFont typeface="Arial"/>
                        <a:buChar char="•"/>
                      </a:pPr>
                      <a:r>
                        <a:rPr lang="fr-FR" sz="900" b="0" u="none" kern="1200" baseline="0" noProof="0">
                          <a:solidFill>
                            <a:schemeClr val="tx1"/>
                          </a:solidFill>
                          <a:effectLst/>
                          <a:latin typeface="+mn-lt"/>
                          <a:ea typeface="Times New Roman" panose="02020603050405020304" pitchFamily="18" charset="0"/>
                          <a:cs typeface="+mn-cs"/>
                        </a:rPr>
                        <a:t>Usurpation d’identité.</a:t>
                      </a:r>
                    </a:p>
                  </a:txBody>
                  <a:tcPr anchor="ctr">
                    <a:solidFill>
                      <a:schemeClr val="bg1">
                        <a:lumMod val="95000"/>
                      </a:schemeClr>
                    </a:solidFill>
                  </a:tcPr>
                </a:tc>
                <a:extLst>
                  <a:ext uri="{0D108BD9-81ED-4DB2-BD59-A6C34878D82A}">
                    <a16:rowId xmlns:a16="http://schemas.microsoft.com/office/drawing/2014/main" val="2754118087"/>
                  </a:ext>
                </a:extLst>
              </a:tr>
              <a:tr h="689674">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nchor="ctr">
                    <a:solidFill>
                      <a:schemeClr val="accent1"/>
                    </a:solidFill>
                  </a:tcPr>
                </a:tc>
                <a:tc vMerge="1">
                  <a:txBody>
                    <a:bodyPr/>
                    <a:lstStyle/>
                    <a:p>
                      <a:pPr algn="just">
                        <a:lnSpc>
                          <a:spcPct val="115000"/>
                        </a:lnSpc>
                        <a:spcAft>
                          <a:spcPts val="1000"/>
                        </a:spcAft>
                        <a:buNone/>
                      </a:pPr>
                      <a:endParaRPr lang="fr-FR" sz="900">
                        <a:effectLst/>
                        <a:latin typeface="+mn-lt"/>
                        <a:ea typeface="MS Mincho" panose="02020609040205080304" pitchFamily="49" charset="-128"/>
                        <a:cs typeface="Times New Roman" panose="02020603050405020304" pitchFamily="18" charset="0"/>
                      </a:endParaRPr>
                    </a:p>
                  </a:txBody>
                  <a:tcPr marL="89535" marR="89535" marT="0" marB="0">
                    <a:solidFill>
                      <a:schemeClr val="bg1">
                        <a:lumMod val="95000"/>
                      </a:schemeClr>
                    </a:solidFill>
                  </a:tcPr>
                </a:tc>
                <a:tc vMerge="1">
                  <a:txBody>
                    <a:bodyPr/>
                    <a:lstStyle/>
                    <a:p>
                      <a:pPr algn="just">
                        <a:lnSpc>
                          <a:spcPct val="115000"/>
                        </a:lnSpc>
                        <a:spcAft>
                          <a:spcPts val="1000"/>
                        </a:spcAft>
                        <a:buNone/>
                      </a:pPr>
                      <a:endParaRPr lang="fr-FR" sz="900" noProof="0">
                        <a:effectLst/>
                        <a:latin typeface="+mn-lt"/>
                        <a:ea typeface="MS Mincho" panose="02020609040205080304" pitchFamily="49" charset="-128"/>
                        <a:cs typeface="Times New Roman" panose="02020603050405020304" pitchFamily="18" charset="0"/>
                      </a:endParaRPr>
                    </a:p>
                  </a:txBody>
                  <a:tcPr marL="89535" marR="89535" marT="0" marB="0">
                    <a:solidFill>
                      <a:schemeClr val="bg1">
                        <a:lumMod val="95000"/>
                      </a:schemeClr>
                    </a:solidFill>
                  </a:tcPr>
                </a:tc>
                <a:tc vMerge="1">
                  <a:txBody>
                    <a:bodyPr/>
                    <a:lstStyle/>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endParaRPr lang="fr-FR" sz="900" b="0" i="0" u="none" strike="noStrike" cap="none">
                        <a:solidFill>
                          <a:srgbClr val="000000"/>
                        </a:solidFill>
                        <a:latin typeface="+mn-lt"/>
                        <a:ea typeface="Arial" panose="020B0604020202020204" pitchFamily="34" charset="0"/>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3">
                              <a:lumMod val="50000"/>
                            </a:schemeClr>
                          </a:solidFill>
                          <a:effectLst/>
                          <a:latin typeface="+mn-lt"/>
                          <a:ea typeface="+mn-ea"/>
                          <a:cs typeface="+mn-cs"/>
                          <a:sym typeface="Arial"/>
                        </a:rPr>
                        <a:t>Priorité de traitement: 1</a:t>
                      </a:r>
                    </a:p>
                  </a:txBody>
                  <a:tcPr anchor="ctr">
                    <a:solidFill>
                      <a:schemeClr val="bg1">
                        <a:lumMod val="95000"/>
                      </a:schemeClr>
                    </a:solidFill>
                  </a:tcPr>
                </a:tc>
                <a:extLst>
                  <a:ext uri="{0D108BD9-81ED-4DB2-BD59-A6C34878D82A}">
                    <a16:rowId xmlns:a16="http://schemas.microsoft.com/office/drawing/2014/main" val="1896393171"/>
                  </a:ext>
                </a:extLst>
              </a:tr>
            </a:tbl>
          </a:graphicData>
        </a:graphic>
      </p:graphicFrame>
      <p:sp>
        <p:nvSpPr>
          <p:cNvPr id="53" name="Footer Placeholder 1">
            <a:extLst>
              <a:ext uri="{FF2B5EF4-FFF2-40B4-BE49-F238E27FC236}">
                <a16:creationId xmlns:a16="http://schemas.microsoft.com/office/drawing/2014/main" id="{FFC6A165-7AE8-654E-5F1C-F28092FB46DA}"/>
              </a:ext>
            </a:extLst>
          </p:cNvPr>
          <p:cNvSpPr>
            <a:spLocks noGrp="1"/>
          </p:cNvSpPr>
          <p:nvPr>
            <p:ph type="ftr" sz="quarter" idx="3"/>
          </p:nvPr>
        </p:nvSpPr>
        <p:spPr>
          <a:xfrm>
            <a:off x="800100" y="4873081"/>
            <a:ext cx="6611112" cy="121187"/>
          </a:xfrm>
        </p:spPr>
        <p:txBody>
          <a:bodyPr/>
          <a:lstStyle/>
          <a:p>
            <a:r>
              <a:rPr lang="fr-FR" noProof="0"/>
              <a:t>PwC | UHD FY24</a:t>
            </a:r>
          </a:p>
        </p:txBody>
      </p:sp>
      <p:grpSp>
        <p:nvGrpSpPr>
          <p:cNvPr id="2" name="Groupe 1">
            <a:extLst>
              <a:ext uri="{FF2B5EF4-FFF2-40B4-BE49-F238E27FC236}">
                <a16:creationId xmlns:a16="http://schemas.microsoft.com/office/drawing/2014/main" id="{C1228FD3-34D7-C2CB-DA6D-A4A56CC19330}"/>
              </a:ext>
            </a:extLst>
          </p:cNvPr>
          <p:cNvGrpSpPr/>
          <p:nvPr/>
        </p:nvGrpSpPr>
        <p:grpSpPr>
          <a:xfrm>
            <a:off x="7267575" y="1197782"/>
            <a:ext cx="1745765" cy="549051"/>
            <a:chOff x="1105481" y="3743236"/>
            <a:chExt cx="1537189" cy="449502"/>
          </a:xfrm>
        </p:grpSpPr>
        <p:grpSp>
          <p:nvGrpSpPr>
            <p:cNvPr id="3" name="Google Shape;933;p114">
              <a:extLst>
                <a:ext uri="{FF2B5EF4-FFF2-40B4-BE49-F238E27FC236}">
                  <a16:creationId xmlns:a16="http://schemas.microsoft.com/office/drawing/2014/main" id="{CB8B914A-C2D0-F85E-DA80-E8D71BB08AA2}"/>
                </a:ext>
              </a:extLst>
            </p:cNvPr>
            <p:cNvGrpSpPr/>
            <p:nvPr/>
          </p:nvGrpSpPr>
          <p:grpSpPr>
            <a:xfrm>
              <a:off x="1105481" y="3797094"/>
              <a:ext cx="1535914" cy="216242"/>
              <a:chOff x="7492226" y="4261382"/>
              <a:chExt cx="2484000" cy="341878"/>
            </a:xfrm>
          </p:grpSpPr>
          <p:sp>
            <p:nvSpPr>
              <p:cNvPr id="12" name="Google Shape;934;p114">
                <a:extLst>
                  <a:ext uri="{FF2B5EF4-FFF2-40B4-BE49-F238E27FC236}">
                    <a16:creationId xmlns:a16="http://schemas.microsoft.com/office/drawing/2014/main" id="{26834BF0-1D08-B2CF-A5D7-B3E4C80BD5B9}"/>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3" name="Google Shape;935;p114">
                <a:extLst>
                  <a:ext uri="{FF2B5EF4-FFF2-40B4-BE49-F238E27FC236}">
                    <a16:creationId xmlns:a16="http://schemas.microsoft.com/office/drawing/2014/main" id="{757EA0AF-2F03-68D5-C8B8-084EC0B22DB4}"/>
                  </a:ext>
                </a:extLst>
              </p:cNvPr>
              <p:cNvGrpSpPr/>
              <p:nvPr/>
            </p:nvGrpSpPr>
            <p:grpSpPr>
              <a:xfrm>
                <a:off x="8314794" y="4480199"/>
                <a:ext cx="828918" cy="123061"/>
                <a:chOff x="1493828" y="2467991"/>
                <a:chExt cx="828918" cy="144016"/>
              </a:xfrm>
            </p:grpSpPr>
            <p:cxnSp>
              <p:nvCxnSpPr>
                <p:cNvPr id="15" name="Google Shape;936;p114">
                  <a:extLst>
                    <a:ext uri="{FF2B5EF4-FFF2-40B4-BE49-F238E27FC236}">
                      <a16:creationId xmlns:a16="http://schemas.microsoft.com/office/drawing/2014/main" id="{2A182150-54AA-BCBE-D56B-F0B95DFBFDF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6" name="Google Shape;937;p114">
                  <a:extLst>
                    <a:ext uri="{FF2B5EF4-FFF2-40B4-BE49-F238E27FC236}">
                      <a16:creationId xmlns:a16="http://schemas.microsoft.com/office/drawing/2014/main" id="{CEE05F29-4AAE-8E4D-5ED6-F900D2364819}"/>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 name="Google Shape;938;p114">
              <a:extLst>
                <a:ext uri="{FF2B5EF4-FFF2-40B4-BE49-F238E27FC236}">
                  <a16:creationId xmlns:a16="http://schemas.microsoft.com/office/drawing/2014/main" id="{6895CDF2-C86F-A80F-9C3D-0C8C6BE010A5}"/>
                </a:ext>
              </a:extLst>
            </p:cNvPr>
            <p:cNvGrpSpPr/>
            <p:nvPr/>
          </p:nvGrpSpPr>
          <p:grpSpPr>
            <a:xfrm>
              <a:off x="2111649" y="3743236"/>
              <a:ext cx="531021" cy="230906"/>
              <a:chOff x="9141172" y="4177369"/>
              <a:chExt cx="828000" cy="360040"/>
            </a:xfrm>
          </p:grpSpPr>
          <p:sp>
            <p:nvSpPr>
              <p:cNvPr id="9" name="Google Shape;939;p114">
                <a:extLst>
                  <a:ext uri="{FF2B5EF4-FFF2-40B4-BE49-F238E27FC236}">
                    <a16:creationId xmlns:a16="http://schemas.microsoft.com/office/drawing/2014/main" id="{05FC9B6E-4C77-0F99-065F-C166F314D6A9}"/>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0" name="Google Shape;940;p114">
                <a:extLst>
                  <a:ext uri="{FF2B5EF4-FFF2-40B4-BE49-F238E27FC236}">
                    <a16:creationId xmlns:a16="http://schemas.microsoft.com/office/drawing/2014/main" id="{EEB76776-4090-CBAF-C92A-68FD45E93175}"/>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1" name="Google Shape;941;p114">
                <a:extLst>
                  <a:ext uri="{FF2B5EF4-FFF2-40B4-BE49-F238E27FC236}">
                    <a16:creationId xmlns:a16="http://schemas.microsoft.com/office/drawing/2014/main" id="{607BF8AF-3CDF-7EF7-11E9-AF323352BC52}"/>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6" name="Google Shape;942;p114">
              <a:extLst>
                <a:ext uri="{FF2B5EF4-FFF2-40B4-BE49-F238E27FC236}">
                  <a16:creationId xmlns:a16="http://schemas.microsoft.com/office/drawing/2014/main" id="{D0E34265-8C15-290C-4E47-0C54B3DB2034}"/>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7" name="Google Shape;943;p114">
              <a:extLst>
                <a:ext uri="{FF2B5EF4-FFF2-40B4-BE49-F238E27FC236}">
                  <a16:creationId xmlns:a16="http://schemas.microsoft.com/office/drawing/2014/main" id="{AD045401-0B3D-63D2-B12C-D1C36C74B73C}"/>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8" name="Google Shape;944;p114">
              <a:extLst>
                <a:ext uri="{FF2B5EF4-FFF2-40B4-BE49-F238E27FC236}">
                  <a16:creationId xmlns:a16="http://schemas.microsoft.com/office/drawing/2014/main" id="{9AC0389B-7C11-7621-A883-1CC5575475E9}"/>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
        <p:nvSpPr>
          <p:cNvPr id="61" name="Google Shape;861;p107">
            <a:extLst>
              <a:ext uri="{FF2B5EF4-FFF2-40B4-BE49-F238E27FC236}">
                <a16:creationId xmlns:a16="http://schemas.microsoft.com/office/drawing/2014/main" id="{A4E29B06-3E2D-7BCC-36AA-88586806EC1B}"/>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spTree>
    <p:extLst>
      <p:ext uri="{BB962C8B-B14F-4D97-AF65-F5344CB8AC3E}">
        <p14:creationId xmlns:p14="http://schemas.microsoft.com/office/powerpoint/2010/main" val="2770028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57B63-5C88-C120-98D9-CDB1D33CBE9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69803B-DD0E-D7EC-B0DE-FD9B7282FE04}"/>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20</a:t>
            </a:fld>
            <a:endParaRPr lang="fr-FR" noProof="0"/>
          </a:p>
        </p:txBody>
      </p:sp>
      <p:graphicFrame>
        <p:nvGraphicFramePr>
          <p:cNvPr id="33" name="Tableau 32">
            <a:extLst>
              <a:ext uri="{FF2B5EF4-FFF2-40B4-BE49-F238E27FC236}">
                <a16:creationId xmlns:a16="http://schemas.microsoft.com/office/drawing/2014/main" id="{1FD8CFF2-FA39-7324-29E0-3705B99628FA}"/>
              </a:ext>
            </a:extLst>
          </p:cNvPr>
          <p:cNvGraphicFramePr>
            <a:graphicFrameLocks noGrp="1"/>
          </p:cNvGraphicFramePr>
          <p:nvPr>
            <p:custDataLst>
              <p:tags r:id="rId1"/>
            </p:custDataLst>
            <p:extLst>
              <p:ext uri="{D42A27DB-BD31-4B8C-83A1-F6EECF244321}">
                <p14:modId xmlns:p14="http://schemas.microsoft.com/office/powerpoint/2010/main" val="2141870363"/>
              </p:ext>
            </p:extLst>
          </p:nvPr>
        </p:nvGraphicFramePr>
        <p:xfrm>
          <a:off x="0" y="538480"/>
          <a:ext cx="9144000" cy="4127692"/>
        </p:xfrm>
        <a:graphic>
          <a:graphicData uri="http://schemas.openxmlformats.org/drawingml/2006/table">
            <a:tbl>
              <a:tblPr firstRow="1" firstCol="1" bandRow="1">
                <a:tableStyleId>{5C22544A-7EE6-4342-B048-85BDC9FD1C3A}</a:tableStyleId>
              </a:tblPr>
              <a:tblGrid>
                <a:gridCol w="431697">
                  <a:extLst>
                    <a:ext uri="{9D8B030D-6E8A-4147-A177-3AD203B41FA5}">
                      <a16:colId xmlns:a16="http://schemas.microsoft.com/office/drawing/2014/main" val="20000"/>
                    </a:ext>
                  </a:extLst>
                </a:gridCol>
                <a:gridCol w="1092459">
                  <a:extLst>
                    <a:ext uri="{9D8B030D-6E8A-4147-A177-3AD203B41FA5}">
                      <a16:colId xmlns:a16="http://schemas.microsoft.com/office/drawing/2014/main" val="20001"/>
                    </a:ext>
                  </a:extLst>
                </a:gridCol>
                <a:gridCol w="3420901">
                  <a:extLst>
                    <a:ext uri="{9D8B030D-6E8A-4147-A177-3AD203B41FA5}">
                      <a16:colId xmlns:a16="http://schemas.microsoft.com/office/drawing/2014/main" val="4057883698"/>
                    </a:ext>
                  </a:extLst>
                </a:gridCol>
                <a:gridCol w="2525973">
                  <a:extLst>
                    <a:ext uri="{9D8B030D-6E8A-4147-A177-3AD203B41FA5}">
                      <a16:colId xmlns:a16="http://schemas.microsoft.com/office/drawing/2014/main" val="2265104901"/>
                    </a:ext>
                  </a:extLst>
                </a:gridCol>
                <a:gridCol w="1672970">
                  <a:extLst>
                    <a:ext uri="{9D8B030D-6E8A-4147-A177-3AD203B41FA5}">
                      <a16:colId xmlns:a16="http://schemas.microsoft.com/office/drawing/2014/main" val="1413096817"/>
                    </a:ext>
                  </a:extLst>
                </a:gridCol>
              </a:tblGrid>
              <a:tr h="3781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6314">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Accès aux programmes et aux données </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590661">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APD- 04</a:t>
                      </a: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rowSpan="3">
                  <a:txBody>
                    <a:bodyPr/>
                    <a:lstStyle/>
                    <a:p>
                      <a:pPr algn="just">
                        <a:lnSpc>
                          <a:spcPct val="115000"/>
                        </a:lnSpc>
                        <a:spcAft>
                          <a:spcPts val="1000"/>
                        </a:spcAft>
                        <a:buNone/>
                      </a:pPr>
                      <a:r>
                        <a:rPr lang="fr-FR" sz="900" b="0" i="0" u="none" strike="noStrike" cap="none">
                          <a:solidFill>
                            <a:schemeClr val="dk1"/>
                          </a:solidFill>
                          <a:effectLst/>
                          <a:latin typeface="+mn-lt"/>
                          <a:ea typeface="MS Mincho" panose="02020609040205080304" pitchFamily="49" charset="-128"/>
                          <a:cs typeface="Times New Roman"/>
                          <a:sym typeface="Arial"/>
                        </a:rPr>
                        <a:t>Les transactions ou activités des applications super-utilisateur/administrateur et les identifiants génériques sensibles sont surveillés</a:t>
                      </a:r>
                    </a:p>
                  </a:txBody>
                  <a:tcPr marL="89535" marR="89535" marT="0" marB="0">
                    <a:solidFill>
                      <a:schemeClr val="bg1">
                        <a:lumMod val="95000"/>
                      </a:schemeClr>
                    </a:solidFill>
                  </a:tcPr>
                </a:tc>
                <a:tc rowSpan="3">
                  <a:txBody>
                    <a:bodyPr/>
                    <a:lstStyle/>
                    <a:p>
                      <a:pPr algn="just" fontAlgn="auto">
                        <a:lnSpc>
                          <a:spcPct val="100000"/>
                        </a:lnSpc>
                        <a:buClrTx/>
                      </a:pPr>
                      <a:r>
                        <a:rPr lang="fr-FR" sz="900">
                          <a:effectLst/>
                          <a:latin typeface="+mn-lt"/>
                          <a:ea typeface="+mn-ea"/>
                          <a:cs typeface="Times New Roman"/>
                        </a:rPr>
                        <a:t>Suite à notre revue des paramètres de sécurité des systèmes d’exploitation des applications de notre scope, nous avons relevé les défaillances suivantes :</a:t>
                      </a:r>
                    </a:p>
                    <a:p>
                      <a:pPr algn="just" fontAlgn="auto">
                        <a:lnSpc>
                          <a:spcPct val="100000"/>
                        </a:lnSpc>
                        <a:buClrTx/>
                      </a:pPr>
                      <a:endParaRPr lang="fr-FR" sz="900">
                        <a:effectLst/>
                        <a:latin typeface="+mn-lt"/>
                        <a:ea typeface="+mn-ea"/>
                        <a:cs typeface="Times New Roman"/>
                      </a:endParaRPr>
                    </a:p>
                    <a:p>
                      <a:pPr algn="just">
                        <a:lnSpc>
                          <a:spcPct val="100000"/>
                        </a:lnSpc>
                        <a:spcAft>
                          <a:spcPts val="300"/>
                        </a:spcAft>
                      </a:pPr>
                      <a:r>
                        <a:rPr lang="fr-FR" sz="900" b="0" i="0" u="none" strike="noStrike" cap="none">
                          <a:solidFill>
                            <a:srgbClr val="000000"/>
                          </a:solidFill>
                          <a:latin typeface="+mn-lt"/>
                          <a:ea typeface="+mn-ea"/>
                          <a:cs typeface="Arial"/>
                          <a:sym typeface="Arial"/>
                        </a:rPr>
                        <a:t>N</a:t>
                      </a:r>
                      <a:r>
                        <a:rPr lang="fr-FR" sz="900" b="0" i="0" u="none" strike="noStrike" kern="1200" cap="none" baseline="0">
                          <a:solidFill>
                            <a:schemeClr val="tx1"/>
                          </a:solidFill>
                          <a:latin typeface="+mn-lt"/>
                          <a:ea typeface="+mn-ea"/>
                          <a:cs typeface="Arial"/>
                          <a:sym typeface="Arial"/>
                        </a:rPr>
                        <a:t>ous avons identifié la présence des comptes non nominatifs: </a:t>
                      </a:r>
                      <a:endParaRPr lang="fr-FR" sz="900">
                        <a:latin typeface="+mn-lt"/>
                      </a:endParaRPr>
                    </a:p>
                    <a:p>
                      <a:pPr lvl="1" algn="just">
                        <a:lnSpc>
                          <a:spcPct val="100000"/>
                        </a:lnSpc>
                        <a:spcBef>
                          <a:spcPts val="0"/>
                        </a:spcBef>
                        <a:spcAft>
                          <a:spcPts val="0"/>
                        </a:spcAft>
                        <a:buNone/>
                      </a:pPr>
                      <a:r>
                        <a:rPr lang="fr-FR" sz="900" b="1" i="0" u="sng" strike="noStrike" kern="1200" cap="none" baseline="0" noProof="0">
                          <a:solidFill>
                            <a:schemeClr val="tx1"/>
                          </a:solidFill>
                          <a:latin typeface="+mn-lt"/>
                        </a:rPr>
                        <a:t>Navision:</a:t>
                      </a:r>
                    </a:p>
                    <a:p>
                      <a:pPr lvl="1" algn="just">
                        <a:lnSpc>
                          <a:spcPct val="100000"/>
                        </a:lnSpc>
                        <a:spcBef>
                          <a:spcPts val="0"/>
                        </a:spcBef>
                        <a:spcAft>
                          <a:spcPts val="0"/>
                        </a:spcAft>
                        <a:buNone/>
                      </a:pPr>
                      <a:r>
                        <a:rPr lang="fr-FR" sz="900" b="0" i="0" u="none" strike="noStrike" kern="1200" cap="none" baseline="0" noProof="0">
                          <a:solidFill>
                            <a:schemeClr val="tx1"/>
                          </a:solidFill>
                          <a:latin typeface="+mn-lt"/>
                        </a:rPr>
                        <a:t>Administrateur</a:t>
                      </a:r>
                    </a:p>
                    <a:p>
                      <a:pPr lvl="1" algn="just">
                        <a:lnSpc>
                          <a:spcPct val="100000"/>
                        </a:lnSpc>
                        <a:spcBef>
                          <a:spcPts val="0"/>
                        </a:spcBef>
                        <a:spcAft>
                          <a:spcPts val="0"/>
                        </a:spcAft>
                        <a:buNone/>
                      </a:pPr>
                      <a:endParaRPr lang="fr-FR" sz="900" b="0" i="0" u="none" strike="noStrike" kern="1200" cap="none" baseline="0" noProof="0">
                        <a:solidFill>
                          <a:schemeClr val="tx1"/>
                        </a:solidFill>
                        <a:latin typeface="+mn-lt"/>
                      </a:endParaRPr>
                    </a:p>
                    <a:p>
                      <a:pPr lvl="0" algn="just">
                        <a:lnSpc>
                          <a:spcPct val="100000"/>
                        </a:lnSpc>
                        <a:spcBef>
                          <a:spcPts val="0"/>
                        </a:spcBef>
                        <a:spcAft>
                          <a:spcPts val="0"/>
                        </a:spcAft>
                        <a:buNone/>
                      </a:pPr>
                      <a:r>
                        <a:rPr lang="fr-FR" sz="900" b="1" i="0" u="sng" strike="noStrike" kern="1200" cap="none" baseline="0" noProof="0" err="1">
                          <a:solidFill>
                            <a:schemeClr val="tx1"/>
                          </a:solidFill>
                          <a:latin typeface="+mn-lt"/>
                        </a:rPr>
                        <a:t>VLL</a:t>
                      </a:r>
                      <a:r>
                        <a:rPr lang="fr-FR" sz="900" b="1" i="0" u="sng" strike="noStrike" kern="1200" cap="none" baseline="0" noProof="0">
                          <a:solidFill>
                            <a:schemeClr val="tx1"/>
                          </a:solidFill>
                          <a:latin typeface="+mn-lt"/>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900" b="0" i="0" u="none" strike="noStrike" kern="1200" cap="none" baseline="0" noProof="0" err="1">
                          <a:solidFill>
                            <a:schemeClr val="tx1"/>
                          </a:solidFill>
                          <a:latin typeface="+mn-lt"/>
                        </a:rPr>
                        <a:t>ASPNET</a:t>
                      </a:r>
                      <a:r>
                        <a:rPr lang="fr-FR" sz="900" b="0" i="0" u="none" strike="noStrike" kern="1200" cap="none" baseline="0" noProof="0">
                          <a:solidFill>
                            <a:schemeClr val="tx1"/>
                          </a:solidFill>
                          <a:latin typeface="+mn-lt"/>
                        </a:rPr>
                        <a:t>, IUSR_UC019</a:t>
                      </a:r>
                      <a:r>
                        <a:rPr lang="ar-TN" sz="900" b="0" i="0" u="none" strike="noStrike" kern="1200" cap="none" baseline="0" noProof="0">
                          <a:solidFill>
                            <a:schemeClr val="tx1"/>
                          </a:solidFill>
                          <a:latin typeface="+mn-lt"/>
                        </a:rPr>
                        <a:t>967</a:t>
                      </a:r>
                      <a:r>
                        <a:rPr lang="fr-FR" sz="900" b="0" i="0" u="none" strike="noStrike" kern="1200" cap="none" baseline="0" noProof="0">
                          <a:solidFill>
                            <a:schemeClr val="tx1"/>
                          </a:solidFill>
                          <a:latin typeface="+mn-lt"/>
                        </a:rPr>
                        <a:t>, IUSR_UC19982, IUSR_UC19981, IUSR_UC19983, IUSR_UC19984, IUSR_UC19985, IUSR_UC19986</a:t>
                      </a:r>
                    </a:p>
                    <a:p>
                      <a:pPr lvl="0" algn="just">
                        <a:lnSpc>
                          <a:spcPct val="100000"/>
                        </a:lnSpc>
                        <a:spcBef>
                          <a:spcPts val="0"/>
                        </a:spcBef>
                        <a:spcAft>
                          <a:spcPts val="0"/>
                        </a:spcAft>
                        <a:buNone/>
                      </a:pPr>
                      <a:endParaRPr lang="fr-FR" sz="900" b="0" i="0" u="none" strike="noStrike" kern="1200" cap="none" baseline="0" noProof="0">
                        <a:solidFill>
                          <a:schemeClr val="tx1"/>
                        </a:solidFill>
                        <a:latin typeface="+mn-lt"/>
                      </a:endParaRPr>
                    </a:p>
                    <a:p>
                      <a:pPr lvl="0" algn="just">
                        <a:lnSpc>
                          <a:spcPct val="100000"/>
                        </a:lnSpc>
                        <a:spcBef>
                          <a:spcPts val="0"/>
                        </a:spcBef>
                        <a:spcAft>
                          <a:spcPts val="0"/>
                        </a:spcAft>
                        <a:buNone/>
                      </a:pPr>
                      <a:r>
                        <a:rPr lang="fr-FR" sz="900" b="1" i="0" u="sng" strike="noStrike" cap="none" noProof="0">
                          <a:solidFill>
                            <a:schemeClr val="dk1"/>
                          </a:solidFill>
                          <a:effectLst/>
                          <a:latin typeface="+mn-lt"/>
                          <a:cs typeface="Times New Roman"/>
                          <a:sym typeface="Arial"/>
                        </a:rPr>
                        <a:t>Linux :</a:t>
                      </a:r>
                      <a:r>
                        <a:rPr lang="fr-FR" sz="900" b="0" i="0" u="none" strike="noStrike" cap="none" noProof="0">
                          <a:solidFill>
                            <a:schemeClr val="dk1"/>
                          </a:solidFill>
                          <a:effectLst/>
                          <a:latin typeface="+mn-lt"/>
                          <a:cs typeface="Times New Roman"/>
                          <a:sym typeface="Arial"/>
                        </a:rPr>
                        <a:t> </a:t>
                      </a:r>
                    </a:p>
                    <a:p>
                      <a:pPr lvl="0" algn="just">
                        <a:lnSpc>
                          <a:spcPct val="100000"/>
                        </a:lnSpc>
                        <a:spcBef>
                          <a:spcPts val="0"/>
                        </a:spcBef>
                        <a:spcAft>
                          <a:spcPts val="0"/>
                        </a:spcAft>
                        <a:buNone/>
                      </a:pPr>
                      <a:r>
                        <a:rPr lang="fr-FR" sz="900" b="0" i="0" u="none" strike="noStrike" kern="1200" cap="none" baseline="0" noProof="0" err="1">
                          <a:solidFill>
                            <a:schemeClr val="tx1"/>
                          </a:solidFill>
                          <a:latin typeface="+mn-lt"/>
                        </a:rPr>
                        <a:t>SAPADM</a:t>
                      </a:r>
                      <a:r>
                        <a:rPr lang="fr-FR" sz="900" b="0" i="0" u="none" strike="noStrike" kern="1200" cap="none" baseline="0" noProof="0">
                          <a:solidFill>
                            <a:schemeClr val="tx1"/>
                          </a:solidFill>
                          <a:latin typeface="+mn-lt"/>
                        </a:rPr>
                        <a:t>, </a:t>
                      </a:r>
                      <a:r>
                        <a:rPr lang="fr-FR" sz="900" b="0" i="0" u="none" strike="noStrike" kern="1200" cap="none" baseline="0" noProof="0" err="1">
                          <a:solidFill>
                            <a:schemeClr val="tx1"/>
                          </a:solidFill>
                          <a:latin typeface="+mn-lt"/>
                        </a:rPr>
                        <a:t>PARADM</a:t>
                      </a:r>
                      <a:endParaRPr lang="fr-FR" sz="900" b="0" i="0" u="none" strike="noStrike" kern="1200" cap="none" baseline="0" noProof="0">
                        <a:solidFill>
                          <a:schemeClr val="tx1"/>
                        </a:solidFill>
                        <a:latin typeface="+mn-lt"/>
                      </a:endParaRPr>
                    </a:p>
                    <a:p>
                      <a:pPr lvl="0" algn="just">
                        <a:lnSpc>
                          <a:spcPct val="100000"/>
                        </a:lnSpc>
                        <a:spcBef>
                          <a:spcPts val="0"/>
                        </a:spcBef>
                        <a:spcAft>
                          <a:spcPts val="0"/>
                        </a:spcAft>
                        <a:buNone/>
                      </a:pPr>
                      <a:endParaRPr lang="fr-FR" sz="900">
                        <a:latin typeface="+mn-lt"/>
                      </a:endParaRP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p>
                      <a:pPr marL="171450" marR="0" indent="-171450" algn="just" rtl="0">
                        <a:lnSpc>
                          <a:spcPct val="100000"/>
                        </a:lnSpc>
                        <a:spcBef>
                          <a:spcPts val="0"/>
                        </a:spcBef>
                        <a:spcAft>
                          <a:spcPts val="300"/>
                        </a:spcAft>
                        <a:buClr>
                          <a:srgbClr val="000000"/>
                        </a:buClr>
                        <a:buFont typeface="Arial" panose="020B0604020202020204" pitchFamily="34" charset="0"/>
                        <a:buChar char="•"/>
                      </a:pPr>
                      <a:r>
                        <a:rPr lang="fr-FR" sz="900" b="0" i="0" u="none" strike="noStrike" kern="1200" cap="none" baseline="0">
                          <a:solidFill>
                            <a:schemeClr val="tx1"/>
                          </a:solidFill>
                          <a:latin typeface="+mn-lt"/>
                          <a:ea typeface="Arial"/>
                          <a:cs typeface="Arial"/>
                          <a:sym typeface="Arial"/>
                        </a:rPr>
                        <a:t>Renforcer la procédure de gestion des accès et veiller à sa bonne application. Ladite procédure devrait détailler le processus de création et de modification des comptes utilisateurs et administrateurs au niveau des différentes couches APP, BD et OS et devrait être opérée sur la base d’une matrice </a:t>
                      </a:r>
                      <a:r>
                        <a:rPr lang="fr-FR" sz="900" b="0" i="0" u="none" strike="noStrike" kern="1200" cap="none" baseline="0" err="1">
                          <a:solidFill>
                            <a:schemeClr val="tx1"/>
                          </a:solidFill>
                          <a:latin typeface="+mn-lt"/>
                          <a:ea typeface="Arial"/>
                          <a:cs typeface="Arial"/>
                          <a:sym typeface="Arial"/>
                        </a:rPr>
                        <a:t>SOD</a:t>
                      </a:r>
                      <a:r>
                        <a:rPr lang="fr-FR" sz="900" b="0" i="0" u="none" strike="noStrike" kern="1200" cap="none" baseline="0">
                          <a:solidFill>
                            <a:schemeClr val="tx1"/>
                          </a:solidFill>
                          <a:latin typeface="+mn-lt"/>
                          <a:ea typeface="Arial"/>
                          <a:cs typeface="Arial"/>
                          <a:sym typeface="Arial"/>
                        </a:rPr>
                        <a:t> afin d’associer chaque création au profil correspondant. Elle devrait être également approuvée et signée de la part des personnes concernées.</a:t>
                      </a:r>
                      <a:r>
                        <a:rPr lang="fr-FR" sz="900" b="0" i="0" u="none" strike="noStrike" kern="1200" cap="none" baseline="0">
                          <a:solidFill>
                            <a:schemeClr val="tx1"/>
                          </a:solidFill>
                          <a:latin typeface="+mn-lt"/>
                          <a:ea typeface="Arial"/>
                          <a:cs typeface="Arial"/>
                        </a:rPr>
                        <a:t> </a:t>
                      </a:r>
                      <a:endParaRPr lang="fr-FR" sz="900" b="0" i="0" u="none" strike="noStrike" kern="1200" cap="none" baseline="0">
                        <a:solidFill>
                          <a:schemeClr val="tx1"/>
                        </a:solidFill>
                        <a:latin typeface="+mn-lt"/>
                        <a:ea typeface="Arial"/>
                        <a:cs typeface="Arial"/>
                        <a:sym typeface="Arial"/>
                      </a:endParaRPr>
                    </a:p>
                    <a:p>
                      <a:pPr marL="171450" marR="0" indent="-171450" algn="just" rtl="0">
                        <a:lnSpc>
                          <a:spcPct val="100000"/>
                        </a:lnSpc>
                        <a:spcBef>
                          <a:spcPts val="0"/>
                        </a:spcBef>
                        <a:spcAft>
                          <a:spcPts val="300"/>
                        </a:spcAft>
                        <a:buClr>
                          <a:srgbClr val="000000"/>
                        </a:buClr>
                        <a:buFont typeface="Arial" panose="020B0604020202020204" pitchFamily="34" charset="0"/>
                        <a:buChar char="•"/>
                      </a:pPr>
                      <a:r>
                        <a:rPr lang="fr-FR" sz="900" b="0" i="0" u="none" strike="noStrike" kern="1200" cap="none" baseline="0">
                          <a:solidFill>
                            <a:schemeClr val="tx1"/>
                          </a:solidFill>
                          <a:latin typeface="+mn-lt"/>
                          <a:ea typeface="Arial"/>
                          <a:cs typeface="Arial"/>
                          <a:sym typeface="Arial"/>
                        </a:rPr>
                        <a:t>Il est recommandé également de créer des comptes nominatifs pour chaque administrateur et utilisateur et de mettre en place un processus formalisé pour tracer leurs activités et suivre les comptes génériques de type système</a:t>
                      </a: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745111">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just"/>
                      <a:r>
                        <a:rPr lang="fr-FR" sz="900" b="0" i="0" u="none" strike="noStrike" kern="1200" cap="none">
                          <a:solidFill>
                            <a:schemeClr val="dk1"/>
                          </a:solidFill>
                          <a:effectLst/>
                          <a:latin typeface="+mn-lt"/>
                          <a:ea typeface="+mn-ea"/>
                          <a:cs typeface="+mn-cs"/>
                          <a:sym typeface="Arial"/>
                        </a:rPr>
                        <a:t>En l’absence d’une revue périodique des droits d’accès, les risques suivants peuvent être encourus par UHD :</a:t>
                      </a:r>
                      <a:br>
                        <a:rPr lang="fr-FR" sz="900" b="0" i="0" u="none" strike="noStrike" kern="1200" cap="none">
                          <a:solidFill>
                            <a:schemeClr val="dk1"/>
                          </a:solidFill>
                          <a:effectLst/>
                          <a:latin typeface="+mn-lt"/>
                          <a:ea typeface="+mn-ea"/>
                          <a:cs typeface="+mn-cs"/>
                          <a:sym typeface="Arial"/>
                        </a:rPr>
                      </a:br>
                      <a:endParaRPr lang="fr-FR" sz="900" b="0" i="0" u="none" strike="noStrike" kern="1200" cap="none">
                        <a:solidFill>
                          <a:schemeClr val="dk1"/>
                        </a:solidFill>
                        <a:effectLst/>
                        <a:latin typeface="+mn-lt"/>
                        <a:ea typeface="+mn-ea"/>
                        <a:cs typeface="+mn-cs"/>
                        <a:sym typeface="Arial"/>
                      </a:endParaRPr>
                    </a:p>
                    <a:p>
                      <a:pPr algn="just"/>
                      <a:r>
                        <a:rPr lang="fr-FR" sz="900" b="0" i="0" u="none" strike="noStrike" kern="1200" cap="none">
                          <a:solidFill>
                            <a:schemeClr val="dk1"/>
                          </a:solidFill>
                          <a:effectLst/>
                          <a:latin typeface="+mn-lt"/>
                          <a:ea typeface="+mn-ea"/>
                          <a:cs typeface="+mn-cs"/>
                          <a:sym typeface="Arial"/>
                        </a:rPr>
                        <a:t>• Accès non autorisés aux données confidentielles ;</a:t>
                      </a:r>
                    </a:p>
                    <a:p>
                      <a:pPr algn="just"/>
                      <a:endParaRPr lang="fr-FR" sz="900" b="0" i="0" u="none" strike="noStrike" kern="1200" cap="none">
                        <a:solidFill>
                          <a:schemeClr val="dk1"/>
                        </a:solidFill>
                        <a:effectLst/>
                        <a:latin typeface="+mn-lt"/>
                        <a:ea typeface="+mn-ea"/>
                        <a:cs typeface="+mn-cs"/>
                        <a:sym typeface="Arial"/>
                      </a:endParaRPr>
                    </a:p>
                    <a:p>
                      <a:pPr algn="just"/>
                      <a:r>
                        <a:rPr lang="fr-FR" sz="900" b="0" i="0" u="none" strike="noStrike" kern="1200" cap="none">
                          <a:solidFill>
                            <a:schemeClr val="dk1"/>
                          </a:solidFill>
                          <a:effectLst/>
                          <a:latin typeface="+mn-lt"/>
                          <a:ea typeface="+mn-ea"/>
                          <a:cs typeface="+mn-cs"/>
                          <a:sym typeface="Arial"/>
                        </a:rPr>
                        <a:t>• Cumul de tâches incompatibles.</a:t>
                      </a:r>
                    </a:p>
                    <a:p>
                      <a:pPr algn="just"/>
                      <a:endParaRPr lang="fr-FR" sz="900" b="0" i="0" u="none" strike="noStrike" kern="1200" cap="none">
                        <a:solidFill>
                          <a:schemeClr val="dk1"/>
                        </a:solidFill>
                        <a:effectLst/>
                        <a:latin typeface="+mn-lt"/>
                        <a:ea typeface="+mn-ea"/>
                        <a:cs typeface="+mn-cs"/>
                        <a:sym typeface="Arial"/>
                      </a:endParaRPr>
                    </a:p>
                    <a:p>
                      <a:pPr algn="just"/>
                      <a:r>
                        <a:rPr lang="fr-FR" sz="900" b="0" i="0" u="none" strike="noStrike" kern="1200" cap="none">
                          <a:solidFill>
                            <a:schemeClr val="dk1"/>
                          </a:solidFill>
                          <a:effectLst/>
                          <a:latin typeface="+mn-lt"/>
                          <a:ea typeface="+mn-ea"/>
                          <a:cs typeface="+mn-cs"/>
                          <a:sym typeface="Arial"/>
                        </a:rPr>
                        <a:t>• Augmentation du niveau de privilège d’un utilisateur.</a:t>
                      </a:r>
                    </a:p>
                    <a:p>
                      <a:pPr algn="just"/>
                      <a:endParaRPr lang="fr-FR" sz="900" b="0" i="0" u="none" strike="noStrike" kern="1200" cap="none">
                        <a:solidFill>
                          <a:schemeClr val="dk1"/>
                        </a:solidFill>
                        <a:effectLst/>
                        <a:latin typeface="+mn-lt"/>
                        <a:ea typeface="+mn-ea"/>
                        <a:cs typeface="+mn-cs"/>
                        <a:sym typeface="Arial"/>
                      </a:endParaRPr>
                    </a:p>
                    <a:p>
                      <a:pPr algn="just"/>
                      <a:r>
                        <a:rPr lang="fr-FR" sz="900" b="0" i="0" u="none" strike="noStrike" kern="1200" cap="none">
                          <a:solidFill>
                            <a:schemeClr val="dk1"/>
                          </a:solidFill>
                          <a:effectLst/>
                          <a:latin typeface="+mn-lt"/>
                          <a:ea typeface="+mn-ea"/>
                          <a:cs typeface="+mn-cs"/>
                          <a:sym typeface="Arial"/>
                        </a:rPr>
                        <a:t>• Altération et destruction de  données par erreur ou d’une manière volontaire ;</a:t>
                      </a:r>
                    </a:p>
                  </a:txBody>
                  <a:tcPr>
                    <a:solidFill>
                      <a:schemeClr val="bg1">
                        <a:lumMod val="95000"/>
                      </a:schemeClr>
                    </a:solidFill>
                  </a:tcPr>
                </a:tc>
                <a:extLst>
                  <a:ext uri="{0D108BD9-81ED-4DB2-BD59-A6C34878D82A}">
                    <a16:rowId xmlns:a16="http://schemas.microsoft.com/office/drawing/2014/main" val="784123412"/>
                  </a:ext>
                </a:extLst>
              </a:tr>
              <a:tr h="323034">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vMerge="1">
                  <a:txBody>
                    <a:bodyPr/>
                    <a:lstStyle/>
                    <a:p>
                      <a:pPr algn="just">
                        <a:lnSpc>
                          <a:spcPct val="115000"/>
                        </a:lnSpc>
                        <a:spcAft>
                          <a:spcPts val="1000"/>
                        </a:spcAft>
                        <a:buNone/>
                      </a:pPr>
                      <a:endParaRPr lang="fr-FR" sz="900" b="0" i="0" u="none" strike="noStrike" cap="none">
                        <a:solidFill>
                          <a:schemeClr val="dk1"/>
                        </a:solidFill>
                        <a:effectLst/>
                        <a:latin typeface="+mn-lt"/>
                        <a:ea typeface="MS Mincho" panose="02020609040205080304" pitchFamily="49" charset="-128"/>
                        <a:cs typeface="Times New Roman"/>
                        <a:sym typeface="Arial"/>
                      </a:endParaRPr>
                    </a:p>
                  </a:txBody>
                  <a:tcPr marL="89535" marR="89535" marT="0" marB="0">
                    <a:solidFill>
                      <a:schemeClr val="bg1">
                        <a:lumMod val="95000"/>
                      </a:schemeClr>
                    </a:solidFill>
                  </a:tcPr>
                </a:tc>
                <a:tc vMerge="1">
                  <a:txBody>
                    <a:bodyPr/>
                    <a:lstStyle/>
                    <a:p>
                      <a:pPr lvl="0" algn="just">
                        <a:lnSpc>
                          <a:spcPct val="100000"/>
                        </a:lnSpc>
                        <a:spcBef>
                          <a:spcPts val="0"/>
                        </a:spcBef>
                        <a:spcAft>
                          <a:spcPts val="0"/>
                        </a:spcAft>
                        <a:buNone/>
                      </a:pPr>
                      <a:endParaRPr lang="fr-FR" sz="900">
                        <a:latin typeface="+mn-lt"/>
                      </a:endParaRPr>
                    </a:p>
                  </a:txBody>
                  <a:tcPr marL="89535" marR="89535" marT="0" marB="0">
                    <a:solidFill>
                      <a:schemeClr val="bg1">
                        <a:lumMod val="95000"/>
                      </a:schemeClr>
                    </a:solidFill>
                  </a:tcPr>
                </a:tc>
                <a:tc vMerge="1">
                  <a:txBody>
                    <a:bodyPr/>
                    <a:lstStyle/>
                    <a:p>
                      <a:pPr marL="171450" marR="0" indent="-171450" algn="just" rtl="0">
                        <a:lnSpc>
                          <a:spcPct val="100000"/>
                        </a:lnSpc>
                        <a:spcBef>
                          <a:spcPts val="0"/>
                        </a:spcBef>
                        <a:spcAft>
                          <a:spcPts val="300"/>
                        </a:spcAft>
                        <a:buClr>
                          <a:srgbClr val="000000"/>
                        </a:buClr>
                        <a:buFont typeface="Arial" panose="020B0604020202020204" pitchFamily="34" charset="0"/>
                        <a:buChar char="•"/>
                      </a:pPr>
                      <a:endParaRPr lang="fr-FR" sz="900" b="0" i="0" u="none" strike="noStrike" kern="1200" cap="none" baseline="0">
                        <a:solidFill>
                          <a:schemeClr val="tx1"/>
                        </a:solidFill>
                        <a:latin typeface="+mn-lt"/>
                        <a:ea typeface="Arial"/>
                        <a:cs typeface="Arial"/>
                        <a:sym typeface="Arial"/>
                      </a:endParaRPr>
                    </a:p>
                  </a:txBody>
                  <a:tcPr>
                    <a:solidFill>
                      <a:schemeClr val="bg1">
                        <a:lumMod val="95000"/>
                      </a:schemeClr>
                    </a:solidFill>
                  </a:tcPr>
                </a:tc>
                <a:tc>
                  <a:txBody>
                    <a:bodyPr/>
                    <a:lstStyle/>
                    <a:p>
                      <a:pPr marL="0" indent="0" algn="ctr">
                        <a:buFont typeface="Arial" panose="020B0604020202020204" pitchFamily="34" charset="0"/>
                        <a:buNone/>
                      </a:pPr>
                      <a:r>
                        <a:rPr lang="fr-FR" sz="900" b="1" i="0" u="none" strike="noStrike" kern="1200" cap="none">
                          <a:solidFill>
                            <a:schemeClr val="accent1">
                              <a:lumMod val="75000"/>
                            </a:schemeClr>
                          </a:solidFill>
                          <a:effectLst/>
                          <a:latin typeface="+mn-lt"/>
                          <a:ea typeface="+mn-ea"/>
                          <a:cs typeface="+mn-cs"/>
                          <a:sym typeface="Arial"/>
                        </a:rPr>
                        <a:t>Priorité de traitement: 2</a:t>
                      </a:r>
                    </a:p>
                  </a:txBody>
                  <a:tcPr anchor="ctr">
                    <a:solidFill>
                      <a:schemeClr val="bg1">
                        <a:lumMod val="95000"/>
                      </a:schemeClr>
                    </a:solidFill>
                  </a:tcPr>
                </a:tc>
                <a:extLst>
                  <a:ext uri="{0D108BD9-81ED-4DB2-BD59-A6C34878D82A}">
                    <a16:rowId xmlns:a16="http://schemas.microsoft.com/office/drawing/2014/main" val="794375726"/>
                  </a:ext>
                </a:extLst>
              </a:tr>
            </a:tbl>
          </a:graphicData>
        </a:graphic>
      </p:graphicFrame>
      <p:sp>
        <p:nvSpPr>
          <p:cNvPr id="53" name="Footer Placeholder 1">
            <a:extLst>
              <a:ext uri="{FF2B5EF4-FFF2-40B4-BE49-F238E27FC236}">
                <a16:creationId xmlns:a16="http://schemas.microsoft.com/office/drawing/2014/main" id="{E5CB84AB-1251-A639-4D8C-2A43D4D51C2D}"/>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17" name="Google Shape;861;p107">
            <a:extLst>
              <a:ext uri="{FF2B5EF4-FFF2-40B4-BE49-F238E27FC236}">
                <a16:creationId xmlns:a16="http://schemas.microsoft.com/office/drawing/2014/main" id="{80403CD1-24F9-6A39-3C7D-645539616684}"/>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grpSp>
        <p:nvGrpSpPr>
          <p:cNvPr id="16" name="Groupe 15">
            <a:extLst>
              <a:ext uri="{FF2B5EF4-FFF2-40B4-BE49-F238E27FC236}">
                <a16:creationId xmlns:a16="http://schemas.microsoft.com/office/drawing/2014/main" id="{7D1C5061-32A9-07E6-CFB5-EC3D595AA52B}"/>
              </a:ext>
            </a:extLst>
          </p:cNvPr>
          <p:cNvGrpSpPr/>
          <p:nvPr/>
        </p:nvGrpSpPr>
        <p:grpSpPr>
          <a:xfrm>
            <a:off x="7578671" y="1197782"/>
            <a:ext cx="1434669" cy="549051"/>
            <a:chOff x="1105481" y="3743236"/>
            <a:chExt cx="1537189" cy="449502"/>
          </a:xfrm>
        </p:grpSpPr>
        <p:grpSp>
          <p:nvGrpSpPr>
            <p:cNvPr id="31" name="Google Shape;933;p114">
              <a:extLst>
                <a:ext uri="{FF2B5EF4-FFF2-40B4-BE49-F238E27FC236}">
                  <a16:creationId xmlns:a16="http://schemas.microsoft.com/office/drawing/2014/main" id="{AB690DCF-F2F4-9BE4-6C55-5B2433A4E501}"/>
                </a:ext>
              </a:extLst>
            </p:cNvPr>
            <p:cNvGrpSpPr/>
            <p:nvPr/>
          </p:nvGrpSpPr>
          <p:grpSpPr>
            <a:xfrm>
              <a:off x="1105481" y="3797094"/>
              <a:ext cx="1535914" cy="216242"/>
              <a:chOff x="7492226" y="4261382"/>
              <a:chExt cx="2484000" cy="341878"/>
            </a:xfrm>
          </p:grpSpPr>
          <p:sp>
            <p:nvSpPr>
              <p:cNvPr id="40" name="Google Shape;934;p114">
                <a:extLst>
                  <a:ext uri="{FF2B5EF4-FFF2-40B4-BE49-F238E27FC236}">
                    <a16:creationId xmlns:a16="http://schemas.microsoft.com/office/drawing/2014/main" id="{75AB2F6E-BB41-2513-2AAF-65D1F4E8654A}"/>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1" name="Google Shape;935;p114">
                <a:extLst>
                  <a:ext uri="{FF2B5EF4-FFF2-40B4-BE49-F238E27FC236}">
                    <a16:creationId xmlns:a16="http://schemas.microsoft.com/office/drawing/2014/main" id="{F3B892BA-48EC-6D14-6A71-58D40E4467A5}"/>
                  </a:ext>
                </a:extLst>
              </p:cNvPr>
              <p:cNvGrpSpPr/>
              <p:nvPr/>
            </p:nvGrpSpPr>
            <p:grpSpPr>
              <a:xfrm>
                <a:off x="8314794" y="4480199"/>
                <a:ext cx="828918" cy="123061"/>
                <a:chOff x="1493828" y="2467991"/>
                <a:chExt cx="828918" cy="144016"/>
              </a:xfrm>
            </p:grpSpPr>
            <p:cxnSp>
              <p:nvCxnSpPr>
                <p:cNvPr id="42" name="Google Shape;936;p114">
                  <a:extLst>
                    <a:ext uri="{FF2B5EF4-FFF2-40B4-BE49-F238E27FC236}">
                      <a16:creationId xmlns:a16="http://schemas.microsoft.com/office/drawing/2014/main" id="{B5EC686F-DE4C-04F9-35C9-FE03B69E3F0E}"/>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43" name="Google Shape;937;p114">
                  <a:extLst>
                    <a:ext uri="{FF2B5EF4-FFF2-40B4-BE49-F238E27FC236}">
                      <a16:creationId xmlns:a16="http://schemas.microsoft.com/office/drawing/2014/main" id="{76FE9968-4BBB-11DB-684F-516BD8096030}"/>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32" name="Google Shape;938;p114">
              <a:extLst>
                <a:ext uri="{FF2B5EF4-FFF2-40B4-BE49-F238E27FC236}">
                  <a16:creationId xmlns:a16="http://schemas.microsoft.com/office/drawing/2014/main" id="{DA4416B9-9ABD-05BA-7FFB-A816A9B19F9F}"/>
                </a:ext>
              </a:extLst>
            </p:cNvPr>
            <p:cNvGrpSpPr/>
            <p:nvPr/>
          </p:nvGrpSpPr>
          <p:grpSpPr>
            <a:xfrm>
              <a:off x="2111649" y="3743236"/>
              <a:ext cx="531021" cy="230906"/>
              <a:chOff x="9141172" y="4177369"/>
              <a:chExt cx="828000" cy="360040"/>
            </a:xfrm>
          </p:grpSpPr>
          <p:sp>
            <p:nvSpPr>
              <p:cNvPr id="37" name="Google Shape;939;p114">
                <a:extLst>
                  <a:ext uri="{FF2B5EF4-FFF2-40B4-BE49-F238E27FC236}">
                    <a16:creationId xmlns:a16="http://schemas.microsoft.com/office/drawing/2014/main" id="{732C6747-707D-0322-7064-5BD5B56053CD}"/>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38" name="Google Shape;940;p114">
                <a:extLst>
                  <a:ext uri="{FF2B5EF4-FFF2-40B4-BE49-F238E27FC236}">
                    <a16:creationId xmlns:a16="http://schemas.microsoft.com/office/drawing/2014/main" id="{477B0E34-EC39-C0E1-4C96-577897FE7486}"/>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39" name="Google Shape;941;p114">
                <a:extLst>
                  <a:ext uri="{FF2B5EF4-FFF2-40B4-BE49-F238E27FC236}">
                    <a16:creationId xmlns:a16="http://schemas.microsoft.com/office/drawing/2014/main" id="{1AC52F81-A2E2-7808-8599-0629BBD08485}"/>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34" name="Google Shape;942;p114">
              <a:extLst>
                <a:ext uri="{FF2B5EF4-FFF2-40B4-BE49-F238E27FC236}">
                  <a16:creationId xmlns:a16="http://schemas.microsoft.com/office/drawing/2014/main" id="{305C6133-409D-2806-F8E9-102FBC477C08}"/>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750" b="0" i="0" u="none" strike="noStrike" cap="none" noProof="0">
                  <a:solidFill>
                    <a:schemeClr val="dk2"/>
                  </a:solidFill>
                  <a:latin typeface="Arial"/>
                  <a:ea typeface="Arial"/>
                  <a:cs typeface="Arial"/>
                  <a:sym typeface="Arial"/>
                </a:rPr>
                <a:t>Low</a:t>
              </a:r>
              <a:endParaRPr lang="fr-FR" sz="750" b="1" i="0" u="none" strike="noStrike" cap="none" noProof="0">
                <a:solidFill>
                  <a:schemeClr val="dk2"/>
                </a:solidFill>
                <a:latin typeface="Arial"/>
                <a:ea typeface="Arial"/>
                <a:cs typeface="Arial"/>
                <a:sym typeface="Arial"/>
              </a:endParaRPr>
            </a:p>
          </p:txBody>
        </p:sp>
        <p:sp>
          <p:nvSpPr>
            <p:cNvPr id="35" name="Google Shape;943;p114">
              <a:extLst>
                <a:ext uri="{FF2B5EF4-FFF2-40B4-BE49-F238E27FC236}">
                  <a16:creationId xmlns:a16="http://schemas.microsoft.com/office/drawing/2014/main" id="{34303D6F-8F48-A6A6-1275-233E1DF1A733}"/>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750" b="0" i="0" u="none" strike="noStrike" cap="none" noProof="0">
                  <a:solidFill>
                    <a:schemeClr val="dk2"/>
                  </a:solidFill>
                  <a:latin typeface="Arial"/>
                  <a:ea typeface="Arial"/>
                  <a:cs typeface="Arial"/>
                  <a:sym typeface="Arial"/>
                </a:rPr>
                <a:t>Medium</a:t>
              </a:r>
              <a:endParaRPr lang="fr-FR" sz="750" b="1" i="0" u="none" strike="noStrike" cap="none" noProof="0">
                <a:solidFill>
                  <a:schemeClr val="dk2"/>
                </a:solidFill>
                <a:latin typeface="Arial"/>
                <a:ea typeface="Arial"/>
                <a:cs typeface="Arial"/>
                <a:sym typeface="Arial"/>
              </a:endParaRPr>
            </a:p>
          </p:txBody>
        </p:sp>
        <p:sp>
          <p:nvSpPr>
            <p:cNvPr id="36" name="Google Shape;944;p114">
              <a:extLst>
                <a:ext uri="{FF2B5EF4-FFF2-40B4-BE49-F238E27FC236}">
                  <a16:creationId xmlns:a16="http://schemas.microsoft.com/office/drawing/2014/main" id="{6625D0EE-E35F-F162-FE1A-9D9979EB7178}"/>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750" b="0" i="0" u="none" strike="noStrike" cap="none" noProof="0">
                  <a:solidFill>
                    <a:schemeClr val="dk2"/>
                  </a:solidFill>
                  <a:latin typeface="Arial"/>
                  <a:ea typeface="Arial"/>
                  <a:cs typeface="Arial"/>
                  <a:sym typeface="Arial"/>
                </a:rPr>
                <a:t>High</a:t>
              </a:r>
              <a:endParaRPr lang="fr-FR" sz="75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3169363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906CF-BD05-40E1-360B-A0239DC69CD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DB24607-850C-D3A3-9E05-767A183B1972}"/>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21</a:t>
            </a:fld>
            <a:endParaRPr lang="fr-FR" noProof="0"/>
          </a:p>
        </p:txBody>
      </p:sp>
      <p:graphicFrame>
        <p:nvGraphicFramePr>
          <p:cNvPr id="33" name="Tableau 32">
            <a:extLst>
              <a:ext uri="{FF2B5EF4-FFF2-40B4-BE49-F238E27FC236}">
                <a16:creationId xmlns:a16="http://schemas.microsoft.com/office/drawing/2014/main" id="{200056D2-D393-2EB9-9AA4-3EDC4C7CFDEE}"/>
              </a:ext>
            </a:extLst>
          </p:cNvPr>
          <p:cNvGraphicFramePr>
            <a:graphicFrameLocks noGrp="1"/>
          </p:cNvGraphicFramePr>
          <p:nvPr>
            <p:custDataLst>
              <p:tags r:id="rId1"/>
            </p:custDataLst>
            <p:extLst>
              <p:ext uri="{D42A27DB-BD31-4B8C-83A1-F6EECF244321}">
                <p14:modId xmlns:p14="http://schemas.microsoft.com/office/powerpoint/2010/main" val="1860027297"/>
              </p:ext>
            </p:extLst>
          </p:nvPr>
        </p:nvGraphicFramePr>
        <p:xfrm>
          <a:off x="0" y="528321"/>
          <a:ext cx="9144000" cy="4121171"/>
        </p:xfrm>
        <a:graphic>
          <a:graphicData uri="http://schemas.openxmlformats.org/drawingml/2006/table">
            <a:tbl>
              <a:tblPr firstRow="1" firstCol="1" bandRow="1">
                <a:tableStyleId>{5C22544A-7EE6-4342-B048-85BDC9FD1C3A}</a:tableStyleId>
              </a:tblPr>
              <a:tblGrid>
                <a:gridCol w="432157">
                  <a:extLst>
                    <a:ext uri="{9D8B030D-6E8A-4147-A177-3AD203B41FA5}">
                      <a16:colId xmlns:a16="http://schemas.microsoft.com/office/drawing/2014/main" val="20000"/>
                    </a:ext>
                  </a:extLst>
                </a:gridCol>
                <a:gridCol w="1093623">
                  <a:extLst>
                    <a:ext uri="{9D8B030D-6E8A-4147-A177-3AD203B41FA5}">
                      <a16:colId xmlns:a16="http://schemas.microsoft.com/office/drawing/2014/main" val="20001"/>
                    </a:ext>
                  </a:extLst>
                </a:gridCol>
                <a:gridCol w="3424548">
                  <a:extLst>
                    <a:ext uri="{9D8B030D-6E8A-4147-A177-3AD203B41FA5}">
                      <a16:colId xmlns:a16="http://schemas.microsoft.com/office/drawing/2014/main" val="4057883698"/>
                    </a:ext>
                  </a:extLst>
                </a:gridCol>
                <a:gridCol w="2528666">
                  <a:extLst>
                    <a:ext uri="{9D8B030D-6E8A-4147-A177-3AD203B41FA5}">
                      <a16:colId xmlns:a16="http://schemas.microsoft.com/office/drawing/2014/main" val="2265104901"/>
                    </a:ext>
                  </a:extLst>
                </a:gridCol>
                <a:gridCol w="1665006">
                  <a:extLst>
                    <a:ext uri="{9D8B030D-6E8A-4147-A177-3AD203B41FA5}">
                      <a16:colId xmlns:a16="http://schemas.microsoft.com/office/drawing/2014/main" val="1413096817"/>
                    </a:ext>
                  </a:extLst>
                </a:gridCol>
              </a:tblGrid>
              <a:tr h="337736">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11085">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Accès aux programmes et aux données </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706119">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APD- 04</a:t>
                      </a: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rowSpan="3">
                  <a:txBody>
                    <a:bodyPr/>
                    <a:lstStyle/>
                    <a:p>
                      <a:pPr algn="just">
                        <a:lnSpc>
                          <a:spcPct val="115000"/>
                        </a:lnSpc>
                        <a:spcAft>
                          <a:spcPts val="1000"/>
                        </a:spcAft>
                        <a:buNone/>
                      </a:pPr>
                      <a:r>
                        <a:rPr lang="fr-FR" sz="900">
                          <a:solidFill>
                            <a:srgbClr val="000000"/>
                          </a:solidFill>
                          <a:effectLst/>
                          <a:latin typeface="+mn-lt"/>
                          <a:ea typeface="MS Mincho" panose="02020609040205080304" pitchFamily="49" charset="-128"/>
                          <a:cs typeface="Times New Roman" panose="02020603050405020304" pitchFamily="18" charset="0"/>
                        </a:rPr>
                        <a:t>Les transactions ou activités des applications super-utilisateur/administrateur et les identifiants génériques sensibles sont surveillés</a:t>
                      </a:r>
                      <a:endParaRPr lang="fr-FR" sz="900">
                        <a:effectLst/>
                        <a:latin typeface="+mn-lt"/>
                        <a:ea typeface="MS Mincho" panose="02020609040205080304" pitchFamily="49" charset="-128"/>
                        <a:cs typeface="Times New Roman" panose="02020603050405020304" pitchFamily="18" charset="0"/>
                      </a:endParaRPr>
                    </a:p>
                  </a:txBody>
                  <a:tcPr marL="89535" marR="89535" marT="0" marB="0">
                    <a:solidFill>
                      <a:schemeClr val="bg1">
                        <a:lumMod val="95000"/>
                      </a:schemeClr>
                    </a:solidFill>
                  </a:tcPr>
                </a:tc>
                <a:tc rowSpan="3">
                  <a:txBody>
                    <a:bodyPr/>
                    <a:lstStyle/>
                    <a:p>
                      <a:pPr algn="just" fontAlgn="auto">
                        <a:buClrTx/>
                      </a:pPr>
                      <a:r>
                        <a:rPr lang="fr-FR" sz="900">
                          <a:effectLst/>
                          <a:latin typeface="+mn-lt"/>
                          <a:ea typeface="Arial" panose="020B0604020202020204" pitchFamily="34" charset="0"/>
                          <a:cs typeface="Times New Roman"/>
                        </a:rPr>
                        <a:t>Suite à notre revue des paramètres de sécurité des bases de données des applications de notre scope, nous avons relevé les défaillances suivantes : </a:t>
                      </a:r>
                    </a:p>
                    <a:p>
                      <a:pPr algn="just" fontAlgn="auto">
                        <a:buClrTx/>
                      </a:pPr>
                      <a:endParaRPr lang="fr-FR" sz="900">
                        <a:effectLst/>
                        <a:latin typeface="+mn-lt"/>
                        <a:ea typeface="Arial" panose="020B0604020202020204" pitchFamily="34" charset="0"/>
                        <a:cs typeface="Times New Roman"/>
                      </a:endParaRPr>
                    </a:p>
                    <a:p>
                      <a:pPr marL="171450" indent="-171450" algn="just" fontAlgn="auto">
                        <a:buClrTx/>
                        <a:buFont typeface="Arial" panose="020B0604020202020204" pitchFamily="34" charset="0"/>
                        <a:buChar char="•"/>
                      </a:pPr>
                      <a:r>
                        <a:rPr lang="fr-FR" sz="900" b="1">
                          <a:effectLst/>
                          <a:latin typeface="+mn-lt"/>
                          <a:ea typeface="Arial" panose="020B0604020202020204" pitchFamily="34" charset="0"/>
                          <a:cs typeface="Times New Roman"/>
                        </a:rPr>
                        <a:t>Présence de comptes non nominatifs  </a:t>
                      </a:r>
                    </a:p>
                    <a:p>
                      <a:pPr marL="0" marR="0" lvl="0" indent="0" algn="just" defTabSz="914400" rtl="0" eaLnBrk="1" fontAlgn="auto" latinLnBrk="0" hangingPunct="1">
                        <a:lnSpc>
                          <a:spcPct val="100000"/>
                        </a:lnSpc>
                        <a:spcBef>
                          <a:spcPts val="0"/>
                        </a:spcBef>
                        <a:spcAft>
                          <a:spcPts val="300"/>
                        </a:spcAft>
                        <a:buClr>
                          <a:srgbClr val="000000"/>
                        </a:buClr>
                        <a:buSzTx/>
                        <a:buFont typeface="Arial"/>
                        <a:buNone/>
                        <a:tabLst/>
                        <a:defRPr/>
                      </a:pPr>
                      <a:r>
                        <a:rPr lang="fr-FR" sz="900" b="1" i="0" u="none" strike="noStrike" kern="1200" cap="none" baseline="0">
                          <a:solidFill>
                            <a:schemeClr val="tx1"/>
                          </a:solidFill>
                          <a:latin typeface="+mn-lt"/>
                          <a:ea typeface="Arial"/>
                          <a:cs typeface="Arial"/>
                          <a:sym typeface="Arial"/>
                        </a:rPr>
                        <a:t>VLL </a:t>
                      </a:r>
                      <a:r>
                        <a:rPr lang="fr-FR" sz="900" b="0" i="0" u="none" strike="noStrike" kern="1200" cap="none" baseline="0">
                          <a:solidFill>
                            <a:schemeClr val="tx1"/>
                          </a:solidFill>
                          <a:latin typeface="+mn-lt"/>
                          <a:ea typeface="Arial"/>
                          <a:cs typeface="Arial"/>
                          <a:sym typeface="Arial"/>
                        </a:rPr>
                        <a:t>: </a:t>
                      </a:r>
                      <a:r>
                        <a:rPr lang="fr-FR" sz="900">
                          <a:latin typeface="+mn-lt"/>
                        </a:rPr>
                        <a:t>guest, INFORMATION_SCHEMA, Super, METIMAG-TUNIS\navision</a:t>
                      </a:r>
                      <a:endParaRPr lang="fr-FR" sz="900" b="0">
                        <a:latin typeface="+mn-lt"/>
                      </a:endParaRPr>
                    </a:p>
                    <a:p>
                      <a:pPr marL="0" marR="0" lvl="0" indent="0" algn="just" defTabSz="914400" rtl="0" eaLnBrk="1" fontAlgn="auto" latinLnBrk="0" hangingPunct="1">
                        <a:lnSpc>
                          <a:spcPct val="100000"/>
                        </a:lnSpc>
                        <a:spcBef>
                          <a:spcPts val="0"/>
                        </a:spcBef>
                        <a:spcAft>
                          <a:spcPts val="300"/>
                        </a:spcAft>
                        <a:buClr>
                          <a:srgbClr val="000000"/>
                        </a:buClr>
                        <a:buSzTx/>
                        <a:buFont typeface="Arial"/>
                        <a:buNone/>
                        <a:tabLst/>
                        <a:defRPr/>
                      </a:pPr>
                      <a:r>
                        <a:rPr lang="fr-FR" sz="900" b="1" i="0" u="none" strike="noStrike" kern="1200" cap="none" baseline="0" noProof="0">
                          <a:solidFill>
                            <a:schemeClr val="tx1"/>
                          </a:solidFill>
                          <a:latin typeface="+mn-lt"/>
                        </a:rPr>
                        <a:t>SAPS/4 HANA </a:t>
                      </a:r>
                      <a:r>
                        <a:rPr lang="fr-FR" sz="900" b="0" i="0" u="none" strike="noStrike" kern="1200" cap="none" baseline="0" noProof="0">
                          <a:solidFill>
                            <a:schemeClr val="tx1"/>
                          </a:solidFill>
                          <a:latin typeface="+mn-lt"/>
                        </a:rPr>
                        <a:t>: BI_USER ,HANACOCKPIT…</a:t>
                      </a:r>
                    </a:p>
                    <a:p>
                      <a:pPr marL="0" marR="0" lvl="0" indent="0" algn="just" defTabSz="914400" rtl="0" eaLnBrk="1" fontAlgn="auto" latinLnBrk="0" hangingPunct="1">
                        <a:lnSpc>
                          <a:spcPct val="100000"/>
                        </a:lnSpc>
                        <a:spcBef>
                          <a:spcPts val="0"/>
                        </a:spcBef>
                        <a:spcAft>
                          <a:spcPts val="300"/>
                        </a:spcAft>
                        <a:buClr>
                          <a:srgbClr val="000000"/>
                        </a:buClr>
                        <a:buSzTx/>
                        <a:buFont typeface="Arial"/>
                        <a:buNone/>
                        <a:tabLst/>
                        <a:defRPr/>
                      </a:pPr>
                      <a:r>
                        <a:rPr lang="fr-FR" sz="900" b="1" i="0" u="none" strike="noStrike" kern="1200" cap="none" baseline="0" noProof="0">
                          <a:solidFill>
                            <a:schemeClr val="tx1"/>
                          </a:solidFill>
                          <a:latin typeface="+mn-lt"/>
                          <a:ea typeface="Arial"/>
                          <a:cs typeface="Arial"/>
                          <a:sym typeface="Arial"/>
                        </a:rPr>
                        <a:t>NAVISION</a:t>
                      </a:r>
                      <a:r>
                        <a:rPr lang="fr-FR" sz="900" b="0" i="0" u="none" strike="noStrike" kern="1200" cap="none" baseline="0" noProof="0">
                          <a:solidFill>
                            <a:schemeClr val="tx1"/>
                          </a:solidFill>
                          <a:latin typeface="+mn-lt"/>
                          <a:ea typeface="Arial"/>
                          <a:cs typeface="Arial"/>
                          <a:sym typeface="Arial"/>
                        </a:rPr>
                        <a:t>: </a:t>
                      </a:r>
                      <a:r>
                        <a:rPr lang="fr-FR" sz="900">
                          <a:latin typeface="+mn-lt"/>
                        </a:rPr>
                        <a:t>AUTORITE NT\SERVICE RÉSEAU, UHD\Navision, Super</a:t>
                      </a:r>
                    </a:p>
                    <a:p>
                      <a:pPr marL="171450" marR="0" lvl="0" indent="-171450" algn="just" defTabSz="1018824" rtl="0" fontAlgn="auto">
                        <a:lnSpc>
                          <a:spcPct val="100000"/>
                        </a:lnSpc>
                        <a:spcBef>
                          <a:spcPts val="200"/>
                        </a:spcBef>
                        <a:spcAft>
                          <a:spcPts val="0"/>
                        </a:spcAft>
                        <a:buClr>
                          <a:schemeClr val="dk2"/>
                        </a:buClr>
                        <a:buSzPts val="900"/>
                        <a:buFont typeface="Arial" panose="020B0604020202020204" pitchFamily="34" charset="0"/>
                        <a:buChar char="•"/>
                        <a:defRPr/>
                      </a:pPr>
                      <a:r>
                        <a:rPr lang="fr-FR" sz="900" b="1" i="0" u="sng" strike="noStrike" cap="none">
                          <a:solidFill>
                            <a:srgbClr val="000000"/>
                          </a:solidFill>
                          <a:effectLst/>
                          <a:latin typeface="+mn-lt"/>
                          <a:ea typeface="Arial" panose="020B0604020202020204" pitchFamily="34" charset="0"/>
                          <a:cs typeface="Arial"/>
                          <a:sym typeface="Arial"/>
                        </a:rPr>
                        <a:t>SQL</a:t>
                      </a:r>
                      <a:r>
                        <a:rPr lang="fr-FR" sz="900" b="1" i="0" u="sng" strike="noStrike" cap="none">
                          <a:solidFill>
                            <a:srgbClr val="000000"/>
                          </a:solidFill>
                          <a:effectLst>
                            <a:outerShdw blurRad="38100" dist="38100" dir="2700000" algn="tl">
                              <a:srgbClr val="000000">
                                <a:alpha val="43137"/>
                              </a:srgbClr>
                            </a:outerShdw>
                          </a:effectLst>
                          <a:latin typeface="+mn-lt"/>
                          <a:ea typeface="Arial" panose="020B0604020202020204" pitchFamily="34" charset="0"/>
                          <a:cs typeface="Arial"/>
                          <a:sym typeface="Arial"/>
                        </a:rPr>
                        <a:t> </a:t>
                      </a:r>
                      <a:r>
                        <a:rPr lang="fr-FR" sz="900" b="1" i="0" u="sng" strike="noStrike" cap="none">
                          <a:solidFill>
                            <a:srgbClr val="000000"/>
                          </a:solidFill>
                          <a:effectLst/>
                          <a:latin typeface="+mn-lt"/>
                          <a:ea typeface="Arial" panose="020B0604020202020204" pitchFamily="34" charset="0"/>
                          <a:cs typeface="Arial"/>
                          <a:sym typeface="Arial"/>
                        </a:rPr>
                        <a:t>Server</a:t>
                      </a:r>
                      <a:r>
                        <a:rPr lang="fr-FR" sz="900" b="1" i="0" u="sng" strike="noStrike" cap="none">
                          <a:solidFill>
                            <a:srgbClr val="000000"/>
                          </a:solidFill>
                          <a:effectLst>
                            <a:outerShdw blurRad="38100" dist="38100" dir="2700000" algn="tl">
                              <a:srgbClr val="000000">
                                <a:alpha val="43137"/>
                              </a:srgbClr>
                            </a:outerShdw>
                          </a:effectLst>
                          <a:latin typeface="+mn-lt"/>
                          <a:ea typeface="Arial" panose="020B0604020202020204" pitchFamily="34" charset="0"/>
                          <a:cs typeface="Arial"/>
                          <a:sym typeface="Arial"/>
                        </a:rPr>
                        <a:t>:</a:t>
                      </a:r>
                    </a:p>
                    <a:p>
                      <a:pPr marL="0" marR="0" lvl="0" indent="0" algn="just" defTabSz="1018824" rtl="0" eaLnBrk="1" fontAlgn="auto" latinLnBrk="0" hangingPunct="1">
                        <a:lnSpc>
                          <a:spcPct val="100000"/>
                        </a:lnSpc>
                        <a:spcBef>
                          <a:spcPts val="200"/>
                        </a:spcBef>
                        <a:spcAft>
                          <a:spcPts val="0"/>
                        </a:spcAft>
                        <a:buClr>
                          <a:schemeClr val="dk2"/>
                        </a:buClr>
                        <a:buSzPts val="900"/>
                        <a:buFont typeface="Arial"/>
                        <a:buNone/>
                        <a:tabLst/>
                        <a:defRPr/>
                      </a:pPr>
                      <a:r>
                        <a:rPr lang="fr-FR" sz="900" b="0">
                          <a:latin typeface="+mn-lt"/>
                        </a:rPr>
                        <a:t>Absence de revue des droits d’accès des comptes administrateurs.</a:t>
                      </a:r>
                      <a:endParaRPr lang="fr-FR" sz="900" b="0" i="0" u="none" strike="noStrike" kern="1200" cap="none" baseline="0" noProof="0">
                        <a:solidFill>
                          <a:schemeClr val="tx1"/>
                        </a:solidFill>
                        <a:latin typeface="+mn-lt"/>
                      </a:endParaRPr>
                    </a:p>
                    <a:p>
                      <a:pPr marL="0" marR="0" lvl="0" indent="0" algn="just" defTabSz="1018824" rtl="0" eaLnBrk="1" fontAlgn="auto" latinLnBrk="0" hangingPunct="1">
                        <a:lnSpc>
                          <a:spcPct val="100000"/>
                        </a:lnSpc>
                        <a:spcBef>
                          <a:spcPts val="200"/>
                        </a:spcBef>
                        <a:spcAft>
                          <a:spcPts val="0"/>
                        </a:spcAft>
                        <a:buClr>
                          <a:schemeClr val="dk2"/>
                        </a:buClr>
                        <a:buSzPts val="900"/>
                        <a:buFont typeface="Arial"/>
                        <a:buNone/>
                        <a:tabLst/>
                        <a:defRPr/>
                      </a:pPr>
                      <a:r>
                        <a:rPr lang="fr-FR" sz="900" b="0" i="0" u="none" strike="noStrike" cap="none">
                          <a:solidFill>
                            <a:srgbClr val="000000"/>
                          </a:solidFill>
                          <a:latin typeface="+mn-lt"/>
                          <a:cs typeface="Arial"/>
                          <a:sym typeface="Arial"/>
                        </a:rPr>
                        <a:t>l</a:t>
                      </a:r>
                      <a:r>
                        <a:rPr lang="fr-FR" sz="900" b="0" i="0" u="none" strike="noStrike" cap="none">
                          <a:solidFill>
                            <a:srgbClr val="000000"/>
                          </a:solidFill>
                          <a:latin typeface="+mn-lt"/>
                          <a:ea typeface="Arial"/>
                          <a:cs typeface="Arial"/>
                          <a:sym typeface="Arial"/>
                        </a:rPr>
                        <a:t>e paramètre qui permet de surveiller les tentatives d’accès non autorisées à la base est désactivé ;</a:t>
                      </a:r>
                    </a:p>
                    <a:p>
                      <a:pPr marL="0" marR="0" lvl="0" indent="0" algn="just" defTabSz="1018824" rtl="0" eaLnBrk="1" fontAlgn="auto" latinLnBrk="0" hangingPunct="1">
                        <a:lnSpc>
                          <a:spcPct val="100000"/>
                        </a:lnSpc>
                        <a:spcBef>
                          <a:spcPts val="200"/>
                        </a:spcBef>
                        <a:spcAft>
                          <a:spcPts val="0"/>
                        </a:spcAft>
                        <a:buClr>
                          <a:schemeClr val="dk2"/>
                        </a:buClr>
                        <a:buSzPts val="900"/>
                        <a:buFont typeface="Arial"/>
                        <a:buNone/>
                        <a:tabLst/>
                        <a:defRPr/>
                      </a:pPr>
                      <a:r>
                        <a:rPr lang="fr-FR" sz="900" b="0" i="0" u="none" strike="noStrike" cap="none">
                          <a:solidFill>
                            <a:srgbClr val="000000"/>
                          </a:solidFill>
                          <a:latin typeface="+mn-lt"/>
                          <a:cs typeface="Arial"/>
                          <a:sym typeface="Arial"/>
                        </a:rPr>
                        <a:t>Aucune politique des mots de passe n’est paramétrée.(VLL, Navision)</a:t>
                      </a:r>
                    </a:p>
                    <a:p>
                      <a:pPr marL="171450" marR="0" lvl="0" indent="-171450" algn="just"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pPr>
                      <a:r>
                        <a:rPr lang="fr-FR" sz="900" b="1" i="0" u="sng" strike="noStrike" cap="none">
                          <a:solidFill>
                            <a:srgbClr val="000000"/>
                          </a:solidFill>
                          <a:latin typeface="+mn-lt"/>
                          <a:cs typeface="Arial"/>
                          <a:sym typeface="Arial"/>
                        </a:rPr>
                        <a:t>HANA</a:t>
                      </a:r>
                      <a:r>
                        <a:rPr lang="fr-FR" sz="900" b="0" i="0" u="sng" strike="noStrike" cap="none">
                          <a:solidFill>
                            <a:srgbClr val="000000"/>
                          </a:solidFill>
                          <a:latin typeface="+mn-lt"/>
                          <a:cs typeface="Arial"/>
                          <a:sym typeface="Arial"/>
                        </a:rPr>
                        <a:t>:</a:t>
                      </a:r>
                    </a:p>
                    <a:p>
                      <a:pPr marL="0" marR="0" lvl="0" indent="0" algn="just" rtl="0" eaLnBrk="1" fontAlgn="auto" latinLnBrk="0" hangingPunct="1">
                        <a:lnSpc>
                          <a:spcPct val="100000"/>
                        </a:lnSpc>
                        <a:spcBef>
                          <a:spcPts val="200"/>
                        </a:spcBef>
                        <a:spcAft>
                          <a:spcPts val="0"/>
                        </a:spcAft>
                        <a:buClr>
                          <a:schemeClr val="dk2"/>
                        </a:buClr>
                        <a:buSzPts val="900"/>
                        <a:buFont typeface="Arial"/>
                        <a:buNone/>
                      </a:pPr>
                      <a:r>
                        <a:rPr lang="fr-FR" sz="900" b="0">
                          <a:latin typeface="+mn-lt"/>
                        </a:rPr>
                        <a:t>Absence de revue et de suivi des droits d’accès des comptes administrateurs: </a:t>
                      </a:r>
                      <a:r>
                        <a:rPr lang="fr-FR" sz="900" b="0" i="0" u="none" strike="noStrike" cap="none">
                          <a:solidFill>
                            <a:srgbClr val="000000"/>
                          </a:solidFill>
                          <a:latin typeface="+mn-lt"/>
                          <a:cs typeface="Arial"/>
                          <a:sym typeface="Arial"/>
                        </a:rPr>
                        <a:t>La politique de mot de passe n'est pas alignée aux bonnes pratiques.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p>
                      <a:pPr marL="171450" marR="0" indent="-171450" algn="just" rtl="0">
                        <a:lnSpc>
                          <a:spcPct val="100000"/>
                        </a:lnSpc>
                        <a:spcBef>
                          <a:spcPts val="0"/>
                        </a:spcBef>
                        <a:spcAft>
                          <a:spcPts val="300"/>
                        </a:spcAft>
                        <a:buClr>
                          <a:srgbClr val="000000"/>
                        </a:buClr>
                        <a:buFont typeface="Arial" panose="020B0604020202020204" pitchFamily="34" charset="0"/>
                        <a:buChar char="•"/>
                      </a:pPr>
                      <a:r>
                        <a:rPr lang="fr-FR" sz="900" b="0" i="0" u="none" strike="noStrike" kern="1200" cap="none" baseline="0">
                          <a:solidFill>
                            <a:schemeClr val="tx1"/>
                          </a:solidFill>
                          <a:latin typeface="+mn-lt"/>
                          <a:ea typeface="Arial"/>
                          <a:cs typeface="Arial"/>
                          <a:sym typeface="Arial"/>
                        </a:rPr>
                        <a:t>Renforcer la procédure de gestion des accès et veiller à sa bonne application. Ladite procédure devrait détailler le processus de création et de modification des comptes utilisateurs et administrateurs au niveau des différentes couches APP, BD et OS et devrait être opérée sur la base d’une matrice </a:t>
                      </a:r>
                      <a:r>
                        <a:rPr lang="fr-FR" sz="900" b="0" i="0" u="none" strike="noStrike" kern="1200" cap="none" baseline="0" err="1">
                          <a:solidFill>
                            <a:schemeClr val="tx1"/>
                          </a:solidFill>
                          <a:latin typeface="+mn-lt"/>
                          <a:ea typeface="Arial"/>
                          <a:cs typeface="Arial"/>
                          <a:sym typeface="Arial"/>
                        </a:rPr>
                        <a:t>SOD</a:t>
                      </a:r>
                      <a:r>
                        <a:rPr lang="fr-FR" sz="900" b="0" i="0" u="none" strike="noStrike" kern="1200" cap="none" baseline="0">
                          <a:solidFill>
                            <a:schemeClr val="tx1"/>
                          </a:solidFill>
                          <a:latin typeface="+mn-lt"/>
                          <a:ea typeface="Arial"/>
                          <a:cs typeface="Arial"/>
                          <a:sym typeface="Arial"/>
                        </a:rPr>
                        <a:t> afin d’associer chaque création au profil correspondant. Elle devrait être également approuvée et signée de la part des personnes concernées.</a:t>
                      </a:r>
                      <a:r>
                        <a:rPr lang="fr-FR" sz="900" b="0" i="0" u="none" strike="noStrike" kern="1200" cap="none" baseline="0">
                          <a:solidFill>
                            <a:schemeClr val="tx1"/>
                          </a:solidFill>
                          <a:latin typeface="+mn-lt"/>
                          <a:ea typeface="Arial"/>
                          <a:cs typeface="Arial"/>
                        </a:rPr>
                        <a:t> </a:t>
                      </a:r>
                      <a:endParaRPr lang="fr-FR" sz="900" b="0" i="0" u="none" strike="noStrike" kern="1200" cap="none" baseline="0">
                        <a:solidFill>
                          <a:schemeClr val="tx1"/>
                        </a:solidFill>
                        <a:latin typeface="+mn-lt"/>
                        <a:ea typeface="Arial"/>
                        <a:cs typeface="Arial"/>
                        <a:sym typeface="Arial"/>
                      </a:endParaRPr>
                    </a:p>
                    <a:p>
                      <a:pPr marL="171450" marR="0" indent="-171450" algn="just" rtl="0">
                        <a:lnSpc>
                          <a:spcPct val="100000"/>
                        </a:lnSpc>
                        <a:spcBef>
                          <a:spcPts val="0"/>
                        </a:spcBef>
                        <a:spcAft>
                          <a:spcPts val="300"/>
                        </a:spcAft>
                        <a:buClr>
                          <a:srgbClr val="000000"/>
                        </a:buClr>
                        <a:buFont typeface="Arial" panose="020B0604020202020204" pitchFamily="34" charset="0"/>
                        <a:buChar char="•"/>
                      </a:pPr>
                      <a:r>
                        <a:rPr lang="fr-FR" sz="900" b="0" i="0" u="none" strike="noStrike" kern="1200" cap="none" baseline="0">
                          <a:solidFill>
                            <a:schemeClr val="tx1"/>
                          </a:solidFill>
                          <a:latin typeface="+mn-lt"/>
                          <a:ea typeface="Arial"/>
                          <a:cs typeface="Arial"/>
                          <a:sym typeface="Arial"/>
                        </a:rPr>
                        <a:t>Il est recommandé également de créer des comptes nominatifs pour chaque administrateur et utilisateur et de mettre en place un processus formalisé pour tracer leurs activités et suivre les comptes génériques de type système</a:t>
                      </a: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162014">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fr-FR" sz="900" b="0" i="0" u="none" strike="noStrike" kern="1200" cap="none">
                          <a:solidFill>
                            <a:schemeClr val="dk1"/>
                          </a:solidFill>
                          <a:effectLst/>
                          <a:latin typeface="+mn-lt"/>
                          <a:ea typeface="+mn-ea"/>
                          <a:cs typeface="+mn-cs"/>
                          <a:sym typeface="Arial"/>
                        </a:rPr>
                        <a:t>• Augmentation du niveau de privilège des utilisateurs ;</a:t>
                      </a:r>
                    </a:p>
                    <a:p>
                      <a:pPr marL="171450" marR="0" lvl="0" indent="-171450" algn="just" defTabSz="914400" rtl="0" eaLnBrk="1" fontAlgn="auto" latinLnBrk="0" hangingPunct="1">
                        <a:lnSpc>
                          <a:spcPct val="100000"/>
                        </a:lnSpc>
                        <a:spcBef>
                          <a:spcPts val="0"/>
                        </a:spcBef>
                        <a:spcAft>
                          <a:spcPts val="0"/>
                        </a:spcAft>
                        <a:buClr>
                          <a:srgbClr val="000000"/>
                        </a:buClr>
                        <a:buSzTx/>
                        <a:buFont typeface="Arial"/>
                        <a:buChar char="•"/>
                        <a:tabLst/>
                        <a:defRPr/>
                      </a:pPr>
                      <a:endParaRPr lang="fr-FR" sz="900" b="0" i="0" u="none" strike="noStrike" kern="1200" cap="none">
                        <a:solidFill>
                          <a:schemeClr val="dk1"/>
                        </a:solidFill>
                        <a:effectLst/>
                        <a:latin typeface="+mn-lt"/>
                        <a:ea typeface="+mn-ea"/>
                        <a:cs typeface="+mn-cs"/>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fr-FR" sz="900" b="0" i="0" u="none" strike="noStrike" kern="1200" cap="none">
                          <a:solidFill>
                            <a:schemeClr val="dk1"/>
                          </a:solidFill>
                          <a:effectLst/>
                          <a:latin typeface="+mn-lt"/>
                          <a:ea typeface="+mn-ea"/>
                          <a:cs typeface="+mn-cs"/>
                          <a:sym typeface="Arial"/>
                        </a:rPr>
                        <a:t>• Accès non autorisés aux données confidentielles ;</a:t>
                      </a:r>
                    </a:p>
                    <a:p>
                      <a:pPr marL="171450" marR="0" lvl="0" indent="-171450" algn="just" defTabSz="914400" rtl="0" eaLnBrk="1" fontAlgn="auto" latinLnBrk="0" hangingPunct="1">
                        <a:lnSpc>
                          <a:spcPct val="100000"/>
                        </a:lnSpc>
                        <a:spcBef>
                          <a:spcPts val="0"/>
                        </a:spcBef>
                        <a:spcAft>
                          <a:spcPts val="0"/>
                        </a:spcAft>
                        <a:buClr>
                          <a:srgbClr val="000000"/>
                        </a:buClr>
                        <a:buSzTx/>
                        <a:buFont typeface="Arial"/>
                        <a:buChar char="•"/>
                        <a:tabLst/>
                        <a:defRPr/>
                      </a:pPr>
                      <a:endParaRPr lang="fr-FR" sz="900" b="0" i="0" u="none" strike="noStrike" kern="1200" cap="none">
                        <a:solidFill>
                          <a:schemeClr val="dk1"/>
                        </a:solidFill>
                        <a:effectLst/>
                        <a:latin typeface="+mn-lt"/>
                        <a:ea typeface="+mn-ea"/>
                        <a:cs typeface="+mn-cs"/>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fr-FR" sz="900" b="0" i="0" u="none" strike="noStrike" kern="1200" cap="none">
                          <a:solidFill>
                            <a:schemeClr val="dk1"/>
                          </a:solidFill>
                          <a:effectLst/>
                          <a:latin typeface="+mn-lt"/>
                          <a:ea typeface="+mn-ea"/>
                          <a:cs typeface="+mn-cs"/>
                          <a:sym typeface="Arial"/>
                        </a:rPr>
                        <a:t>• Absence de contrôles d’accès au niveau de la base de données;</a:t>
                      </a:r>
                    </a:p>
                    <a:p>
                      <a:pPr marL="171450" marR="0" lvl="0" indent="-171450" algn="just" defTabSz="914400" rtl="0" eaLnBrk="1" fontAlgn="auto" latinLnBrk="0" hangingPunct="1">
                        <a:lnSpc>
                          <a:spcPct val="100000"/>
                        </a:lnSpc>
                        <a:spcBef>
                          <a:spcPts val="0"/>
                        </a:spcBef>
                        <a:spcAft>
                          <a:spcPts val="0"/>
                        </a:spcAft>
                        <a:buClr>
                          <a:srgbClr val="000000"/>
                        </a:buClr>
                        <a:buSzTx/>
                        <a:buFont typeface="Arial"/>
                        <a:buChar char="•"/>
                        <a:tabLst/>
                        <a:defRPr/>
                      </a:pPr>
                      <a:endParaRPr lang="fr-FR" sz="900" b="0" i="0" u="none" strike="noStrike" kern="1200" cap="none">
                        <a:solidFill>
                          <a:schemeClr val="dk1"/>
                        </a:solidFill>
                        <a:effectLst/>
                        <a:latin typeface="+mn-lt"/>
                        <a:ea typeface="+mn-ea"/>
                        <a:cs typeface="+mn-cs"/>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fr-FR" sz="900" b="0" i="0" u="none" strike="noStrike" kern="1200" cap="none">
                          <a:solidFill>
                            <a:schemeClr val="dk1"/>
                          </a:solidFill>
                          <a:effectLst/>
                          <a:latin typeface="+mn-lt"/>
                          <a:ea typeface="+mn-ea"/>
                          <a:cs typeface="+mn-cs"/>
                          <a:sym typeface="Arial"/>
                        </a:rPr>
                        <a:t>• Cumul de tâches incompatibles. </a:t>
                      </a:r>
                    </a:p>
                  </a:txBody>
                  <a:tcPr anchor="ctr">
                    <a:solidFill>
                      <a:schemeClr val="bg1">
                        <a:lumMod val="95000"/>
                      </a:schemeClr>
                    </a:solidFill>
                  </a:tcPr>
                </a:tc>
                <a:extLst>
                  <a:ext uri="{0D108BD9-81ED-4DB2-BD59-A6C34878D82A}">
                    <a16:rowId xmlns:a16="http://schemas.microsoft.com/office/drawing/2014/main" val="1135686371"/>
                  </a:ext>
                </a:extLst>
              </a:tr>
              <a:tr h="658678">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vMerge="1">
                  <a:txBody>
                    <a:bodyPr/>
                    <a:lstStyle/>
                    <a:p>
                      <a:pPr algn="just">
                        <a:lnSpc>
                          <a:spcPct val="115000"/>
                        </a:lnSpc>
                        <a:spcAft>
                          <a:spcPts val="1000"/>
                        </a:spcAft>
                        <a:buNone/>
                      </a:pPr>
                      <a:endParaRPr lang="fr-FR" sz="900">
                        <a:effectLst/>
                        <a:latin typeface="+mn-lt"/>
                        <a:ea typeface="MS Mincho" panose="02020609040205080304" pitchFamily="49" charset="-128"/>
                        <a:cs typeface="Times New Roman" panose="02020603050405020304" pitchFamily="18" charset="0"/>
                      </a:endParaRPr>
                    </a:p>
                  </a:txBody>
                  <a:tcPr marL="89535" marR="89535" marT="0" marB="0">
                    <a:solidFill>
                      <a:schemeClr val="bg1">
                        <a:lumMod val="95000"/>
                      </a:schemeClr>
                    </a:solidFill>
                  </a:tcPr>
                </a:tc>
                <a:tc vMerge="1">
                  <a:txBody>
                    <a:bodyPr/>
                    <a:lstStyle/>
                    <a:p>
                      <a:pPr lvl="0" algn="just">
                        <a:lnSpc>
                          <a:spcPct val="100000"/>
                        </a:lnSpc>
                        <a:spcBef>
                          <a:spcPts val="0"/>
                        </a:spcBef>
                        <a:spcAft>
                          <a:spcPts val="0"/>
                        </a:spcAft>
                        <a:buNone/>
                      </a:pPr>
                      <a:endParaRPr lang="fr-FR" sz="900">
                        <a:latin typeface="+mn-lt"/>
                      </a:endParaRPr>
                    </a:p>
                  </a:txBody>
                  <a:tcPr marL="89535" marR="89535" marT="0" marB="0">
                    <a:solidFill>
                      <a:schemeClr val="bg1">
                        <a:lumMod val="95000"/>
                      </a:schemeClr>
                    </a:solidFill>
                  </a:tcPr>
                </a:tc>
                <a:tc vMerge="1">
                  <a:txBody>
                    <a:bodyPr/>
                    <a:lstStyle/>
                    <a:p>
                      <a:pPr marL="171450" marR="0" indent="-171450" algn="just" rtl="0">
                        <a:lnSpc>
                          <a:spcPct val="100000"/>
                        </a:lnSpc>
                        <a:spcBef>
                          <a:spcPts val="0"/>
                        </a:spcBef>
                        <a:spcAft>
                          <a:spcPts val="300"/>
                        </a:spcAft>
                        <a:buClr>
                          <a:srgbClr val="000000"/>
                        </a:buClr>
                        <a:buFont typeface="Arial" panose="020B0604020202020204" pitchFamily="34" charset="0"/>
                        <a:buChar char="•"/>
                      </a:pPr>
                      <a:endParaRPr lang="fr-FR" sz="900" b="0" i="0" u="none" strike="noStrike" kern="1200" cap="none" baseline="0">
                        <a:solidFill>
                          <a:schemeClr val="tx1"/>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1">
                              <a:lumMod val="75000"/>
                            </a:schemeClr>
                          </a:solidFill>
                          <a:effectLst/>
                          <a:latin typeface="+mn-lt"/>
                          <a:ea typeface="+mn-ea"/>
                          <a:cs typeface="+mn-cs"/>
                          <a:sym typeface="Arial"/>
                        </a:rPr>
                        <a:t>Priorité de traitement: 2</a:t>
                      </a:r>
                    </a:p>
                  </a:txBody>
                  <a:tcPr anchor="ctr">
                    <a:solidFill>
                      <a:schemeClr val="bg1">
                        <a:lumMod val="95000"/>
                      </a:schemeClr>
                    </a:solidFill>
                  </a:tcPr>
                </a:tc>
                <a:extLst>
                  <a:ext uri="{0D108BD9-81ED-4DB2-BD59-A6C34878D82A}">
                    <a16:rowId xmlns:a16="http://schemas.microsoft.com/office/drawing/2014/main" val="2493947400"/>
                  </a:ext>
                </a:extLst>
              </a:tr>
            </a:tbl>
          </a:graphicData>
        </a:graphic>
      </p:graphicFrame>
      <p:sp>
        <p:nvSpPr>
          <p:cNvPr id="53" name="Footer Placeholder 1">
            <a:extLst>
              <a:ext uri="{FF2B5EF4-FFF2-40B4-BE49-F238E27FC236}">
                <a16:creationId xmlns:a16="http://schemas.microsoft.com/office/drawing/2014/main" id="{0865BE42-C2E1-2601-60EF-17C088EAF0F3}"/>
              </a:ext>
            </a:extLst>
          </p:cNvPr>
          <p:cNvSpPr>
            <a:spLocks noGrp="1"/>
          </p:cNvSpPr>
          <p:nvPr>
            <p:ph type="ftr" sz="quarter" idx="3"/>
          </p:nvPr>
        </p:nvSpPr>
        <p:spPr>
          <a:xfrm>
            <a:off x="800100" y="4873081"/>
            <a:ext cx="6611112" cy="121187"/>
          </a:xfrm>
        </p:spPr>
        <p:txBody>
          <a:bodyPr/>
          <a:lstStyle/>
          <a:p>
            <a:r>
              <a:rPr lang="fr-FR" noProof="0"/>
              <a:t>PwC | UHD FY24</a:t>
            </a:r>
          </a:p>
        </p:txBody>
      </p:sp>
      <p:grpSp>
        <p:nvGrpSpPr>
          <p:cNvPr id="2" name="Groupe 1">
            <a:extLst>
              <a:ext uri="{FF2B5EF4-FFF2-40B4-BE49-F238E27FC236}">
                <a16:creationId xmlns:a16="http://schemas.microsoft.com/office/drawing/2014/main" id="{25F4F7D7-B4A3-21DF-1319-36C0005F8F5D}"/>
              </a:ext>
            </a:extLst>
          </p:cNvPr>
          <p:cNvGrpSpPr/>
          <p:nvPr/>
        </p:nvGrpSpPr>
        <p:grpSpPr>
          <a:xfrm>
            <a:off x="7543800" y="1186065"/>
            <a:ext cx="1540687" cy="549051"/>
            <a:chOff x="1105481" y="3743236"/>
            <a:chExt cx="1537189" cy="449502"/>
          </a:xfrm>
        </p:grpSpPr>
        <p:grpSp>
          <p:nvGrpSpPr>
            <p:cNvPr id="3" name="Google Shape;933;p114">
              <a:extLst>
                <a:ext uri="{FF2B5EF4-FFF2-40B4-BE49-F238E27FC236}">
                  <a16:creationId xmlns:a16="http://schemas.microsoft.com/office/drawing/2014/main" id="{2EC15C0C-FA17-EA7E-C26D-D7B4699129CC}"/>
                </a:ext>
              </a:extLst>
            </p:cNvPr>
            <p:cNvGrpSpPr/>
            <p:nvPr/>
          </p:nvGrpSpPr>
          <p:grpSpPr>
            <a:xfrm>
              <a:off x="1105481" y="3797094"/>
              <a:ext cx="1535914" cy="216242"/>
              <a:chOff x="7492226" y="4261382"/>
              <a:chExt cx="2484000" cy="341878"/>
            </a:xfrm>
          </p:grpSpPr>
          <p:sp>
            <p:nvSpPr>
              <p:cNvPr id="12" name="Google Shape;934;p114">
                <a:extLst>
                  <a:ext uri="{FF2B5EF4-FFF2-40B4-BE49-F238E27FC236}">
                    <a16:creationId xmlns:a16="http://schemas.microsoft.com/office/drawing/2014/main" id="{FAA485A4-CF71-710F-A625-B297D1FB7DC8}"/>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3" name="Google Shape;935;p114">
                <a:extLst>
                  <a:ext uri="{FF2B5EF4-FFF2-40B4-BE49-F238E27FC236}">
                    <a16:creationId xmlns:a16="http://schemas.microsoft.com/office/drawing/2014/main" id="{C06E43AE-8A35-F803-FBD8-0C876B5B4AB3}"/>
                  </a:ext>
                </a:extLst>
              </p:cNvPr>
              <p:cNvGrpSpPr/>
              <p:nvPr/>
            </p:nvGrpSpPr>
            <p:grpSpPr>
              <a:xfrm>
                <a:off x="8314794" y="4480199"/>
                <a:ext cx="828918" cy="123061"/>
                <a:chOff x="1493828" y="2467991"/>
                <a:chExt cx="828918" cy="144016"/>
              </a:xfrm>
            </p:grpSpPr>
            <p:cxnSp>
              <p:nvCxnSpPr>
                <p:cNvPr id="15" name="Google Shape;936;p114">
                  <a:extLst>
                    <a:ext uri="{FF2B5EF4-FFF2-40B4-BE49-F238E27FC236}">
                      <a16:creationId xmlns:a16="http://schemas.microsoft.com/office/drawing/2014/main" id="{A7C8B6B8-643D-D671-63DE-8D8D1EBAB1E1}"/>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6" name="Google Shape;937;p114">
                  <a:extLst>
                    <a:ext uri="{FF2B5EF4-FFF2-40B4-BE49-F238E27FC236}">
                      <a16:creationId xmlns:a16="http://schemas.microsoft.com/office/drawing/2014/main" id="{AE13A9CD-6B4F-A811-B46E-D5002FD83013}"/>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 name="Google Shape;938;p114">
              <a:extLst>
                <a:ext uri="{FF2B5EF4-FFF2-40B4-BE49-F238E27FC236}">
                  <a16:creationId xmlns:a16="http://schemas.microsoft.com/office/drawing/2014/main" id="{96ECEEB1-F0D6-41A2-A485-362477695506}"/>
                </a:ext>
              </a:extLst>
            </p:cNvPr>
            <p:cNvGrpSpPr/>
            <p:nvPr/>
          </p:nvGrpSpPr>
          <p:grpSpPr>
            <a:xfrm>
              <a:off x="2111649" y="3743236"/>
              <a:ext cx="531021" cy="230906"/>
              <a:chOff x="9141172" y="4177369"/>
              <a:chExt cx="828000" cy="360040"/>
            </a:xfrm>
          </p:grpSpPr>
          <p:sp>
            <p:nvSpPr>
              <p:cNvPr id="9" name="Google Shape;939;p114">
                <a:extLst>
                  <a:ext uri="{FF2B5EF4-FFF2-40B4-BE49-F238E27FC236}">
                    <a16:creationId xmlns:a16="http://schemas.microsoft.com/office/drawing/2014/main" id="{CFD38295-6FB4-75AC-40CF-8C0A7562ED70}"/>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0" name="Google Shape;940;p114">
                <a:extLst>
                  <a:ext uri="{FF2B5EF4-FFF2-40B4-BE49-F238E27FC236}">
                    <a16:creationId xmlns:a16="http://schemas.microsoft.com/office/drawing/2014/main" id="{62C25FAA-4AD3-5766-EB3E-50ACD4F168E9}"/>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1" name="Google Shape;941;p114">
                <a:extLst>
                  <a:ext uri="{FF2B5EF4-FFF2-40B4-BE49-F238E27FC236}">
                    <a16:creationId xmlns:a16="http://schemas.microsoft.com/office/drawing/2014/main" id="{8A791936-BEBE-4741-59B8-8F765581BD67}"/>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6" name="Google Shape;942;p114">
              <a:extLst>
                <a:ext uri="{FF2B5EF4-FFF2-40B4-BE49-F238E27FC236}">
                  <a16:creationId xmlns:a16="http://schemas.microsoft.com/office/drawing/2014/main" id="{FB0FC73D-BD80-7EFF-A256-2DFA0AEB6240}"/>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7" name="Google Shape;943;p114">
              <a:extLst>
                <a:ext uri="{FF2B5EF4-FFF2-40B4-BE49-F238E27FC236}">
                  <a16:creationId xmlns:a16="http://schemas.microsoft.com/office/drawing/2014/main" id="{E2146A25-908D-7D4E-6F74-BB99347B1595}"/>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8" name="Google Shape;944;p114">
              <a:extLst>
                <a:ext uri="{FF2B5EF4-FFF2-40B4-BE49-F238E27FC236}">
                  <a16:creationId xmlns:a16="http://schemas.microsoft.com/office/drawing/2014/main" id="{15F466E8-19EE-2DD5-B9E7-D840E74EB3DF}"/>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
        <p:nvSpPr>
          <p:cNvPr id="17" name="Google Shape;861;p107">
            <a:extLst>
              <a:ext uri="{FF2B5EF4-FFF2-40B4-BE49-F238E27FC236}">
                <a16:creationId xmlns:a16="http://schemas.microsoft.com/office/drawing/2014/main" id="{F12C6804-7411-80EF-D14D-B51F5D315377}"/>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spTree>
    <p:extLst>
      <p:ext uri="{BB962C8B-B14F-4D97-AF65-F5344CB8AC3E}">
        <p14:creationId xmlns:p14="http://schemas.microsoft.com/office/powerpoint/2010/main" val="2962278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FC69B-309F-A1A1-FA6B-5B751E73564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FB67338-6117-30E9-7483-AC33DDCC67F0}"/>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22</a:t>
            </a:fld>
            <a:endParaRPr lang="fr-FR" noProof="0"/>
          </a:p>
        </p:txBody>
      </p:sp>
      <p:graphicFrame>
        <p:nvGraphicFramePr>
          <p:cNvPr id="33" name="Tableau 32">
            <a:extLst>
              <a:ext uri="{FF2B5EF4-FFF2-40B4-BE49-F238E27FC236}">
                <a16:creationId xmlns:a16="http://schemas.microsoft.com/office/drawing/2014/main" id="{D4DD39A6-5356-2294-815F-4669504D177A}"/>
              </a:ext>
            </a:extLst>
          </p:cNvPr>
          <p:cNvGraphicFramePr>
            <a:graphicFrameLocks noGrp="1"/>
          </p:cNvGraphicFramePr>
          <p:nvPr>
            <p:custDataLst>
              <p:tags r:id="rId1"/>
            </p:custDataLst>
            <p:extLst>
              <p:ext uri="{D42A27DB-BD31-4B8C-83A1-F6EECF244321}">
                <p14:modId xmlns:p14="http://schemas.microsoft.com/office/powerpoint/2010/main" val="2097903783"/>
              </p:ext>
            </p:extLst>
          </p:nvPr>
        </p:nvGraphicFramePr>
        <p:xfrm>
          <a:off x="0" y="528322"/>
          <a:ext cx="9144000" cy="4121170"/>
        </p:xfrm>
        <a:graphic>
          <a:graphicData uri="http://schemas.openxmlformats.org/drawingml/2006/table">
            <a:tbl>
              <a:tblPr firstRow="1" firstCol="1" bandRow="1">
                <a:tableStyleId>{5C22544A-7EE6-4342-B048-85BDC9FD1C3A}</a:tableStyleId>
              </a:tblPr>
              <a:tblGrid>
                <a:gridCol w="439994">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07496">
                  <a:extLst>
                    <a:ext uri="{9D8B030D-6E8A-4147-A177-3AD203B41FA5}">
                      <a16:colId xmlns:a16="http://schemas.microsoft.com/office/drawing/2014/main" val="2265104901"/>
                    </a:ext>
                  </a:extLst>
                </a:gridCol>
                <a:gridCol w="1796406">
                  <a:extLst>
                    <a:ext uri="{9D8B030D-6E8A-4147-A177-3AD203B41FA5}">
                      <a16:colId xmlns:a16="http://schemas.microsoft.com/office/drawing/2014/main" val="1413096817"/>
                    </a:ext>
                  </a:extLst>
                </a:gridCol>
              </a:tblGrid>
              <a:tr h="320878">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00549">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Accès aux programmes et aux données </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713867">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APD- 05</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noProof="0">
                          <a:solidFill>
                            <a:schemeClr val="tx1"/>
                          </a:solidFill>
                          <a:effectLst/>
                          <a:latin typeface="+mn-lt"/>
                          <a:ea typeface="Times New Roman" panose="02020603050405020304" pitchFamily="18" charset="0"/>
                        </a:rPr>
                        <a:t>Les mots de passe des applications et les configurations de sécurité sont définis de manière efficace</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rowSpan="3">
                  <a:txBody>
                    <a:bodyPr/>
                    <a:lstStyle/>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Lors de nos travaux d’audit, nous avons constaté que la politique de mot de passe configurée au niveau des applications SAP-Navision-</a:t>
                      </a:r>
                      <a:r>
                        <a:rPr lang="fr-FR" sz="900" b="0" i="0" u="none" strike="noStrike" cap="none" noProof="0" err="1">
                          <a:solidFill>
                            <a:schemeClr val="tx1"/>
                          </a:solidFill>
                          <a:effectLst/>
                          <a:latin typeface="+mn-lt"/>
                          <a:ea typeface="MS Mincho" panose="02020609040205080304" pitchFamily="49" charset="-128"/>
                          <a:cs typeface="+mn-cs"/>
                          <a:sym typeface="Arial"/>
                        </a:rPr>
                        <a:t>VLL</a:t>
                      </a:r>
                      <a:r>
                        <a:rPr lang="fr-FR" sz="900" b="0" i="0" u="none" strike="noStrike" cap="none" noProof="0">
                          <a:solidFill>
                            <a:schemeClr val="tx1"/>
                          </a:solidFill>
                          <a:effectLst/>
                          <a:latin typeface="+mn-lt"/>
                          <a:ea typeface="MS Mincho" panose="02020609040205080304" pitchFamily="49" charset="-128"/>
                          <a:cs typeface="+mn-cs"/>
                          <a:sym typeface="Arial"/>
                        </a:rPr>
                        <a:t>-</a:t>
                      </a:r>
                      <a:r>
                        <a:rPr lang="fr-FR" sz="900" b="0" i="0" u="none" strike="noStrike" cap="none" noProof="0" err="1">
                          <a:solidFill>
                            <a:schemeClr val="tx1"/>
                          </a:solidFill>
                          <a:effectLst/>
                          <a:latin typeface="+mn-lt"/>
                          <a:ea typeface="MS Mincho" panose="02020609040205080304" pitchFamily="49" charset="-128"/>
                          <a:cs typeface="+mn-cs"/>
                          <a:sym typeface="Arial"/>
                        </a:rPr>
                        <a:t>VLP</a:t>
                      </a:r>
                      <a:r>
                        <a:rPr lang="fr-FR" sz="900" b="0" i="0" u="none" strike="noStrike" cap="none" noProof="0">
                          <a:solidFill>
                            <a:schemeClr val="tx1"/>
                          </a:solidFill>
                          <a:effectLst/>
                          <a:latin typeface="+mn-lt"/>
                          <a:ea typeface="MS Mincho" panose="02020609040205080304" pitchFamily="49" charset="-128"/>
                          <a:cs typeface="+mn-cs"/>
                          <a:sym typeface="Arial"/>
                        </a:rPr>
                        <a:t> ne respecte pas les bonnes pratiques.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relevé les défaillances suivantes :</a:t>
                      </a:r>
                    </a:p>
                    <a:p>
                      <a:pPr marL="342900" lvl="0" indent="-342900" algn="just">
                        <a:lnSpc>
                          <a:spcPct val="100000"/>
                        </a:lnSpc>
                        <a:buFont typeface="Symbol" panose="05050102010706020507" pitchFamily="18" charset="2"/>
                        <a:buChar char=""/>
                      </a:pPr>
                      <a:r>
                        <a:rPr lang="fr-FR" sz="900" b="0" i="0" u="none" strike="noStrike" cap="none" noProof="0">
                          <a:solidFill>
                            <a:schemeClr val="tx1"/>
                          </a:solidFill>
                          <a:effectLst/>
                          <a:latin typeface="+mn-lt"/>
                          <a:ea typeface="MS Mincho" panose="02020609040205080304" pitchFamily="49" charset="-128"/>
                          <a:cs typeface="+mn-cs"/>
                          <a:sym typeface="Arial"/>
                        </a:rPr>
                        <a:t>SAP : la complexité et le blocage ne sont pas alignées avec les bonnes pratiques</a:t>
                      </a:r>
                    </a:p>
                    <a:p>
                      <a:pPr marL="342900" lvl="0" indent="-342900" algn="just">
                        <a:lnSpc>
                          <a:spcPct val="100000"/>
                        </a:lnSpc>
                        <a:buFont typeface="Symbol" panose="05050102010706020507" pitchFamily="18" charset="2"/>
                        <a:buChar char=""/>
                      </a:pPr>
                      <a:r>
                        <a:rPr lang="fr-FR" sz="900" b="0" i="0" u="none" strike="noStrike" cap="none" noProof="0">
                          <a:solidFill>
                            <a:schemeClr val="tx1"/>
                          </a:solidFill>
                          <a:effectLst/>
                          <a:latin typeface="+mn-lt"/>
                          <a:ea typeface="MS Mincho" panose="02020609040205080304" pitchFamily="49" charset="-128"/>
                          <a:cs typeface="+mn-cs"/>
                          <a:sym typeface="Arial"/>
                        </a:rPr>
                        <a:t>Navision : aucune configuration n’est appliquée au niveau de l’application </a:t>
                      </a:r>
                    </a:p>
                    <a:p>
                      <a:pPr marL="342900" lvl="0" indent="-342900" algn="just">
                        <a:lnSpc>
                          <a:spcPct val="100000"/>
                        </a:lnSpc>
                        <a:buFont typeface="Symbol" panose="05050102010706020507" pitchFamily="18" charset="2"/>
                        <a:buChar char=""/>
                      </a:pPr>
                      <a:r>
                        <a:rPr lang="fr-FR" sz="900" b="0" i="0" u="none" strike="noStrike" cap="none" noProof="0" err="1">
                          <a:solidFill>
                            <a:schemeClr val="tx1"/>
                          </a:solidFill>
                          <a:effectLst/>
                          <a:latin typeface="+mn-lt"/>
                          <a:ea typeface="MS Mincho" panose="02020609040205080304" pitchFamily="49" charset="-128"/>
                          <a:cs typeface="+mn-cs"/>
                          <a:sym typeface="Arial"/>
                        </a:rPr>
                        <a:t>VLL</a:t>
                      </a:r>
                      <a:r>
                        <a:rPr lang="fr-FR" sz="900" b="0" i="0" u="none" strike="noStrike" cap="none" noProof="0">
                          <a:solidFill>
                            <a:schemeClr val="tx1"/>
                          </a:solidFill>
                          <a:effectLst/>
                          <a:latin typeface="+mn-lt"/>
                          <a:ea typeface="MS Mincho" panose="02020609040205080304" pitchFamily="49" charset="-128"/>
                          <a:cs typeface="+mn-cs"/>
                          <a:sym typeface="Arial"/>
                        </a:rPr>
                        <a:t> : la complexité et la durée de blocage ne sont pas  renseignées</a:t>
                      </a:r>
                    </a:p>
                    <a:p>
                      <a:pPr marL="342900" lvl="0" indent="-342900" algn="just">
                        <a:lnSpc>
                          <a:spcPct val="100000"/>
                        </a:lnSpc>
                        <a:spcAft>
                          <a:spcPts val="1200"/>
                        </a:spcAft>
                        <a:buFont typeface="Symbol" panose="05050102010706020507" pitchFamily="18" charset="2"/>
                        <a:buChar char=""/>
                      </a:pPr>
                      <a:r>
                        <a:rPr lang="fr-FR" sz="900" b="0" i="0" u="none" strike="noStrike" cap="none" noProof="0" err="1">
                          <a:solidFill>
                            <a:schemeClr val="tx1"/>
                          </a:solidFill>
                          <a:effectLst/>
                          <a:latin typeface="+mn-lt"/>
                          <a:ea typeface="MS Mincho" panose="02020609040205080304" pitchFamily="49" charset="-128"/>
                          <a:cs typeface="+mn-cs"/>
                          <a:sym typeface="Arial"/>
                        </a:rPr>
                        <a:t>VLP</a:t>
                      </a:r>
                      <a:r>
                        <a:rPr lang="fr-FR" sz="900" b="0" i="0" u="none" strike="noStrike" cap="none" noProof="0">
                          <a:solidFill>
                            <a:schemeClr val="tx1"/>
                          </a:solidFill>
                          <a:effectLst/>
                          <a:latin typeface="+mn-lt"/>
                          <a:ea typeface="MS Mincho" panose="02020609040205080304" pitchFamily="49" charset="-128"/>
                          <a:cs typeface="+mn-cs"/>
                          <a:sym typeface="Arial"/>
                        </a:rPr>
                        <a:t> : aucune configuration n’est appliquée au niveau de l’application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 </a:t>
                      </a:r>
                    </a:p>
                    <a:p>
                      <a:pPr algn="just">
                        <a:lnSpc>
                          <a:spcPct val="10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Toutefois, nous avons noté que les paramètres de configuration de mot de passe implémentée au niveau d’Active Directory est alignés aux bonnes pratiques.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p>
                      <a:pPr marL="171450" marR="0" lvl="0" indent="-171450" algn="just" defTabSz="914400" rtl="0" eaLnBrk="1" fontAlgn="auto" latinLnBrk="0" hangingPunct="1">
                        <a:lnSpc>
                          <a:spcPct val="100000"/>
                        </a:lnSpc>
                        <a:spcBef>
                          <a:spcPts val="200"/>
                        </a:spcBef>
                        <a:spcAft>
                          <a:spcPts val="0"/>
                        </a:spcAft>
                        <a:buClr>
                          <a:schemeClr val="dk2"/>
                        </a:buClr>
                        <a:buSzPts val="900"/>
                        <a:buFont typeface="Noto Sans Symbols"/>
                        <a:buChar char="▪"/>
                        <a:tabLst/>
                        <a:defRPr/>
                      </a:pPr>
                      <a:r>
                        <a:rPr lang="fr-FR" sz="900" b="0" i="0" u="none" strike="noStrike" cap="none">
                          <a:solidFill>
                            <a:srgbClr val="000000"/>
                          </a:solidFill>
                          <a:latin typeface="+mn-lt"/>
                          <a:ea typeface="Arial" panose="020B0604020202020204" pitchFamily="34" charset="0"/>
                          <a:cs typeface="Arial"/>
                          <a:sym typeface="Arial"/>
                        </a:rPr>
                        <a:t>UHD gagnerait à généraliser les paramètres de sécurisation des mots de passe pour l’ensemble de son personnel et effectuer une revue périodique des comptes utilisateurs et des paramètres de gestion des mots de passe du contrôleur du domaine.</a:t>
                      </a: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231756">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just"/>
                      <a:r>
                        <a:rPr lang="fr-FR" sz="900" b="0" i="0" u="none" strike="noStrike" kern="1200" cap="none">
                          <a:solidFill>
                            <a:schemeClr val="dk1"/>
                          </a:solidFill>
                          <a:effectLst/>
                          <a:latin typeface="+mn-lt"/>
                          <a:ea typeface="+mn-ea"/>
                          <a:cs typeface="+mn-cs"/>
                          <a:sym typeface="Arial"/>
                        </a:rPr>
                        <a:t>En l’absence d’une procédure de gestion des mots de passe formalisée et appliquée, la confidentialité des mots de passes ne peut être assurée ce qui pourrait être à l’origine d’usurpation d’identité et d’opérations frauduleuses.</a:t>
                      </a:r>
                    </a:p>
                  </a:txBody>
                  <a:tcPr anchor="ctr">
                    <a:solidFill>
                      <a:schemeClr val="bg1">
                        <a:lumMod val="95000"/>
                      </a:schemeClr>
                    </a:solidFill>
                  </a:tcPr>
                </a:tc>
                <a:extLst>
                  <a:ext uri="{0D108BD9-81ED-4DB2-BD59-A6C34878D82A}">
                    <a16:rowId xmlns:a16="http://schemas.microsoft.com/office/drawing/2014/main" val="3445629408"/>
                  </a:ext>
                </a:extLst>
              </a:tr>
              <a:tr h="581187">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algn="just">
                        <a:lnSpc>
                          <a:spcPct val="100000"/>
                        </a:lnSpc>
                        <a:spcAft>
                          <a:spcPts val="1000"/>
                        </a:spcAft>
                        <a:buNone/>
                      </a:pPr>
                      <a:endParaRPr lang="fr-FR" sz="900" b="0" i="0" u="none" strike="noStrike" cap="none" noProof="0">
                        <a:solidFill>
                          <a:schemeClr val="tx1"/>
                        </a:solidFill>
                        <a:effectLst/>
                        <a:latin typeface="+mn-lt"/>
                        <a:ea typeface="MS Mincho" panose="02020609040205080304" pitchFamily="49" charset="-128"/>
                        <a:cs typeface="+mn-cs"/>
                        <a:sym typeface="Arial"/>
                      </a:endParaRPr>
                    </a:p>
                  </a:txBody>
                  <a:tcPr marL="89535" marR="89535" marT="0" marB="0">
                    <a:solidFill>
                      <a:schemeClr val="bg1">
                        <a:lumMod val="95000"/>
                      </a:schemeClr>
                    </a:solidFill>
                  </a:tcPr>
                </a:tc>
                <a:tc vMerge="1">
                  <a:txBody>
                    <a:bodyPr/>
                    <a:lstStyle/>
                    <a:p>
                      <a:pPr marL="171450" marR="0" lvl="0" indent="-171450" algn="just" defTabSz="914400" rtl="0" eaLnBrk="1" fontAlgn="auto" latinLnBrk="0" hangingPunct="1">
                        <a:lnSpc>
                          <a:spcPct val="100000"/>
                        </a:lnSpc>
                        <a:spcBef>
                          <a:spcPts val="200"/>
                        </a:spcBef>
                        <a:spcAft>
                          <a:spcPts val="0"/>
                        </a:spcAft>
                        <a:buClr>
                          <a:schemeClr val="dk2"/>
                        </a:buClr>
                        <a:buSzPts val="900"/>
                        <a:buFont typeface="Noto Sans Symbols"/>
                        <a:buChar char="▪"/>
                        <a:tabLst/>
                        <a:defRPr/>
                      </a:pPr>
                      <a:endParaRPr lang="fr-FR" sz="900" b="0" i="0" u="none" strike="noStrike" cap="none">
                        <a:solidFill>
                          <a:srgbClr val="000000"/>
                        </a:solidFill>
                        <a:latin typeface="+mn-lt"/>
                        <a:ea typeface="Arial" panose="020B0604020202020204" pitchFamily="34" charset="0"/>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4">
                              <a:lumMod val="75000"/>
                            </a:schemeClr>
                          </a:solidFill>
                          <a:effectLst/>
                          <a:latin typeface="+mn-lt"/>
                          <a:ea typeface="+mn-ea"/>
                          <a:cs typeface="+mn-cs"/>
                          <a:sym typeface="Arial"/>
                        </a:rPr>
                        <a:t>Priorité de traitement: 3</a:t>
                      </a:r>
                    </a:p>
                  </a:txBody>
                  <a:tcPr anchor="ctr">
                    <a:solidFill>
                      <a:schemeClr val="bg1">
                        <a:lumMod val="95000"/>
                      </a:schemeClr>
                    </a:solidFill>
                  </a:tcPr>
                </a:tc>
                <a:extLst>
                  <a:ext uri="{0D108BD9-81ED-4DB2-BD59-A6C34878D82A}">
                    <a16:rowId xmlns:a16="http://schemas.microsoft.com/office/drawing/2014/main" val="1523486020"/>
                  </a:ext>
                </a:extLst>
              </a:tr>
            </a:tbl>
          </a:graphicData>
        </a:graphic>
      </p:graphicFrame>
      <p:sp>
        <p:nvSpPr>
          <p:cNvPr id="53" name="Footer Placeholder 1">
            <a:extLst>
              <a:ext uri="{FF2B5EF4-FFF2-40B4-BE49-F238E27FC236}">
                <a16:creationId xmlns:a16="http://schemas.microsoft.com/office/drawing/2014/main" id="{064D3DB8-8A23-23EB-8263-F1DA4BB15450}"/>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61" name="Google Shape;861;p107">
            <a:extLst>
              <a:ext uri="{FF2B5EF4-FFF2-40B4-BE49-F238E27FC236}">
                <a16:creationId xmlns:a16="http://schemas.microsoft.com/office/drawing/2014/main" id="{C27D015B-5B62-8D29-4409-13E4C77129F4}"/>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grpSp>
        <p:nvGrpSpPr>
          <p:cNvPr id="3" name="Groupe 2">
            <a:extLst>
              <a:ext uri="{FF2B5EF4-FFF2-40B4-BE49-F238E27FC236}">
                <a16:creationId xmlns:a16="http://schemas.microsoft.com/office/drawing/2014/main" id="{3E3A4364-3DE7-621C-D130-27575D42631E}"/>
              </a:ext>
            </a:extLst>
          </p:cNvPr>
          <p:cNvGrpSpPr/>
          <p:nvPr/>
        </p:nvGrpSpPr>
        <p:grpSpPr>
          <a:xfrm>
            <a:off x="7353300" y="1211628"/>
            <a:ext cx="1790700" cy="549051"/>
            <a:chOff x="1126912" y="1687668"/>
            <a:chExt cx="1593064" cy="442370"/>
          </a:xfrm>
        </p:grpSpPr>
        <p:grpSp>
          <p:nvGrpSpPr>
            <p:cNvPr id="4" name="Google Shape;958;p114">
              <a:extLst>
                <a:ext uri="{FF2B5EF4-FFF2-40B4-BE49-F238E27FC236}">
                  <a16:creationId xmlns:a16="http://schemas.microsoft.com/office/drawing/2014/main" id="{DAB3E690-7E63-3728-3ED1-11A0B49ED737}"/>
                </a:ext>
              </a:extLst>
            </p:cNvPr>
            <p:cNvGrpSpPr/>
            <p:nvPr/>
          </p:nvGrpSpPr>
          <p:grpSpPr>
            <a:xfrm>
              <a:off x="1126912" y="1741550"/>
              <a:ext cx="1593064" cy="216651"/>
              <a:chOff x="671260" y="2273543"/>
              <a:chExt cx="2484000" cy="337814"/>
            </a:xfrm>
          </p:grpSpPr>
          <p:sp>
            <p:nvSpPr>
              <p:cNvPr id="14" name="Google Shape;959;p114">
                <a:extLst>
                  <a:ext uri="{FF2B5EF4-FFF2-40B4-BE49-F238E27FC236}">
                    <a16:creationId xmlns:a16="http://schemas.microsoft.com/office/drawing/2014/main" id="{742CCB7F-3E46-AF1E-5027-52897ADFE641}"/>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5" name="Google Shape;960;p114">
                <a:extLst>
                  <a:ext uri="{FF2B5EF4-FFF2-40B4-BE49-F238E27FC236}">
                    <a16:creationId xmlns:a16="http://schemas.microsoft.com/office/drawing/2014/main" id="{49FDC9B9-843E-86BE-1D25-F4481CAD3CCD}"/>
                  </a:ext>
                </a:extLst>
              </p:cNvPr>
              <p:cNvGrpSpPr/>
              <p:nvPr/>
            </p:nvGrpSpPr>
            <p:grpSpPr>
              <a:xfrm>
                <a:off x="1493828" y="2488296"/>
                <a:ext cx="828918" cy="123061"/>
                <a:chOff x="1493828" y="2467991"/>
                <a:chExt cx="828918" cy="144016"/>
              </a:xfrm>
            </p:grpSpPr>
            <p:cxnSp>
              <p:nvCxnSpPr>
                <p:cNvPr id="16" name="Google Shape;961;p114">
                  <a:extLst>
                    <a:ext uri="{FF2B5EF4-FFF2-40B4-BE49-F238E27FC236}">
                      <a16:creationId xmlns:a16="http://schemas.microsoft.com/office/drawing/2014/main" id="{BCE061DA-E47B-FF85-E07C-2220BBAEE56A}"/>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7" name="Google Shape;962;p114">
                  <a:extLst>
                    <a:ext uri="{FF2B5EF4-FFF2-40B4-BE49-F238E27FC236}">
                      <a16:creationId xmlns:a16="http://schemas.microsoft.com/office/drawing/2014/main" id="{44AF10D8-9C9D-81DE-AB19-32F77CE0508E}"/>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6" name="Google Shape;963;p114">
              <a:extLst>
                <a:ext uri="{FF2B5EF4-FFF2-40B4-BE49-F238E27FC236}">
                  <a16:creationId xmlns:a16="http://schemas.microsoft.com/office/drawing/2014/main" id="{C7BDD504-C398-5BA6-4527-AAFB57C07A32}"/>
                </a:ext>
              </a:extLst>
            </p:cNvPr>
            <p:cNvGrpSpPr/>
            <p:nvPr/>
          </p:nvGrpSpPr>
          <p:grpSpPr>
            <a:xfrm>
              <a:off x="1133428" y="1687668"/>
              <a:ext cx="531021" cy="230906"/>
              <a:chOff x="7502386" y="2233439"/>
              <a:chExt cx="828000" cy="360040"/>
            </a:xfrm>
          </p:grpSpPr>
          <p:sp>
            <p:nvSpPr>
              <p:cNvPr id="10" name="Google Shape;964;p114">
                <a:extLst>
                  <a:ext uri="{FF2B5EF4-FFF2-40B4-BE49-F238E27FC236}">
                    <a16:creationId xmlns:a16="http://schemas.microsoft.com/office/drawing/2014/main" id="{24516BDF-AFFB-C430-8E57-3F9B849FF3F5}"/>
                  </a:ext>
                </a:extLst>
              </p:cNvPr>
              <p:cNvSpPr/>
              <p:nvPr/>
            </p:nvSpPr>
            <p:spPr>
              <a:xfrm>
                <a:off x="7502386" y="2337772"/>
                <a:ext cx="828000" cy="180000"/>
              </a:xfrm>
              <a:prstGeom prst="roundRect">
                <a:avLst>
                  <a:gd name="adj" fmla="val 50000"/>
                </a:avLst>
              </a:prstGeom>
              <a:solidFill>
                <a:schemeClr val="accent2"/>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1" name="Google Shape;965;p114">
                <a:extLst>
                  <a:ext uri="{FF2B5EF4-FFF2-40B4-BE49-F238E27FC236}">
                    <a16:creationId xmlns:a16="http://schemas.microsoft.com/office/drawing/2014/main" id="{F23B3B63-436A-5578-0DC4-4A0508E40F3D}"/>
                  </a:ext>
                </a:extLst>
              </p:cNvPr>
              <p:cNvGrpSpPr/>
              <p:nvPr/>
            </p:nvGrpSpPr>
            <p:grpSpPr>
              <a:xfrm>
                <a:off x="7736366" y="2233439"/>
                <a:ext cx="360040" cy="360040"/>
                <a:chOff x="-629964" y="1476375"/>
                <a:chExt cx="360040" cy="360040"/>
              </a:xfrm>
            </p:grpSpPr>
            <p:sp>
              <p:nvSpPr>
                <p:cNvPr id="12" name="Google Shape;966;p114">
                  <a:extLst>
                    <a:ext uri="{FF2B5EF4-FFF2-40B4-BE49-F238E27FC236}">
                      <a16:creationId xmlns:a16="http://schemas.microsoft.com/office/drawing/2014/main" id="{2E6EDD9A-BE8E-7785-8557-21F428DEF63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3" name="Google Shape;967;p114">
                  <a:extLst>
                    <a:ext uri="{FF2B5EF4-FFF2-40B4-BE49-F238E27FC236}">
                      <a16:creationId xmlns:a16="http://schemas.microsoft.com/office/drawing/2014/main" id="{6CA8865F-D2F6-EAF4-0ECC-A8B4D61968A5}"/>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7" name="Google Shape;968;p114">
              <a:extLst>
                <a:ext uri="{FF2B5EF4-FFF2-40B4-BE49-F238E27FC236}">
                  <a16:creationId xmlns:a16="http://schemas.microsoft.com/office/drawing/2014/main" id="{C4EEF6CE-AC2B-8870-386C-0FC897F7EC95}"/>
                </a:ext>
              </a:extLst>
            </p:cNvPr>
            <p:cNvSpPr txBox="1"/>
            <p:nvPr/>
          </p:nvSpPr>
          <p:spPr>
            <a:xfrm>
              <a:off x="1212446"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8" name="Google Shape;969;p114">
              <a:extLst>
                <a:ext uri="{FF2B5EF4-FFF2-40B4-BE49-F238E27FC236}">
                  <a16:creationId xmlns:a16="http://schemas.microsoft.com/office/drawing/2014/main" id="{13F4D792-42D5-68CA-66D0-22D4569A4E07}"/>
                </a:ext>
              </a:extLst>
            </p:cNvPr>
            <p:cNvSpPr txBox="1"/>
            <p:nvPr/>
          </p:nvSpPr>
          <p:spPr>
            <a:xfrm>
              <a:off x="1727264"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9" name="Google Shape;970;p114">
              <a:extLst>
                <a:ext uri="{FF2B5EF4-FFF2-40B4-BE49-F238E27FC236}">
                  <a16:creationId xmlns:a16="http://schemas.microsoft.com/office/drawing/2014/main" id="{4576C113-3BB8-25D9-F904-D99DFB351BCE}"/>
                </a:ext>
              </a:extLst>
            </p:cNvPr>
            <p:cNvSpPr txBox="1"/>
            <p:nvPr/>
          </p:nvSpPr>
          <p:spPr>
            <a:xfrm>
              <a:off x="2256017"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428556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77885-7313-59D8-4655-75170143B07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3BDA978-82FE-AED6-D0A9-6007D2822CD9}"/>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23</a:t>
            </a:fld>
            <a:endParaRPr lang="fr-FR" noProof="0"/>
          </a:p>
        </p:txBody>
      </p:sp>
      <p:graphicFrame>
        <p:nvGraphicFramePr>
          <p:cNvPr id="33" name="Tableau 32">
            <a:extLst>
              <a:ext uri="{FF2B5EF4-FFF2-40B4-BE49-F238E27FC236}">
                <a16:creationId xmlns:a16="http://schemas.microsoft.com/office/drawing/2014/main" id="{199A8867-A0A2-08EE-53FB-DF505D167E37}"/>
              </a:ext>
            </a:extLst>
          </p:cNvPr>
          <p:cNvGraphicFramePr>
            <a:graphicFrameLocks noGrp="1"/>
          </p:cNvGraphicFramePr>
          <p:nvPr>
            <p:custDataLst>
              <p:tags r:id="rId1"/>
            </p:custDataLst>
            <p:extLst>
              <p:ext uri="{D42A27DB-BD31-4B8C-83A1-F6EECF244321}">
                <p14:modId xmlns:p14="http://schemas.microsoft.com/office/powerpoint/2010/main" val="800695753"/>
              </p:ext>
            </p:extLst>
          </p:nvPr>
        </p:nvGraphicFramePr>
        <p:xfrm>
          <a:off x="0" y="526476"/>
          <a:ext cx="9144000" cy="4123016"/>
        </p:xfrm>
        <a:graphic>
          <a:graphicData uri="http://schemas.openxmlformats.org/drawingml/2006/table">
            <a:tbl>
              <a:tblPr firstRow="1" firstCol="1" bandRow="1">
                <a:tableStyleId>{5C22544A-7EE6-4342-B048-85BDC9FD1C3A}</a:tableStyleId>
              </a:tblPr>
              <a:tblGrid>
                <a:gridCol w="428039">
                  <a:extLst>
                    <a:ext uri="{9D8B030D-6E8A-4147-A177-3AD203B41FA5}">
                      <a16:colId xmlns:a16="http://schemas.microsoft.com/office/drawing/2014/main" val="20000"/>
                    </a:ext>
                  </a:extLst>
                </a:gridCol>
                <a:gridCol w="1076911">
                  <a:extLst>
                    <a:ext uri="{9D8B030D-6E8A-4147-A177-3AD203B41FA5}">
                      <a16:colId xmlns:a16="http://schemas.microsoft.com/office/drawing/2014/main" val="20001"/>
                    </a:ext>
                  </a:extLst>
                </a:gridCol>
                <a:gridCol w="3442970">
                  <a:extLst>
                    <a:ext uri="{9D8B030D-6E8A-4147-A177-3AD203B41FA5}">
                      <a16:colId xmlns:a16="http://schemas.microsoft.com/office/drawing/2014/main" val="884714555"/>
                    </a:ext>
                  </a:extLst>
                </a:gridCol>
                <a:gridCol w="2275840">
                  <a:extLst>
                    <a:ext uri="{9D8B030D-6E8A-4147-A177-3AD203B41FA5}">
                      <a16:colId xmlns:a16="http://schemas.microsoft.com/office/drawing/2014/main" val="1813655694"/>
                    </a:ext>
                  </a:extLst>
                </a:gridCol>
                <a:gridCol w="1920240">
                  <a:extLst>
                    <a:ext uri="{9D8B030D-6E8A-4147-A177-3AD203B41FA5}">
                      <a16:colId xmlns:a16="http://schemas.microsoft.com/office/drawing/2014/main" val="1413096817"/>
                    </a:ext>
                  </a:extLst>
                </a:gridCol>
              </a:tblGrid>
              <a:tr h="256598">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160374">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changements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71612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PC -01</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rowSpan="3">
                  <a:txBody>
                    <a:bodyPr/>
                    <a:lstStyle/>
                    <a:p>
                      <a:pPr marL="0" marR="0" lvl="1" indent="0" algn="l" defTabSz="957796" rtl="0" eaLnBrk="1" fontAlgn="base" latinLnBrk="0" hangingPunct="1">
                        <a:lnSpc>
                          <a:spcPct val="150000"/>
                        </a:lnSpc>
                        <a:spcBef>
                          <a:spcPct val="0"/>
                        </a:spcBef>
                        <a:spcAft>
                          <a:spcPts val="0"/>
                        </a:spcAft>
                        <a:buClrTx/>
                        <a:buSzTx/>
                        <a:buFont typeface="Arial" panose="020B0604020202020204" pitchFamily="34" charset="0"/>
                        <a:buNone/>
                        <a:tabLst/>
                        <a:defRPr/>
                      </a:pPr>
                      <a:r>
                        <a:rPr lang="fr-FR" sz="900" noProof="0">
                          <a:solidFill>
                            <a:schemeClr val="tx1"/>
                          </a:solidFill>
                          <a:effectLst/>
                          <a:latin typeface="+mn-lt"/>
                          <a:ea typeface="Times New Roman" panose="02020603050405020304" pitchFamily="18" charset="0"/>
                        </a:rPr>
                        <a:t>Les modifications apportées aux programmes d'application sont correctement testées et approuvées avant d'être migrées vers la production.</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rowSpan="3">
                  <a:txBody>
                    <a:bodyPr/>
                    <a:lstStyle/>
                    <a:p>
                      <a:pPr algn="just">
                        <a:lnSpc>
                          <a:spcPct val="150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Nous avons pris une capture d’écran de la dernière mise à jour des applications : </a:t>
                      </a:r>
                      <a:r>
                        <a:rPr lang="fr-FR" sz="900" b="1" i="0" u="none" strike="noStrike" cap="none">
                          <a:solidFill>
                            <a:schemeClr val="tx1"/>
                          </a:solidFill>
                          <a:effectLst/>
                          <a:latin typeface="+mn-lt"/>
                          <a:ea typeface="MS Mincho" panose="02020609040205080304" pitchFamily="49" charset="-128"/>
                          <a:cs typeface="+mn-cs"/>
                          <a:sym typeface="Arial"/>
                        </a:rPr>
                        <a:t>NAVISION</a:t>
                      </a:r>
                      <a:r>
                        <a:rPr lang="fr-FR" sz="900" b="0" i="0" u="none" strike="noStrike" cap="none">
                          <a:solidFill>
                            <a:schemeClr val="tx1"/>
                          </a:solidFill>
                          <a:effectLst/>
                          <a:latin typeface="+mn-lt"/>
                          <a:ea typeface="MS Mincho" panose="02020609040205080304" pitchFamily="49" charset="-128"/>
                          <a:cs typeface="+mn-cs"/>
                          <a:sym typeface="Arial"/>
                        </a:rPr>
                        <a:t>, </a:t>
                      </a:r>
                      <a:r>
                        <a:rPr lang="fr-FR" sz="900" b="1" i="0" u="none" strike="noStrike" cap="none" err="1">
                          <a:solidFill>
                            <a:schemeClr val="tx1"/>
                          </a:solidFill>
                          <a:effectLst/>
                          <a:latin typeface="+mn-lt"/>
                          <a:ea typeface="MS Mincho" panose="02020609040205080304" pitchFamily="49" charset="-128"/>
                          <a:cs typeface="+mn-cs"/>
                          <a:sym typeface="Arial"/>
                        </a:rPr>
                        <a:t>VLL</a:t>
                      </a:r>
                      <a:r>
                        <a:rPr lang="fr-FR" sz="900" b="0" i="0" u="none" strike="noStrike" cap="none">
                          <a:solidFill>
                            <a:schemeClr val="tx1"/>
                          </a:solidFill>
                          <a:effectLst/>
                          <a:latin typeface="+mn-lt"/>
                          <a:ea typeface="MS Mincho" panose="02020609040205080304" pitchFamily="49" charset="-128"/>
                          <a:cs typeface="+mn-cs"/>
                          <a:sym typeface="Arial"/>
                        </a:rPr>
                        <a:t> et </a:t>
                      </a:r>
                      <a:r>
                        <a:rPr lang="fr-FR" sz="900" b="1" i="0" u="none" strike="noStrike" cap="none" err="1">
                          <a:solidFill>
                            <a:schemeClr val="tx1"/>
                          </a:solidFill>
                          <a:effectLst/>
                          <a:latin typeface="+mn-lt"/>
                          <a:ea typeface="MS Mincho" panose="02020609040205080304" pitchFamily="49" charset="-128"/>
                          <a:cs typeface="+mn-cs"/>
                          <a:sym typeface="Arial"/>
                        </a:rPr>
                        <a:t>VLP</a:t>
                      </a:r>
                      <a:r>
                        <a:rPr lang="fr-FR" sz="900" b="0" i="0" u="none" strike="noStrike" cap="none">
                          <a:solidFill>
                            <a:schemeClr val="tx1"/>
                          </a:solidFill>
                          <a:effectLst/>
                          <a:latin typeface="+mn-lt"/>
                          <a:ea typeface="MS Mincho" panose="02020609040205080304" pitchFamily="49" charset="-128"/>
                          <a:cs typeface="+mn-cs"/>
                          <a:sym typeface="Arial"/>
                        </a:rPr>
                        <a:t> qui prouvent qu’aucun changement majeur n’est passé en production sur chacune de ces applications en 2024. </a:t>
                      </a:r>
                    </a:p>
                    <a:p>
                      <a:pPr algn="just">
                        <a:lnSpc>
                          <a:spcPct val="150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Nous avons extrait la table </a:t>
                      </a:r>
                      <a:r>
                        <a:rPr lang="fr-FR" sz="900" b="1" i="0" u="none" strike="noStrike" cap="none" err="1">
                          <a:solidFill>
                            <a:schemeClr val="tx1"/>
                          </a:solidFill>
                          <a:effectLst/>
                          <a:latin typeface="+mn-lt"/>
                          <a:ea typeface="MS Mincho" panose="02020609040205080304" pitchFamily="49" charset="-128"/>
                          <a:cs typeface="+mn-cs"/>
                          <a:sym typeface="Arial"/>
                        </a:rPr>
                        <a:t>RSPARAM</a:t>
                      </a:r>
                      <a:r>
                        <a:rPr lang="fr-FR" sz="900" b="0" i="0" u="none" strike="noStrike" cap="none">
                          <a:solidFill>
                            <a:schemeClr val="tx1"/>
                          </a:solidFill>
                          <a:effectLst/>
                          <a:latin typeface="+mn-lt"/>
                          <a:ea typeface="MS Mincho" panose="02020609040205080304" pitchFamily="49" charset="-128"/>
                          <a:cs typeface="+mn-cs"/>
                          <a:sym typeface="Arial"/>
                        </a:rPr>
                        <a:t> de SAP. À la suite de notre analyse, nous avons constaté que </a:t>
                      </a:r>
                      <a:r>
                        <a:rPr lang="fr-FR" sz="900" b="1" i="0" u="none" strike="noStrike" cap="none">
                          <a:solidFill>
                            <a:schemeClr val="tx1"/>
                          </a:solidFill>
                          <a:effectLst/>
                          <a:latin typeface="+mn-lt"/>
                          <a:ea typeface="MS Mincho" panose="02020609040205080304" pitchFamily="49" charset="-128"/>
                          <a:cs typeface="+mn-cs"/>
                          <a:sym typeface="Arial"/>
                        </a:rPr>
                        <a:t>le paramètre Rec/client est désactivé</a:t>
                      </a:r>
                      <a:r>
                        <a:rPr lang="fr-FR" sz="900" b="0" i="0" u="none" strike="noStrike" cap="none">
                          <a:solidFill>
                            <a:schemeClr val="tx1"/>
                          </a:solidFill>
                          <a:effectLst/>
                          <a:latin typeface="+mn-lt"/>
                          <a:ea typeface="MS Mincho" panose="02020609040205080304" pitchFamily="49" charset="-128"/>
                          <a:cs typeface="+mn-cs"/>
                          <a:sym typeface="Arial"/>
                        </a:rPr>
                        <a:t>, </a:t>
                      </a:r>
                      <a:r>
                        <a:rPr lang="fr-FR" sz="900" b="1" i="0" u="none" strike="noStrike" cap="none">
                          <a:solidFill>
                            <a:schemeClr val="tx1"/>
                          </a:solidFill>
                          <a:effectLst/>
                          <a:latin typeface="+mn-lt"/>
                          <a:ea typeface="MS Mincho" panose="02020609040205080304" pitchFamily="49" charset="-128"/>
                          <a:cs typeface="+mn-cs"/>
                          <a:sym typeface="Arial"/>
                        </a:rPr>
                        <a:t>ce qui empêche l’analyse des ouvertures de mandant et des changements directs sur l’environnement de production dans l’application SAP.</a:t>
                      </a:r>
                    </a:p>
                  </a:txBody>
                  <a:tcPr marL="68580" marR="68580" marT="0" marB="0">
                    <a:solidFill>
                      <a:schemeClr val="bg1">
                        <a:lumMod val="95000"/>
                      </a:schemeClr>
                    </a:solidFill>
                  </a:tcPr>
                </a:tc>
                <a:tc rowSpan="3">
                  <a:txBody>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r>
                        <a:rPr lang="fr-FR" sz="900" b="1" i="0" u="sng" strike="noStrike" cap="none" noProof="0">
                          <a:solidFill>
                            <a:srgbClr val="000000"/>
                          </a:solidFill>
                          <a:latin typeface="+mn-lt"/>
                          <a:ea typeface="Arial"/>
                          <a:cs typeface="Arial"/>
                          <a:sym typeface="Arial"/>
                        </a:rPr>
                        <a:t>Recommandation : </a:t>
                      </a:r>
                    </a:p>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endParaRPr lang="fr-FR" sz="9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r>
                        <a:rPr lang="fr-FR" sz="900" b="0" i="0" u="none" strike="noStrike" cap="none">
                          <a:solidFill>
                            <a:srgbClr val="000000"/>
                          </a:solidFill>
                          <a:latin typeface="+mn-lt"/>
                          <a:cs typeface="Arial"/>
                          <a:sym typeface="Arial"/>
                        </a:rPr>
                        <a:t>La mise en place d'une traçabilité complète des logs d'ouverture de mandant permet de suivre précisément tous les changements critiques. Cela protège UHD contre les modifications inappropriées des tables et programmes SAP, assurant ainsi la fiabilité et l'intégrité des contrôles automatisés pertinents</a:t>
                      </a:r>
                      <a:endParaRPr lang="fr-FR" sz="900" b="0" i="0" u="none" strike="noStrike" cap="none">
                        <a:solidFill>
                          <a:srgbClr val="000000"/>
                        </a:solidFill>
                        <a:latin typeface="+mn-lt"/>
                        <a:ea typeface="Arial" panose="020B0604020202020204" pitchFamily="34"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r>
                        <a:rPr lang="fr-FR" sz="900" b="0" i="0" u="none" strike="noStrike" cap="none">
                          <a:solidFill>
                            <a:srgbClr val="000000"/>
                          </a:solidFill>
                          <a:latin typeface="+mn-lt"/>
                          <a:ea typeface="Arial"/>
                          <a:cs typeface="Arial"/>
                          <a:sym typeface="Arial"/>
                        </a:rPr>
                        <a:t>Nous recommandons à UHD de formaliser et mettre en œuvre une procédure permettant d’assurer la séparation des tâches entre les équipes de gestion des transports, de gestion des mandants, de développement et de mise en production au niveau de SAP</a:t>
                      </a:r>
                      <a:endParaRPr lang="fr-FR" sz="900" b="1" i="0" u="none" strike="noStrike" cap="none">
                        <a:solidFill>
                          <a:schemeClr val="tx1"/>
                        </a:solidFill>
                        <a:effectLst/>
                        <a:latin typeface="+mn-lt"/>
                        <a:ea typeface="MS Mincho" panose="02020609040205080304" pitchFamily="49" charset="-128"/>
                        <a:cs typeface="+mn-cs"/>
                        <a:sym typeface="Arial"/>
                      </a:endParaRP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02485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6350" marR="0" lvl="0" indent="0" algn="l" rtl="0">
                        <a:lnSpc>
                          <a:spcPct val="100000"/>
                        </a:lnSpc>
                        <a:spcBef>
                          <a:spcPts val="500"/>
                        </a:spcBef>
                        <a:spcAft>
                          <a:spcPts val="0"/>
                        </a:spcAft>
                        <a:buClr>
                          <a:srgbClr val="000000"/>
                        </a:buClr>
                        <a:buSzPts val="900"/>
                        <a:buFont typeface="Arial" panose="020B0604020202020204" pitchFamily="34" charset="0"/>
                        <a:buNone/>
                      </a:pPr>
                      <a:r>
                        <a:rPr lang="fr-FR" sz="900" b="0" u="none" kern="1200" baseline="0" noProof="0">
                          <a:solidFill>
                            <a:schemeClr val="tx1"/>
                          </a:solidFill>
                          <a:effectLst/>
                          <a:latin typeface="+mn-lt"/>
                          <a:ea typeface="+mn-ea"/>
                          <a:cs typeface="+mn-cs"/>
                        </a:rPr>
                        <a:t>L’absence de logs d’ouverture de mandant empêche le suivi des changements critiques dans SAP. </a:t>
                      </a:r>
                      <a:br>
                        <a:rPr lang="fr-FR" sz="900" b="0" u="none" kern="1200" baseline="0" noProof="0">
                          <a:solidFill>
                            <a:schemeClr val="tx1"/>
                          </a:solidFill>
                          <a:effectLst/>
                          <a:latin typeface="+mn-lt"/>
                          <a:ea typeface="+mn-ea"/>
                          <a:cs typeface="+mn-cs"/>
                        </a:rPr>
                      </a:br>
                      <a:r>
                        <a:rPr lang="fr-FR" sz="900" b="0" u="none" kern="1200" baseline="0" noProof="0">
                          <a:solidFill>
                            <a:schemeClr val="tx1"/>
                          </a:solidFill>
                          <a:effectLst/>
                          <a:latin typeface="+mn-lt"/>
                          <a:ea typeface="+mn-ea"/>
                          <a:cs typeface="+mn-cs"/>
                        </a:rPr>
                        <a:t>Ce manque de traçabilité expose UHD à des changements inappropriés sur les tables et programmes sensibles.</a:t>
                      </a:r>
                    </a:p>
                  </a:txBody>
                  <a:tcPr anchor="ctr">
                    <a:solidFill>
                      <a:schemeClr val="bg1">
                        <a:lumMod val="95000"/>
                      </a:schemeClr>
                    </a:solidFill>
                  </a:tcPr>
                </a:tc>
                <a:extLst>
                  <a:ext uri="{0D108BD9-81ED-4DB2-BD59-A6C34878D82A}">
                    <a16:rowId xmlns:a16="http://schemas.microsoft.com/office/drawing/2014/main" val="1859085189"/>
                  </a:ext>
                </a:extLst>
              </a:tr>
              <a:tr h="787669">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vMerge="1">
                  <a:txBody>
                    <a:bodyPr/>
                    <a:lstStyle/>
                    <a:p>
                      <a:pPr marL="0" marR="0" lvl="1" indent="0" algn="l" defTabSz="957796" rtl="0" eaLnBrk="1" fontAlgn="base" latinLnBrk="0" hangingPunct="1">
                        <a:lnSpc>
                          <a:spcPct val="15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algn="just">
                        <a:lnSpc>
                          <a:spcPct val="150000"/>
                        </a:lnSpc>
                        <a:spcAft>
                          <a:spcPts val="1000"/>
                        </a:spcAft>
                        <a:buNone/>
                      </a:pPr>
                      <a:endParaRPr lang="fr-FR" sz="900" b="1" i="0" u="none" strike="noStrike" cap="none">
                        <a:solidFill>
                          <a:schemeClr val="tx1"/>
                        </a:solidFill>
                        <a:effectLst/>
                        <a:latin typeface="+mn-lt"/>
                        <a:ea typeface="MS Mincho" panose="02020609040205080304" pitchFamily="49" charset="-128"/>
                        <a:cs typeface="+mn-cs"/>
                        <a:sym typeface="Arial"/>
                      </a:endParaRPr>
                    </a:p>
                  </a:txBody>
                  <a:tcPr marL="68580" marR="68580" marT="0" marB="0">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endParaRPr lang="fr-FR" sz="900" b="1" i="0" u="none" strike="noStrike" cap="none">
                        <a:solidFill>
                          <a:schemeClr val="tx1"/>
                        </a:solidFill>
                        <a:effectLst/>
                        <a:latin typeface="+mn-lt"/>
                        <a:ea typeface="MS Mincho" panose="02020609040205080304" pitchFamily="49" charset="-128"/>
                        <a:cs typeface="+mn-cs"/>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3">
                              <a:lumMod val="50000"/>
                            </a:schemeClr>
                          </a:solidFill>
                          <a:effectLst/>
                          <a:latin typeface="+mn-lt"/>
                          <a:ea typeface="+mn-ea"/>
                          <a:cs typeface="+mn-cs"/>
                          <a:sym typeface="Arial"/>
                        </a:rPr>
                        <a:t>Priorité de traitement: 1</a:t>
                      </a:r>
                    </a:p>
                  </a:txBody>
                  <a:tcPr anchor="ctr">
                    <a:solidFill>
                      <a:schemeClr val="bg1">
                        <a:lumMod val="95000"/>
                      </a:schemeClr>
                    </a:solidFill>
                  </a:tcPr>
                </a:tc>
                <a:extLst>
                  <a:ext uri="{0D108BD9-81ED-4DB2-BD59-A6C34878D82A}">
                    <a16:rowId xmlns:a16="http://schemas.microsoft.com/office/drawing/2014/main" val="3452637949"/>
                  </a:ext>
                </a:extLst>
              </a:tr>
            </a:tbl>
          </a:graphicData>
        </a:graphic>
      </p:graphicFrame>
      <p:sp>
        <p:nvSpPr>
          <p:cNvPr id="53" name="Footer Placeholder 1">
            <a:extLst>
              <a:ext uri="{FF2B5EF4-FFF2-40B4-BE49-F238E27FC236}">
                <a16:creationId xmlns:a16="http://schemas.microsoft.com/office/drawing/2014/main" id="{7BE1B315-6412-601D-16A5-DEE8DE36F276}"/>
              </a:ext>
            </a:extLst>
          </p:cNvPr>
          <p:cNvSpPr>
            <a:spLocks noGrp="1"/>
          </p:cNvSpPr>
          <p:nvPr>
            <p:ph type="ftr" sz="quarter" idx="3"/>
          </p:nvPr>
        </p:nvSpPr>
        <p:spPr>
          <a:xfrm>
            <a:off x="590550" y="4876038"/>
            <a:ext cx="6611112" cy="121187"/>
          </a:xfrm>
        </p:spPr>
        <p:txBody>
          <a:bodyPr/>
          <a:lstStyle/>
          <a:p>
            <a:r>
              <a:rPr lang="fr-FR" noProof="0"/>
              <a:t>PwC | UHD FY24</a:t>
            </a:r>
          </a:p>
        </p:txBody>
      </p:sp>
      <p:sp>
        <p:nvSpPr>
          <p:cNvPr id="2" name="Google Shape;861;p107">
            <a:extLst>
              <a:ext uri="{FF2B5EF4-FFF2-40B4-BE49-F238E27FC236}">
                <a16:creationId xmlns:a16="http://schemas.microsoft.com/office/drawing/2014/main" id="{8C23121E-4418-6D5F-3101-3BA1CB65F7C3}"/>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grpSp>
        <p:nvGrpSpPr>
          <p:cNvPr id="19" name="Groupe 18">
            <a:extLst>
              <a:ext uri="{FF2B5EF4-FFF2-40B4-BE49-F238E27FC236}">
                <a16:creationId xmlns:a16="http://schemas.microsoft.com/office/drawing/2014/main" id="{2D15E111-574E-FECF-76F4-C9682AD54EA5}"/>
              </a:ext>
            </a:extLst>
          </p:cNvPr>
          <p:cNvGrpSpPr/>
          <p:nvPr/>
        </p:nvGrpSpPr>
        <p:grpSpPr>
          <a:xfrm>
            <a:off x="7450812" y="1178316"/>
            <a:ext cx="1540687" cy="549051"/>
            <a:chOff x="1105481" y="3743236"/>
            <a:chExt cx="1537189" cy="449502"/>
          </a:xfrm>
        </p:grpSpPr>
        <p:grpSp>
          <p:nvGrpSpPr>
            <p:cNvPr id="20" name="Google Shape;933;p114">
              <a:extLst>
                <a:ext uri="{FF2B5EF4-FFF2-40B4-BE49-F238E27FC236}">
                  <a16:creationId xmlns:a16="http://schemas.microsoft.com/office/drawing/2014/main" id="{666E0EA4-8484-3268-A2C9-6C62982B7816}"/>
                </a:ext>
              </a:extLst>
            </p:cNvPr>
            <p:cNvGrpSpPr/>
            <p:nvPr/>
          </p:nvGrpSpPr>
          <p:grpSpPr>
            <a:xfrm>
              <a:off x="1105481" y="3797094"/>
              <a:ext cx="1535914" cy="216242"/>
              <a:chOff x="7492226" y="4261382"/>
              <a:chExt cx="2484000" cy="341878"/>
            </a:xfrm>
          </p:grpSpPr>
          <p:sp>
            <p:nvSpPr>
              <p:cNvPr id="28" name="Google Shape;934;p114">
                <a:extLst>
                  <a:ext uri="{FF2B5EF4-FFF2-40B4-BE49-F238E27FC236}">
                    <a16:creationId xmlns:a16="http://schemas.microsoft.com/office/drawing/2014/main" id="{8BD90F12-FA9B-610E-33E4-2C18B16AE169}"/>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9" name="Google Shape;935;p114">
                <a:extLst>
                  <a:ext uri="{FF2B5EF4-FFF2-40B4-BE49-F238E27FC236}">
                    <a16:creationId xmlns:a16="http://schemas.microsoft.com/office/drawing/2014/main" id="{899D8301-9FB5-8F81-E6B4-67BE8E94566A}"/>
                  </a:ext>
                </a:extLst>
              </p:cNvPr>
              <p:cNvGrpSpPr/>
              <p:nvPr/>
            </p:nvGrpSpPr>
            <p:grpSpPr>
              <a:xfrm>
                <a:off x="8314794" y="4480199"/>
                <a:ext cx="828918" cy="123061"/>
                <a:chOff x="1493828" y="2467991"/>
                <a:chExt cx="828918" cy="144016"/>
              </a:xfrm>
            </p:grpSpPr>
            <p:cxnSp>
              <p:nvCxnSpPr>
                <p:cNvPr id="30" name="Google Shape;936;p114">
                  <a:extLst>
                    <a:ext uri="{FF2B5EF4-FFF2-40B4-BE49-F238E27FC236}">
                      <a16:creationId xmlns:a16="http://schemas.microsoft.com/office/drawing/2014/main" id="{93D56AD0-5D2A-B555-9006-5D68707C9A41}"/>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31" name="Google Shape;937;p114">
                  <a:extLst>
                    <a:ext uri="{FF2B5EF4-FFF2-40B4-BE49-F238E27FC236}">
                      <a16:creationId xmlns:a16="http://schemas.microsoft.com/office/drawing/2014/main" id="{D9EAACF4-5F8B-36B8-2B6D-E06F760B6F5A}"/>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21" name="Google Shape;938;p114">
              <a:extLst>
                <a:ext uri="{FF2B5EF4-FFF2-40B4-BE49-F238E27FC236}">
                  <a16:creationId xmlns:a16="http://schemas.microsoft.com/office/drawing/2014/main" id="{F50AB7E4-9377-5AED-E336-E2DC239EBF9F}"/>
                </a:ext>
              </a:extLst>
            </p:cNvPr>
            <p:cNvGrpSpPr/>
            <p:nvPr/>
          </p:nvGrpSpPr>
          <p:grpSpPr>
            <a:xfrm>
              <a:off x="2111649" y="3743236"/>
              <a:ext cx="531021" cy="230906"/>
              <a:chOff x="9141172" y="4177369"/>
              <a:chExt cx="828000" cy="360040"/>
            </a:xfrm>
          </p:grpSpPr>
          <p:sp>
            <p:nvSpPr>
              <p:cNvPr id="25" name="Google Shape;939;p114">
                <a:extLst>
                  <a:ext uri="{FF2B5EF4-FFF2-40B4-BE49-F238E27FC236}">
                    <a16:creationId xmlns:a16="http://schemas.microsoft.com/office/drawing/2014/main" id="{19A23142-D948-8A9F-74F0-D7854B800C78}"/>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26" name="Google Shape;940;p114">
                <a:extLst>
                  <a:ext uri="{FF2B5EF4-FFF2-40B4-BE49-F238E27FC236}">
                    <a16:creationId xmlns:a16="http://schemas.microsoft.com/office/drawing/2014/main" id="{CD4DA0C5-2CB5-4F28-78C2-20358B1A941A}"/>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27" name="Google Shape;941;p114">
                <a:extLst>
                  <a:ext uri="{FF2B5EF4-FFF2-40B4-BE49-F238E27FC236}">
                    <a16:creationId xmlns:a16="http://schemas.microsoft.com/office/drawing/2014/main" id="{9A3A9228-4523-E874-D0FC-8E70FB87D11B}"/>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22" name="Google Shape;942;p114">
              <a:extLst>
                <a:ext uri="{FF2B5EF4-FFF2-40B4-BE49-F238E27FC236}">
                  <a16:creationId xmlns:a16="http://schemas.microsoft.com/office/drawing/2014/main" id="{4891C37F-FE8E-2B5C-2D9F-51B84B0251FA}"/>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23" name="Google Shape;943;p114">
              <a:extLst>
                <a:ext uri="{FF2B5EF4-FFF2-40B4-BE49-F238E27FC236}">
                  <a16:creationId xmlns:a16="http://schemas.microsoft.com/office/drawing/2014/main" id="{A6EAD702-5AE3-09B0-4BFF-C9D547482CCF}"/>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4" name="Google Shape;944;p114">
              <a:extLst>
                <a:ext uri="{FF2B5EF4-FFF2-40B4-BE49-F238E27FC236}">
                  <a16:creationId xmlns:a16="http://schemas.microsoft.com/office/drawing/2014/main" id="{8A2B6792-93AB-3256-26F0-6B8D745F3447}"/>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4047838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F0114-A64F-5EFB-39E2-BE18BDAF57C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7CDDC4-040E-120B-C0D7-4CD10A9898C9}"/>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24</a:t>
            </a:fld>
            <a:endParaRPr lang="fr-FR" noProof="0"/>
          </a:p>
        </p:txBody>
      </p:sp>
      <p:graphicFrame>
        <p:nvGraphicFramePr>
          <p:cNvPr id="33" name="Tableau 32">
            <a:extLst>
              <a:ext uri="{FF2B5EF4-FFF2-40B4-BE49-F238E27FC236}">
                <a16:creationId xmlns:a16="http://schemas.microsoft.com/office/drawing/2014/main" id="{B99900DB-90C9-73FC-AC42-15710FFDD6F8}"/>
              </a:ext>
            </a:extLst>
          </p:cNvPr>
          <p:cNvGraphicFramePr>
            <a:graphicFrameLocks noGrp="1"/>
          </p:cNvGraphicFramePr>
          <p:nvPr>
            <p:custDataLst>
              <p:tags r:id="rId1"/>
            </p:custDataLst>
            <p:extLst>
              <p:ext uri="{D42A27DB-BD31-4B8C-83A1-F6EECF244321}">
                <p14:modId xmlns:p14="http://schemas.microsoft.com/office/powerpoint/2010/main" val="246569197"/>
              </p:ext>
            </p:extLst>
          </p:nvPr>
        </p:nvGraphicFramePr>
        <p:xfrm>
          <a:off x="0" y="526476"/>
          <a:ext cx="9143997" cy="4092019"/>
        </p:xfrm>
        <a:graphic>
          <a:graphicData uri="http://schemas.openxmlformats.org/drawingml/2006/table">
            <a:tbl>
              <a:tblPr firstRow="1" firstCol="1" bandRow="1">
                <a:tableStyleId>{5C22544A-7EE6-4342-B048-85BDC9FD1C3A}</a:tableStyleId>
              </a:tblPr>
              <a:tblGrid>
                <a:gridCol w="428039">
                  <a:extLst>
                    <a:ext uri="{9D8B030D-6E8A-4147-A177-3AD203B41FA5}">
                      <a16:colId xmlns:a16="http://schemas.microsoft.com/office/drawing/2014/main" val="20000"/>
                    </a:ext>
                  </a:extLst>
                </a:gridCol>
                <a:gridCol w="1258521">
                  <a:extLst>
                    <a:ext uri="{9D8B030D-6E8A-4147-A177-3AD203B41FA5}">
                      <a16:colId xmlns:a16="http://schemas.microsoft.com/office/drawing/2014/main" val="20001"/>
                    </a:ext>
                  </a:extLst>
                </a:gridCol>
                <a:gridCol w="3261360">
                  <a:extLst>
                    <a:ext uri="{9D8B030D-6E8A-4147-A177-3AD203B41FA5}">
                      <a16:colId xmlns:a16="http://schemas.microsoft.com/office/drawing/2014/main" val="3607563704"/>
                    </a:ext>
                  </a:extLst>
                </a:gridCol>
                <a:gridCol w="2367280">
                  <a:extLst>
                    <a:ext uri="{9D8B030D-6E8A-4147-A177-3AD203B41FA5}">
                      <a16:colId xmlns:a16="http://schemas.microsoft.com/office/drawing/2014/main" val="4061608842"/>
                    </a:ext>
                  </a:extLst>
                </a:gridCol>
                <a:gridCol w="1828797">
                  <a:extLst>
                    <a:ext uri="{9D8B030D-6E8A-4147-A177-3AD203B41FA5}">
                      <a16:colId xmlns:a16="http://schemas.microsoft.com/office/drawing/2014/main" val="1413096817"/>
                    </a:ext>
                  </a:extLst>
                </a:gridCol>
              </a:tblGrid>
              <a:tr h="329101">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05688">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changements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710784">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PC -01</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rowSpan="3">
                  <a:txBody>
                    <a:bodyPr/>
                    <a:lstStyle/>
                    <a:p>
                      <a:pPr marL="0" marR="0" lvl="1" indent="0" algn="l" defTabSz="957796" rtl="0" eaLnBrk="1" fontAlgn="base" latinLnBrk="0" hangingPunct="1">
                        <a:lnSpc>
                          <a:spcPct val="150000"/>
                        </a:lnSpc>
                        <a:spcBef>
                          <a:spcPct val="0"/>
                        </a:spcBef>
                        <a:spcAft>
                          <a:spcPts val="0"/>
                        </a:spcAft>
                        <a:buClrTx/>
                        <a:buSzTx/>
                        <a:buFont typeface="Arial" panose="020B0604020202020204" pitchFamily="34" charset="0"/>
                        <a:buNone/>
                        <a:tabLst/>
                        <a:defRPr/>
                      </a:pPr>
                      <a:r>
                        <a:rPr lang="fr-FR" sz="900" noProof="0">
                          <a:solidFill>
                            <a:schemeClr val="tx1"/>
                          </a:solidFill>
                          <a:effectLst/>
                          <a:latin typeface="+mn-lt"/>
                          <a:ea typeface="Times New Roman" panose="02020603050405020304" pitchFamily="18" charset="0"/>
                        </a:rPr>
                        <a:t>Les modifications apportées aux programmes d'application sont correctement testées et approuvées avant d'être migrées vers la production.</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rowSpan="3">
                  <a:txBody>
                    <a:bodyPr/>
                    <a:lstStyle/>
                    <a:p>
                      <a:pPr algn="just">
                        <a:lnSpc>
                          <a:spcPct val="100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Nous avons identifié un total de 284 Ordres de Transport (changements) passés en production en 2024 sur l’application SAP. </a:t>
                      </a:r>
                    </a:p>
                    <a:p>
                      <a:pPr algn="just">
                        <a:lnSpc>
                          <a:spcPct val="100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Nous avons examiné si les changements échantillonnés ont été correctement centralisés dans l'outil SCSM ou le portail Inetum et si leur traitement a été effectué conformément à la procédure de gestion des changements.</a:t>
                      </a:r>
                    </a:p>
                    <a:p>
                      <a:pPr algn="just">
                        <a:lnSpc>
                          <a:spcPct val="100000"/>
                        </a:lnSpc>
                        <a:spcAft>
                          <a:spcPts val="1000"/>
                        </a:spcAft>
                        <a:buNone/>
                      </a:pPr>
                      <a:r>
                        <a:rPr lang="en-US" sz="900" b="0" i="0" u="none" strike="noStrike" cap="none">
                          <a:solidFill>
                            <a:schemeClr val="tx1"/>
                          </a:solidFill>
                          <a:effectLst/>
                          <a:latin typeface="+mn-lt"/>
                          <a:ea typeface="MS Mincho" panose="02020609040205080304" pitchFamily="49" charset="-128"/>
                          <a:cs typeface="+mn-cs"/>
                          <a:sym typeface="Arial"/>
                        </a:rPr>
                        <a:t>Toutefois, nous avons constaté </a:t>
                      </a:r>
                      <a:r>
                        <a:rPr lang="en-US" sz="900" b="1" i="0" u="none" strike="noStrike" cap="none">
                          <a:solidFill>
                            <a:schemeClr val="tx1"/>
                          </a:solidFill>
                          <a:effectLst/>
                          <a:latin typeface="+mn-lt"/>
                          <a:ea typeface="MS Mincho" panose="02020609040205080304" pitchFamily="49" charset="-128"/>
                          <a:cs typeface="+mn-cs"/>
                          <a:sym typeface="Arial"/>
                        </a:rPr>
                        <a:t>l'absence de PV de recette formalisée </a:t>
                      </a:r>
                      <a:r>
                        <a:rPr lang="en-US" sz="900" b="0" i="0" u="none" strike="noStrike" cap="none">
                          <a:solidFill>
                            <a:schemeClr val="tx1"/>
                          </a:solidFill>
                          <a:effectLst/>
                          <a:latin typeface="+mn-lt"/>
                          <a:ea typeface="MS Mincho" panose="02020609040205080304" pitchFamily="49" charset="-128"/>
                          <a:cs typeface="+mn-cs"/>
                          <a:sym typeface="Arial"/>
                        </a:rPr>
                        <a:t>pour tous les changements échantillonnés.</a:t>
                      </a:r>
                      <a:endParaRPr lang="fr-FR" sz="900" b="0" i="0" u="none" strike="noStrike" cap="none">
                        <a:solidFill>
                          <a:schemeClr val="tx1"/>
                        </a:solidFill>
                        <a:effectLst/>
                        <a:latin typeface="+mn-lt"/>
                        <a:ea typeface="MS Mincho" panose="02020609040205080304" pitchFamily="49" charset="-128"/>
                        <a:cs typeface="+mn-cs"/>
                        <a:sym typeface="Arial"/>
                      </a:endParaRPr>
                    </a:p>
                    <a:p>
                      <a:pPr algn="just">
                        <a:lnSpc>
                          <a:spcPct val="100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Il est à noter également que les changements mineurs sont à faible risque et ne nécessitent pas un test avant leur approbation (4 changements sur 25 échantillonnés) . Cependant, l’exception persiste toujours pour les changements majeurs.</a:t>
                      </a:r>
                    </a:p>
                    <a:p>
                      <a:pPr algn="just">
                        <a:lnSpc>
                          <a:spcPct val="100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 =&gt; Il est important de noter que les changements sont validés avant la mise en prod par Mme Hanen Khemiri, ou par son adjoint M. Bilel Ahmed.</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marL="68580" marR="68580" marT="0" marB="0">
                    <a:solidFill>
                      <a:schemeClr val="bg1">
                        <a:lumMod val="95000"/>
                      </a:schemeClr>
                    </a:solidFill>
                  </a:tcPr>
                </a:tc>
                <a:tc rowSpan="3">
                  <a:txBody>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r>
                        <a:rPr lang="fr-FR" sz="900" b="1" i="0" u="sng" strike="noStrike" cap="none" noProof="0">
                          <a:solidFill>
                            <a:srgbClr val="000000"/>
                          </a:solidFill>
                          <a:latin typeface="+mn-lt"/>
                          <a:ea typeface="Arial"/>
                          <a:cs typeface="Arial"/>
                          <a:sym typeface="Arial"/>
                        </a:rPr>
                        <a:t>Recommandation : </a:t>
                      </a:r>
                    </a:p>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endParaRPr lang="fr-FR" sz="900" b="0" i="0" u="none" strike="noStrike" cap="none">
                        <a:solidFill>
                          <a:srgbClr val="000000"/>
                        </a:solidFill>
                        <a:latin typeface="+mn-lt"/>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r>
                        <a:rPr lang="fr-FR" sz="900" b="0" i="0" u="none" strike="noStrike" cap="none">
                          <a:solidFill>
                            <a:srgbClr val="000000"/>
                          </a:solidFill>
                          <a:latin typeface="+mn-lt"/>
                          <a:cs typeface="Arial"/>
                          <a:sym typeface="Arial"/>
                        </a:rPr>
                        <a:t>La mise en place d'une traçabilité complète des logs d'ouverture de mandant permet de suivre précisément tous les changements critiques. Cela protège UHD contre les modifications inappropriées des tables et programmes SAP, assurant ainsi la fiabilité et l'intégrité des contrôles automatisés pertinents</a:t>
                      </a:r>
                      <a:endParaRPr lang="fr-FR" sz="900" b="0" i="0" u="none" strike="noStrike" cap="none">
                        <a:solidFill>
                          <a:srgbClr val="000000"/>
                        </a:solidFill>
                        <a:latin typeface="+mn-lt"/>
                        <a:ea typeface="Arial" panose="020B0604020202020204" pitchFamily="34"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r>
                        <a:rPr lang="fr-FR" sz="900" b="0" i="0" u="none" strike="noStrike" cap="none">
                          <a:solidFill>
                            <a:srgbClr val="000000"/>
                          </a:solidFill>
                          <a:latin typeface="+mn-lt"/>
                          <a:ea typeface="Arial"/>
                          <a:cs typeface="Arial"/>
                          <a:sym typeface="Arial"/>
                        </a:rPr>
                        <a:t>Nous recommandons à UHD de formaliser et mettre en œuvre une procédure permettant d’assurer la séparation des tâches entre les équipes de gestion des transports, de gestion des mandants, de développement et de mise en production au niveau de SAP</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056881">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0" indent="0" algn="l">
                        <a:buFont typeface="Arial" panose="020B0604020202020204" pitchFamily="34" charset="0"/>
                        <a:buNone/>
                      </a:pPr>
                      <a:r>
                        <a:rPr lang="fr-FR" sz="900" b="0" i="0" u="none" strike="noStrike" kern="1200" cap="none">
                          <a:solidFill>
                            <a:schemeClr val="dk1"/>
                          </a:solidFill>
                          <a:effectLst/>
                          <a:latin typeface="+mn-lt"/>
                          <a:ea typeface="+mn-ea"/>
                          <a:cs typeface="+mn-cs"/>
                          <a:sym typeface="Arial"/>
                        </a:rPr>
                        <a:t>L’absence de tests formalisés pour certains changements peut compromettre les programmes et les contrôles automatisés associés.</a:t>
                      </a:r>
                    </a:p>
                  </a:txBody>
                  <a:tcPr anchor="ctr">
                    <a:solidFill>
                      <a:schemeClr val="bg1">
                        <a:lumMod val="95000"/>
                      </a:schemeClr>
                    </a:solidFill>
                  </a:tcPr>
                </a:tc>
                <a:extLst>
                  <a:ext uri="{0D108BD9-81ED-4DB2-BD59-A6C34878D82A}">
                    <a16:rowId xmlns:a16="http://schemas.microsoft.com/office/drawing/2014/main" val="1919626668"/>
                  </a:ext>
                </a:extLst>
              </a:tr>
              <a:tr h="729994">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vMerge="1">
                  <a:txBody>
                    <a:bodyPr/>
                    <a:lstStyle/>
                    <a:p>
                      <a:pPr marL="0" marR="0" lvl="1" indent="0" algn="l" defTabSz="957796" rtl="0" eaLnBrk="1" fontAlgn="base" latinLnBrk="0" hangingPunct="1">
                        <a:lnSpc>
                          <a:spcPct val="15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algn="just">
                        <a:lnSpc>
                          <a:spcPct val="100000"/>
                        </a:lnSpc>
                        <a:spcAft>
                          <a:spcPts val="1000"/>
                        </a:spcAft>
                        <a:buNone/>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marL="68580" marR="68580" marT="0" marB="0">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Noto Sans Symbols"/>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1">
                              <a:lumMod val="75000"/>
                            </a:schemeClr>
                          </a:solidFill>
                          <a:effectLst/>
                          <a:latin typeface="+mn-lt"/>
                          <a:ea typeface="+mn-ea"/>
                          <a:cs typeface="+mn-cs"/>
                          <a:sym typeface="Arial"/>
                        </a:rPr>
                        <a:t>Priorité de traitement: 2</a:t>
                      </a:r>
                    </a:p>
                  </a:txBody>
                  <a:tcPr anchor="ctr">
                    <a:solidFill>
                      <a:schemeClr val="bg1">
                        <a:lumMod val="95000"/>
                      </a:schemeClr>
                    </a:solidFill>
                  </a:tcPr>
                </a:tc>
                <a:extLst>
                  <a:ext uri="{0D108BD9-81ED-4DB2-BD59-A6C34878D82A}">
                    <a16:rowId xmlns:a16="http://schemas.microsoft.com/office/drawing/2014/main" val="4178417902"/>
                  </a:ext>
                </a:extLst>
              </a:tr>
            </a:tbl>
          </a:graphicData>
        </a:graphic>
      </p:graphicFrame>
      <p:sp>
        <p:nvSpPr>
          <p:cNvPr id="53" name="Footer Placeholder 1">
            <a:extLst>
              <a:ext uri="{FF2B5EF4-FFF2-40B4-BE49-F238E27FC236}">
                <a16:creationId xmlns:a16="http://schemas.microsoft.com/office/drawing/2014/main" id="{EF80564E-1319-DB56-CADC-053F9988C811}"/>
              </a:ext>
            </a:extLst>
          </p:cNvPr>
          <p:cNvSpPr>
            <a:spLocks noGrp="1"/>
          </p:cNvSpPr>
          <p:nvPr>
            <p:ph type="ftr" sz="quarter" idx="3"/>
          </p:nvPr>
        </p:nvSpPr>
        <p:spPr>
          <a:xfrm>
            <a:off x="590550" y="4876038"/>
            <a:ext cx="6611112" cy="121187"/>
          </a:xfrm>
        </p:spPr>
        <p:txBody>
          <a:bodyPr/>
          <a:lstStyle/>
          <a:p>
            <a:r>
              <a:rPr lang="fr-FR" noProof="0"/>
              <a:t>PwC | UHD FY24</a:t>
            </a:r>
          </a:p>
        </p:txBody>
      </p:sp>
      <p:sp>
        <p:nvSpPr>
          <p:cNvPr id="2" name="Google Shape;861;p107">
            <a:extLst>
              <a:ext uri="{FF2B5EF4-FFF2-40B4-BE49-F238E27FC236}">
                <a16:creationId xmlns:a16="http://schemas.microsoft.com/office/drawing/2014/main" id="{49D61177-E377-25F1-668A-7AEA02E9A8BC}"/>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grpSp>
        <p:nvGrpSpPr>
          <p:cNvPr id="19" name="Groupe 18">
            <a:extLst>
              <a:ext uri="{FF2B5EF4-FFF2-40B4-BE49-F238E27FC236}">
                <a16:creationId xmlns:a16="http://schemas.microsoft.com/office/drawing/2014/main" id="{01029BA0-97F7-5D93-73F2-92B81006B55E}"/>
              </a:ext>
            </a:extLst>
          </p:cNvPr>
          <p:cNvGrpSpPr/>
          <p:nvPr/>
        </p:nvGrpSpPr>
        <p:grpSpPr>
          <a:xfrm>
            <a:off x="7457269" y="1197739"/>
            <a:ext cx="1523999" cy="507874"/>
            <a:chOff x="1105481" y="2796059"/>
            <a:chExt cx="1593064" cy="442679"/>
          </a:xfrm>
        </p:grpSpPr>
        <p:grpSp>
          <p:nvGrpSpPr>
            <p:cNvPr id="20" name="Google Shape;945;p114">
              <a:extLst>
                <a:ext uri="{FF2B5EF4-FFF2-40B4-BE49-F238E27FC236}">
                  <a16:creationId xmlns:a16="http://schemas.microsoft.com/office/drawing/2014/main" id="{B14C731A-A735-D394-AE08-97CC14F457C3}"/>
                </a:ext>
              </a:extLst>
            </p:cNvPr>
            <p:cNvGrpSpPr/>
            <p:nvPr/>
          </p:nvGrpSpPr>
          <p:grpSpPr>
            <a:xfrm>
              <a:off x="1105481" y="2849940"/>
              <a:ext cx="1593064" cy="216651"/>
              <a:chOff x="671260" y="2273543"/>
              <a:chExt cx="2484000" cy="337814"/>
            </a:xfrm>
          </p:grpSpPr>
          <p:sp>
            <p:nvSpPr>
              <p:cNvPr id="29" name="Google Shape;946;p114">
                <a:extLst>
                  <a:ext uri="{FF2B5EF4-FFF2-40B4-BE49-F238E27FC236}">
                    <a16:creationId xmlns:a16="http://schemas.microsoft.com/office/drawing/2014/main" id="{DB195B22-9509-A599-91AC-6F199E79CB97}"/>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30" name="Google Shape;947;p114">
                <a:extLst>
                  <a:ext uri="{FF2B5EF4-FFF2-40B4-BE49-F238E27FC236}">
                    <a16:creationId xmlns:a16="http://schemas.microsoft.com/office/drawing/2014/main" id="{10F05B42-9CE1-DA90-13F4-3B294E5E85B2}"/>
                  </a:ext>
                </a:extLst>
              </p:cNvPr>
              <p:cNvGrpSpPr/>
              <p:nvPr/>
            </p:nvGrpSpPr>
            <p:grpSpPr>
              <a:xfrm>
                <a:off x="1493828" y="2488296"/>
                <a:ext cx="828918" cy="123061"/>
                <a:chOff x="1493828" y="2467991"/>
                <a:chExt cx="828918" cy="144016"/>
              </a:xfrm>
            </p:grpSpPr>
            <p:cxnSp>
              <p:nvCxnSpPr>
                <p:cNvPr id="31" name="Google Shape;948;p114">
                  <a:extLst>
                    <a:ext uri="{FF2B5EF4-FFF2-40B4-BE49-F238E27FC236}">
                      <a16:creationId xmlns:a16="http://schemas.microsoft.com/office/drawing/2014/main" id="{F78B85AB-5B17-E0BD-4EB4-DB2D4A81F6EA}"/>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32" name="Google Shape;949;p114">
                  <a:extLst>
                    <a:ext uri="{FF2B5EF4-FFF2-40B4-BE49-F238E27FC236}">
                      <a16:creationId xmlns:a16="http://schemas.microsoft.com/office/drawing/2014/main" id="{B3218C8C-CD06-2A44-1747-69132755FB68}"/>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21" name="Google Shape;950;p114">
              <a:extLst>
                <a:ext uri="{FF2B5EF4-FFF2-40B4-BE49-F238E27FC236}">
                  <a16:creationId xmlns:a16="http://schemas.microsoft.com/office/drawing/2014/main" id="{D2B2B55A-81BF-CCAF-ECC0-C56AF9616510}"/>
                </a:ext>
              </a:extLst>
            </p:cNvPr>
            <p:cNvGrpSpPr/>
            <p:nvPr/>
          </p:nvGrpSpPr>
          <p:grpSpPr>
            <a:xfrm>
              <a:off x="1630238" y="2796059"/>
              <a:ext cx="531021" cy="230906"/>
              <a:chOff x="8310457" y="3280644"/>
              <a:chExt cx="828000" cy="360040"/>
            </a:xfrm>
          </p:grpSpPr>
          <p:sp>
            <p:nvSpPr>
              <p:cNvPr id="25" name="Google Shape;951;p114">
                <a:extLst>
                  <a:ext uri="{FF2B5EF4-FFF2-40B4-BE49-F238E27FC236}">
                    <a16:creationId xmlns:a16="http://schemas.microsoft.com/office/drawing/2014/main" id="{7E1127D1-8548-DECF-6F62-49C91BA76534}"/>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6" name="Google Shape;952;p114">
                <a:extLst>
                  <a:ext uri="{FF2B5EF4-FFF2-40B4-BE49-F238E27FC236}">
                    <a16:creationId xmlns:a16="http://schemas.microsoft.com/office/drawing/2014/main" id="{EC610632-764C-4EF9-0803-2F2C7BB9C67A}"/>
                  </a:ext>
                </a:extLst>
              </p:cNvPr>
              <p:cNvGrpSpPr/>
              <p:nvPr/>
            </p:nvGrpSpPr>
            <p:grpSpPr>
              <a:xfrm>
                <a:off x="8544437" y="3280644"/>
                <a:ext cx="360040" cy="360040"/>
                <a:chOff x="-629964" y="1476375"/>
                <a:chExt cx="360040" cy="360040"/>
              </a:xfrm>
            </p:grpSpPr>
            <p:sp>
              <p:nvSpPr>
                <p:cNvPr id="27" name="Google Shape;953;p114">
                  <a:extLst>
                    <a:ext uri="{FF2B5EF4-FFF2-40B4-BE49-F238E27FC236}">
                      <a16:creationId xmlns:a16="http://schemas.microsoft.com/office/drawing/2014/main" id="{8CC47E16-1079-5641-6807-1A3544EB3E7B}"/>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28" name="Google Shape;954;p114">
                  <a:extLst>
                    <a:ext uri="{FF2B5EF4-FFF2-40B4-BE49-F238E27FC236}">
                      <a16:creationId xmlns:a16="http://schemas.microsoft.com/office/drawing/2014/main" id="{0FE5E924-A07E-0BD6-E284-377694E381D3}"/>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22" name="Google Shape;955;p114">
              <a:extLst>
                <a:ext uri="{FF2B5EF4-FFF2-40B4-BE49-F238E27FC236}">
                  <a16:creationId xmlns:a16="http://schemas.microsoft.com/office/drawing/2014/main" id="{90FD85A7-79FF-381D-AC16-594B063408A8}"/>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23" name="Google Shape;956;p114">
              <a:extLst>
                <a:ext uri="{FF2B5EF4-FFF2-40B4-BE49-F238E27FC236}">
                  <a16:creationId xmlns:a16="http://schemas.microsoft.com/office/drawing/2014/main" id="{B8273980-6E55-3AD3-66FB-BB0A0B3332D2}"/>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4" name="Google Shape;957;p114">
              <a:extLst>
                <a:ext uri="{FF2B5EF4-FFF2-40B4-BE49-F238E27FC236}">
                  <a16:creationId xmlns:a16="http://schemas.microsoft.com/office/drawing/2014/main" id="{6E23BC17-BF05-7A7F-610B-B31F3947E562}"/>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192245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4C133-BE12-177A-D5C9-66D776ACEC7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1429335-D586-8187-8DE9-F141F40E2D79}"/>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25</a:t>
            </a:fld>
            <a:endParaRPr lang="fr-FR" noProof="0"/>
          </a:p>
        </p:txBody>
      </p:sp>
      <p:graphicFrame>
        <p:nvGraphicFramePr>
          <p:cNvPr id="33" name="Tableau 32">
            <a:extLst>
              <a:ext uri="{FF2B5EF4-FFF2-40B4-BE49-F238E27FC236}">
                <a16:creationId xmlns:a16="http://schemas.microsoft.com/office/drawing/2014/main" id="{D85AAC23-7B2F-C2B1-1615-EC9EC229B6D0}"/>
              </a:ext>
            </a:extLst>
          </p:cNvPr>
          <p:cNvGraphicFramePr>
            <a:graphicFrameLocks noGrp="1"/>
          </p:cNvGraphicFramePr>
          <p:nvPr>
            <p:custDataLst>
              <p:tags r:id="rId1"/>
            </p:custDataLst>
            <p:extLst>
              <p:ext uri="{D42A27DB-BD31-4B8C-83A1-F6EECF244321}">
                <p14:modId xmlns:p14="http://schemas.microsoft.com/office/powerpoint/2010/main" val="1635056984"/>
              </p:ext>
            </p:extLst>
          </p:nvPr>
        </p:nvGraphicFramePr>
        <p:xfrm>
          <a:off x="0" y="528320"/>
          <a:ext cx="9144001" cy="4121172"/>
        </p:xfrm>
        <a:graphic>
          <a:graphicData uri="http://schemas.openxmlformats.org/drawingml/2006/table">
            <a:tbl>
              <a:tblPr firstRow="1" firstCol="1" bandRow="1">
                <a:tableStyleId>{5C22544A-7EE6-4342-B048-85BDC9FD1C3A}</a:tableStyleId>
              </a:tblPr>
              <a:tblGrid>
                <a:gridCol w="439994">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50">
                  <a:extLst>
                    <a:ext uri="{9D8B030D-6E8A-4147-A177-3AD203B41FA5}">
                      <a16:colId xmlns:a16="http://schemas.microsoft.com/office/drawing/2014/main" val="4057883698"/>
                    </a:ext>
                  </a:extLst>
                </a:gridCol>
                <a:gridCol w="2086177">
                  <a:extLst>
                    <a:ext uri="{9D8B030D-6E8A-4147-A177-3AD203B41FA5}">
                      <a16:colId xmlns:a16="http://schemas.microsoft.com/office/drawing/2014/main" val="2265104901"/>
                    </a:ext>
                  </a:extLst>
                </a:gridCol>
                <a:gridCol w="2017725">
                  <a:extLst>
                    <a:ext uri="{9D8B030D-6E8A-4147-A177-3AD203B41FA5}">
                      <a16:colId xmlns:a16="http://schemas.microsoft.com/office/drawing/2014/main" val="1413096817"/>
                    </a:ext>
                  </a:extLst>
                </a:gridCol>
              </a:tblGrid>
              <a:tr h="271971">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16998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changements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910227">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noProof="0">
                          <a:solidFill>
                            <a:schemeClr val="bg1"/>
                          </a:solidFill>
                          <a:latin typeface="+mn-lt"/>
                        </a:rPr>
                        <a:t>PC -02</a:t>
                      </a:r>
                      <a:endParaRPr lang="fr-FR" sz="900" b="1" kern="1200" noProof="0">
                        <a:solidFill>
                          <a:schemeClr val="bg1"/>
                        </a:solidFill>
                        <a:latin typeface="+mn-lt"/>
                        <a:ea typeface="+mn-ea"/>
                        <a:cs typeface="+mn-cs"/>
                      </a:endParaRPr>
                    </a:p>
                  </a:txBody>
                  <a:tcPr anchor="ctr">
                    <a:solidFill>
                      <a:schemeClr val="accent1"/>
                    </a:solidFill>
                  </a:tcPr>
                </a:tc>
                <a:tc rowSpan="3">
                  <a:txBody>
                    <a:bodyPr/>
                    <a:lstStyle/>
                    <a:p>
                      <a:pPr algn="just">
                        <a:lnSpc>
                          <a:spcPct val="115000"/>
                        </a:lnSpc>
                        <a:spcAft>
                          <a:spcPts val="1000"/>
                        </a:spcAft>
                        <a:buNone/>
                      </a:pPr>
                      <a:r>
                        <a:rPr lang="fr-FR" sz="900" b="0" i="0" u="none" strike="noStrike" cap="none">
                          <a:solidFill>
                            <a:schemeClr val="tx1"/>
                          </a:solidFill>
                          <a:effectLst/>
                          <a:latin typeface="+mn-lt"/>
                          <a:ea typeface="MS Mincho" panose="02020609040205080304" pitchFamily="49" charset="-128"/>
                          <a:cs typeface="+mn-cs"/>
                          <a:sym typeface="Arial"/>
                        </a:rPr>
                        <a:t>Les environnements de développement, de test et de production sont séparés pour les modifications apportées aux programmes d'application</a:t>
                      </a:r>
                    </a:p>
                  </a:txBody>
                  <a:tcPr marL="89535" marR="89535" marT="0" marB="0">
                    <a:solidFill>
                      <a:schemeClr val="bg1">
                        <a:lumMod val="95000"/>
                      </a:schemeClr>
                    </a:solidFill>
                  </a:tcPr>
                </a:tc>
                <a:tc rowSpan="3">
                  <a:txBody>
                    <a:bodyPr/>
                    <a:lstStyle/>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Les applications VLL et Navision sont en “End of support”. Aucun changement n’a été mis en production sur ces applications depuis la fin du support IT fourni par le prestataire. </a:t>
                      </a: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nous sommes assurés de la séparation des environnements de développement et de production pour les applications SAP et VLP. </a:t>
                      </a: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recensé </a:t>
                      </a:r>
                      <a:r>
                        <a:rPr lang="fr-FR" sz="900" b="1" i="0" u="none" strike="noStrike" cap="none" noProof="0">
                          <a:solidFill>
                            <a:schemeClr val="tx1"/>
                          </a:solidFill>
                          <a:effectLst/>
                          <a:latin typeface="+mn-lt"/>
                          <a:ea typeface="MS Mincho" panose="02020609040205080304" pitchFamily="49" charset="-128"/>
                          <a:cs typeface="+mn-cs"/>
                          <a:sym typeface="Arial"/>
                        </a:rPr>
                        <a:t>112 mises en production effectuées en 2024 présentant un conflit SoD </a:t>
                      </a:r>
                      <a:r>
                        <a:rPr lang="fr-FR" sz="900" b="0" i="0" u="none" strike="noStrike" cap="none" noProof="0">
                          <a:solidFill>
                            <a:schemeClr val="tx1"/>
                          </a:solidFill>
                          <a:effectLst/>
                          <a:latin typeface="+mn-lt"/>
                          <a:ea typeface="MS Mincho" panose="02020609040205080304" pitchFamily="49" charset="-128"/>
                          <a:cs typeface="+mn-cs"/>
                          <a:sym typeface="Arial"/>
                        </a:rPr>
                        <a:t>au niveau de SAP</a:t>
                      </a:r>
                      <a:r>
                        <a:rPr lang="fr-FR" sz="900" b="1" i="0" u="none" strike="noStrike" cap="none" noProof="0">
                          <a:solidFill>
                            <a:schemeClr val="tx1"/>
                          </a:solidFill>
                          <a:effectLst/>
                          <a:latin typeface="+mn-lt"/>
                          <a:ea typeface="MS Mincho" panose="02020609040205080304" pitchFamily="49" charset="-128"/>
                          <a:cs typeface="+mn-cs"/>
                          <a:sym typeface="Arial"/>
                        </a:rPr>
                        <a:t>.</a:t>
                      </a: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De plus, nous avons constaté que </a:t>
                      </a:r>
                      <a:r>
                        <a:rPr lang="fr-FR" sz="900" b="1" i="0" u="none" strike="noStrike" cap="none" noProof="0">
                          <a:solidFill>
                            <a:schemeClr val="tx1"/>
                          </a:solidFill>
                          <a:effectLst/>
                          <a:latin typeface="+mn-lt"/>
                          <a:ea typeface="MS Mincho" panose="02020609040205080304" pitchFamily="49" charset="-128"/>
                          <a:cs typeface="+mn-cs"/>
                          <a:sym typeface="Arial"/>
                        </a:rPr>
                        <a:t>le prestataire externe Inetum dispose d'un accès à l'environnement de développement et de production de SAP</a:t>
                      </a:r>
                      <a:r>
                        <a:rPr lang="fr-FR" sz="900" b="0" i="0" u="none" strike="noStrike" cap="none" noProof="0">
                          <a:solidFill>
                            <a:schemeClr val="tx1"/>
                          </a:solidFill>
                          <a:effectLst/>
                          <a:latin typeface="+mn-lt"/>
                          <a:ea typeface="MS Mincho" panose="02020609040205080304" pitchFamily="49" charset="-128"/>
                          <a:cs typeface="+mn-cs"/>
                          <a:sym typeface="Arial"/>
                        </a:rPr>
                        <a:t>, ce qui entraîne le non-respect du principe de base de la séparation des tâches incompatibles.</a:t>
                      </a: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comprenons que ces accès sont indispensables pour garantir la continuité des travaux liés au projet de migration. </a:t>
                      </a: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Les changements impliquant un conflit SoD s’inscrivent dans ce même cadre. </a:t>
                      </a:r>
                    </a:p>
                    <a:p>
                      <a:pPr algn="just">
                        <a:lnSpc>
                          <a:spcPct val="115000"/>
                        </a:lnSpc>
                        <a:spcAft>
                          <a:spcPts val="1000"/>
                        </a:spcAft>
                        <a:buNone/>
                      </a:pPr>
                      <a:r>
                        <a:rPr lang="fr-FR" sz="900" noProof="0">
                          <a:solidFill>
                            <a:srgbClr val="000000"/>
                          </a:solidFill>
                          <a:effectLst/>
                          <a:latin typeface="+mn-lt"/>
                          <a:ea typeface="MS Mincho" panose="02020609040205080304" pitchFamily="49" charset="-128"/>
                          <a:cs typeface="Times New Roman" panose="02020603050405020304" pitchFamily="18" charset="0"/>
                        </a:rPr>
                        <a:t> </a:t>
                      </a:r>
                      <a:endParaRPr lang="fr-FR" sz="900" noProof="0">
                        <a:effectLst/>
                        <a:latin typeface="+mn-lt"/>
                        <a:ea typeface="MS Mincho" panose="02020609040205080304" pitchFamily="49" charset="-128"/>
                        <a:cs typeface="Times New Roman" panose="02020603050405020304" pitchFamily="18" charset="0"/>
                      </a:endParaRPr>
                    </a:p>
                  </a:txBody>
                  <a:tcPr marL="68580" marR="68580"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tabLst>
                          <a:tab pos="457200" algn="l"/>
                        </a:tabLst>
                      </a:pPr>
                      <a:r>
                        <a:rPr lang="fr-FR" sz="900" b="0" i="0" u="none" strike="noStrike" cap="none">
                          <a:solidFill>
                            <a:srgbClr val="000000"/>
                          </a:solidFill>
                          <a:latin typeface="+mn-lt"/>
                          <a:ea typeface="Arial" panose="020B0604020202020204" pitchFamily="34" charset="0"/>
                          <a:cs typeface="Arial"/>
                          <a:sym typeface="Arial"/>
                        </a:rPr>
                        <a:t>Nous recommandons à UHD de procéder systématiquement à la documentation des travaux de tests (Plan de tests, les résultats des tests UAT, validation End User, ..) associés aux changements des applications in scope. ​</a:t>
                      </a:r>
                    </a:p>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r>
                        <a:rPr lang="fr-FR" sz="900" b="0" i="0" u="none" strike="noStrike" cap="none">
                          <a:solidFill>
                            <a:srgbClr val="000000"/>
                          </a:solidFill>
                          <a:latin typeface="+mn-lt"/>
                          <a:ea typeface="Arial" panose="020B0604020202020204" pitchFamily="34" charset="0"/>
                          <a:cs typeface="Arial"/>
                          <a:sym typeface="Arial"/>
                        </a:rPr>
                        <a:t>De plus, il est recommandé de centraliser les tickets de changements au niveau de l’outil de ticketing afin de tracer et suivre toutes les modifications réalisées au niveau des applications critiques.</a:t>
                      </a:r>
                      <a:r>
                        <a:rPr lang="fr-FR" sz="900" b="0" i="0" u="none" strike="noStrike" cap="none">
                          <a:solidFill>
                            <a:srgbClr val="000000"/>
                          </a:solidFill>
                          <a:latin typeface="+mn-lt"/>
                          <a:ea typeface="Arial" panose="020B0604020202020204" pitchFamily="34" charset="0"/>
                          <a:cs typeface="Arial"/>
                        </a:rPr>
                        <a:t> </a:t>
                      </a:r>
                      <a:endParaRPr lang="fr-FR" sz="900" b="0" i="0" u="none" strike="noStrike" cap="none">
                        <a:solidFill>
                          <a:srgbClr val="000000"/>
                        </a:solidFill>
                        <a:latin typeface="+mn-lt"/>
                        <a:ea typeface="Arial" panose="020B0604020202020204" pitchFamily="34" charset="0"/>
                        <a:cs typeface="Arial"/>
                        <a:sym typeface="Arial"/>
                      </a:endParaRP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911412">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just"/>
                      <a:r>
                        <a:rPr lang="fr-FR" sz="900" b="0" i="0" u="none" strike="noStrike" kern="1200" cap="none">
                          <a:solidFill>
                            <a:schemeClr val="dk1"/>
                          </a:solidFill>
                          <a:effectLst/>
                          <a:latin typeface="+mn-lt"/>
                          <a:ea typeface="+mn-ea"/>
                          <a:cs typeface="+mn-cs"/>
                          <a:sym typeface="Arial"/>
                        </a:rPr>
                        <a:t>Les constats relevés peuvent exposer les systèmes critiques de UHD à subir des changements inappropriés et non testés qui pourraient être réalisés par erreur ou pour des causes frauduleuses. </a:t>
                      </a:r>
                    </a:p>
                  </a:txBody>
                  <a:tcPr anchor="ctr">
                    <a:solidFill>
                      <a:schemeClr val="bg1">
                        <a:lumMod val="95000"/>
                      </a:schemeClr>
                    </a:solidFill>
                  </a:tcPr>
                </a:tc>
                <a:extLst>
                  <a:ext uri="{0D108BD9-81ED-4DB2-BD59-A6C34878D82A}">
                    <a16:rowId xmlns:a16="http://schemas.microsoft.com/office/drawing/2014/main" val="2407694531"/>
                  </a:ext>
                </a:extLst>
              </a:tr>
              <a:tr h="705173">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nchor="ctr">
                    <a:solidFill>
                      <a:schemeClr val="accent1"/>
                    </a:solidFill>
                  </a:tcPr>
                </a:tc>
                <a:tc vMerge="1">
                  <a:txBody>
                    <a:bodyPr/>
                    <a:lstStyle/>
                    <a:p>
                      <a:pPr algn="just">
                        <a:lnSpc>
                          <a:spcPct val="115000"/>
                        </a:lnSpc>
                        <a:spcAft>
                          <a:spcPts val="1000"/>
                        </a:spcAft>
                        <a:buNone/>
                      </a:pPr>
                      <a:endParaRPr lang="fr-FR" sz="900" b="0" i="0" u="none" strike="noStrike" cap="none">
                        <a:solidFill>
                          <a:schemeClr val="tx1"/>
                        </a:solidFill>
                        <a:effectLst/>
                        <a:latin typeface="+mn-lt"/>
                        <a:ea typeface="MS Mincho" panose="02020609040205080304" pitchFamily="49" charset="-128"/>
                        <a:cs typeface="+mn-cs"/>
                        <a:sym typeface="Arial"/>
                      </a:endParaRPr>
                    </a:p>
                  </a:txBody>
                  <a:tcPr marL="89535" marR="89535" marT="0" marB="0">
                    <a:solidFill>
                      <a:schemeClr val="bg1">
                        <a:lumMod val="95000"/>
                      </a:schemeClr>
                    </a:solidFill>
                  </a:tcPr>
                </a:tc>
                <a:tc vMerge="1">
                  <a:txBody>
                    <a:bodyPr/>
                    <a:lstStyle/>
                    <a:p>
                      <a:pPr algn="just">
                        <a:lnSpc>
                          <a:spcPct val="115000"/>
                        </a:lnSpc>
                        <a:spcAft>
                          <a:spcPts val="1000"/>
                        </a:spcAft>
                        <a:buNone/>
                      </a:pPr>
                      <a:endParaRPr lang="fr-FR" sz="900" noProof="0">
                        <a:effectLst/>
                        <a:latin typeface="+mn-lt"/>
                        <a:ea typeface="MS Mincho" panose="02020609040205080304" pitchFamily="49" charset="-128"/>
                        <a:cs typeface="Times New Roman" panose="02020603050405020304" pitchFamily="18" charset="0"/>
                      </a:endParaRPr>
                    </a:p>
                  </a:txBody>
                  <a:tcPr marL="68580" marR="68580" marT="0" marB="0">
                    <a:solidFill>
                      <a:schemeClr val="bg1">
                        <a:lumMod val="95000"/>
                      </a:schemeClr>
                    </a:solidFill>
                  </a:tcPr>
                </a:tc>
                <a:tc vMerge="1">
                  <a:txBody>
                    <a:bodyPr/>
                    <a:lstStyle/>
                    <a:p>
                      <a:pPr marL="171450" marR="0" lvl="0" indent="-171450" algn="just" rtl="0">
                        <a:lnSpc>
                          <a:spcPct val="100000"/>
                        </a:lnSpc>
                        <a:spcBef>
                          <a:spcPts val="200"/>
                        </a:spcBef>
                        <a:spcAft>
                          <a:spcPts val="0"/>
                        </a:spcAft>
                        <a:buClr>
                          <a:schemeClr val="dk2"/>
                        </a:buClr>
                        <a:buSzPts val="900"/>
                        <a:buFont typeface="Arial" panose="020B0604020202020204" pitchFamily="34" charset="0"/>
                        <a:buChar char="•"/>
                      </a:pPr>
                      <a:endParaRPr lang="fr-FR" sz="900" b="0" i="0" u="none" strike="noStrike" cap="none">
                        <a:solidFill>
                          <a:srgbClr val="000000"/>
                        </a:solidFill>
                        <a:latin typeface="+mn-lt"/>
                        <a:ea typeface="Arial" panose="020B0604020202020204" pitchFamily="34" charset="0"/>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3">
                              <a:lumMod val="50000"/>
                            </a:schemeClr>
                          </a:solidFill>
                          <a:effectLst/>
                          <a:latin typeface="+mn-lt"/>
                          <a:ea typeface="+mn-ea"/>
                          <a:cs typeface="+mn-cs"/>
                          <a:sym typeface="Arial"/>
                        </a:rPr>
                        <a:t>Priorité de traitement: 1</a:t>
                      </a:r>
                    </a:p>
                  </a:txBody>
                  <a:tcPr anchor="ctr">
                    <a:solidFill>
                      <a:schemeClr val="bg1">
                        <a:lumMod val="95000"/>
                      </a:schemeClr>
                    </a:solidFill>
                  </a:tcPr>
                </a:tc>
                <a:extLst>
                  <a:ext uri="{0D108BD9-81ED-4DB2-BD59-A6C34878D82A}">
                    <a16:rowId xmlns:a16="http://schemas.microsoft.com/office/drawing/2014/main" val="1751765674"/>
                  </a:ext>
                </a:extLst>
              </a:tr>
            </a:tbl>
          </a:graphicData>
        </a:graphic>
      </p:graphicFrame>
      <p:sp>
        <p:nvSpPr>
          <p:cNvPr id="53" name="Footer Placeholder 1">
            <a:extLst>
              <a:ext uri="{FF2B5EF4-FFF2-40B4-BE49-F238E27FC236}">
                <a16:creationId xmlns:a16="http://schemas.microsoft.com/office/drawing/2014/main" id="{EBECEE87-3245-F7D8-7D71-74123C52E054}"/>
              </a:ext>
            </a:extLst>
          </p:cNvPr>
          <p:cNvSpPr>
            <a:spLocks noGrp="1"/>
          </p:cNvSpPr>
          <p:nvPr>
            <p:ph type="ftr" sz="quarter" idx="3"/>
          </p:nvPr>
        </p:nvSpPr>
        <p:spPr>
          <a:xfrm>
            <a:off x="800100" y="4873081"/>
            <a:ext cx="6611112" cy="121187"/>
          </a:xfrm>
        </p:spPr>
        <p:txBody>
          <a:bodyPr/>
          <a:lstStyle/>
          <a:p>
            <a:r>
              <a:rPr lang="fr-FR" noProof="0"/>
              <a:t>PwC | UHD FY24</a:t>
            </a:r>
          </a:p>
        </p:txBody>
      </p:sp>
      <p:grpSp>
        <p:nvGrpSpPr>
          <p:cNvPr id="61" name="Groupe 60">
            <a:extLst>
              <a:ext uri="{FF2B5EF4-FFF2-40B4-BE49-F238E27FC236}">
                <a16:creationId xmlns:a16="http://schemas.microsoft.com/office/drawing/2014/main" id="{66671AAF-E152-5EC6-2765-A75152E51AF3}"/>
              </a:ext>
            </a:extLst>
          </p:cNvPr>
          <p:cNvGrpSpPr/>
          <p:nvPr/>
        </p:nvGrpSpPr>
        <p:grpSpPr>
          <a:xfrm>
            <a:off x="7172325" y="1199631"/>
            <a:ext cx="1847849" cy="619644"/>
            <a:chOff x="1105481" y="3743236"/>
            <a:chExt cx="1537189" cy="449502"/>
          </a:xfrm>
        </p:grpSpPr>
        <p:grpSp>
          <p:nvGrpSpPr>
            <p:cNvPr id="62" name="Google Shape;933;p114">
              <a:extLst>
                <a:ext uri="{FF2B5EF4-FFF2-40B4-BE49-F238E27FC236}">
                  <a16:creationId xmlns:a16="http://schemas.microsoft.com/office/drawing/2014/main" id="{3F0EB66F-C854-A4A2-C944-ECD6A118A92B}"/>
                </a:ext>
              </a:extLst>
            </p:cNvPr>
            <p:cNvGrpSpPr/>
            <p:nvPr/>
          </p:nvGrpSpPr>
          <p:grpSpPr>
            <a:xfrm>
              <a:off x="1105481" y="3797094"/>
              <a:ext cx="1535914" cy="216242"/>
              <a:chOff x="7492226" y="4261382"/>
              <a:chExt cx="2484000" cy="341878"/>
            </a:xfrm>
          </p:grpSpPr>
          <p:sp>
            <p:nvSpPr>
              <p:cNvPr id="70" name="Google Shape;934;p114">
                <a:extLst>
                  <a:ext uri="{FF2B5EF4-FFF2-40B4-BE49-F238E27FC236}">
                    <a16:creationId xmlns:a16="http://schemas.microsoft.com/office/drawing/2014/main" id="{2BAA5D1E-ECDF-67B3-9EE9-3A402C3C9BA4}"/>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71" name="Google Shape;935;p114">
                <a:extLst>
                  <a:ext uri="{FF2B5EF4-FFF2-40B4-BE49-F238E27FC236}">
                    <a16:creationId xmlns:a16="http://schemas.microsoft.com/office/drawing/2014/main" id="{614DE83A-F1ED-95A8-147B-58AF8BAC96C0}"/>
                  </a:ext>
                </a:extLst>
              </p:cNvPr>
              <p:cNvGrpSpPr/>
              <p:nvPr/>
            </p:nvGrpSpPr>
            <p:grpSpPr>
              <a:xfrm>
                <a:off x="8314794" y="4480199"/>
                <a:ext cx="828918" cy="123061"/>
                <a:chOff x="1493828" y="2467991"/>
                <a:chExt cx="828918" cy="144016"/>
              </a:xfrm>
            </p:grpSpPr>
            <p:cxnSp>
              <p:nvCxnSpPr>
                <p:cNvPr id="72" name="Google Shape;936;p114">
                  <a:extLst>
                    <a:ext uri="{FF2B5EF4-FFF2-40B4-BE49-F238E27FC236}">
                      <a16:creationId xmlns:a16="http://schemas.microsoft.com/office/drawing/2014/main" id="{8FFA4A2C-52D6-93DB-ACE9-25E7F6E7AF03}"/>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73" name="Google Shape;937;p114">
                  <a:extLst>
                    <a:ext uri="{FF2B5EF4-FFF2-40B4-BE49-F238E27FC236}">
                      <a16:creationId xmlns:a16="http://schemas.microsoft.com/office/drawing/2014/main" id="{F5358B53-1C6A-1D6A-E576-B98AED9F02D9}"/>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63" name="Google Shape;938;p114">
              <a:extLst>
                <a:ext uri="{FF2B5EF4-FFF2-40B4-BE49-F238E27FC236}">
                  <a16:creationId xmlns:a16="http://schemas.microsoft.com/office/drawing/2014/main" id="{C876D8E4-CFFC-79EB-65D5-970E79B2C42E}"/>
                </a:ext>
              </a:extLst>
            </p:cNvPr>
            <p:cNvGrpSpPr/>
            <p:nvPr/>
          </p:nvGrpSpPr>
          <p:grpSpPr>
            <a:xfrm>
              <a:off x="2111649" y="3743236"/>
              <a:ext cx="531021" cy="230906"/>
              <a:chOff x="9141172" y="4177369"/>
              <a:chExt cx="828000" cy="360040"/>
            </a:xfrm>
          </p:grpSpPr>
          <p:sp>
            <p:nvSpPr>
              <p:cNvPr id="67" name="Google Shape;939;p114">
                <a:extLst>
                  <a:ext uri="{FF2B5EF4-FFF2-40B4-BE49-F238E27FC236}">
                    <a16:creationId xmlns:a16="http://schemas.microsoft.com/office/drawing/2014/main" id="{2023E068-C614-E3C2-EE3B-37C7A660B18D}"/>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68" name="Google Shape;940;p114">
                <a:extLst>
                  <a:ext uri="{FF2B5EF4-FFF2-40B4-BE49-F238E27FC236}">
                    <a16:creationId xmlns:a16="http://schemas.microsoft.com/office/drawing/2014/main" id="{DD11211A-95D3-A984-F189-FA19F981CD3C}"/>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69" name="Google Shape;941;p114">
                <a:extLst>
                  <a:ext uri="{FF2B5EF4-FFF2-40B4-BE49-F238E27FC236}">
                    <a16:creationId xmlns:a16="http://schemas.microsoft.com/office/drawing/2014/main" id="{CC870048-2963-A14E-0986-834BF598CC3D}"/>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64" name="Google Shape;942;p114">
              <a:extLst>
                <a:ext uri="{FF2B5EF4-FFF2-40B4-BE49-F238E27FC236}">
                  <a16:creationId xmlns:a16="http://schemas.microsoft.com/office/drawing/2014/main" id="{DFBD7478-8CFC-5961-FBEB-C7ACB5A76B7D}"/>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65" name="Google Shape;943;p114">
              <a:extLst>
                <a:ext uri="{FF2B5EF4-FFF2-40B4-BE49-F238E27FC236}">
                  <a16:creationId xmlns:a16="http://schemas.microsoft.com/office/drawing/2014/main" id="{3F7214ED-FF6A-7855-B793-F25E752516EC}"/>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66" name="Google Shape;944;p114">
              <a:extLst>
                <a:ext uri="{FF2B5EF4-FFF2-40B4-BE49-F238E27FC236}">
                  <a16:creationId xmlns:a16="http://schemas.microsoft.com/office/drawing/2014/main" id="{3F68EB33-E06B-F8B9-3DE0-A859CFC7694E}"/>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
        <p:nvSpPr>
          <p:cNvPr id="102" name="Google Shape;861;p107">
            <a:extLst>
              <a:ext uri="{FF2B5EF4-FFF2-40B4-BE49-F238E27FC236}">
                <a16:creationId xmlns:a16="http://schemas.microsoft.com/office/drawing/2014/main" id="{8FC4A2EC-8024-A9E3-C3EF-782A68CA31A3}"/>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spTree>
    <p:extLst>
      <p:ext uri="{BB962C8B-B14F-4D97-AF65-F5344CB8AC3E}">
        <p14:creationId xmlns:p14="http://schemas.microsoft.com/office/powerpoint/2010/main" val="1502970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08E1-3162-CCB5-DE03-50371DB6D36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5F042B7-0148-891B-D5ED-E2EE0BEA733C}"/>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26</a:t>
            </a:fld>
            <a:endParaRPr lang="fr-FR" noProof="0"/>
          </a:p>
        </p:txBody>
      </p:sp>
      <p:sp>
        <p:nvSpPr>
          <p:cNvPr id="14" name="Google Shape;861;p107">
            <a:extLst>
              <a:ext uri="{FF2B5EF4-FFF2-40B4-BE49-F238E27FC236}">
                <a16:creationId xmlns:a16="http://schemas.microsoft.com/office/drawing/2014/main" id="{844270CD-DBE2-1FC3-E59D-0A912F0C7EA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graphicFrame>
        <p:nvGraphicFramePr>
          <p:cNvPr id="33" name="Tableau 32">
            <a:extLst>
              <a:ext uri="{FF2B5EF4-FFF2-40B4-BE49-F238E27FC236}">
                <a16:creationId xmlns:a16="http://schemas.microsoft.com/office/drawing/2014/main" id="{0512937D-CF16-E3C3-5ACF-81BF49BFCD52}"/>
              </a:ext>
            </a:extLst>
          </p:cNvPr>
          <p:cNvGraphicFramePr>
            <a:graphicFrameLocks noGrp="1"/>
          </p:cNvGraphicFramePr>
          <p:nvPr>
            <p:custDataLst>
              <p:tags r:id="rId1"/>
            </p:custDataLst>
            <p:extLst>
              <p:ext uri="{D42A27DB-BD31-4B8C-83A1-F6EECF244321}">
                <p14:modId xmlns:p14="http://schemas.microsoft.com/office/powerpoint/2010/main" val="1044878068"/>
              </p:ext>
            </p:extLst>
          </p:nvPr>
        </p:nvGraphicFramePr>
        <p:xfrm>
          <a:off x="0" y="519318"/>
          <a:ext cx="9144000" cy="4084320"/>
        </p:xfrm>
        <a:graphic>
          <a:graphicData uri="http://schemas.openxmlformats.org/drawingml/2006/table">
            <a:tbl>
              <a:tblPr firstRow="1" firstCol="1" bandRow="1">
                <a:tableStyleId>{5C22544A-7EE6-4342-B048-85BDC9FD1C3A}</a:tableStyleId>
              </a:tblPr>
              <a:tblGrid>
                <a:gridCol w="439994">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50">
                  <a:extLst>
                    <a:ext uri="{9D8B030D-6E8A-4147-A177-3AD203B41FA5}">
                      <a16:colId xmlns:a16="http://schemas.microsoft.com/office/drawing/2014/main" val="4057883698"/>
                    </a:ext>
                  </a:extLst>
                </a:gridCol>
                <a:gridCol w="2254477">
                  <a:extLst>
                    <a:ext uri="{9D8B030D-6E8A-4147-A177-3AD203B41FA5}">
                      <a16:colId xmlns:a16="http://schemas.microsoft.com/office/drawing/2014/main" val="2265104901"/>
                    </a:ext>
                  </a:extLst>
                </a:gridCol>
                <a:gridCol w="1849424">
                  <a:extLst>
                    <a:ext uri="{9D8B030D-6E8A-4147-A177-3AD203B41FA5}">
                      <a16:colId xmlns:a16="http://schemas.microsoft.com/office/drawing/2014/main" val="1413096817"/>
                    </a:ext>
                  </a:extLst>
                </a:gridCol>
              </a:tblGrid>
              <a:tr h="340985">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13116">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Opérations Informatiques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41643">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effectLst/>
                          <a:latin typeface="+mn-lt"/>
                          <a:ea typeface="Times New Roman" panose="02020603050405020304" pitchFamily="18" charset="0"/>
                          <a:cs typeface="Arial" panose="020B0604020202020204" pitchFamily="34" charset="0"/>
                        </a:rPr>
                        <a:t>CO -01</a:t>
                      </a: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900" b="0" i="0" u="none" strike="noStrike" cap="none">
                          <a:solidFill>
                            <a:schemeClr val="tx1"/>
                          </a:solidFill>
                          <a:effectLst/>
                          <a:latin typeface="+mn-lt"/>
                          <a:ea typeface="MS Mincho" panose="02020609040205080304" pitchFamily="49" charset="-128"/>
                          <a:cs typeface="+mn-cs"/>
                          <a:sym typeface="Arial"/>
                        </a:rPr>
                        <a:t>Les données </a:t>
                      </a:r>
                      <a:r>
                        <a:rPr lang="en-US" sz="900" b="0" i="0" u="none" strike="noStrike" cap="none" err="1">
                          <a:solidFill>
                            <a:schemeClr val="tx1"/>
                          </a:solidFill>
                          <a:effectLst/>
                          <a:latin typeface="+mn-lt"/>
                          <a:ea typeface="MS Mincho" panose="02020609040205080304" pitchFamily="49" charset="-128"/>
                          <a:cs typeface="+mn-cs"/>
                          <a:sym typeface="Arial"/>
                        </a:rPr>
                        <a:t>sont</a:t>
                      </a:r>
                      <a:r>
                        <a:rPr lang="en-US" sz="900" b="0" i="0" u="none" strike="noStrike" cap="none">
                          <a:solidFill>
                            <a:schemeClr val="tx1"/>
                          </a:solidFill>
                          <a:effectLst/>
                          <a:latin typeface="+mn-lt"/>
                          <a:ea typeface="MS Mincho" panose="02020609040205080304" pitchFamily="49" charset="-128"/>
                          <a:cs typeface="+mn-cs"/>
                          <a:sym typeface="Arial"/>
                        </a:rPr>
                        <a:t> </a:t>
                      </a:r>
                      <a:r>
                        <a:rPr lang="en-US" sz="900" b="0" i="0" u="none" strike="noStrike" cap="none" err="1">
                          <a:solidFill>
                            <a:schemeClr val="tx1"/>
                          </a:solidFill>
                          <a:effectLst/>
                          <a:latin typeface="+mn-lt"/>
                          <a:ea typeface="MS Mincho" panose="02020609040205080304" pitchFamily="49" charset="-128"/>
                          <a:cs typeface="+mn-cs"/>
                          <a:sym typeface="Arial"/>
                        </a:rPr>
                        <a:t>correctement</a:t>
                      </a:r>
                      <a:r>
                        <a:rPr lang="en-US" sz="900" b="0" i="0" u="none" strike="noStrike" cap="none">
                          <a:solidFill>
                            <a:schemeClr val="tx1"/>
                          </a:solidFill>
                          <a:effectLst/>
                          <a:latin typeface="+mn-lt"/>
                          <a:ea typeface="MS Mincho" panose="02020609040205080304" pitchFamily="49" charset="-128"/>
                          <a:cs typeface="+mn-cs"/>
                          <a:sym typeface="Arial"/>
                        </a:rPr>
                        <a:t> </a:t>
                      </a:r>
                      <a:r>
                        <a:rPr lang="en-US" sz="900" b="0" i="0" u="none" strike="noStrike" cap="none" err="1">
                          <a:solidFill>
                            <a:schemeClr val="tx1"/>
                          </a:solidFill>
                          <a:effectLst/>
                          <a:latin typeface="+mn-lt"/>
                          <a:ea typeface="MS Mincho" panose="02020609040205080304" pitchFamily="49" charset="-128"/>
                          <a:cs typeface="+mn-cs"/>
                          <a:sym typeface="Arial"/>
                        </a:rPr>
                        <a:t>sauvegardées</a:t>
                      </a:r>
                      <a:r>
                        <a:rPr lang="en-US" sz="900" b="0" i="0" u="none" strike="noStrike" cap="none">
                          <a:solidFill>
                            <a:schemeClr val="tx1"/>
                          </a:solidFill>
                          <a:effectLst/>
                          <a:latin typeface="+mn-lt"/>
                          <a:ea typeface="MS Mincho" panose="02020609040205080304" pitchFamily="49" charset="-128"/>
                          <a:cs typeface="+mn-cs"/>
                          <a:sym typeface="Arial"/>
                        </a:rPr>
                        <a:t> et </a:t>
                      </a:r>
                      <a:r>
                        <a:rPr lang="en-US" sz="900" b="0" i="0" u="none" strike="noStrike" cap="none" err="1">
                          <a:solidFill>
                            <a:schemeClr val="tx1"/>
                          </a:solidFill>
                          <a:effectLst/>
                          <a:latin typeface="+mn-lt"/>
                          <a:ea typeface="MS Mincho" panose="02020609040205080304" pitchFamily="49" charset="-128"/>
                          <a:cs typeface="+mn-cs"/>
                          <a:sym typeface="Arial"/>
                        </a:rPr>
                        <a:t>récupérables</a:t>
                      </a:r>
                      <a:endParaRPr lang="fr-FR" sz="900" b="0" i="0" u="none" strike="noStrike" cap="none" noProof="0">
                        <a:solidFill>
                          <a:schemeClr val="tx1"/>
                        </a:solidFill>
                        <a:effectLst/>
                        <a:latin typeface="+mn-lt"/>
                        <a:ea typeface="MS Mincho" panose="02020609040205080304" pitchFamily="49" charset="-128"/>
                        <a:cs typeface="+mn-cs"/>
                        <a:sym typeface="Arial"/>
                      </a:endParaRPr>
                    </a:p>
                  </a:txBody>
                  <a:tcPr>
                    <a:solidFill>
                      <a:schemeClr val="bg1">
                        <a:lumMod val="95000"/>
                      </a:schemeClr>
                    </a:solidFill>
                  </a:tcPr>
                </a:tc>
                <a:tc rowSpan="3">
                  <a:txBody>
                    <a:bodyPr/>
                    <a:lstStyle/>
                    <a:p>
                      <a:pPr algn="just">
                        <a:lnSpc>
                          <a:spcPct val="15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avons reçu la totalité des preuves du succès de sauvegarde pour les dates échantillonnées pour les applications VLL, Navision et SAP.</a:t>
                      </a:r>
                    </a:p>
                    <a:p>
                      <a:pPr algn="just">
                        <a:lnSpc>
                          <a:spcPct val="150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Nous nous sommes assurés de la bonne exécution des sauvegardes quotidiennes des serveurs des applications SAP, VLL et Navision.</a:t>
                      </a:r>
                    </a:p>
                    <a:p>
                      <a:pPr marL="0" marR="0" lvl="0" indent="0" algn="just" defTabSz="914400" rtl="0" eaLnBrk="1" fontAlgn="auto" latinLnBrk="0" hangingPunct="1">
                        <a:lnSpc>
                          <a:spcPct val="150000"/>
                        </a:lnSpc>
                        <a:spcBef>
                          <a:spcPts val="0"/>
                        </a:spcBef>
                        <a:spcAft>
                          <a:spcPts val="1000"/>
                        </a:spcAft>
                        <a:buClr>
                          <a:srgbClr val="000000"/>
                        </a:buClr>
                        <a:buSzTx/>
                        <a:buFont typeface="Arial"/>
                        <a:buNone/>
                        <a:tabLst/>
                        <a:defRPr/>
                      </a:pPr>
                      <a:r>
                        <a:rPr lang="fr-FR" sz="900" b="0" i="0" u="none" strike="noStrike" cap="none" noProof="0">
                          <a:solidFill>
                            <a:schemeClr val="tx1"/>
                          </a:solidFill>
                          <a:effectLst/>
                          <a:latin typeface="+mn-lt"/>
                          <a:ea typeface="MS Mincho" panose="02020609040205080304" pitchFamily="49" charset="-128"/>
                          <a:cs typeface="+mn-cs"/>
                          <a:sym typeface="Arial"/>
                        </a:rPr>
                        <a:t>Toutefois, nous avons constaté qu</a:t>
                      </a:r>
                      <a:r>
                        <a:rPr lang="fr-FR" sz="900" b="1" i="0" u="none" strike="noStrike" cap="none" noProof="0">
                          <a:solidFill>
                            <a:schemeClr val="tx1"/>
                          </a:solidFill>
                          <a:effectLst/>
                          <a:latin typeface="+mn-lt"/>
                          <a:ea typeface="MS Mincho" panose="02020609040205080304" pitchFamily="49" charset="-128"/>
                          <a:cs typeface="+mn-cs"/>
                          <a:sym typeface="Arial"/>
                        </a:rPr>
                        <a:t>'aucun test de restauration des sauvegardes</a:t>
                      </a:r>
                      <a:r>
                        <a:rPr lang="fr-FR" sz="900" b="0" i="0" u="none" strike="noStrike" cap="none" noProof="0">
                          <a:solidFill>
                            <a:schemeClr val="tx1"/>
                          </a:solidFill>
                          <a:effectLst/>
                          <a:latin typeface="+mn-lt"/>
                          <a:ea typeface="MS Mincho" panose="02020609040205080304" pitchFamily="49" charset="-128"/>
                          <a:cs typeface="+mn-cs"/>
                          <a:sym typeface="Arial"/>
                        </a:rPr>
                        <a:t> n'a été réalisé pour SAP au cours de l'exercice FY24.</a:t>
                      </a:r>
                    </a:p>
                    <a:p>
                      <a:pPr algn="just">
                        <a:lnSpc>
                          <a:spcPct val="150000"/>
                        </a:lnSpc>
                        <a:spcAft>
                          <a:spcPts val="1000"/>
                        </a:spcAft>
                        <a:buNone/>
                      </a:pPr>
                      <a:endParaRPr lang="fr-FR" sz="900" b="0" i="0" u="none" strike="noStrike" cap="none" noProof="0">
                        <a:solidFill>
                          <a:schemeClr val="tx1"/>
                        </a:solidFill>
                        <a:effectLst/>
                        <a:latin typeface="+mn-lt"/>
                        <a:ea typeface="MS Mincho" panose="02020609040205080304" pitchFamily="49" charset="-128"/>
                        <a:cs typeface="+mn-cs"/>
                        <a:sym typeface="Arial"/>
                      </a:endParaRP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 </a:t>
                      </a:r>
                    </a:p>
                    <a:p>
                      <a:pPr algn="just">
                        <a:lnSpc>
                          <a:spcPct val="115000"/>
                        </a:lnSpc>
                        <a:spcAft>
                          <a:spcPts val="1000"/>
                        </a:spcAft>
                        <a:buNone/>
                      </a:pPr>
                      <a:r>
                        <a:rPr lang="fr-FR" sz="900" b="0" i="0" u="none" strike="noStrike" cap="none" noProof="0">
                          <a:solidFill>
                            <a:schemeClr val="tx1"/>
                          </a:solidFill>
                          <a:effectLst/>
                          <a:latin typeface="+mn-lt"/>
                          <a:ea typeface="MS Mincho" panose="02020609040205080304" pitchFamily="49" charset="-128"/>
                          <a:cs typeface="+mn-cs"/>
                          <a:sym typeface="Arial"/>
                        </a:rPr>
                        <a:t> </a:t>
                      </a:r>
                    </a:p>
                  </a:txBody>
                  <a:tcPr marL="68580" marR="68580"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marL="0" marR="0" lvl="0" indent="0" algn="l" rtl="0">
                        <a:lnSpc>
                          <a:spcPct val="100000"/>
                        </a:lnSpc>
                        <a:spcBef>
                          <a:spcPts val="0"/>
                        </a:spcBef>
                        <a:spcAft>
                          <a:spcPts val="0"/>
                        </a:spcAft>
                        <a:buClr>
                          <a:srgbClr val="000000"/>
                        </a:buClr>
                        <a:buSzPts val="900"/>
                        <a:buFont typeface="Noto Sans Symbols"/>
                        <a:buNone/>
                      </a:pPr>
                      <a:endParaRPr lang="fr-FR" sz="900" b="0" i="0" u="none" strike="noStrike" cap="none" noProof="0">
                        <a:solidFill>
                          <a:srgbClr val="000000"/>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UHD gagnerait à enrichir davantage sa politique de sauvegarde et restauration. En effet elle devra mentionner au moins les sections suivantes :</a:t>
                      </a:r>
                    </a:p>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cap="none" noProof="0">
                          <a:solidFill>
                            <a:srgbClr val="000000"/>
                          </a:solidFill>
                          <a:latin typeface="+mn-lt"/>
                          <a:ea typeface="Arial"/>
                          <a:cs typeface="Arial"/>
                          <a:sym typeface="Arial"/>
                        </a:rPr>
                        <a:t>L’entité responsable de l’exécution du processus </a:t>
                      </a:r>
                    </a:p>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cap="none" noProof="0">
                          <a:solidFill>
                            <a:srgbClr val="000000"/>
                          </a:solidFill>
                          <a:latin typeface="+mn-lt"/>
                          <a:ea typeface="Arial"/>
                          <a:cs typeface="Arial"/>
                          <a:sym typeface="Arial"/>
                        </a:rPr>
                        <a:t>Les étapes à respecter lors du déroulement de chaque processus </a:t>
                      </a:r>
                    </a:p>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cap="none" noProof="0">
                          <a:solidFill>
                            <a:srgbClr val="000000"/>
                          </a:solidFill>
                          <a:latin typeface="+mn-lt"/>
                          <a:ea typeface="Arial"/>
                          <a:cs typeface="Arial"/>
                          <a:sym typeface="Arial"/>
                        </a:rPr>
                        <a:t>L’entité responsable du contrôle du bon déroulement du processus </a:t>
                      </a:r>
                    </a:p>
                    <a:p>
                      <a:pPr marL="127000" marR="0" lvl="0" indent="-120650" algn="l" rtl="0">
                        <a:lnSpc>
                          <a:spcPct val="100000"/>
                        </a:lnSpc>
                        <a:spcBef>
                          <a:spcPts val="500"/>
                        </a:spcBef>
                        <a:spcAft>
                          <a:spcPts val="0"/>
                        </a:spcAft>
                        <a:buClr>
                          <a:srgbClr val="000000"/>
                        </a:buClr>
                        <a:buSzPts val="900"/>
                        <a:buFont typeface="Arial"/>
                        <a:buChar char="•"/>
                      </a:pPr>
                      <a:r>
                        <a:rPr lang="fr-FR" sz="900" b="0" i="0" u="none" strike="noStrike" cap="none" noProof="0">
                          <a:solidFill>
                            <a:srgbClr val="000000"/>
                          </a:solidFill>
                          <a:latin typeface="+mn-lt"/>
                          <a:ea typeface="Arial"/>
                          <a:cs typeface="Arial"/>
                          <a:sym typeface="Arial"/>
                        </a:rPr>
                        <a:t>Le suivi régulier de chaque processus</a:t>
                      </a:r>
                    </a:p>
                    <a:p>
                      <a:pPr marL="127000" marR="0" lvl="0" indent="-120650" algn="l" defTabSz="914400" rtl="0" eaLnBrk="1" fontAlgn="auto" latinLnBrk="0" hangingPunct="1">
                        <a:lnSpc>
                          <a:spcPct val="100000"/>
                        </a:lnSpc>
                        <a:spcBef>
                          <a:spcPts val="500"/>
                        </a:spcBef>
                        <a:spcAft>
                          <a:spcPts val="0"/>
                        </a:spcAft>
                        <a:buClr>
                          <a:srgbClr val="000000"/>
                        </a:buClr>
                        <a:buSzPts val="900"/>
                        <a:buFont typeface="Arial"/>
                        <a:buChar char="•"/>
                        <a:tabLst/>
                        <a:defRPr/>
                      </a:pPr>
                      <a:r>
                        <a:rPr lang="fr-FR" sz="900">
                          <a:solidFill>
                            <a:srgbClr val="000000"/>
                          </a:solidFill>
                          <a:latin typeface="+mn-lt"/>
                        </a:rPr>
                        <a:t>Mettre en place une politique de tests de restauration périodiques définissant clairement les bases et les applications testées, les intervenants, les problèmes survenus et les solutions à prévoir dans le but de mieux sécuriser ses opérations de sauvegarde.</a:t>
                      </a:r>
                    </a:p>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156865">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defTabSz="914400" rtl="0" eaLnBrk="1" fontAlgn="auto" latinLnBrk="0" hangingPunct="1">
                        <a:lnSpc>
                          <a:spcPct val="100000"/>
                        </a:lnSpc>
                        <a:spcBef>
                          <a:spcPts val="500"/>
                        </a:spcBef>
                        <a:spcAft>
                          <a:spcPts val="0"/>
                        </a:spcAft>
                        <a:buClr>
                          <a:srgbClr val="000000"/>
                        </a:buClr>
                        <a:buSzPts val="900"/>
                        <a:buFont typeface="Arial" panose="020B0604020202020204" pitchFamily="34" charset="0"/>
                        <a:buChar char="•"/>
                        <a:tabLst/>
                        <a:defRPr/>
                      </a:pPr>
                      <a:r>
                        <a:rPr lang="fr-FR" sz="900"/>
                        <a:t>Risque de perte d’accès aux données sauvegardées : absence de procédures de restauration peut empêcher la récupération des données en cas d’incident.</a:t>
                      </a:r>
                    </a:p>
                    <a:p>
                      <a:pPr marL="177800" marR="0" lvl="0" indent="-171450" algn="l" defTabSz="914400" rtl="0" eaLnBrk="1" fontAlgn="auto" latinLnBrk="0" hangingPunct="1">
                        <a:lnSpc>
                          <a:spcPct val="100000"/>
                        </a:lnSpc>
                        <a:spcBef>
                          <a:spcPts val="500"/>
                        </a:spcBef>
                        <a:spcAft>
                          <a:spcPts val="0"/>
                        </a:spcAft>
                        <a:buClr>
                          <a:srgbClr val="000000"/>
                        </a:buClr>
                        <a:buSzPts val="900"/>
                        <a:buFont typeface="Arial" panose="020B0604020202020204" pitchFamily="34" charset="0"/>
                        <a:buChar char="•"/>
                        <a:tabLst/>
                        <a:defRPr/>
                      </a:pPr>
                      <a:r>
                        <a:rPr lang="fr-FR" sz="900"/>
                        <a:t>Risque lié à la continuité d’activité : en cas de sinistre, l’indisponibilité des données sauvegardées pourrait compromettre la reprise des opérations.</a:t>
                      </a:r>
                      <a:endParaRPr lang="fr-FR" sz="900" b="1" u="sng"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1998016961"/>
                  </a:ext>
                </a:extLst>
              </a:tr>
              <a:tr h="556015">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b="0" i="0" u="none" strike="noStrike" cap="none" noProof="0">
                        <a:solidFill>
                          <a:schemeClr val="tx1"/>
                        </a:solidFill>
                        <a:effectLst/>
                        <a:latin typeface="+mn-lt"/>
                        <a:ea typeface="MS Mincho" panose="02020609040205080304" pitchFamily="49" charset="-128"/>
                        <a:cs typeface="+mn-cs"/>
                        <a:sym typeface="Arial"/>
                      </a:endParaRPr>
                    </a:p>
                  </a:txBody>
                  <a:tcPr>
                    <a:solidFill>
                      <a:schemeClr val="bg1">
                        <a:lumMod val="95000"/>
                      </a:schemeClr>
                    </a:solidFill>
                  </a:tcPr>
                </a:tc>
                <a:tc vMerge="1">
                  <a:txBody>
                    <a:bodyPr/>
                    <a:lstStyle/>
                    <a:p>
                      <a:pPr algn="just">
                        <a:lnSpc>
                          <a:spcPct val="115000"/>
                        </a:lnSpc>
                        <a:spcAft>
                          <a:spcPts val="1000"/>
                        </a:spcAft>
                        <a:buNone/>
                      </a:pPr>
                      <a:endParaRPr lang="fr-FR" sz="900" b="0" i="0" u="none" strike="noStrike" cap="none" noProof="0">
                        <a:solidFill>
                          <a:schemeClr val="tx1"/>
                        </a:solidFill>
                        <a:effectLst/>
                        <a:latin typeface="+mn-lt"/>
                        <a:ea typeface="MS Mincho" panose="02020609040205080304" pitchFamily="49" charset="-128"/>
                        <a:cs typeface="+mn-cs"/>
                        <a:sym typeface="Arial"/>
                      </a:endParaRPr>
                    </a:p>
                  </a:txBody>
                  <a:tcPr marL="68580" marR="68580" marT="0" marB="0">
                    <a:solidFill>
                      <a:schemeClr val="bg1">
                        <a:lumMod val="95000"/>
                      </a:schemeClr>
                    </a:solidFill>
                  </a:tcPr>
                </a:tc>
                <a:tc vMerge="1">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1">
                              <a:lumMod val="75000"/>
                            </a:schemeClr>
                          </a:solidFill>
                          <a:effectLst/>
                          <a:latin typeface="+mn-lt"/>
                          <a:ea typeface="+mn-ea"/>
                          <a:cs typeface="+mn-cs"/>
                          <a:sym typeface="Arial"/>
                        </a:rPr>
                        <a:t>Priorité de traitement: 3</a:t>
                      </a:r>
                    </a:p>
                  </a:txBody>
                  <a:tcPr anchor="ctr">
                    <a:solidFill>
                      <a:schemeClr val="bg1">
                        <a:lumMod val="95000"/>
                      </a:schemeClr>
                    </a:solidFill>
                  </a:tcPr>
                </a:tc>
                <a:extLst>
                  <a:ext uri="{0D108BD9-81ED-4DB2-BD59-A6C34878D82A}">
                    <a16:rowId xmlns:a16="http://schemas.microsoft.com/office/drawing/2014/main" val="2236600266"/>
                  </a:ext>
                </a:extLst>
              </a:tr>
            </a:tbl>
          </a:graphicData>
        </a:graphic>
      </p:graphicFrame>
      <p:sp>
        <p:nvSpPr>
          <p:cNvPr id="53" name="Footer Placeholder 1">
            <a:extLst>
              <a:ext uri="{FF2B5EF4-FFF2-40B4-BE49-F238E27FC236}">
                <a16:creationId xmlns:a16="http://schemas.microsoft.com/office/drawing/2014/main" id="{568DA395-AE6B-3234-2DB4-4CB386EC748F}"/>
              </a:ext>
            </a:extLst>
          </p:cNvPr>
          <p:cNvSpPr>
            <a:spLocks noGrp="1"/>
          </p:cNvSpPr>
          <p:nvPr>
            <p:ph type="ftr" sz="quarter" idx="3"/>
          </p:nvPr>
        </p:nvSpPr>
        <p:spPr>
          <a:xfrm>
            <a:off x="800100" y="4873081"/>
            <a:ext cx="6611112" cy="121187"/>
          </a:xfrm>
        </p:spPr>
        <p:txBody>
          <a:bodyPr/>
          <a:lstStyle/>
          <a:p>
            <a:r>
              <a:rPr lang="fr-FR" noProof="0"/>
              <a:t>PwC | UHD FY24</a:t>
            </a:r>
          </a:p>
        </p:txBody>
      </p:sp>
      <p:grpSp>
        <p:nvGrpSpPr>
          <p:cNvPr id="31" name="Groupe 30">
            <a:extLst>
              <a:ext uri="{FF2B5EF4-FFF2-40B4-BE49-F238E27FC236}">
                <a16:creationId xmlns:a16="http://schemas.microsoft.com/office/drawing/2014/main" id="{550B3295-56B1-5980-FDDD-33646F8CFE86}"/>
              </a:ext>
            </a:extLst>
          </p:cNvPr>
          <p:cNvGrpSpPr/>
          <p:nvPr/>
        </p:nvGrpSpPr>
        <p:grpSpPr>
          <a:xfrm>
            <a:off x="7411212" y="1186308"/>
            <a:ext cx="1593064" cy="442370"/>
            <a:chOff x="1126912" y="1687668"/>
            <a:chExt cx="1593064" cy="442370"/>
          </a:xfrm>
        </p:grpSpPr>
        <p:grpSp>
          <p:nvGrpSpPr>
            <p:cNvPr id="32" name="Google Shape;958;p114">
              <a:extLst>
                <a:ext uri="{FF2B5EF4-FFF2-40B4-BE49-F238E27FC236}">
                  <a16:creationId xmlns:a16="http://schemas.microsoft.com/office/drawing/2014/main" id="{CB4800C7-DDF2-954E-4C5B-9BDFC789A180}"/>
                </a:ext>
              </a:extLst>
            </p:cNvPr>
            <p:cNvGrpSpPr/>
            <p:nvPr/>
          </p:nvGrpSpPr>
          <p:grpSpPr>
            <a:xfrm>
              <a:off x="1126912" y="1741550"/>
              <a:ext cx="1593064" cy="216651"/>
              <a:chOff x="671260" y="2273543"/>
              <a:chExt cx="2484000" cy="337814"/>
            </a:xfrm>
          </p:grpSpPr>
          <p:sp>
            <p:nvSpPr>
              <p:cNvPr id="57" name="Google Shape;959;p114">
                <a:extLst>
                  <a:ext uri="{FF2B5EF4-FFF2-40B4-BE49-F238E27FC236}">
                    <a16:creationId xmlns:a16="http://schemas.microsoft.com/office/drawing/2014/main" id="{E3EFBF27-E847-25EB-1D91-906A8612CB10}"/>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8" name="Google Shape;960;p114">
                <a:extLst>
                  <a:ext uri="{FF2B5EF4-FFF2-40B4-BE49-F238E27FC236}">
                    <a16:creationId xmlns:a16="http://schemas.microsoft.com/office/drawing/2014/main" id="{CD2EE636-4513-0B20-5B67-D1322B4D46FF}"/>
                  </a:ext>
                </a:extLst>
              </p:cNvPr>
              <p:cNvGrpSpPr/>
              <p:nvPr/>
            </p:nvGrpSpPr>
            <p:grpSpPr>
              <a:xfrm>
                <a:off x="1493828" y="2488296"/>
                <a:ext cx="828918" cy="123061"/>
                <a:chOff x="1493828" y="2467991"/>
                <a:chExt cx="828918" cy="144016"/>
              </a:xfrm>
            </p:grpSpPr>
            <p:cxnSp>
              <p:nvCxnSpPr>
                <p:cNvPr id="59" name="Google Shape;961;p114">
                  <a:extLst>
                    <a:ext uri="{FF2B5EF4-FFF2-40B4-BE49-F238E27FC236}">
                      <a16:creationId xmlns:a16="http://schemas.microsoft.com/office/drawing/2014/main" id="{BC96E2E6-6768-FCED-79CF-36646804B201}"/>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60" name="Google Shape;962;p114">
                  <a:extLst>
                    <a:ext uri="{FF2B5EF4-FFF2-40B4-BE49-F238E27FC236}">
                      <a16:creationId xmlns:a16="http://schemas.microsoft.com/office/drawing/2014/main" id="{F1E80214-D095-4940-DB95-BE1F1EC79B77}"/>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34" name="Google Shape;963;p114">
              <a:extLst>
                <a:ext uri="{FF2B5EF4-FFF2-40B4-BE49-F238E27FC236}">
                  <a16:creationId xmlns:a16="http://schemas.microsoft.com/office/drawing/2014/main" id="{F9850F00-69FD-66D1-2D19-3D497D621F51}"/>
                </a:ext>
              </a:extLst>
            </p:cNvPr>
            <p:cNvGrpSpPr/>
            <p:nvPr/>
          </p:nvGrpSpPr>
          <p:grpSpPr>
            <a:xfrm>
              <a:off x="1133428" y="1687668"/>
              <a:ext cx="531021" cy="230906"/>
              <a:chOff x="7502386" y="2233439"/>
              <a:chExt cx="828000" cy="360040"/>
            </a:xfrm>
          </p:grpSpPr>
          <p:sp>
            <p:nvSpPr>
              <p:cNvPr id="38" name="Google Shape;964;p114">
                <a:extLst>
                  <a:ext uri="{FF2B5EF4-FFF2-40B4-BE49-F238E27FC236}">
                    <a16:creationId xmlns:a16="http://schemas.microsoft.com/office/drawing/2014/main" id="{4B5E4F27-872D-47FE-A949-A8BAB68FF2AC}"/>
                  </a:ext>
                </a:extLst>
              </p:cNvPr>
              <p:cNvSpPr/>
              <p:nvPr/>
            </p:nvSpPr>
            <p:spPr>
              <a:xfrm>
                <a:off x="7502386" y="2337772"/>
                <a:ext cx="828000" cy="180000"/>
              </a:xfrm>
              <a:prstGeom prst="roundRect">
                <a:avLst>
                  <a:gd name="adj" fmla="val 50000"/>
                </a:avLst>
              </a:prstGeom>
              <a:solidFill>
                <a:schemeClr val="accent2"/>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4" name="Google Shape;965;p114">
                <a:extLst>
                  <a:ext uri="{FF2B5EF4-FFF2-40B4-BE49-F238E27FC236}">
                    <a16:creationId xmlns:a16="http://schemas.microsoft.com/office/drawing/2014/main" id="{FAEF8E8A-9AD0-AA5E-D4D8-A96DA34A1BE9}"/>
                  </a:ext>
                </a:extLst>
              </p:cNvPr>
              <p:cNvGrpSpPr/>
              <p:nvPr/>
            </p:nvGrpSpPr>
            <p:grpSpPr>
              <a:xfrm>
                <a:off x="7736366" y="2233439"/>
                <a:ext cx="360040" cy="360040"/>
                <a:chOff x="-629964" y="1476375"/>
                <a:chExt cx="360040" cy="360040"/>
              </a:xfrm>
            </p:grpSpPr>
            <p:sp>
              <p:nvSpPr>
                <p:cNvPr id="55" name="Google Shape;966;p114">
                  <a:extLst>
                    <a:ext uri="{FF2B5EF4-FFF2-40B4-BE49-F238E27FC236}">
                      <a16:creationId xmlns:a16="http://schemas.microsoft.com/office/drawing/2014/main" id="{3194BC3B-CB30-9642-E082-9C459B3651BC}"/>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56" name="Google Shape;967;p114">
                  <a:extLst>
                    <a:ext uri="{FF2B5EF4-FFF2-40B4-BE49-F238E27FC236}">
                      <a16:creationId xmlns:a16="http://schemas.microsoft.com/office/drawing/2014/main" id="{3B81AFF0-A443-C3CD-178E-CF77CF5745CD}"/>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35" name="Google Shape;968;p114">
              <a:extLst>
                <a:ext uri="{FF2B5EF4-FFF2-40B4-BE49-F238E27FC236}">
                  <a16:creationId xmlns:a16="http://schemas.microsoft.com/office/drawing/2014/main" id="{5FE3BAB5-F383-E9BC-2044-7FA424AFABE9}"/>
                </a:ext>
              </a:extLst>
            </p:cNvPr>
            <p:cNvSpPr txBox="1"/>
            <p:nvPr/>
          </p:nvSpPr>
          <p:spPr>
            <a:xfrm>
              <a:off x="1212446"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36" name="Google Shape;969;p114">
              <a:extLst>
                <a:ext uri="{FF2B5EF4-FFF2-40B4-BE49-F238E27FC236}">
                  <a16:creationId xmlns:a16="http://schemas.microsoft.com/office/drawing/2014/main" id="{EB3327AA-F18B-1606-3641-5E298D75F98A}"/>
                </a:ext>
              </a:extLst>
            </p:cNvPr>
            <p:cNvSpPr txBox="1"/>
            <p:nvPr/>
          </p:nvSpPr>
          <p:spPr>
            <a:xfrm>
              <a:off x="1727264"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37" name="Google Shape;970;p114">
              <a:extLst>
                <a:ext uri="{FF2B5EF4-FFF2-40B4-BE49-F238E27FC236}">
                  <a16:creationId xmlns:a16="http://schemas.microsoft.com/office/drawing/2014/main" id="{7DFA8ACD-0AA0-0369-0966-50EA9883A521}"/>
                </a:ext>
              </a:extLst>
            </p:cNvPr>
            <p:cNvSpPr txBox="1"/>
            <p:nvPr/>
          </p:nvSpPr>
          <p:spPr>
            <a:xfrm>
              <a:off x="2256017"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989845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63022-324A-03C3-26B7-7C492AEA165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445435B-1731-E6CF-61A4-C3A97FC2CBCA}"/>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27</a:t>
            </a:fld>
            <a:endParaRPr lang="fr-FR" noProof="0"/>
          </a:p>
        </p:txBody>
      </p:sp>
      <p:graphicFrame>
        <p:nvGraphicFramePr>
          <p:cNvPr id="33" name="Tableau 32">
            <a:extLst>
              <a:ext uri="{FF2B5EF4-FFF2-40B4-BE49-F238E27FC236}">
                <a16:creationId xmlns:a16="http://schemas.microsoft.com/office/drawing/2014/main" id="{8722CD72-E98D-C7D6-D28E-DD578E247F26}"/>
              </a:ext>
            </a:extLst>
          </p:cNvPr>
          <p:cNvGraphicFramePr>
            <a:graphicFrameLocks noGrp="1"/>
          </p:cNvGraphicFramePr>
          <p:nvPr>
            <p:custDataLst>
              <p:tags r:id="rId1"/>
            </p:custDataLst>
            <p:extLst>
              <p:ext uri="{D42A27DB-BD31-4B8C-83A1-F6EECF244321}">
                <p14:modId xmlns:p14="http://schemas.microsoft.com/office/powerpoint/2010/main" val="2861551428"/>
              </p:ext>
            </p:extLst>
          </p:nvPr>
        </p:nvGraphicFramePr>
        <p:xfrm>
          <a:off x="0" y="518160"/>
          <a:ext cx="9144001" cy="410808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091536">
                  <a:extLst>
                    <a:ext uri="{9D8B030D-6E8A-4147-A177-3AD203B41FA5}">
                      <a16:colId xmlns:a16="http://schemas.microsoft.com/office/drawing/2014/main" val="4057883698"/>
                    </a:ext>
                  </a:extLst>
                </a:gridCol>
                <a:gridCol w="2689724">
                  <a:extLst>
                    <a:ext uri="{9D8B030D-6E8A-4147-A177-3AD203B41FA5}">
                      <a16:colId xmlns:a16="http://schemas.microsoft.com/office/drawing/2014/main" val="722667150"/>
                    </a:ext>
                  </a:extLst>
                </a:gridCol>
                <a:gridCol w="1809293">
                  <a:extLst>
                    <a:ext uri="{9D8B030D-6E8A-4147-A177-3AD203B41FA5}">
                      <a16:colId xmlns:a16="http://schemas.microsoft.com/office/drawing/2014/main" val="1413096817"/>
                    </a:ext>
                  </a:extLst>
                </a:gridCol>
              </a:tblGrid>
              <a:tr h="272487">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170304">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Opérations Informatiques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50966">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effectLst/>
                          <a:latin typeface="+mn-lt"/>
                          <a:ea typeface="Times New Roman" panose="02020603050405020304" pitchFamily="18" charset="0"/>
                          <a:cs typeface="Arial" panose="020B0604020202020204" pitchFamily="34" charset="0"/>
                        </a:rPr>
                        <a:t>CO -02</a:t>
                      </a:r>
                      <a:endParaRPr lang="fr-FR" sz="900" b="1" kern="1200" noProof="0">
                        <a:solidFill>
                          <a:schemeClr val="bg1"/>
                        </a:solidFill>
                        <a:latin typeface="+mn-lt"/>
                        <a:ea typeface="+mn-ea"/>
                        <a:cs typeface="+mn-cs"/>
                      </a:endParaRPr>
                    </a:p>
                  </a:txBody>
                  <a:tcPr>
                    <a:solidFill>
                      <a:schemeClr val="accent1"/>
                    </a:solidFill>
                  </a:tcPr>
                </a:tc>
                <a:tc rowSpan="3">
                  <a:txBody>
                    <a:bodyPr/>
                    <a:lstStyle/>
                    <a:p>
                      <a:pPr marL="0" marR="0" lvl="1" indent="0" algn="l" defTabSz="957796" rtl="0" eaLnBrk="1" fontAlgn="base" latinLnBrk="0" hangingPunct="1">
                        <a:lnSpc>
                          <a:spcPct val="150000"/>
                        </a:lnSpc>
                        <a:spcBef>
                          <a:spcPct val="0"/>
                        </a:spcBef>
                        <a:spcAft>
                          <a:spcPts val="0"/>
                        </a:spcAft>
                        <a:buClrTx/>
                        <a:buSzTx/>
                        <a:buFont typeface="Arial" panose="020B0604020202020204" pitchFamily="34" charset="0"/>
                        <a:buNone/>
                        <a:tabLst/>
                        <a:defRPr/>
                      </a:pPr>
                      <a:r>
                        <a:rPr lang="fr-FR" sz="900" noProof="0">
                          <a:solidFill>
                            <a:schemeClr val="tx1"/>
                          </a:solidFill>
                          <a:effectLst/>
                          <a:latin typeface="+mn-lt"/>
                          <a:ea typeface="Times New Roman" panose="02020603050405020304" pitchFamily="18" charset="0"/>
                        </a:rPr>
                        <a:t>Les erreurs dans le processus de production sont identifiées et résolues</a:t>
                      </a: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rowSpan="3">
                  <a:txBody>
                    <a:bodyPr/>
                    <a:lstStyle/>
                    <a:p>
                      <a:pPr algn="just">
                        <a:lnSpc>
                          <a:spcPct val="150000"/>
                        </a:lnSpc>
                        <a:spcAft>
                          <a:spcPts val="1000"/>
                        </a:spcAft>
                        <a:buNone/>
                      </a:pPr>
                      <a:r>
                        <a:rPr lang="fr-FR" sz="900" b="0" i="0" u="none" strike="noStrike" cap="none">
                          <a:solidFill>
                            <a:schemeClr val="tx1"/>
                          </a:solidFill>
                          <a:effectLst/>
                          <a:latin typeface="+mn-lt"/>
                          <a:ea typeface="+mn-ea"/>
                          <a:cs typeface="+mn-cs"/>
                          <a:sym typeface="Arial"/>
                        </a:rPr>
                        <a:t>Nous n’avons pas pu extraire les tickets d’incidents, car la version obsolète de l’outil </a:t>
                      </a:r>
                      <a:r>
                        <a:rPr lang="fr-FR" sz="900" b="0" i="0" u="none" strike="noStrike" cap="none" err="1">
                          <a:solidFill>
                            <a:schemeClr val="tx1"/>
                          </a:solidFill>
                          <a:effectLst/>
                          <a:latin typeface="+mn-lt"/>
                          <a:ea typeface="+mn-ea"/>
                          <a:cs typeface="+mn-cs"/>
                          <a:sym typeface="Arial"/>
                        </a:rPr>
                        <a:t>SCSM</a:t>
                      </a:r>
                      <a:r>
                        <a:rPr lang="fr-FR" sz="900" b="0" i="0" u="none" strike="noStrike" cap="none">
                          <a:solidFill>
                            <a:schemeClr val="tx1"/>
                          </a:solidFill>
                          <a:effectLst/>
                          <a:latin typeface="+mn-lt"/>
                          <a:ea typeface="+mn-ea"/>
                          <a:cs typeface="+mn-cs"/>
                          <a:sym typeface="Arial"/>
                        </a:rPr>
                        <a:t> ne permet pas cette opération</a:t>
                      </a:r>
                      <a:r>
                        <a:rPr lang="fr-FR" sz="900" b="0" i="0" u="none" strike="noStrike" cap="none" noProof="0">
                          <a:solidFill>
                            <a:schemeClr val="tx1"/>
                          </a:solidFill>
                          <a:effectLst/>
                          <a:latin typeface="+mn-lt"/>
                          <a:ea typeface="MS Mincho" panose="02020609040205080304" pitchFamily="49" charset="-128"/>
                          <a:cs typeface="+mn-cs"/>
                          <a:sym typeface="Arial"/>
                        </a:rPr>
                        <a:t>. De plus, nous avons noté l’absence des </a:t>
                      </a:r>
                      <a:r>
                        <a:rPr lang="fr-FR" sz="900" b="0" i="0" u="none" strike="noStrike" cap="none" noProof="0" err="1">
                          <a:solidFill>
                            <a:schemeClr val="tx1"/>
                          </a:solidFill>
                          <a:effectLst/>
                          <a:latin typeface="+mn-lt"/>
                          <a:ea typeface="MS Mincho" panose="02020609040205080304" pitchFamily="49" charset="-128"/>
                          <a:cs typeface="+mn-cs"/>
                          <a:sym typeface="Arial"/>
                        </a:rPr>
                        <a:t>SLA’s</a:t>
                      </a:r>
                      <a:r>
                        <a:rPr lang="fr-FR" sz="900" b="0" i="0" u="none" strike="noStrike" cap="none" noProof="0">
                          <a:solidFill>
                            <a:schemeClr val="tx1"/>
                          </a:solidFill>
                          <a:effectLst/>
                          <a:latin typeface="+mn-lt"/>
                          <a:ea typeface="MS Mincho" panose="02020609040205080304" pitchFamily="49" charset="-128"/>
                          <a:cs typeface="+mn-cs"/>
                          <a:sym typeface="Arial"/>
                        </a:rPr>
                        <a:t> au niveau des contrats avec les prestataires.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1" i="0" u="sng" strike="noStrike" cap="none" noProof="0">
                          <a:solidFill>
                            <a:srgbClr val="000000"/>
                          </a:solidFill>
                          <a:latin typeface="+mn-lt"/>
                          <a:ea typeface="Arial"/>
                          <a:cs typeface="Arial"/>
                          <a:sym typeface="Arial"/>
                        </a:rPr>
                        <a:t>Recommandation : </a:t>
                      </a:r>
                    </a:p>
                    <a:p>
                      <a:pPr algn="just" defTabSz="793560">
                        <a:spcAft>
                          <a:spcPts val="529"/>
                        </a:spcAft>
                      </a:pPr>
                      <a:r>
                        <a:rPr lang="fr-FR" sz="900">
                          <a:solidFill>
                            <a:srgbClr val="000000"/>
                          </a:solidFill>
                          <a:latin typeface="+mn-lt"/>
                        </a:rPr>
                        <a:t>Le groupe gagnerait à mettre en place une procédure de gestion des incidents informatiques en prenant en considération les recommandations suivantes :</a:t>
                      </a:r>
                    </a:p>
                    <a:p>
                      <a:pPr marL="151287" indent="-151287" algn="just" defTabSz="793560">
                        <a:spcAft>
                          <a:spcPts val="529"/>
                        </a:spcAft>
                        <a:buFont typeface="Arial" panose="020B0604020202020204" pitchFamily="34" charset="0"/>
                        <a:buChar char="•"/>
                      </a:pPr>
                      <a:r>
                        <a:rPr lang="fr-FR" sz="900">
                          <a:solidFill>
                            <a:srgbClr val="000000"/>
                          </a:solidFill>
                          <a:latin typeface="+mn-lt"/>
                        </a:rPr>
                        <a:t>Centraliser la gestion de tous les incidents via un outil de </a:t>
                      </a:r>
                      <a:r>
                        <a:rPr lang="fr-FR" sz="900" err="1">
                          <a:solidFill>
                            <a:srgbClr val="000000"/>
                          </a:solidFill>
                          <a:latin typeface="+mn-lt"/>
                        </a:rPr>
                        <a:t>ticketing</a:t>
                      </a:r>
                      <a:r>
                        <a:rPr lang="fr-FR" sz="900">
                          <a:solidFill>
                            <a:srgbClr val="000000"/>
                          </a:solidFill>
                          <a:latin typeface="+mn-lt"/>
                        </a:rPr>
                        <a:t>.</a:t>
                      </a:r>
                    </a:p>
                    <a:p>
                      <a:pPr marL="151287" indent="-151287" algn="just" defTabSz="793560">
                        <a:spcAft>
                          <a:spcPts val="529"/>
                        </a:spcAft>
                        <a:buFont typeface="Arial" panose="020B0604020202020204" pitchFamily="34" charset="0"/>
                        <a:buChar char="•"/>
                      </a:pPr>
                      <a:r>
                        <a:rPr lang="fr-FR" sz="900">
                          <a:solidFill>
                            <a:srgbClr val="000000"/>
                          </a:solidFill>
                          <a:latin typeface="+mn-lt"/>
                        </a:rPr>
                        <a:t>Définir des Services Levels </a:t>
                      </a:r>
                      <a:r>
                        <a:rPr lang="fr-FR" sz="900" err="1">
                          <a:solidFill>
                            <a:srgbClr val="000000"/>
                          </a:solidFill>
                          <a:latin typeface="+mn-lt"/>
                        </a:rPr>
                        <a:t>Agreements</a:t>
                      </a:r>
                      <a:r>
                        <a:rPr lang="fr-FR" sz="900">
                          <a:solidFill>
                            <a:srgbClr val="000000"/>
                          </a:solidFill>
                          <a:latin typeface="+mn-lt"/>
                        </a:rPr>
                        <a:t> (SLA) formalisés afin d’assurer la résolution adéquate des incidents par priorité.</a:t>
                      </a:r>
                    </a:p>
                    <a:p>
                      <a:pPr algn="just" defTabSz="793560">
                        <a:spcAft>
                          <a:spcPts val="529"/>
                        </a:spcAft>
                      </a:pPr>
                      <a:r>
                        <a:rPr lang="fr-FR" sz="900">
                          <a:solidFill>
                            <a:srgbClr val="000000"/>
                          </a:solidFill>
                          <a:latin typeface="+mn-lt"/>
                        </a:rPr>
                        <a:t>De plus, les incidents relatifs à la sécurité informatique, au réseau, au bug applicatif, à la sauvegarde et aux systèmes de gestion des bases de données, doivent être consignés dans une base informatisée.</a:t>
                      </a:r>
                    </a:p>
                  </a:txBody>
                  <a:tcPr>
                    <a:solidFill>
                      <a:schemeClr val="bg1">
                        <a:lumMod val="95000"/>
                      </a:schemeClr>
                    </a:solidFill>
                  </a:tcPr>
                </a:tc>
                <a:tc>
                  <a:txBody>
                    <a:bodyPr/>
                    <a:lstStyle/>
                    <a:p>
                      <a:pPr marL="127000" marR="0" lvl="0" indent="-120650" algn="l" rtl="0">
                        <a:lnSpc>
                          <a:spcPct val="100000"/>
                        </a:lnSpc>
                        <a:spcBef>
                          <a:spcPts val="500"/>
                        </a:spcBef>
                        <a:spcAft>
                          <a:spcPts val="0"/>
                        </a:spcAft>
                        <a:buClr>
                          <a:srgbClr val="000000"/>
                        </a:buClr>
                        <a:buSzPts val="900"/>
                        <a:buFont typeface="Arial"/>
                        <a:buChar char="•"/>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2063066">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0" indent="0" rtl="0">
                        <a:buFont typeface="Arial" panose="020B0604020202020204" pitchFamily="34" charset="0"/>
                        <a:buNone/>
                      </a:pPr>
                      <a:r>
                        <a:rPr lang="fr-FR" sz="900"/>
                        <a:t>L’incapacité de couvrir l’exhaustivité des incidents via l’outil de ticketing pourrait exposer l’entreprise à l’inaptitude de détection des problèmes récurrents.</a:t>
                      </a:r>
                      <a:br>
                        <a:rPr lang="fr-FR" sz="900"/>
                      </a:br>
                      <a:endParaRPr lang="fr-FR" sz="900"/>
                    </a:p>
                    <a:p>
                      <a:pPr marL="0" indent="0" rtl="0">
                        <a:buFont typeface="Arial" panose="020B0604020202020204" pitchFamily="34" charset="0"/>
                        <a:buNone/>
                      </a:pPr>
                      <a:r>
                        <a:rPr lang="fr-FR" sz="900"/>
                        <a:t>L’absence d’accords sur les niveaux de services (SLAs) liant la DG et la DSI pourraient exposer UD aux risques suivants :</a:t>
                      </a:r>
                    </a:p>
                    <a:p>
                      <a:pPr marL="171450" indent="-171450" rtl="0">
                        <a:buFont typeface="Arial" panose="020B0604020202020204" pitchFamily="34" charset="0"/>
                        <a:buChar char="•"/>
                      </a:pPr>
                      <a:r>
                        <a:rPr lang="fr-FR" sz="900"/>
                        <a:t>Non-résolution d’incidents à temps;</a:t>
                      </a:r>
                    </a:p>
                    <a:p>
                      <a:pPr marL="171450" indent="-171450" rtl="0">
                        <a:buFont typeface="Arial" panose="020B0604020202020204" pitchFamily="34" charset="0"/>
                        <a:buChar char="•"/>
                      </a:pPr>
                      <a:endParaRPr lang="fr-FR" sz="900"/>
                    </a:p>
                    <a:p>
                      <a:pPr marL="171450" indent="-171450" rtl="0">
                        <a:buFont typeface="Arial" panose="020B0604020202020204" pitchFamily="34" charset="0"/>
                        <a:buChar char="•"/>
                      </a:pPr>
                      <a:r>
                        <a:rPr lang="fr-FR" sz="900"/>
                        <a:t>Cumul d’incidents ce qui engendre l’occurrence d’incidents graves.</a:t>
                      </a: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2394156945"/>
                  </a:ext>
                </a:extLst>
              </a:tr>
              <a:tr h="302438">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i="0" u="none" strike="noStrike" kern="1200" cap="none">
                          <a:solidFill>
                            <a:schemeClr val="accent3">
                              <a:lumMod val="50000"/>
                            </a:schemeClr>
                          </a:solidFill>
                          <a:effectLst/>
                          <a:latin typeface="+mn-lt"/>
                          <a:ea typeface="+mn-ea"/>
                          <a:cs typeface="+mn-cs"/>
                          <a:sym typeface="Arial"/>
                        </a:rPr>
                        <a:t>Priorité de traitement: 1</a:t>
                      </a:r>
                    </a:p>
                  </a:txBody>
                  <a:tcPr anchor="ctr">
                    <a:solidFill>
                      <a:schemeClr val="bg1">
                        <a:lumMod val="95000"/>
                      </a:schemeClr>
                    </a:solidFill>
                  </a:tcPr>
                </a:tc>
                <a:extLst>
                  <a:ext uri="{0D108BD9-81ED-4DB2-BD59-A6C34878D82A}">
                    <a16:rowId xmlns:a16="http://schemas.microsoft.com/office/drawing/2014/main" val="415147787"/>
                  </a:ext>
                </a:extLst>
              </a:tr>
            </a:tbl>
          </a:graphicData>
        </a:graphic>
      </p:graphicFrame>
      <p:sp>
        <p:nvSpPr>
          <p:cNvPr id="53" name="Footer Placeholder 1">
            <a:extLst>
              <a:ext uri="{FF2B5EF4-FFF2-40B4-BE49-F238E27FC236}">
                <a16:creationId xmlns:a16="http://schemas.microsoft.com/office/drawing/2014/main" id="{D2429DD5-3B13-B190-1AF8-C613E51658C9}"/>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17" name="Google Shape;861;p107">
            <a:extLst>
              <a:ext uri="{FF2B5EF4-FFF2-40B4-BE49-F238E27FC236}">
                <a16:creationId xmlns:a16="http://schemas.microsoft.com/office/drawing/2014/main" id="{6357F0A5-2BDB-2DB3-DC14-92E0151E039D}"/>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relevés en 2024</a:t>
            </a:r>
          </a:p>
        </p:txBody>
      </p:sp>
      <p:grpSp>
        <p:nvGrpSpPr>
          <p:cNvPr id="18" name="Groupe 17">
            <a:extLst>
              <a:ext uri="{FF2B5EF4-FFF2-40B4-BE49-F238E27FC236}">
                <a16:creationId xmlns:a16="http://schemas.microsoft.com/office/drawing/2014/main" id="{C6992DE8-D635-0C33-C912-CBA13399E1D4}"/>
              </a:ext>
            </a:extLst>
          </p:cNvPr>
          <p:cNvGrpSpPr/>
          <p:nvPr/>
        </p:nvGrpSpPr>
        <p:grpSpPr>
          <a:xfrm>
            <a:off x="7457269" y="1197739"/>
            <a:ext cx="1523999" cy="507874"/>
            <a:chOff x="1105481" y="2796059"/>
            <a:chExt cx="1593064" cy="442679"/>
          </a:xfrm>
        </p:grpSpPr>
        <p:grpSp>
          <p:nvGrpSpPr>
            <p:cNvPr id="19" name="Google Shape;945;p114">
              <a:extLst>
                <a:ext uri="{FF2B5EF4-FFF2-40B4-BE49-F238E27FC236}">
                  <a16:creationId xmlns:a16="http://schemas.microsoft.com/office/drawing/2014/main" id="{BC162808-C764-FE82-9FF5-CCC8D88C17CE}"/>
                </a:ext>
              </a:extLst>
            </p:cNvPr>
            <p:cNvGrpSpPr/>
            <p:nvPr/>
          </p:nvGrpSpPr>
          <p:grpSpPr>
            <a:xfrm>
              <a:off x="1105481" y="2849940"/>
              <a:ext cx="1593064" cy="216651"/>
              <a:chOff x="671260" y="2273543"/>
              <a:chExt cx="2484000" cy="337814"/>
            </a:xfrm>
          </p:grpSpPr>
          <p:sp>
            <p:nvSpPr>
              <p:cNvPr id="28" name="Google Shape;946;p114">
                <a:extLst>
                  <a:ext uri="{FF2B5EF4-FFF2-40B4-BE49-F238E27FC236}">
                    <a16:creationId xmlns:a16="http://schemas.microsoft.com/office/drawing/2014/main" id="{EA766F05-DB67-2283-7C3C-900B77D55E8D}"/>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9" name="Google Shape;947;p114">
                <a:extLst>
                  <a:ext uri="{FF2B5EF4-FFF2-40B4-BE49-F238E27FC236}">
                    <a16:creationId xmlns:a16="http://schemas.microsoft.com/office/drawing/2014/main" id="{6492265F-1694-8220-6500-B90060E6890B}"/>
                  </a:ext>
                </a:extLst>
              </p:cNvPr>
              <p:cNvGrpSpPr/>
              <p:nvPr/>
            </p:nvGrpSpPr>
            <p:grpSpPr>
              <a:xfrm>
                <a:off x="1493828" y="2488296"/>
                <a:ext cx="828918" cy="123061"/>
                <a:chOff x="1493828" y="2467991"/>
                <a:chExt cx="828918" cy="144016"/>
              </a:xfrm>
            </p:grpSpPr>
            <p:cxnSp>
              <p:nvCxnSpPr>
                <p:cNvPr id="30" name="Google Shape;948;p114">
                  <a:extLst>
                    <a:ext uri="{FF2B5EF4-FFF2-40B4-BE49-F238E27FC236}">
                      <a16:creationId xmlns:a16="http://schemas.microsoft.com/office/drawing/2014/main" id="{0903AE53-E0B8-93F9-C349-96D2637C530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31" name="Google Shape;949;p114">
                  <a:extLst>
                    <a:ext uri="{FF2B5EF4-FFF2-40B4-BE49-F238E27FC236}">
                      <a16:creationId xmlns:a16="http://schemas.microsoft.com/office/drawing/2014/main" id="{25F6CF6C-9246-E9CC-4998-F375A56A6C5E}"/>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20" name="Google Shape;950;p114">
              <a:extLst>
                <a:ext uri="{FF2B5EF4-FFF2-40B4-BE49-F238E27FC236}">
                  <a16:creationId xmlns:a16="http://schemas.microsoft.com/office/drawing/2014/main" id="{FD79FAC2-076C-7FD9-7A1C-605731AB64F9}"/>
                </a:ext>
              </a:extLst>
            </p:cNvPr>
            <p:cNvGrpSpPr/>
            <p:nvPr/>
          </p:nvGrpSpPr>
          <p:grpSpPr>
            <a:xfrm>
              <a:off x="1630238" y="2796059"/>
              <a:ext cx="531021" cy="230906"/>
              <a:chOff x="8310457" y="3280644"/>
              <a:chExt cx="828000" cy="360040"/>
            </a:xfrm>
          </p:grpSpPr>
          <p:sp>
            <p:nvSpPr>
              <p:cNvPr id="24" name="Google Shape;951;p114">
                <a:extLst>
                  <a:ext uri="{FF2B5EF4-FFF2-40B4-BE49-F238E27FC236}">
                    <a16:creationId xmlns:a16="http://schemas.microsoft.com/office/drawing/2014/main" id="{B8B5C5E5-EF9A-F2E1-B638-B7030FEF272A}"/>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5" name="Google Shape;952;p114">
                <a:extLst>
                  <a:ext uri="{FF2B5EF4-FFF2-40B4-BE49-F238E27FC236}">
                    <a16:creationId xmlns:a16="http://schemas.microsoft.com/office/drawing/2014/main" id="{963DFC4A-B61C-0C93-D6B9-88540FC899A5}"/>
                  </a:ext>
                </a:extLst>
              </p:cNvPr>
              <p:cNvGrpSpPr/>
              <p:nvPr/>
            </p:nvGrpSpPr>
            <p:grpSpPr>
              <a:xfrm>
                <a:off x="8544437" y="3280644"/>
                <a:ext cx="360040" cy="360040"/>
                <a:chOff x="-629964" y="1476375"/>
                <a:chExt cx="360040" cy="360040"/>
              </a:xfrm>
            </p:grpSpPr>
            <p:sp>
              <p:nvSpPr>
                <p:cNvPr id="26" name="Google Shape;953;p114">
                  <a:extLst>
                    <a:ext uri="{FF2B5EF4-FFF2-40B4-BE49-F238E27FC236}">
                      <a16:creationId xmlns:a16="http://schemas.microsoft.com/office/drawing/2014/main" id="{D5EF0608-096E-64C6-2D4C-A9043DFC0905}"/>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27" name="Google Shape;954;p114">
                  <a:extLst>
                    <a:ext uri="{FF2B5EF4-FFF2-40B4-BE49-F238E27FC236}">
                      <a16:creationId xmlns:a16="http://schemas.microsoft.com/office/drawing/2014/main" id="{7B8F2020-BFA2-A02E-7B67-4D037184262B}"/>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21" name="Google Shape;955;p114">
              <a:extLst>
                <a:ext uri="{FF2B5EF4-FFF2-40B4-BE49-F238E27FC236}">
                  <a16:creationId xmlns:a16="http://schemas.microsoft.com/office/drawing/2014/main" id="{D188AA41-8534-9728-1D20-EC3B44038528}"/>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22" name="Google Shape;956;p114">
              <a:extLst>
                <a:ext uri="{FF2B5EF4-FFF2-40B4-BE49-F238E27FC236}">
                  <a16:creationId xmlns:a16="http://schemas.microsoft.com/office/drawing/2014/main" id="{FB031406-28C9-DB33-2CA6-1C114D65B238}"/>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3" name="Google Shape;957;p114">
              <a:extLst>
                <a:ext uri="{FF2B5EF4-FFF2-40B4-BE49-F238E27FC236}">
                  <a16:creationId xmlns:a16="http://schemas.microsoft.com/office/drawing/2014/main" id="{E33F8141-B2FC-DEA8-FF3C-039B281716C2}"/>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3662659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8B54722A-34EF-265A-0850-17ABB378F827}"/>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F86AB607-7698-B74A-B727-54B38D7E3705}"/>
              </a:ext>
            </a:extLst>
          </p:cNvPr>
          <p:cNvSpPr>
            <a:spLocks noGrp="1"/>
          </p:cNvSpPr>
          <p:nvPr>
            <p:ph type="title"/>
          </p:nvPr>
        </p:nvSpPr>
        <p:spPr>
          <a:xfrm>
            <a:off x="510601" y="2334985"/>
            <a:ext cx="4234381" cy="1012954"/>
          </a:xfrm>
        </p:spPr>
        <p:txBody>
          <a:bodyPr/>
          <a:lstStyle/>
          <a:p>
            <a:br>
              <a:rPr lang="fr-FR" noProof="0"/>
            </a:br>
            <a:br>
              <a:rPr lang="fr-FR" noProof="0"/>
            </a:br>
            <a:r>
              <a:rPr lang="fr-FR" noProof="0"/>
              <a:t>Fin du rapport</a:t>
            </a:r>
            <a:br>
              <a:rPr lang="fr-FR" noProof="0"/>
            </a:br>
            <a:endParaRPr lang="fr-FR" noProof="0"/>
          </a:p>
        </p:txBody>
      </p:sp>
      <p:sp>
        <p:nvSpPr>
          <p:cNvPr id="2" name="Footer Placeholder 1">
            <a:extLst>
              <a:ext uri="{FF2B5EF4-FFF2-40B4-BE49-F238E27FC236}">
                <a16:creationId xmlns:a16="http://schemas.microsoft.com/office/drawing/2014/main" id="{9D0383CF-BEDC-8E17-AC8F-23DB13F7E767}"/>
              </a:ext>
            </a:extLst>
          </p:cNvPr>
          <p:cNvSpPr>
            <a:spLocks noGrp="1"/>
          </p:cNvSpPr>
          <p:nvPr>
            <p:ph type="ftr" sz="quarter" idx="3"/>
          </p:nvPr>
        </p:nvSpPr>
        <p:spPr>
          <a:xfrm>
            <a:off x="800100" y="4873081"/>
            <a:ext cx="6611112" cy="121187"/>
          </a:xfrm>
        </p:spPr>
        <p:txBody>
          <a:bodyPr/>
          <a:lstStyle/>
          <a:p>
            <a:r>
              <a:rPr lang="fr-FR" noProof="0"/>
              <a:t>PwC |   UHD FY24</a:t>
            </a:r>
          </a:p>
        </p:txBody>
      </p:sp>
      <p:sp>
        <p:nvSpPr>
          <p:cNvPr id="3" name="Slide Number Placeholder 2">
            <a:extLst>
              <a:ext uri="{FF2B5EF4-FFF2-40B4-BE49-F238E27FC236}">
                <a16:creationId xmlns:a16="http://schemas.microsoft.com/office/drawing/2014/main" id="{06B9B953-7EDA-25A4-BCFA-BB7CF04E7F48}"/>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28</a:t>
            </a:fld>
            <a:endParaRPr lang="fr-FR" noProof="0"/>
          </a:p>
        </p:txBody>
      </p:sp>
      <p:sp>
        <p:nvSpPr>
          <p:cNvPr id="10" name="Text Placeholder 12">
            <a:extLst>
              <a:ext uri="{FF2B5EF4-FFF2-40B4-BE49-F238E27FC236}">
                <a16:creationId xmlns:a16="http://schemas.microsoft.com/office/drawing/2014/main" id="{CF95C683-2E06-B3C7-2BFC-47CAC9784AAD}"/>
              </a:ext>
            </a:extLst>
          </p:cNvPr>
          <p:cNvSpPr>
            <a:spLocks noGrp="1"/>
          </p:cNvSpPr>
          <p:nvPr>
            <p:ph type="body" idx="1"/>
          </p:nvPr>
        </p:nvSpPr>
        <p:spPr>
          <a:xfrm>
            <a:off x="6145368" y="432054"/>
            <a:ext cx="2596571" cy="3231654"/>
          </a:xfrm>
        </p:spPr>
        <p:txBody>
          <a:bodyPr/>
          <a:lstStyle/>
          <a:p>
            <a:r>
              <a:rPr lang="fr-FR" noProof="0"/>
              <a:t>4</a:t>
            </a:r>
          </a:p>
        </p:txBody>
      </p:sp>
    </p:spTree>
    <p:extLst>
      <p:ext uri="{BB962C8B-B14F-4D97-AF65-F5344CB8AC3E}">
        <p14:creationId xmlns:p14="http://schemas.microsoft.com/office/powerpoint/2010/main" val="1888606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86,1,Mai 202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MARTSHAPETYPE" val="Table"/>
  <p:tag name="TABLEID" val="c044b689-16b8-4915-8d96-d8112e67f337"/>
</p:tagLst>
</file>

<file path=ppt/tags/tag4.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5.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6.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7.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8.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9.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0.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1.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2.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3.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4.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5.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6.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7.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8.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heme/theme1.xml><?xml version="1.0" encoding="utf-8"?>
<a:theme xmlns:a="http://schemas.openxmlformats.org/drawingml/2006/main" name="1_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wC Smart">
  <a:themeElements>
    <a:clrScheme name="PwC">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a9f8ba1-a861-4a24-83bd-4005ac11411f" xsi:nil="true"/>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3CB04E68AAEA50438F2687E242B459A6" ma:contentTypeVersion="15" ma:contentTypeDescription="Create a new document." ma:contentTypeScope="" ma:versionID="5452b29c6f12039eed28a02ef56060ff">
  <xsd:schema xmlns:xsd="http://www.w3.org/2001/XMLSchema" xmlns:xs="http://www.w3.org/2001/XMLSchema" xmlns:p="http://schemas.microsoft.com/office/2006/metadata/properties" xmlns:ns3="5a9f8ba1-a861-4a24-83bd-4005ac11411f" xmlns:ns4="3e5771bd-c484-46b7-a193-6245f74fe2a8" targetNamespace="http://schemas.microsoft.com/office/2006/metadata/properties" ma:root="true" ma:fieldsID="9c1a447aa8531d2ae456163da3fbf617" ns3:_="" ns4:_="">
    <xsd:import namespace="5a9f8ba1-a861-4a24-83bd-4005ac11411f"/>
    <xsd:import namespace="3e5771bd-c484-46b7-a193-6245f74fe2a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SystemTags" minOccurs="0"/>
                <xsd:element ref="ns3:MediaServiceSearchProperties" minOccurs="0"/>
                <xsd:element ref="ns4:_dlc_DocId" minOccurs="0"/>
                <xsd:element ref="ns4:_dlc_DocIdUrl" minOccurs="0"/>
                <xsd:element ref="ns4:_dlc_DocIdPersistId"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f8ba1-a861-4a24-83bd-4005ac11411f"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e5771bd-c484-46b7-a193-6245f74fe2a8"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element name="_dlc_DocId" ma:index="22" nillable="true" ma:displayName="Document ID Value" ma:description="The value of the document ID assigned to this item." ma:indexed="true" ma:internalName="_dlc_DocId" ma:readOnly="true">
      <xsd:simpleType>
        <xsd:restriction base="dms:Text"/>
      </xsd:simpleType>
    </xsd:element>
    <xsd:element name="_dlc_DocIdUrl" ma:index="23"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4"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417216-8001-49C3-AE70-32D9AD8F582C}">
  <ds:schemaRefs>
    <ds:schemaRef ds:uri="http://schemas.microsoft.com/sharepoint/v3/contenttype/forms"/>
  </ds:schemaRefs>
</ds:datastoreItem>
</file>

<file path=customXml/itemProps2.xml><?xml version="1.0" encoding="utf-8"?>
<ds:datastoreItem xmlns:ds="http://schemas.openxmlformats.org/officeDocument/2006/customXml" ds:itemID="{040F275D-4AE7-4059-85D8-E2495FE005D2}">
  <ds:schemaRefs>
    <ds:schemaRef ds:uri="http://schemas.microsoft.com/office/2006/metadata/properties"/>
    <ds:schemaRef ds:uri="http://purl.org/dc/terms/"/>
    <ds:schemaRef ds:uri="http://www.w3.org/XML/1998/namespace"/>
    <ds:schemaRef ds:uri="5a9f8ba1-a861-4a24-83bd-4005ac11411f"/>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3e5771bd-c484-46b7-a193-6245f74fe2a8"/>
  </ds:schemaRefs>
</ds:datastoreItem>
</file>

<file path=customXml/itemProps3.xml><?xml version="1.0" encoding="utf-8"?>
<ds:datastoreItem xmlns:ds="http://schemas.openxmlformats.org/officeDocument/2006/customXml" ds:itemID="{2D58AB86-E648-4BAB-8549-9872F0703769}">
  <ds:schemaRefs>
    <ds:schemaRef ds:uri="http://schemas.microsoft.com/sharepoint/events"/>
  </ds:schemaRefs>
</ds:datastoreItem>
</file>

<file path=customXml/itemProps4.xml><?xml version="1.0" encoding="utf-8"?>
<ds:datastoreItem xmlns:ds="http://schemas.openxmlformats.org/officeDocument/2006/customXml" ds:itemID="{12D252D9-4049-48C1-9F4B-EEE47F2724F9}">
  <ds:schemaRefs>
    <ds:schemaRef ds:uri="3e5771bd-c484-46b7-a193-6245f74fe2a8"/>
    <ds:schemaRef ds:uri="5a9f8ba1-a861-4a24-83bd-4005ac1141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5565</Words>
  <Application>Microsoft Office PowerPoint</Application>
  <PresentationFormat>Affichage à l'écran (16:9)</PresentationFormat>
  <Paragraphs>759</Paragraphs>
  <Slides>28</Slides>
  <Notes>3</Notes>
  <HiddenSlides>0</HiddenSlides>
  <MMClips>0</MMClips>
  <ScaleCrop>false</ScaleCrop>
  <HeadingPairs>
    <vt:vector size="8" baseType="variant">
      <vt:variant>
        <vt:lpstr>Polices utilisées</vt:lpstr>
      </vt:variant>
      <vt:variant>
        <vt:i4>9</vt:i4>
      </vt:variant>
      <vt:variant>
        <vt:lpstr>Thème</vt:lpstr>
      </vt:variant>
      <vt:variant>
        <vt:i4>2</vt:i4>
      </vt:variant>
      <vt:variant>
        <vt:lpstr>Serveurs OLE incorporés</vt:lpstr>
      </vt:variant>
      <vt:variant>
        <vt:i4>1</vt:i4>
      </vt:variant>
      <vt:variant>
        <vt:lpstr>Titres des diapositives</vt:lpstr>
      </vt:variant>
      <vt:variant>
        <vt:i4>28</vt:i4>
      </vt:variant>
    </vt:vector>
  </HeadingPairs>
  <TitlesOfParts>
    <vt:vector size="40" baseType="lpstr">
      <vt:lpstr>Noto Sans Symbols</vt:lpstr>
      <vt:lpstr>Arial (Corps)</vt:lpstr>
      <vt:lpstr>Helvetica Neue Light</vt:lpstr>
      <vt:lpstr>Arial</vt:lpstr>
      <vt:lpstr>Symbol</vt:lpstr>
      <vt:lpstr>Wingdings</vt:lpstr>
      <vt:lpstr>Times New Roman</vt:lpstr>
      <vt:lpstr>Georgia</vt:lpstr>
      <vt:lpstr>Helvetica Neue</vt:lpstr>
      <vt:lpstr>1_PwC</vt:lpstr>
      <vt:lpstr>1_PwC Smart</vt:lpstr>
      <vt:lpstr>Diapositive think-cell</vt:lpstr>
      <vt:lpstr>UHD  Rapports de revue de contrôles généraux informatiques FY24</vt:lpstr>
      <vt:lpstr>  Sommaire </vt:lpstr>
      <vt:lpstr>  Introduction </vt:lpstr>
      <vt:lpstr>Présentation PowerPoint</vt:lpstr>
      <vt:lpstr>Présentation PowerPoint</vt:lpstr>
      <vt:lpstr>Présentation PowerPoint</vt:lpstr>
      <vt:lpstr>Présentation PowerPoint</vt:lpstr>
      <vt:lpstr>Approche des travaux d’audit informatique </vt:lpstr>
      <vt:lpstr>Présentation PowerPoint</vt:lpstr>
      <vt:lpstr>Présentation PowerPoint</vt:lpstr>
      <vt:lpstr>Présentation PowerPoint</vt:lpstr>
      <vt:lpstr>Présentation PowerPoint</vt:lpstr>
      <vt:lpstr>Présentation PowerPoint</vt:lpstr>
      <vt:lpstr>      Points relevés au cours de l’exercice FY24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Fin du rapport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STIAL  Rapports de revue de contrôles généraux informatiques FY22</dc:title>
  <dc:creator>Emna Behi</dc:creator>
  <cp:lastModifiedBy>Nadim LTAIEF (TN)</cp:lastModifiedBy>
  <cp:revision>2</cp:revision>
  <dcterms:modified xsi:type="dcterms:W3CDTF">2026-04-03T11:26:38Z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0x0101003CB04E68AAEA50438F2687E242B459A6</vt:lpwstr>
  </property>
</Properties>
</file>