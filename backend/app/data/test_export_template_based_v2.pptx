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heme/theme3.xml" ContentType="application/vnd.openxmlformats-officedocument.theme+xml"/>
  <Override PartName="/ppt/notesSlides/notesSlide1.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49" r:id="rId5"/>
    <p:sldMasterId id="2147483750" r:id="rId6"/>
  </p:sldMasterIdLst>
  <p:notesMasterIdLst>
    <p:notesMasterId r:id="rId31"/>
  </p:notesMasterIdLst>
  <p:sldIdLst>
    <p:sldId id="286" r:id="rId7"/>
    <p:sldId id="287" r:id="rId8"/>
    <p:sldId id="2147471543" r:id="rId9"/>
    <p:sldId id="2147471538" r:id="rId10"/>
    <p:sldId id="2147471544" r:id="rId11"/>
    <p:sldId id="2147471542" r:id="rId12"/>
    <p:sldId id="2147471545" r:id="rId13"/>
    <p:sldId id="288" r:id="rId14"/>
    <p:sldId id="2147471546" r:id="rId15"/>
    <p:sldId id="2147471556" r:id="rId16"/>
    <p:sldId id="2147471557" r:id="rId17"/>
    <p:sldId id="2147471548" r:id="rId18"/>
    <p:sldId id="486" r:id="rId19"/>
    <p:sldId id="290" r:id="rId20"/>
    <p:sldId id="2147471564" r:id="rId21"/>
    <p:sldId id="2147471572" r:id="rId22"/>
    <p:sldId id="2147471571" r:id="rId23"/>
    <p:sldId id="2147471570" r:id="rId24"/>
    <p:sldId id="2147471569" r:id="rId25"/>
    <p:sldId id="2147471568" r:id="rId26"/>
    <p:sldId id="2147471567" r:id="rId27"/>
    <p:sldId id="2147471566" r:id="rId28"/>
    <p:sldId id="2147471565" r:id="rId29"/>
    <p:sldId id="2147471550" r:id="rId30"/>
  </p:sldIdLst>
  <p:sldSz cx="9144000" cy="5143500" type="screen16x9"/>
  <p:notesSz cx="6858000" cy="9144000"/>
  <p:embeddedFontLst>
    <p:embeddedFont>
      <p:font typeface="Georgia" panose="02040502050405020303" pitchFamily="18" charset="0"/>
      <p:regular r:id="rId32"/>
      <p:bold r:id="rId33"/>
      <p:italic r:id="rId34"/>
      <p:boldItalic r:id="rId35"/>
    </p:embeddedFont>
    <p:embeddedFont>
      <p:font typeface="Helvetica Neue" panose="020B0604020202020204" charset="0"/>
      <p:regular r:id="rId36"/>
      <p:bold r:id="rId37"/>
      <p:italic r:id="rId38"/>
      <p:boldItalic r:id="rId39"/>
    </p:embeddedFont>
    <p:embeddedFont>
      <p:font typeface="Helvetica Neue Light" panose="020B0604020202020204" charset="0"/>
      <p:regular r:id="rId40"/>
      <p:bold r:id="rId41"/>
      <p:italic r:id="rId42"/>
      <p:boldItalic r:id="rId43"/>
    </p:embeddedFont>
  </p:embeddedFontLst>
  <p:custDataLst>
    <p:tags r:id="rId44"/>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0301E"/>
    <a:srgbClr val="FFB600"/>
    <a:srgbClr val="EB8C00"/>
    <a:srgbClr val="FFD391"/>
    <a:srgbClr val="ED8278"/>
    <a:srgbClr val="FFFFFF"/>
    <a:srgbClr val="FFAA72"/>
    <a:srgbClr val="D04A02"/>
    <a:srgbClr val="FC5108"/>
    <a:srgbClr val="A25F3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65150A4-1039-42B2-9A32-7799FDAB53B5}" v="740" dt="2025-06-12T11:14:04.373"/>
    <p1510:client id="{1E8791AF-ED57-47EB-A979-97AEE8CFC83C}" v="297" dt="2025-06-12T11:15:32.034"/>
    <p1510:client id="{7B91BC3D-8B6B-8733-8E5B-8B42AD3E6B62}" v="31" dt="2025-06-12T08:45:21.222"/>
    <p1510:client id="{C0FF9C42-4D58-495C-984B-097AA3AF0E47}" v="747" dt="2025-06-12T10:21:23.441"/>
  </p1510:revLst>
</p1510:revInfo>
</file>

<file path=ppt/tableStyles.xml><?xml version="1.0" encoding="utf-8"?>
<a:tblStyleLst xmlns:a="http://schemas.openxmlformats.org/drawingml/2006/main" def="{73734612-505C-44F7-90CF-F3AAC29208FF}">
  <a:tblStyle styleId="{73734612-505C-44F7-90CF-F3AAC29208FF}"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90" d="100"/>
          <a:sy n="90" d="100"/>
        </p:scale>
        <p:origin x="654" y="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font" Target="fonts/font8.fntdata"/><Relationship Id="rId3" Type="http://schemas.openxmlformats.org/officeDocument/2006/relationships/customXml" Target="../customXml/item3.xml"/><Relationship Id="rId21" Type="http://schemas.openxmlformats.org/officeDocument/2006/relationships/slide" Target="slides/slide15.xml"/><Relationship Id="rId34" Type="http://schemas.openxmlformats.org/officeDocument/2006/relationships/font" Target="fonts/font3.fntdata"/><Relationship Id="rId42" Type="http://schemas.openxmlformats.org/officeDocument/2006/relationships/font" Target="fonts/font11.fntdata"/><Relationship Id="rId47" Type="http://schemas.openxmlformats.org/officeDocument/2006/relationships/theme" Target="theme/theme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font" Target="fonts/font2.fntdata"/><Relationship Id="rId38" Type="http://schemas.openxmlformats.org/officeDocument/2006/relationships/font" Target="fonts/font7.fntdata"/><Relationship Id="rId46"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41" Type="http://schemas.openxmlformats.org/officeDocument/2006/relationships/font" Target="fonts/font10.fntdata"/><Relationship Id="rId1" Type="http://schemas.openxmlformats.org/officeDocument/2006/relationships/customXml" Target="../customXml/item1.xml"/><Relationship Id="rId6" Type="http://schemas.openxmlformats.org/officeDocument/2006/relationships/slideMaster" Target="slideMasters/slideMaster2.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font" Target="fonts/font9.fntdata"/><Relationship Id="rId45" Type="http://schemas.openxmlformats.org/officeDocument/2006/relationships/presProps" Target="presProps.xml"/><Relationship Id="rId5" Type="http://schemas.openxmlformats.org/officeDocument/2006/relationships/slideMaster" Target="slideMasters/slideMaster1.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font" Target="fonts/font5.fntdata"/><Relationship Id="rId49" Type="http://schemas.microsoft.com/office/2015/10/relationships/revisionInfo" Target="revisionInfo.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notesMaster" Target="notesMasters/notesMaster1.xml"/><Relationship Id="rId44" Type="http://schemas.openxmlformats.org/officeDocument/2006/relationships/tags" Target="tags/tag1.xml"/><Relationship Id="rId4" Type="http://schemas.openxmlformats.org/officeDocument/2006/relationships/customXml" Target="../customXml/item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font" Target="fonts/font4.fntdata"/><Relationship Id="rId43" Type="http://schemas.openxmlformats.org/officeDocument/2006/relationships/font" Target="fonts/font12.fntdata"/><Relationship Id="rId48" Type="http://schemas.openxmlformats.org/officeDocument/2006/relationships/tableStyles" Target="tableStyles.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338F507-FFAD-4585-99E0-9DC17883AD4F}" type="slidenum">
              <a:rPr lang="en-US" smtClean="0"/>
              <a:t>1</a:t>
            </a:fld>
            <a:endParaRPr lang="en-US"/>
          </a:p>
        </p:txBody>
      </p:sp>
    </p:spTree>
    <p:extLst>
      <p:ext uri="{BB962C8B-B14F-4D97-AF65-F5344CB8AC3E}">
        <p14:creationId xmlns:p14="http://schemas.microsoft.com/office/powerpoint/2010/main" val="302554447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2.xml"/><Relationship Id="rId1" Type="http://schemas.openxmlformats.org/officeDocument/2006/relationships/tags" Target="../tags/tag2.xml"/><Relationship Id="rId4" Type="http://schemas.openxmlformats.org/officeDocument/2006/relationships/image" Target="../media/image11.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All Grey">
  <p:cSld name="Title Slide All Grey">
    <p:bg>
      <p:bgPr>
        <a:solidFill>
          <a:srgbClr val="464646"/>
        </a:solidFill>
        <a:effectLst/>
      </p:bgPr>
    </p:bg>
    <p:spTree>
      <p:nvGrpSpPr>
        <p:cNvPr id="1" name="Shape 85"/>
        <p:cNvGrpSpPr/>
        <p:nvPr/>
      </p:nvGrpSpPr>
      <p:grpSpPr>
        <a:xfrm>
          <a:off x="0" y="0"/>
          <a:ext cx="0" cy="0"/>
          <a:chOff x="0" y="0"/>
          <a:chExt cx="0" cy="0"/>
        </a:xfrm>
      </p:grpSpPr>
      <p:sp>
        <p:nvSpPr>
          <p:cNvPr id="86" name="Google Shape;86;p17"/>
          <p:cNvSpPr txBox="1">
            <a:spLocks noGrp="1"/>
          </p:cNvSpPr>
          <p:nvPr>
            <p:ph type="ctrTitle"/>
          </p:nvPr>
        </p:nvSpPr>
        <p:spPr>
          <a:xfrm>
            <a:off x="332184" y="2008800"/>
            <a:ext cx="5563875" cy="1988813"/>
          </a:xfrm>
          <a:prstGeom prst="rect">
            <a:avLst/>
          </a:prstGeom>
          <a:noFill/>
          <a:ln>
            <a:noFill/>
          </a:ln>
        </p:spPr>
        <p:txBody>
          <a:bodyPr spcFirstLastPara="1" wrap="square" lIns="0" tIns="0" rIns="0" bIns="0" anchor="b" anchorCtr="0">
            <a:noAutofit/>
          </a:bodyPr>
          <a:lstStyle>
            <a:lvl1pPr marR="0" lvl="0" algn="l">
              <a:lnSpc>
                <a:spcPct val="85000"/>
              </a:lnSpc>
              <a:spcBef>
                <a:spcPts val="0"/>
              </a:spcBef>
              <a:spcAft>
                <a:spcPts val="0"/>
              </a:spcAft>
              <a:buClr>
                <a:schemeClr val="lt1"/>
              </a:buClr>
              <a:buSzPts val="5400"/>
              <a:buFont typeface="Georgia"/>
              <a:buNone/>
              <a:defRPr sz="4500" b="0" i="0" u="none" strike="noStrike" cap="none">
                <a:solidFill>
                  <a:schemeClr val="lt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87" name="Google Shape;87;p17"/>
          <p:cNvSpPr txBox="1">
            <a:spLocks noGrp="1"/>
          </p:cNvSpPr>
          <p:nvPr>
            <p:ph type="subTitle" idx="1"/>
          </p:nvPr>
        </p:nvSpPr>
        <p:spPr>
          <a:xfrm>
            <a:off x="332185" y="4499111"/>
            <a:ext cx="4105313" cy="445688"/>
          </a:xfrm>
          <a:prstGeom prst="rect">
            <a:avLst/>
          </a:prstGeom>
          <a:noFill/>
          <a:ln>
            <a:noFill/>
          </a:ln>
        </p:spPr>
        <p:txBody>
          <a:bodyPr spcFirstLastPara="1" wrap="square" lIns="0" tIns="0" rIns="0" bIns="0" anchor="t" anchorCtr="0">
            <a:noAutofit/>
          </a:bodyPr>
          <a:lstStyle>
            <a:lvl1pPr marR="0" lvl="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1pPr>
            <a:lvl2pPr marR="0" lvl="1"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2pPr>
            <a:lvl3pPr marR="0" lvl="2"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3pPr>
            <a:lvl4pPr marR="0" lvl="3"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4pPr>
            <a:lvl5pPr marR="0" lvl="4"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5pPr>
            <a:lvl6pPr marR="0" lvl="5"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6pPr>
            <a:lvl7pPr marR="0" lvl="6"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7pPr>
            <a:lvl8pPr marR="0" lvl="7"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8pPr>
            <a:lvl9pPr marR="0" lvl="8"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9pPr>
          </a:lstStyle>
          <a:p>
            <a:endParaRPr/>
          </a:p>
        </p:txBody>
      </p:sp>
      <p:pic>
        <p:nvPicPr>
          <p:cNvPr id="88" name="Google Shape;88;p17"/>
          <p:cNvPicPr preferRelativeResize="0"/>
          <p:nvPr/>
        </p:nvPicPr>
        <p:blipFill rotWithShape="1">
          <a:blip r:embed="rId2">
            <a:alphaModFix/>
          </a:blip>
          <a:srcRect/>
          <a:stretch/>
        </p:blipFill>
        <p:spPr>
          <a:xfrm>
            <a:off x="196005" y="226801"/>
            <a:ext cx="1227582" cy="1013388"/>
          </a:xfrm>
          <a:prstGeom prst="rect">
            <a:avLst/>
          </a:prstGeom>
          <a:noFill/>
          <a:ln>
            <a:noFill/>
          </a:ln>
        </p:spPr>
      </p:pic>
      <p:sp>
        <p:nvSpPr>
          <p:cNvPr id="89" name="Google Shape;89;p17"/>
          <p:cNvSpPr txBox="1">
            <a:spLocks noGrp="1"/>
          </p:cNvSpPr>
          <p:nvPr>
            <p:ph type="sldNum" idx="12"/>
          </p:nvPr>
        </p:nvSpPr>
        <p:spPr>
          <a:xfrm>
            <a:off x="8242889" y="4845094"/>
            <a:ext cx="548625" cy="86625"/>
          </a:xfrm>
          <a:prstGeom prst="rect">
            <a:avLst/>
          </a:prstGeom>
          <a:noFill/>
          <a:ln>
            <a:noFill/>
          </a:ln>
        </p:spPr>
        <p:txBody>
          <a:bodyPr spcFirstLastPara="1" wrap="square" lIns="0" tIns="0" rIns="0" bIns="0" anchor="t"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Title Slide Logo Shape Orange">
  <p:cSld name="Title Slide Logo Shape Orange">
    <p:spTree>
      <p:nvGrpSpPr>
        <p:cNvPr id="1" name="Shape 90"/>
        <p:cNvGrpSpPr/>
        <p:nvPr/>
      </p:nvGrpSpPr>
      <p:grpSpPr>
        <a:xfrm>
          <a:off x="0" y="0"/>
          <a:ext cx="0" cy="0"/>
          <a:chOff x="0" y="0"/>
          <a:chExt cx="0" cy="0"/>
        </a:xfrm>
      </p:grpSpPr>
      <p:grpSp>
        <p:nvGrpSpPr>
          <p:cNvPr id="91" name="Google Shape;91;p18"/>
          <p:cNvGrpSpPr/>
          <p:nvPr/>
        </p:nvGrpSpPr>
        <p:grpSpPr>
          <a:xfrm>
            <a:off x="0" y="0"/>
            <a:ext cx="6685577" cy="5143501"/>
            <a:chOff x="0" y="0"/>
            <a:chExt cx="8914102" cy="6858001"/>
          </a:xfrm>
        </p:grpSpPr>
        <p:sp>
          <p:nvSpPr>
            <p:cNvPr id="92" name="Google Shape;92;p18"/>
            <p:cNvSpPr/>
            <p:nvPr/>
          </p:nvSpPr>
          <p:spPr>
            <a:xfrm>
              <a:off x="0" y="0"/>
              <a:ext cx="8914102" cy="6858001"/>
            </a:xfrm>
            <a:custGeom>
              <a:avLst/>
              <a:gdLst/>
              <a:ahLst/>
              <a:cxnLst/>
              <a:rect l="l" t="t" r="r" b="b"/>
              <a:pathLst>
                <a:path w="8914102" h="6858001" extrusionOk="0">
                  <a:moveTo>
                    <a:pt x="1260764" y="0"/>
                  </a:moveTo>
                  <a:lnTo>
                    <a:pt x="5169189" y="0"/>
                  </a:lnTo>
                  <a:lnTo>
                    <a:pt x="5169189" y="765175"/>
                  </a:lnTo>
                  <a:lnTo>
                    <a:pt x="5937540" y="765175"/>
                  </a:lnTo>
                  <a:lnTo>
                    <a:pt x="5937540" y="1957388"/>
                  </a:lnTo>
                  <a:lnTo>
                    <a:pt x="7920327" y="1957388"/>
                  </a:lnTo>
                  <a:lnTo>
                    <a:pt x="7920327" y="4899025"/>
                  </a:lnTo>
                  <a:lnTo>
                    <a:pt x="8914102" y="4899025"/>
                  </a:lnTo>
                  <a:lnTo>
                    <a:pt x="8914102" y="6858000"/>
                  </a:lnTo>
                  <a:lnTo>
                    <a:pt x="7920327" y="6858000"/>
                  </a:lnTo>
                  <a:lnTo>
                    <a:pt x="5937540" y="6858000"/>
                  </a:lnTo>
                  <a:lnTo>
                    <a:pt x="5169189" y="6858000"/>
                  </a:lnTo>
                  <a:lnTo>
                    <a:pt x="3705515" y="6858000"/>
                  </a:lnTo>
                  <a:lnTo>
                    <a:pt x="1260764" y="6858000"/>
                  </a:lnTo>
                  <a:lnTo>
                    <a:pt x="1260764" y="6858001"/>
                  </a:lnTo>
                  <a:lnTo>
                    <a:pt x="0" y="6858001"/>
                  </a:lnTo>
                  <a:lnTo>
                    <a:pt x="0" y="1"/>
                  </a:lnTo>
                  <a:lnTo>
                    <a:pt x="1260764" y="1"/>
                  </a:lnTo>
                  <a:close/>
                </a:path>
              </a:pathLst>
            </a:custGeom>
            <a:solidFill>
              <a:srgbClr val="D04A02"/>
            </a:solidFill>
            <a:ln>
              <a:noFill/>
            </a:ln>
          </p:spPr>
          <p:txBody>
            <a:bodyPr spcFirstLastPara="1" wrap="square" lIns="82275" tIns="41150" rIns="82275" bIns="4115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pic>
          <p:nvPicPr>
            <p:cNvPr id="93" name="Google Shape;93;p18"/>
            <p:cNvPicPr preferRelativeResize="0"/>
            <p:nvPr/>
          </p:nvPicPr>
          <p:blipFill rotWithShape="1">
            <a:blip r:embed="rId2">
              <a:alphaModFix/>
            </a:blip>
            <a:srcRect/>
            <a:stretch/>
          </p:blipFill>
          <p:spPr>
            <a:xfrm>
              <a:off x="261339" y="301752"/>
              <a:ext cx="1636775" cy="1351183"/>
            </a:xfrm>
            <a:prstGeom prst="rect">
              <a:avLst/>
            </a:prstGeom>
            <a:noFill/>
            <a:ln>
              <a:noFill/>
            </a:ln>
          </p:spPr>
        </p:pic>
      </p:grpSp>
      <p:sp>
        <p:nvSpPr>
          <p:cNvPr id="94" name="Google Shape;94;p18"/>
          <p:cNvSpPr txBox="1">
            <a:spLocks noGrp="1"/>
          </p:cNvSpPr>
          <p:nvPr>
            <p:ph type="ctrTitle"/>
          </p:nvPr>
        </p:nvSpPr>
        <p:spPr>
          <a:xfrm>
            <a:off x="332185" y="2010007"/>
            <a:ext cx="3944063" cy="1819125"/>
          </a:xfrm>
          <a:prstGeom prst="rect">
            <a:avLst/>
          </a:prstGeom>
          <a:noFill/>
          <a:ln>
            <a:noFill/>
          </a:ln>
        </p:spPr>
        <p:txBody>
          <a:bodyPr spcFirstLastPara="1" wrap="square" lIns="0" tIns="0" rIns="0" bIns="0" anchor="b" anchorCtr="0">
            <a:noAutofit/>
          </a:bodyPr>
          <a:lstStyle>
            <a:lvl1pPr marR="0" lvl="0" algn="l">
              <a:lnSpc>
                <a:spcPct val="85000"/>
              </a:lnSpc>
              <a:spcBef>
                <a:spcPts val="0"/>
              </a:spcBef>
              <a:spcAft>
                <a:spcPts val="0"/>
              </a:spcAft>
              <a:buClr>
                <a:schemeClr val="lt1"/>
              </a:buClr>
              <a:buSzPts val="4500"/>
              <a:buFont typeface="Georgia"/>
              <a:buNone/>
              <a:defRPr sz="3800" b="0" i="0" u="none" strike="noStrike" cap="none">
                <a:solidFill>
                  <a:schemeClr val="lt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95" name="Google Shape;95;p18"/>
          <p:cNvSpPr txBox="1">
            <a:spLocks noGrp="1"/>
          </p:cNvSpPr>
          <p:nvPr>
            <p:ph type="subTitle" idx="1"/>
          </p:nvPr>
        </p:nvSpPr>
        <p:spPr>
          <a:xfrm>
            <a:off x="332185" y="4069080"/>
            <a:ext cx="3944063" cy="445688"/>
          </a:xfrm>
          <a:prstGeom prst="rect">
            <a:avLst/>
          </a:prstGeom>
          <a:noFill/>
          <a:ln>
            <a:noFill/>
          </a:ln>
        </p:spPr>
        <p:txBody>
          <a:bodyPr spcFirstLastPara="1" wrap="square" lIns="0" tIns="0" rIns="0" bIns="0" anchor="t" anchorCtr="0">
            <a:noAutofit/>
          </a:bodyPr>
          <a:lstStyle>
            <a:lvl1pPr marR="0" lvl="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1pPr>
            <a:lvl2pPr marR="0" lvl="1"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2pPr>
            <a:lvl3pPr marR="0" lvl="2"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3pPr>
            <a:lvl4pPr marR="0" lvl="3"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4pPr>
            <a:lvl5pPr marR="0" lvl="4"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5pPr>
            <a:lvl6pPr marR="0" lvl="5"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6pPr>
            <a:lvl7pPr marR="0" lvl="6"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7pPr>
            <a:lvl8pPr marR="0" lvl="7"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8pPr>
            <a:lvl9pPr marR="0" lvl="8"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9pPr>
          </a:lstStyle>
          <a:p>
            <a:endParaRPr/>
          </a:p>
        </p:txBody>
      </p:sp>
      <p:sp>
        <p:nvSpPr>
          <p:cNvPr id="96" name="Google Shape;96;p18"/>
          <p:cNvSpPr txBox="1">
            <a:spLocks noGrp="1"/>
          </p:cNvSpPr>
          <p:nvPr>
            <p:ph type="sldNum" idx="12"/>
          </p:nvPr>
        </p:nvSpPr>
        <p:spPr>
          <a:xfrm>
            <a:off x="8242889" y="4845094"/>
            <a:ext cx="548625" cy="86625"/>
          </a:xfrm>
          <a:prstGeom prst="rect">
            <a:avLst/>
          </a:prstGeom>
          <a:noFill/>
          <a:ln>
            <a:noFill/>
          </a:ln>
        </p:spPr>
        <p:txBody>
          <a:bodyPr spcFirstLastPara="1" wrap="square" lIns="0" tIns="0" rIns="0" bIns="0" anchor="t"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Title Slide Logo Shape Grey">
  <p:cSld name="Title Slide Logo Shape Grey 2">
    <p:spTree>
      <p:nvGrpSpPr>
        <p:cNvPr id="1" name="Shape 97"/>
        <p:cNvGrpSpPr/>
        <p:nvPr/>
      </p:nvGrpSpPr>
      <p:grpSpPr>
        <a:xfrm>
          <a:off x="0" y="0"/>
          <a:ext cx="0" cy="0"/>
          <a:chOff x="0" y="0"/>
          <a:chExt cx="0" cy="0"/>
        </a:xfrm>
      </p:grpSpPr>
      <p:pic>
        <p:nvPicPr>
          <p:cNvPr id="98" name="Google Shape;98;p19"/>
          <p:cNvPicPr preferRelativeResize="0"/>
          <p:nvPr/>
        </p:nvPicPr>
        <p:blipFill rotWithShape="1">
          <a:blip r:embed="rId2">
            <a:alphaModFix/>
          </a:blip>
          <a:srcRect l="26634" t="118" r="-1127" b="-1"/>
          <a:stretch/>
        </p:blipFill>
        <p:spPr>
          <a:xfrm flipH="1">
            <a:off x="3393356" y="1"/>
            <a:ext cx="5750643" cy="5143500"/>
          </a:xfrm>
          <a:prstGeom prst="rect">
            <a:avLst/>
          </a:prstGeom>
          <a:noFill/>
          <a:ln>
            <a:noFill/>
          </a:ln>
        </p:spPr>
      </p:pic>
      <p:sp>
        <p:nvSpPr>
          <p:cNvPr id="99" name="Google Shape;99;p19"/>
          <p:cNvSpPr/>
          <p:nvPr/>
        </p:nvSpPr>
        <p:spPr>
          <a:xfrm>
            <a:off x="1" y="0"/>
            <a:ext cx="6225368" cy="5143501"/>
          </a:xfrm>
          <a:custGeom>
            <a:avLst/>
            <a:gdLst/>
            <a:ahLst/>
            <a:cxnLst/>
            <a:rect l="l" t="t" r="r" b="b"/>
            <a:pathLst>
              <a:path w="8300491" h="6858001" extrusionOk="0">
                <a:moveTo>
                  <a:pt x="647153" y="0"/>
                </a:moveTo>
                <a:lnTo>
                  <a:pt x="4555578" y="0"/>
                </a:lnTo>
                <a:lnTo>
                  <a:pt x="4555578" y="765175"/>
                </a:lnTo>
                <a:lnTo>
                  <a:pt x="5323929" y="765175"/>
                </a:lnTo>
                <a:lnTo>
                  <a:pt x="5323929" y="1957388"/>
                </a:lnTo>
                <a:lnTo>
                  <a:pt x="7306716" y="1957388"/>
                </a:lnTo>
                <a:lnTo>
                  <a:pt x="7306716" y="4899025"/>
                </a:lnTo>
                <a:lnTo>
                  <a:pt x="8300491" y="4899025"/>
                </a:lnTo>
                <a:lnTo>
                  <a:pt x="8300491" y="6858000"/>
                </a:lnTo>
                <a:lnTo>
                  <a:pt x="7306716" y="6858000"/>
                </a:lnTo>
                <a:lnTo>
                  <a:pt x="5323929" y="6858000"/>
                </a:lnTo>
                <a:lnTo>
                  <a:pt x="4555578" y="6858000"/>
                </a:lnTo>
                <a:lnTo>
                  <a:pt x="3091904" y="6858000"/>
                </a:lnTo>
                <a:lnTo>
                  <a:pt x="647153" y="6858000"/>
                </a:lnTo>
                <a:lnTo>
                  <a:pt x="647153" y="6858001"/>
                </a:lnTo>
                <a:lnTo>
                  <a:pt x="0" y="6858001"/>
                </a:lnTo>
                <a:lnTo>
                  <a:pt x="0" y="1"/>
                </a:lnTo>
                <a:lnTo>
                  <a:pt x="647153" y="1"/>
                </a:lnTo>
                <a:close/>
              </a:path>
            </a:pathLst>
          </a:custGeom>
          <a:solidFill>
            <a:schemeClr val="lt1"/>
          </a:solidFill>
          <a:ln>
            <a:noFill/>
          </a:ln>
        </p:spPr>
        <p:txBody>
          <a:bodyPr spcFirstLastPara="1" wrap="square" lIns="82275" tIns="41150" rIns="82275" bIns="4115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0" name="Google Shape;100;p19"/>
          <p:cNvSpPr txBox="1">
            <a:spLocks noGrp="1"/>
          </p:cNvSpPr>
          <p:nvPr>
            <p:ph type="ctrTitle"/>
          </p:nvPr>
        </p:nvSpPr>
        <p:spPr>
          <a:xfrm>
            <a:off x="332185" y="2008800"/>
            <a:ext cx="3944063" cy="1814813"/>
          </a:xfrm>
          <a:prstGeom prst="rect">
            <a:avLst/>
          </a:prstGeom>
          <a:noFill/>
          <a:ln>
            <a:noFill/>
          </a:ln>
        </p:spPr>
        <p:txBody>
          <a:bodyPr spcFirstLastPara="1" wrap="square" lIns="0" tIns="0" rIns="0" bIns="0" anchor="b" anchorCtr="0">
            <a:noAutofit/>
          </a:bodyPr>
          <a:lstStyle>
            <a:lvl1pPr marR="0" lvl="0" algn="l">
              <a:lnSpc>
                <a:spcPct val="85000"/>
              </a:lnSpc>
              <a:spcBef>
                <a:spcPts val="0"/>
              </a:spcBef>
              <a:spcAft>
                <a:spcPts val="0"/>
              </a:spcAft>
              <a:buClr>
                <a:schemeClr val="lt1"/>
              </a:buClr>
              <a:buSzPts val="4500"/>
              <a:buFont typeface="Georgia"/>
              <a:buNone/>
              <a:defRPr sz="38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101" name="Google Shape;101;p19"/>
          <p:cNvSpPr txBox="1">
            <a:spLocks noGrp="1"/>
          </p:cNvSpPr>
          <p:nvPr>
            <p:ph type="subTitle" idx="1"/>
          </p:nvPr>
        </p:nvSpPr>
        <p:spPr>
          <a:xfrm>
            <a:off x="332185" y="4063691"/>
            <a:ext cx="3944063" cy="445688"/>
          </a:xfrm>
          <a:prstGeom prst="rect">
            <a:avLst/>
          </a:prstGeom>
          <a:noFill/>
          <a:ln>
            <a:noFill/>
          </a:ln>
        </p:spPr>
        <p:txBody>
          <a:bodyPr spcFirstLastPara="1" wrap="square" lIns="0" tIns="0" rIns="0" bIns="0" anchor="t" anchorCtr="0">
            <a:noAutofit/>
          </a:bodyPr>
          <a:lstStyle>
            <a:lvl1pPr marR="0" lvl="0" algn="l">
              <a:lnSpc>
                <a:spcPct val="100000"/>
              </a:lnSpc>
              <a:spcBef>
                <a:spcPts val="0"/>
              </a:spcBef>
              <a:spcAft>
                <a:spcPts val="0"/>
              </a:spcAft>
              <a:buClr>
                <a:schemeClr val="lt1"/>
              </a:buClr>
              <a:buSzPts val="1400"/>
              <a:buFont typeface="Arial"/>
              <a:buNone/>
              <a:defRPr sz="1200" b="0"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2pPr>
            <a:lvl3pPr marR="0" lvl="2"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3pPr>
            <a:lvl4pPr marR="0" lvl="3"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4pPr>
            <a:lvl5pPr marR="0" lvl="4"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5pPr>
            <a:lvl6pPr marR="0" lvl="5"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6pPr>
            <a:lvl7pPr marR="0" lvl="6"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7pPr>
            <a:lvl8pPr marR="0" lvl="7"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8pPr>
            <a:lvl9pPr marR="0" lvl="8"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9pPr>
          </a:lstStyle>
          <a:p>
            <a:endParaRPr/>
          </a:p>
        </p:txBody>
      </p:sp>
      <p:sp>
        <p:nvSpPr>
          <p:cNvPr id="102" name="Google Shape;102;p19"/>
          <p:cNvSpPr/>
          <p:nvPr/>
        </p:nvSpPr>
        <p:spPr>
          <a:xfrm>
            <a:off x="3414712" y="566737"/>
            <a:ext cx="581026" cy="904875"/>
          </a:xfrm>
          <a:prstGeom prst="rect">
            <a:avLst/>
          </a:prstGeom>
          <a:solidFill>
            <a:srgbClr val="EA8C09"/>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p:txBody>
      </p:sp>
      <p:sp>
        <p:nvSpPr>
          <p:cNvPr id="103" name="Google Shape;103;p19"/>
          <p:cNvSpPr/>
          <p:nvPr/>
        </p:nvSpPr>
        <p:spPr>
          <a:xfrm>
            <a:off x="4805363" y="1466850"/>
            <a:ext cx="676275" cy="676275"/>
          </a:xfrm>
          <a:prstGeom prst="rect">
            <a:avLst/>
          </a:prstGeom>
          <a:solidFill>
            <a:srgbClr val="D9395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p:txBody>
      </p:sp>
      <p:sp>
        <p:nvSpPr>
          <p:cNvPr id="104" name="Google Shape;104;p19"/>
          <p:cNvSpPr/>
          <p:nvPr/>
        </p:nvSpPr>
        <p:spPr>
          <a:xfrm>
            <a:off x="5924550" y="3671888"/>
            <a:ext cx="300819" cy="685800"/>
          </a:xfrm>
          <a:prstGeom prst="rect">
            <a:avLst/>
          </a:prstGeom>
          <a:solidFill>
            <a:srgbClr val="CF4C16"/>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p:txBody>
      </p:sp>
      <p:pic>
        <p:nvPicPr>
          <p:cNvPr id="105" name="Google Shape;105;p19" descr="Chart, histogram&#10;&#10;Description automatically generated"/>
          <p:cNvPicPr preferRelativeResize="0"/>
          <p:nvPr/>
        </p:nvPicPr>
        <p:blipFill rotWithShape="1">
          <a:blip r:embed="rId3">
            <a:alphaModFix/>
          </a:blip>
          <a:srcRect/>
          <a:stretch/>
        </p:blipFill>
        <p:spPr>
          <a:xfrm>
            <a:off x="232309" y="114300"/>
            <a:ext cx="1448361" cy="1225031"/>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Title Slide Logo Shape White 1">
  <p:cSld name="Title Slide Logo Shape White 1">
    <p:spTree>
      <p:nvGrpSpPr>
        <p:cNvPr id="1" name="Shape 106"/>
        <p:cNvGrpSpPr/>
        <p:nvPr/>
      </p:nvGrpSpPr>
      <p:grpSpPr>
        <a:xfrm>
          <a:off x="0" y="0"/>
          <a:ext cx="0" cy="0"/>
          <a:chOff x="0" y="0"/>
          <a:chExt cx="0" cy="0"/>
        </a:xfrm>
      </p:grpSpPr>
      <p:sp>
        <p:nvSpPr>
          <p:cNvPr id="107" name="Google Shape;107;p20"/>
          <p:cNvSpPr/>
          <p:nvPr/>
        </p:nvSpPr>
        <p:spPr>
          <a:xfrm>
            <a:off x="0" y="0"/>
            <a:ext cx="6685577" cy="5143501"/>
          </a:xfrm>
          <a:custGeom>
            <a:avLst/>
            <a:gdLst/>
            <a:ahLst/>
            <a:cxnLst/>
            <a:rect l="l" t="t" r="r" b="b"/>
            <a:pathLst>
              <a:path w="8914102" h="6858001" extrusionOk="0">
                <a:moveTo>
                  <a:pt x="1260764" y="0"/>
                </a:moveTo>
                <a:lnTo>
                  <a:pt x="5169189" y="0"/>
                </a:lnTo>
                <a:lnTo>
                  <a:pt x="5169189" y="765175"/>
                </a:lnTo>
                <a:lnTo>
                  <a:pt x="5937540" y="765175"/>
                </a:lnTo>
                <a:lnTo>
                  <a:pt x="5937540" y="1957388"/>
                </a:lnTo>
                <a:lnTo>
                  <a:pt x="7920327" y="1957388"/>
                </a:lnTo>
                <a:lnTo>
                  <a:pt x="7920327" y="4899025"/>
                </a:lnTo>
                <a:lnTo>
                  <a:pt x="8914102" y="4899025"/>
                </a:lnTo>
                <a:lnTo>
                  <a:pt x="8914102" y="6858000"/>
                </a:lnTo>
                <a:lnTo>
                  <a:pt x="7920327" y="6858000"/>
                </a:lnTo>
                <a:lnTo>
                  <a:pt x="5937540" y="6858000"/>
                </a:lnTo>
                <a:lnTo>
                  <a:pt x="5169189" y="6858000"/>
                </a:lnTo>
                <a:lnTo>
                  <a:pt x="3705515" y="6858000"/>
                </a:lnTo>
                <a:lnTo>
                  <a:pt x="1260764" y="6858000"/>
                </a:lnTo>
                <a:lnTo>
                  <a:pt x="1260764" y="6858001"/>
                </a:lnTo>
                <a:lnTo>
                  <a:pt x="0" y="6858001"/>
                </a:lnTo>
                <a:lnTo>
                  <a:pt x="0" y="1"/>
                </a:lnTo>
                <a:lnTo>
                  <a:pt x="1260764" y="1"/>
                </a:lnTo>
                <a:close/>
              </a:path>
            </a:pathLst>
          </a:custGeom>
          <a:solidFill>
            <a:schemeClr val="lt1"/>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8" name="Google Shape;108;p20"/>
          <p:cNvSpPr txBox="1">
            <a:spLocks noGrp="1"/>
          </p:cNvSpPr>
          <p:nvPr>
            <p:ph type="ctrTitle"/>
          </p:nvPr>
        </p:nvSpPr>
        <p:spPr>
          <a:xfrm>
            <a:off x="332185" y="2008800"/>
            <a:ext cx="3944063" cy="1814813"/>
          </a:xfrm>
          <a:prstGeom prst="rect">
            <a:avLst/>
          </a:prstGeom>
          <a:noFill/>
          <a:ln>
            <a:noFill/>
          </a:ln>
        </p:spPr>
        <p:txBody>
          <a:bodyPr spcFirstLastPara="1" wrap="square" lIns="0" tIns="0" rIns="0" bIns="0" anchor="b" anchorCtr="0">
            <a:noAutofit/>
          </a:bodyPr>
          <a:lstStyle>
            <a:lvl1pPr marR="0" lvl="0" algn="l">
              <a:lnSpc>
                <a:spcPct val="85000"/>
              </a:lnSpc>
              <a:spcBef>
                <a:spcPts val="0"/>
              </a:spcBef>
              <a:spcAft>
                <a:spcPts val="0"/>
              </a:spcAft>
              <a:buSzPts val="4500"/>
              <a:buFont typeface="Georgia"/>
              <a:buNone/>
              <a:defRPr sz="3800" b="0" i="0" u="none" strike="noStrike" cap="none">
                <a:latin typeface="Georgia"/>
                <a:ea typeface="Georgia"/>
                <a:cs typeface="Georgia"/>
                <a:sym typeface="Georgia"/>
              </a:defRPr>
            </a:lvl1pPr>
            <a:lvl2pPr lvl="1" algn="l">
              <a:lnSpc>
                <a:spcPct val="100000"/>
              </a:lnSpc>
              <a:spcBef>
                <a:spcPts val="0"/>
              </a:spcBef>
              <a:spcAft>
                <a:spcPts val="0"/>
              </a:spcAft>
              <a:buClr>
                <a:schemeClr val="dk1"/>
              </a:buClr>
              <a:buSzPts val="1300"/>
              <a:buNone/>
              <a:defRPr sz="1400">
                <a:solidFill>
                  <a:schemeClr val="dk1"/>
                </a:solidFill>
              </a:defRPr>
            </a:lvl2pPr>
            <a:lvl3pPr lvl="2" algn="l">
              <a:lnSpc>
                <a:spcPct val="100000"/>
              </a:lnSpc>
              <a:spcBef>
                <a:spcPts val="0"/>
              </a:spcBef>
              <a:spcAft>
                <a:spcPts val="0"/>
              </a:spcAft>
              <a:buClr>
                <a:schemeClr val="dk1"/>
              </a:buClr>
              <a:buSzPts val="1300"/>
              <a:buNone/>
              <a:defRPr sz="1400">
                <a:solidFill>
                  <a:schemeClr val="dk1"/>
                </a:solidFill>
              </a:defRPr>
            </a:lvl3pPr>
            <a:lvl4pPr lvl="3" algn="l">
              <a:lnSpc>
                <a:spcPct val="100000"/>
              </a:lnSpc>
              <a:spcBef>
                <a:spcPts val="0"/>
              </a:spcBef>
              <a:spcAft>
                <a:spcPts val="0"/>
              </a:spcAft>
              <a:buClr>
                <a:schemeClr val="dk1"/>
              </a:buClr>
              <a:buSzPts val="1300"/>
              <a:buNone/>
              <a:defRPr sz="1400">
                <a:solidFill>
                  <a:schemeClr val="dk1"/>
                </a:solidFill>
              </a:defRPr>
            </a:lvl4pPr>
            <a:lvl5pPr lvl="4" algn="l">
              <a:lnSpc>
                <a:spcPct val="100000"/>
              </a:lnSpc>
              <a:spcBef>
                <a:spcPts val="0"/>
              </a:spcBef>
              <a:spcAft>
                <a:spcPts val="0"/>
              </a:spcAft>
              <a:buClr>
                <a:schemeClr val="dk1"/>
              </a:buClr>
              <a:buSzPts val="1300"/>
              <a:buNone/>
              <a:defRPr sz="1400">
                <a:solidFill>
                  <a:schemeClr val="dk1"/>
                </a:solidFill>
              </a:defRPr>
            </a:lvl5pPr>
            <a:lvl6pPr lvl="5" algn="l">
              <a:lnSpc>
                <a:spcPct val="100000"/>
              </a:lnSpc>
              <a:spcBef>
                <a:spcPts val="0"/>
              </a:spcBef>
              <a:spcAft>
                <a:spcPts val="0"/>
              </a:spcAft>
              <a:buClr>
                <a:schemeClr val="dk1"/>
              </a:buClr>
              <a:buSzPts val="1300"/>
              <a:buNone/>
              <a:defRPr sz="1400">
                <a:solidFill>
                  <a:schemeClr val="dk1"/>
                </a:solidFill>
              </a:defRPr>
            </a:lvl6pPr>
            <a:lvl7pPr lvl="6" algn="l">
              <a:lnSpc>
                <a:spcPct val="100000"/>
              </a:lnSpc>
              <a:spcBef>
                <a:spcPts val="0"/>
              </a:spcBef>
              <a:spcAft>
                <a:spcPts val="0"/>
              </a:spcAft>
              <a:buClr>
                <a:schemeClr val="dk1"/>
              </a:buClr>
              <a:buSzPts val="1300"/>
              <a:buNone/>
              <a:defRPr sz="1400">
                <a:solidFill>
                  <a:schemeClr val="dk1"/>
                </a:solidFill>
              </a:defRPr>
            </a:lvl7pPr>
            <a:lvl8pPr lvl="7" algn="l">
              <a:lnSpc>
                <a:spcPct val="100000"/>
              </a:lnSpc>
              <a:spcBef>
                <a:spcPts val="0"/>
              </a:spcBef>
              <a:spcAft>
                <a:spcPts val="0"/>
              </a:spcAft>
              <a:buClr>
                <a:schemeClr val="dk1"/>
              </a:buClr>
              <a:buSzPts val="1300"/>
              <a:buNone/>
              <a:defRPr sz="1400">
                <a:solidFill>
                  <a:schemeClr val="dk1"/>
                </a:solidFill>
              </a:defRPr>
            </a:lvl8pPr>
            <a:lvl9pPr lvl="8" algn="l">
              <a:lnSpc>
                <a:spcPct val="100000"/>
              </a:lnSpc>
              <a:spcBef>
                <a:spcPts val="0"/>
              </a:spcBef>
              <a:spcAft>
                <a:spcPts val="0"/>
              </a:spcAft>
              <a:buClr>
                <a:schemeClr val="dk1"/>
              </a:buClr>
              <a:buSzPts val="1300"/>
              <a:buNone/>
              <a:defRPr sz="1400">
                <a:solidFill>
                  <a:schemeClr val="dk1"/>
                </a:solidFill>
              </a:defRPr>
            </a:lvl9pPr>
          </a:lstStyle>
          <a:p>
            <a:endParaRPr/>
          </a:p>
        </p:txBody>
      </p:sp>
      <p:sp>
        <p:nvSpPr>
          <p:cNvPr id="109" name="Google Shape;109;p20"/>
          <p:cNvSpPr txBox="1">
            <a:spLocks noGrp="1"/>
          </p:cNvSpPr>
          <p:nvPr>
            <p:ph type="subTitle" idx="1"/>
          </p:nvPr>
        </p:nvSpPr>
        <p:spPr>
          <a:xfrm>
            <a:off x="332185" y="4063691"/>
            <a:ext cx="3944063" cy="445688"/>
          </a:xfrm>
          <a:prstGeom prst="rect">
            <a:avLst/>
          </a:prstGeom>
          <a:noFill/>
          <a:ln>
            <a:noFill/>
          </a:ln>
        </p:spPr>
        <p:txBody>
          <a:bodyPr spcFirstLastPara="1" wrap="square" lIns="0" tIns="0" rIns="0" bIns="0" anchor="t" anchorCtr="0">
            <a:noAutofit/>
          </a:bodyPr>
          <a:lstStyle>
            <a:lvl1pPr marR="0" lvl="0" algn="l">
              <a:lnSpc>
                <a:spcPct val="100000"/>
              </a:lnSpc>
              <a:spcBef>
                <a:spcPts val="0"/>
              </a:spcBef>
              <a:spcAft>
                <a:spcPts val="0"/>
              </a:spcAft>
              <a:buSzPts val="1400"/>
              <a:buFont typeface="Arial"/>
              <a:buNone/>
              <a:defRPr sz="1200" b="0" i="0" u="none" strike="noStrike" cap="none">
                <a:latin typeface="Arial"/>
                <a:ea typeface="Arial"/>
                <a:cs typeface="Arial"/>
                <a:sym typeface="Arial"/>
              </a:defRPr>
            </a:lvl1pPr>
            <a:lvl2pPr marR="0" lvl="1" algn="l">
              <a:lnSpc>
                <a:spcPct val="100000"/>
              </a:lnSpc>
              <a:spcBef>
                <a:spcPts val="0"/>
              </a:spcBef>
              <a:spcAft>
                <a:spcPts val="0"/>
              </a:spcAft>
              <a:buSzPts val="1400"/>
              <a:buFont typeface="Arial"/>
              <a:buNone/>
              <a:defRPr sz="1200" b="0" i="0" u="none" strike="noStrike" cap="none">
                <a:latin typeface="Arial"/>
                <a:ea typeface="Arial"/>
                <a:cs typeface="Arial"/>
                <a:sym typeface="Arial"/>
              </a:defRPr>
            </a:lvl2pPr>
            <a:lvl3pPr marR="0" lvl="2" algn="l">
              <a:lnSpc>
                <a:spcPct val="100000"/>
              </a:lnSpc>
              <a:spcBef>
                <a:spcPts val="0"/>
              </a:spcBef>
              <a:spcAft>
                <a:spcPts val="0"/>
              </a:spcAft>
              <a:buSzPts val="1400"/>
              <a:buFont typeface="Arial"/>
              <a:buNone/>
              <a:defRPr sz="1200" b="0" i="0" u="none" strike="noStrike" cap="none">
                <a:latin typeface="Arial"/>
                <a:ea typeface="Arial"/>
                <a:cs typeface="Arial"/>
                <a:sym typeface="Arial"/>
              </a:defRPr>
            </a:lvl3pPr>
            <a:lvl4pPr marR="0" lvl="3" algn="l">
              <a:lnSpc>
                <a:spcPct val="100000"/>
              </a:lnSpc>
              <a:spcBef>
                <a:spcPts val="0"/>
              </a:spcBef>
              <a:spcAft>
                <a:spcPts val="0"/>
              </a:spcAft>
              <a:buSzPts val="1400"/>
              <a:buFont typeface="Arial"/>
              <a:buNone/>
              <a:defRPr sz="1200" b="0" i="0" u="none" strike="noStrike" cap="none">
                <a:latin typeface="Arial"/>
                <a:ea typeface="Arial"/>
                <a:cs typeface="Arial"/>
                <a:sym typeface="Arial"/>
              </a:defRPr>
            </a:lvl4pPr>
            <a:lvl5pPr marR="0" lvl="4" algn="l">
              <a:lnSpc>
                <a:spcPct val="100000"/>
              </a:lnSpc>
              <a:spcBef>
                <a:spcPts val="0"/>
              </a:spcBef>
              <a:spcAft>
                <a:spcPts val="0"/>
              </a:spcAft>
              <a:buSzPts val="1400"/>
              <a:buFont typeface="Arial"/>
              <a:buNone/>
              <a:defRPr sz="1200" b="0" i="0" u="none" strike="noStrike" cap="none">
                <a:latin typeface="Arial"/>
                <a:ea typeface="Arial"/>
                <a:cs typeface="Arial"/>
                <a:sym typeface="Arial"/>
              </a:defRPr>
            </a:lvl5pPr>
            <a:lvl6pPr marR="0" lvl="5" algn="l">
              <a:lnSpc>
                <a:spcPct val="100000"/>
              </a:lnSpc>
              <a:spcBef>
                <a:spcPts val="0"/>
              </a:spcBef>
              <a:spcAft>
                <a:spcPts val="0"/>
              </a:spcAft>
              <a:buSzPts val="1400"/>
              <a:buFont typeface="Arial"/>
              <a:buNone/>
              <a:defRPr sz="1200" b="0" i="0" u="none" strike="noStrike" cap="none">
                <a:latin typeface="Arial"/>
                <a:ea typeface="Arial"/>
                <a:cs typeface="Arial"/>
                <a:sym typeface="Arial"/>
              </a:defRPr>
            </a:lvl6pPr>
            <a:lvl7pPr marR="0" lvl="6" algn="l">
              <a:lnSpc>
                <a:spcPct val="100000"/>
              </a:lnSpc>
              <a:spcBef>
                <a:spcPts val="0"/>
              </a:spcBef>
              <a:spcAft>
                <a:spcPts val="0"/>
              </a:spcAft>
              <a:buSzPts val="1400"/>
              <a:buFont typeface="Arial"/>
              <a:buNone/>
              <a:defRPr sz="1200" b="0" i="0" u="none" strike="noStrike" cap="none">
                <a:latin typeface="Arial"/>
                <a:ea typeface="Arial"/>
                <a:cs typeface="Arial"/>
                <a:sym typeface="Arial"/>
              </a:defRPr>
            </a:lvl7pPr>
            <a:lvl8pPr marR="0" lvl="7" algn="l">
              <a:lnSpc>
                <a:spcPct val="100000"/>
              </a:lnSpc>
              <a:spcBef>
                <a:spcPts val="0"/>
              </a:spcBef>
              <a:spcAft>
                <a:spcPts val="0"/>
              </a:spcAft>
              <a:buSzPts val="1400"/>
              <a:buFont typeface="Arial"/>
              <a:buNone/>
              <a:defRPr sz="1200" b="0" i="0" u="none" strike="noStrike" cap="none">
                <a:latin typeface="Arial"/>
                <a:ea typeface="Arial"/>
                <a:cs typeface="Arial"/>
                <a:sym typeface="Arial"/>
              </a:defRPr>
            </a:lvl8pPr>
            <a:lvl9pPr marR="0" lvl="8" algn="l">
              <a:lnSpc>
                <a:spcPct val="100000"/>
              </a:lnSpc>
              <a:spcBef>
                <a:spcPts val="0"/>
              </a:spcBef>
              <a:spcAft>
                <a:spcPts val="0"/>
              </a:spcAft>
              <a:buSzPts val="1400"/>
              <a:buFont typeface="Arial"/>
              <a:buNone/>
              <a:defRPr sz="1200" b="0" i="0" u="none" strike="noStrike" cap="none">
                <a:latin typeface="Arial"/>
                <a:ea typeface="Arial"/>
                <a:cs typeface="Arial"/>
                <a:sym typeface="Arial"/>
              </a:defRPr>
            </a:lvl9pPr>
          </a:lstStyle>
          <a:p>
            <a:endParaRPr/>
          </a:p>
        </p:txBody>
      </p:sp>
      <p:sp>
        <p:nvSpPr>
          <p:cNvPr id="110" name="Google Shape;110;p20"/>
          <p:cNvSpPr txBox="1">
            <a:spLocks noGrp="1"/>
          </p:cNvSpPr>
          <p:nvPr>
            <p:ph type="sldNum" idx="12"/>
          </p:nvPr>
        </p:nvSpPr>
        <p:spPr>
          <a:xfrm>
            <a:off x="8242889" y="4845094"/>
            <a:ext cx="548625" cy="86625"/>
          </a:xfrm>
          <a:prstGeom prst="rect">
            <a:avLst/>
          </a:prstGeom>
          <a:noFill/>
          <a:ln>
            <a:noFill/>
          </a:ln>
        </p:spPr>
        <p:txBody>
          <a:bodyPr spcFirstLastPara="1" wrap="square" lIns="0" tIns="0" rIns="0" bIns="0" anchor="t"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Section Header Orange">
  <p:cSld name="Section Header Orange">
    <p:bg>
      <p:bgPr>
        <a:solidFill>
          <a:srgbClr val="D04A02"/>
        </a:solidFill>
        <a:effectLst/>
      </p:bgPr>
    </p:bg>
    <p:spTree>
      <p:nvGrpSpPr>
        <p:cNvPr id="1" name="Shape 111"/>
        <p:cNvGrpSpPr/>
        <p:nvPr/>
      </p:nvGrpSpPr>
      <p:grpSpPr>
        <a:xfrm>
          <a:off x="0" y="0"/>
          <a:ext cx="0" cy="0"/>
          <a:chOff x="0" y="0"/>
          <a:chExt cx="0" cy="0"/>
        </a:xfrm>
      </p:grpSpPr>
      <p:sp>
        <p:nvSpPr>
          <p:cNvPr id="112" name="Google Shape;112;p21"/>
          <p:cNvSpPr txBox="1">
            <a:spLocks noGrp="1"/>
          </p:cNvSpPr>
          <p:nvPr>
            <p:ph type="title"/>
          </p:nvPr>
        </p:nvSpPr>
        <p:spPr>
          <a:xfrm>
            <a:off x="2902500" y="1577588"/>
            <a:ext cx="5298563" cy="1923375"/>
          </a:xfrm>
          <a:prstGeom prst="rect">
            <a:avLst/>
          </a:prstGeom>
          <a:noFill/>
          <a:ln>
            <a:noFill/>
          </a:ln>
        </p:spPr>
        <p:txBody>
          <a:bodyPr spcFirstLastPara="1" wrap="square" lIns="0" tIns="0" rIns="0" bIns="0" anchor="ctr" anchorCtr="0">
            <a:noAutofit/>
          </a:bodyPr>
          <a:lstStyle>
            <a:lvl1pPr marR="0" lvl="0" algn="l">
              <a:lnSpc>
                <a:spcPct val="115000"/>
              </a:lnSpc>
              <a:spcBef>
                <a:spcPts val="0"/>
              </a:spcBef>
              <a:spcAft>
                <a:spcPts val="0"/>
              </a:spcAft>
              <a:buClr>
                <a:schemeClr val="lt1"/>
              </a:buClr>
              <a:buSzPts val="4500"/>
              <a:buNone/>
              <a:defRPr sz="3800" i="0" u="none" strike="noStrike" cap="none">
                <a:solidFill>
                  <a:schemeClr val="lt1"/>
                </a:solidFill>
              </a:defRPr>
            </a:lvl1pPr>
            <a:lvl2pPr lvl="1" algn="l">
              <a:lnSpc>
                <a:spcPct val="115000"/>
              </a:lnSpc>
              <a:spcBef>
                <a:spcPts val="0"/>
              </a:spcBef>
              <a:spcAft>
                <a:spcPts val="0"/>
              </a:spcAft>
              <a:buSzPts val="4500"/>
              <a:buFont typeface="Georgia"/>
              <a:buNone/>
              <a:defRPr sz="3800">
                <a:latin typeface="Georgia"/>
                <a:ea typeface="Georgia"/>
                <a:cs typeface="Georgia"/>
                <a:sym typeface="Georgia"/>
              </a:defRPr>
            </a:lvl2pPr>
            <a:lvl3pPr lvl="2" algn="l">
              <a:lnSpc>
                <a:spcPct val="115000"/>
              </a:lnSpc>
              <a:spcBef>
                <a:spcPts val="0"/>
              </a:spcBef>
              <a:spcAft>
                <a:spcPts val="0"/>
              </a:spcAft>
              <a:buSzPts val="4500"/>
              <a:buFont typeface="Georgia"/>
              <a:buNone/>
              <a:defRPr sz="3800">
                <a:latin typeface="Georgia"/>
                <a:ea typeface="Georgia"/>
                <a:cs typeface="Georgia"/>
                <a:sym typeface="Georgia"/>
              </a:defRPr>
            </a:lvl3pPr>
            <a:lvl4pPr lvl="3" algn="l">
              <a:lnSpc>
                <a:spcPct val="115000"/>
              </a:lnSpc>
              <a:spcBef>
                <a:spcPts val="0"/>
              </a:spcBef>
              <a:spcAft>
                <a:spcPts val="0"/>
              </a:spcAft>
              <a:buSzPts val="4500"/>
              <a:buFont typeface="Georgia"/>
              <a:buNone/>
              <a:defRPr sz="3800">
                <a:latin typeface="Georgia"/>
                <a:ea typeface="Georgia"/>
                <a:cs typeface="Georgia"/>
                <a:sym typeface="Georgia"/>
              </a:defRPr>
            </a:lvl4pPr>
            <a:lvl5pPr lvl="4" algn="l">
              <a:lnSpc>
                <a:spcPct val="115000"/>
              </a:lnSpc>
              <a:spcBef>
                <a:spcPts val="0"/>
              </a:spcBef>
              <a:spcAft>
                <a:spcPts val="0"/>
              </a:spcAft>
              <a:buSzPts val="4500"/>
              <a:buFont typeface="Georgia"/>
              <a:buNone/>
              <a:defRPr sz="3800">
                <a:latin typeface="Georgia"/>
                <a:ea typeface="Georgia"/>
                <a:cs typeface="Georgia"/>
                <a:sym typeface="Georgia"/>
              </a:defRPr>
            </a:lvl5pPr>
            <a:lvl6pPr lvl="5" algn="l">
              <a:lnSpc>
                <a:spcPct val="115000"/>
              </a:lnSpc>
              <a:spcBef>
                <a:spcPts val="0"/>
              </a:spcBef>
              <a:spcAft>
                <a:spcPts val="0"/>
              </a:spcAft>
              <a:buSzPts val="4500"/>
              <a:buFont typeface="Georgia"/>
              <a:buNone/>
              <a:defRPr sz="3800">
                <a:latin typeface="Georgia"/>
                <a:ea typeface="Georgia"/>
                <a:cs typeface="Georgia"/>
                <a:sym typeface="Georgia"/>
              </a:defRPr>
            </a:lvl6pPr>
            <a:lvl7pPr lvl="6" algn="l">
              <a:lnSpc>
                <a:spcPct val="115000"/>
              </a:lnSpc>
              <a:spcBef>
                <a:spcPts val="0"/>
              </a:spcBef>
              <a:spcAft>
                <a:spcPts val="0"/>
              </a:spcAft>
              <a:buSzPts val="4500"/>
              <a:buFont typeface="Georgia"/>
              <a:buNone/>
              <a:defRPr sz="3800">
                <a:latin typeface="Georgia"/>
                <a:ea typeface="Georgia"/>
                <a:cs typeface="Georgia"/>
                <a:sym typeface="Georgia"/>
              </a:defRPr>
            </a:lvl7pPr>
            <a:lvl8pPr lvl="7" algn="l">
              <a:lnSpc>
                <a:spcPct val="115000"/>
              </a:lnSpc>
              <a:spcBef>
                <a:spcPts val="0"/>
              </a:spcBef>
              <a:spcAft>
                <a:spcPts val="0"/>
              </a:spcAft>
              <a:buSzPts val="4500"/>
              <a:buFont typeface="Georgia"/>
              <a:buNone/>
              <a:defRPr sz="3800">
                <a:latin typeface="Georgia"/>
                <a:ea typeface="Georgia"/>
                <a:cs typeface="Georgia"/>
                <a:sym typeface="Georgia"/>
              </a:defRPr>
            </a:lvl8pPr>
            <a:lvl9pPr lvl="8" algn="l">
              <a:lnSpc>
                <a:spcPct val="115000"/>
              </a:lnSpc>
              <a:spcBef>
                <a:spcPts val="0"/>
              </a:spcBef>
              <a:spcAft>
                <a:spcPts val="0"/>
              </a:spcAft>
              <a:buSzPts val="4500"/>
              <a:buFont typeface="Georgia"/>
              <a:buNone/>
              <a:defRPr sz="3800">
                <a:latin typeface="Georgia"/>
                <a:ea typeface="Georgia"/>
                <a:cs typeface="Georgia"/>
                <a:sym typeface="Georgia"/>
              </a:defRPr>
            </a:lvl9pPr>
          </a:lstStyle>
          <a:p>
            <a:endParaRPr/>
          </a:p>
        </p:txBody>
      </p:sp>
      <p:sp>
        <p:nvSpPr>
          <p:cNvPr id="113" name="Google Shape;113;p21"/>
          <p:cNvSpPr txBox="1">
            <a:spLocks noGrp="1"/>
          </p:cNvSpPr>
          <p:nvPr>
            <p:ph type="subTitle" idx="1"/>
          </p:nvPr>
        </p:nvSpPr>
        <p:spPr>
          <a:xfrm>
            <a:off x="-353616" y="0"/>
            <a:ext cx="3258750" cy="5143500"/>
          </a:xfrm>
          <a:prstGeom prst="rect">
            <a:avLst/>
          </a:prstGeom>
          <a:noFill/>
          <a:ln>
            <a:noFill/>
          </a:ln>
        </p:spPr>
        <p:txBody>
          <a:bodyPr spcFirstLastPara="1" wrap="square" lIns="0" tIns="0" rIns="0" bIns="0" anchor="ctr" anchorCtr="0">
            <a:noAutofit/>
          </a:bodyPr>
          <a:lstStyle>
            <a:lvl1pPr marR="0" lvl="0" algn="l">
              <a:lnSpc>
                <a:spcPct val="95000"/>
              </a:lnSpc>
              <a:spcBef>
                <a:spcPts val="0"/>
              </a:spcBef>
              <a:spcAft>
                <a:spcPts val="0"/>
              </a:spcAft>
              <a:buClr>
                <a:schemeClr val="lt1"/>
              </a:buClr>
              <a:buSzPts val="27000"/>
              <a:buNone/>
              <a:defRPr sz="22500" b="1" i="0" u="none" strike="noStrike" cap="none">
                <a:solidFill>
                  <a:schemeClr val="lt1"/>
                </a:solidFill>
              </a:defRPr>
            </a:lvl1pPr>
            <a:lvl2pPr marR="0" lvl="1" algn="l">
              <a:lnSpc>
                <a:spcPct val="95000"/>
              </a:lnSpc>
              <a:spcBef>
                <a:spcPts val="0"/>
              </a:spcBef>
              <a:spcAft>
                <a:spcPts val="0"/>
              </a:spcAft>
              <a:buClr>
                <a:schemeClr val="lt1"/>
              </a:buClr>
              <a:buSzPts val="58500"/>
              <a:buFont typeface="Arial"/>
              <a:buNone/>
              <a:defRPr sz="48700" b="0" i="0" u="none" strike="noStrike" cap="none">
                <a:solidFill>
                  <a:schemeClr val="lt1"/>
                </a:solidFill>
                <a:latin typeface="Arial"/>
                <a:ea typeface="Arial"/>
                <a:cs typeface="Arial"/>
                <a:sym typeface="Arial"/>
              </a:defRPr>
            </a:lvl2pPr>
            <a:lvl3pPr marR="0" lvl="2" algn="l">
              <a:lnSpc>
                <a:spcPct val="95000"/>
              </a:lnSpc>
              <a:spcBef>
                <a:spcPts val="0"/>
              </a:spcBef>
              <a:spcAft>
                <a:spcPts val="0"/>
              </a:spcAft>
              <a:buClr>
                <a:schemeClr val="lt1"/>
              </a:buClr>
              <a:buSzPts val="58500"/>
              <a:buFont typeface="Arial"/>
              <a:buNone/>
              <a:defRPr sz="48700" b="0" i="0" u="none" strike="noStrike" cap="none">
                <a:solidFill>
                  <a:schemeClr val="lt1"/>
                </a:solidFill>
                <a:latin typeface="Arial"/>
                <a:ea typeface="Arial"/>
                <a:cs typeface="Arial"/>
                <a:sym typeface="Arial"/>
              </a:defRPr>
            </a:lvl3pPr>
            <a:lvl4pPr marR="0" lvl="3" algn="l">
              <a:lnSpc>
                <a:spcPct val="95000"/>
              </a:lnSpc>
              <a:spcBef>
                <a:spcPts val="0"/>
              </a:spcBef>
              <a:spcAft>
                <a:spcPts val="0"/>
              </a:spcAft>
              <a:buClr>
                <a:schemeClr val="lt1"/>
              </a:buClr>
              <a:buSzPts val="58500"/>
              <a:buFont typeface="Arial"/>
              <a:buNone/>
              <a:defRPr sz="48700" b="0" i="0" u="none" strike="noStrike" cap="none">
                <a:solidFill>
                  <a:schemeClr val="lt1"/>
                </a:solidFill>
                <a:latin typeface="Arial"/>
                <a:ea typeface="Arial"/>
                <a:cs typeface="Arial"/>
                <a:sym typeface="Arial"/>
              </a:defRPr>
            </a:lvl4pPr>
            <a:lvl5pPr marR="0" lvl="4" algn="l">
              <a:lnSpc>
                <a:spcPct val="95000"/>
              </a:lnSpc>
              <a:spcBef>
                <a:spcPts val="0"/>
              </a:spcBef>
              <a:spcAft>
                <a:spcPts val="0"/>
              </a:spcAft>
              <a:buClr>
                <a:schemeClr val="lt1"/>
              </a:buClr>
              <a:buSzPts val="58500"/>
              <a:buFont typeface="Arial"/>
              <a:buNone/>
              <a:defRPr sz="48700" b="0" i="0" u="none" strike="noStrike" cap="none">
                <a:solidFill>
                  <a:schemeClr val="lt1"/>
                </a:solidFill>
                <a:latin typeface="Arial"/>
                <a:ea typeface="Arial"/>
                <a:cs typeface="Arial"/>
                <a:sym typeface="Arial"/>
              </a:defRPr>
            </a:lvl5pPr>
            <a:lvl6pPr marR="0" lvl="5" algn="l">
              <a:lnSpc>
                <a:spcPct val="95000"/>
              </a:lnSpc>
              <a:spcBef>
                <a:spcPts val="0"/>
              </a:spcBef>
              <a:spcAft>
                <a:spcPts val="0"/>
              </a:spcAft>
              <a:buClr>
                <a:schemeClr val="lt1"/>
              </a:buClr>
              <a:buSzPts val="58500"/>
              <a:buFont typeface="Arial"/>
              <a:buNone/>
              <a:defRPr sz="48700" b="0" i="0" u="none" strike="noStrike" cap="none">
                <a:solidFill>
                  <a:schemeClr val="lt1"/>
                </a:solidFill>
                <a:latin typeface="Arial"/>
                <a:ea typeface="Arial"/>
                <a:cs typeface="Arial"/>
                <a:sym typeface="Arial"/>
              </a:defRPr>
            </a:lvl6pPr>
            <a:lvl7pPr marR="0" lvl="6" algn="l">
              <a:lnSpc>
                <a:spcPct val="95000"/>
              </a:lnSpc>
              <a:spcBef>
                <a:spcPts val="0"/>
              </a:spcBef>
              <a:spcAft>
                <a:spcPts val="0"/>
              </a:spcAft>
              <a:buClr>
                <a:schemeClr val="lt1"/>
              </a:buClr>
              <a:buSzPts val="58500"/>
              <a:buFont typeface="Arial"/>
              <a:buNone/>
              <a:defRPr sz="48700" b="0" i="0" u="none" strike="noStrike" cap="none">
                <a:solidFill>
                  <a:schemeClr val="lt1"/>
                </a:solidFill>
                <a:latin typeface="Arial"/>
                <a:ea typeface="Arial"/>
                <a:cs typeface="Arial"/>
                <a:sym typeface="Arial"/>
              </a:defRPr>
            </a:lvl7pPr>
            <a:lvl8pPr marR="0" lvl="7" algn="l">
              <a:lnSpc>
                <a:spcPct val="95000"/>
              </a:lnSpc>
              <a:spcBef>
                <a:spcPts val="0"/>
              </a:spcBef>
              <a:spcAft>
                <a:spcPts val="0"/>
              </a:spcAft>
              <a:buClr>
                <a:schemeClr val="lt1"/>
              </a:buClr>
              <a:buSzPts val="58500"/>
              <a:buFont typeface="Arial"/>
              <a:buNone/>
              <a:defRPr sz="48700" b="0" i="0" u="none" strike="noStrike" cap="none">
                <a:solidFill>
                  <a:schemeClr val="lt1"/>
                </a:solidFill>
                <a:latin typeface="Arial"/>
                <a:ea typeface="Arial"/>
                <a:cs typeface="Arial"/>
                <a:sym typeface="Arial"/>
              </a:defRPr>
            </a:lvl8pPr>
            <a:lvl9pPr marR="0" lvl="8" algn="l">
              <a:lnSpc>
                <a:spcPct val="95000"/>
              </a:lnSpc>
              <a:spcBef>
                <a:spcPts val="0"/>
              </a:spcBef>
              <a:spcAft>
                <a:spcPts val="0"/>
              </a:spcAft>
              <a:buClr>
                <a:schemeClr val="lt1"/>
              </a:buClr>
              <a:buSzPts val="58500"/>
              <a:buFont typeface="Arial"/>
              <a:buNone/>
              <a:defRPr sz="48700" b="0" i="0" u="none" strike="noStrike" cap="none">
                <a:solidFill>
                  <a:schemeClr val="lt1"/>
                </a:solidFill>
                <a:latin typeface="Arial"/>
                <a:ea typeface="Arial"/>
                <a:cs typeface="Arial"/>
                <a:sym typeface="Arial"/>
              </a:defRPr>
            </a:lvl9pPr>
          </a:lstStyle>
          <a:p>
            <a:endParaRPr/>
          </a:p>
        </p:txBody>
      </p:sp>
      <p:sp>
        <p:nvSpPr>
          <p:cNvPr id="114" name="Google Shape;114;p21"/>
          <p:cNvSpPr txBox="1">
            <a:spLocks noGrp="1"/>
          </p:cNvSpPr>
          <p:nvPr>
            <p:ph type="sldNum" idx="12"/>
          </p:nvPr>
        </p:nvSpPr>
        <p:spPr>
          <a:xfrm>
            <a:off x="8242889" y="4845094"/>
            <a:ext cx="548625" cy="86625"/>
          </a:xfrm>
          <a:prstGeom prst="rect">
            <a:avLst/>
          </a:prstGeom>
          <a:noFill/>
          <a:ln>
            <a:noFill/>
          </a:ln>
        </p:spPr>
        <p:txBody>
          <a:bodyPr spcFirstLastPara="1" wrap="square" lIns="0" tIns="0" rIns="0" bIns="0" anchor="t"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Section Header Grey">
  <p:cSld name="Section Header Grey">
    <p:bg>
      <p:bgPr>
        <a:solidFill>
          <a:srgbClr val="464646"/>
        </a:solidFill>
        <a:effectLst/>
      </p:bgPr>
    </p:bg>
    <p:spTree>
      <p:nvGrpSpPr>
        <p:cNvPr id="1" name="Shape 115"/>
        <p:cNvGrpSpPr/>
        <p:nvPr/>
      </p:nvGrpSpPr>
      <p:grpSpPr>
        <a:xfrm>
          <a:off x="0" y="0"/>
          <a:ext cx="0" cy="0"/>
          <a:chOff x="0" y="0"/>
          <a:chExt cx="0" cy="0"/>
        </a:xfrm>
      </p:grpSpPr>
      <p:sp>
        <p:nvSpPr>
          <p:cNvPr id="116" name="Google Shape;116;p22"/>
          <p:cNvSpPr txBox="1">
            <a:spLocks noGrp="1"/>
          </p:cNvSpPr>
          <p:nvPr>
            <p:ph type="title"/>
          </p:nvPr>
        </p:nvSpPr>
        <p:spPr>
          <a:xfrm>
            <a:off x="2902500" y="1577588"/>
            <a:ext cx="5298563" cy="1923375"/>
          </a:xfrm>
          <a:prstGeom prst="rect">
            <a:avLst/>
          </a:prstGeom>
          <a:noFill/>
          <a:ln>
            <a:noFill/>
          </a:ln>
        </p:spPr>
        <p:txBody>
          <a:bodyPr spcFirstLastPara="1" wrap="square" lIns="0" tIns="0" rIns="0" bIns="0" anchor="ctr" anchorCtr="0">
            <a:noAutofit/>
          </a:bodyPr>
          <a:lstStyle>
            <a:lvl1pPr marR="0" lvl="0" algn="l">
              <a:lnSpc>
                <a:spcPct val="115000"/>
              </a:lnSpc>
              <a:spcBef>
                <a:spcPts val="0"/>
              </a:spcBef>
              <a:spcAft>
                <a:spcPts val="0"/>
              </a:spcAft>
              <a:buClr>
                <a:schemeClr val="lt1"/>
              </a:buClr>
              <a:buSzPts val="4500"/>
              <a:buNone/>
              <a:defRPr sz="3800" i="0" u="none" strike="noStrike" cap="none">
                <a:solidFill>
                  <a:schemeClr val="lt1"/>
                </a:solidFill>
              </a:defRPr>
            </a:lvl1pPr>
            <a:lvl2pPr lvl="1" algn="l">
              <a:lnSpc>
                <a:spcPct val="115000"/>
              </a:lnSpc>
              <a:spcBef>
                <a:spcPts val="0"/>
              </a:spcBef>
              <a:spcAft>
                <a:spcPts val="0"/>
              </a:spcAft>
              <a:buSzPts val="4500"/>
              <a:buFont typeface="Georgia"/>
              <a:buNone/>
              <a:defRPr sz="3800">
                <a:latin typeface="Georgia"/>
                <a:ea typeface="Georgia"/>
                <a:cs typeface="Georgia"/>
                <a:sym typeface="Georgia"/>
              </a:defRPr>
            </a:lvl2pPr>
            <a:lvl3pPr lvl="2" algn="l">
              <a:lnSpc>
                <a:spcPct val="115000"/>
              </a:lnSpc>
              <a:spcBef>
                <a:spcPts val="0"/>
              </a:spcBef>
              <a:spcAft>
                <a:spcPts val="0"/>
              </a:spcAft>
              <a:buSzPts val="4500"/>
              <a:buFont typeface="Georgia"/>
              <a:buNone/>
              <a:defRPr sz="3800">
                <a:latin typeface="Georgia"/>
                <a:ea typeface="Georgia"/>
                <a:cs typeface="Georgia"/>
                <a:sym typeface="Georgia"/>
              </a:defRPr>
            </a:lvl3pPr>
            <a:lvl4pPr lvl="3" algn="l">
              <a:lnSpc>
                <a:spcPct val="115000"/>
              </a:lnSpc>
              <a:spcBef>
                <a:spcPts val="0"/>
              </a:spcBef>
              <a:spcAft>
                <a:spcPts val="0"/>
              </a:spcAft>
              <a:buSzPts val="4500"/>
              <a:buFont typeface="Georgia"/>
              <a:buNone/>
              <a:defRPr sz="3800">
                <a:latin typeface="Georgia"/>
                <a:ea typeface="Georgia"/>
                <a:cs typeface="Georgia"/>
                <a:sym typeface="Georgia"/>
              </a:defRPr>
            </a:lvl4pPr>
            <a:lvl5pPr lvl="4" algn="l">
              <a:lnSpc>
                <a:spcPct val="115000"/>
              </a:lnSpc>
              <a:spcBef>
                <a:spcPts val="0"/>
              </a:spcBef>
              <a:spcAft>
                <a:spcPts val="0"/>
              </a:spcAft>
              <a:buSzPts val="4500"/>
              <a:buFont typeface="Georgia"/>
              <a:buNone/>
              <a:defRPr sz="3800">
                <a:latin typeface="Georgia"/>
                <a:ea typeface="Georgia"/>
                <a:cs typeface="Georgia"/>
                <a:sym typeface="Georgia"/>
              </a:defRPr>
            </a:lvl5pPr>
            <a:lvl6pPr lvl="5" algn="l">
              <a:lnSpc>
                <a:spcPct val="115000"/>
              </a:lnSpc>
              <a:spcBef>
                <a:spcPts val="0"/>
              </a:spcBef>
              <a:spcAft>
                <a:spcPts val="0"/>
              </a:spcAft>
              <a:buSzPts val="4500"/>
              <a:buFont typeface="Georgia"/>
              <a:buNone/>
              <a:defRPr sz="3800">
                <a:latin typeface="Georgia"/>
                <a:ea typeface="Georgia"/>
                <a:cs typeface="Georgia"/>
                <a:sym typeface="Georgia"/>
              </a:defRPr>
            </a:lvl6pPr>
            <a:lvl7pPr lvl="6" algn="l">
              <a:lnSpc>
                <a:spcPct val="115000"/>
              </a:lnSpc>
              <a:spcBef>
                <a:spcPts val="0"/>
              </a:spcBef>
              <a:spcAft>
                <a:spcPts val="0"/>
              </a:spcAft>
              <a:buSzPts val="4500"/>
              <a:buFont typeface="Georgia"/>
              <a:buNone/>
              <a:defRPr sz="3800">
                <a:latin typeface="Georgia"/>
                <a:ea typeface="Georgia"/>
                <a:cs typeface="Georgia"/>
                <a:sym typeface="Georgia"/>
              </a:defRPr>
            </a:lvl7pPr>
            <a:lvl8pPr lvl="7" algn="l">
              <a:lnSpc>
                <a:spcPct val="115000"/>
              </a:lnSpc>
              <a:spcBef>
                <a:spcPts val="0"/>
              </a:spcBef>
              <a:spcAft>
                <a:spcPts val="0"/>
              </a:spcAft>
              <a:buSzPts val="4500"/>
              <a:buFont typeface="Georgia"/>
              <a:buNone/>
              <a:defRPr sz="3800">
                <a:latin typeface="Georgia"/>
                <a:ea typeface="Georgia"/>
                <a:cs typeface="Georgia"/>
                <a:sym typeface="Georgia"/>
              </a:defRPr>
            </a:lvl8pPr>
            <a:lvl9pPr lvl="8" algn="l">
              <a:lnSpc>
                <a:spcPct val="115000"/>
              </a:lnSpc>
              <a:spcBef>
                <a:spcPts val="0"/>
              </a:spcBef>
              <a:spcAft>
                <a:spcPts val="0"/>
              </a:spcAft>
              <a:buSzPts val="4500"/>
              <a:buFont typeface="Georgia"/>
              <a:buNone/>
              <a:defRPr sz="3800">
                <a:latin typeface="Georgia"/>
                <a:ea typeface="Georgia"/>
                <a:cs typeface="Georgia"/>
                <a:sym typeface="Georgia"/>
              </a:defRPr>
            </a:lvl9pPr>
          </a:lstStyle>
          <a:p>
            <a:endParaRPr/>
          </a:p>
        </p:txBody>
      </p:sp>
      <p:sp>
        <p:nvSpPr>
          <p:cNvPr id="117" name="Google Shape;117;p22"/>
          <p:cNvSpPr txBox="1">
            <a:spLocks noGrp="1"/>
          </p:cNvSpPr>
          <p:nvPr>
            <p:ph type="subTitle" idx="1"/>
          </p:nvPr>
        </p:nvSpPr>
        <p:spPr>
          <a:xfrm>
            <a:off x="-353616" y="0"/>
            <a:ext cx="3258750" cy="5143500"/>
          </a:xfrm>
          <a:prstGeom prst="rect">
            <a:avLst/>
          </a:prstGeom>
          <a:noFill/>
          <a:ln>
            <a:noFill/>
          </a:ln>
        </p:spPr>
        <p:txBody>
          <a:bodyPr spcFirstLastPara="1" wrap="square" lIns="0" tIns="0" rIns="0" bIns="0" anchor="ctr" anchorCtr="0">
            <a:noAutofit/>
          </a:bodyPr>
          <a:lstStyle>
            <a:lvl1pPr marR="0" lvl="0" algn="l">
              <a:lnSpc>
                <a:spcPct val="95000"/>
              </a:lnSpc>
              <a:spcBef>
                <a:spcPts val="0"/>
              </a:spcBef>
              <a:spcAft>
                <a:spcPts val="0"/>
              </a:spcAft>
              <a:buClr>
                <a:schemeClr val="lt1"/>
              </a:buClr>
              <a:buSzPts val="27000"/>
              <a:buNone/>
              <a:defRPr sz="22500" b="1" i="0" u="none" strike="noStrike" cap="none">
                <a:solidFill>
                  <a:schemeClr val="lt1"/>
                </a:solidFill>
              </a:defRPr>
            </a:lvl1pPr>
            <a:lvl2pPr marR="0" lvl="1" algn="l">
              <a:lnSpc>
                <a:spcPct val="95000"/>
              </a:lnSpc>
              <a:spcBef>
                <a:spcPts val="0"/>
              </a:spcBef>
              <a:spcAft>
                <a:spcPts val="0"/>
              </a:spcAft>
              <a:buClr>
                <a:schemeClr val="lt1"/>
              </a:buClr>
              <a:buSzPts val="58500"/>
              <a:buFont typeface="Arial"/>
              <a:buNone/>
              <a:defRPr sz="48700" b="0" i="0" u="none" strike="noStrike" cap="none">
                <a:solidFill>
                  <a:schemeClr val="lt1"/>
                </a:solidFill>
                <a:latin typeface="Arial"/>
                <a:ea typeface="Arial"/>
                <a:cs typeface="Arial"/>
                <a:sym typeface="Arial"/>
              </a:defRPr>
            </a:lvl2pPr>
            <a:lvl3pPr marR="0" lvl="2" algn="l">
              <a:lnSpc>
                <a:spcPct val="95000"/>
              </a:lnSpc>
              <a:spcBef>
                <a:spcPts val="0"/>
              </a:spcBef>
              <a:spcAft>
                <a:spcPts val="0"/>
              </a:spcAft>
              <a:buClr>
                <a:schemeClr val="lt1"/>
              </a:buClr>
              <a:buSzPts val="58500"/>
              <a:buFont typeface="Arial"/>
              <a:buNone/>
              <a:defRPr sz="48700" b="0" i="0" u="none" strike="noStrike" cap="none">
                <a:solidFill>
                  <a:schemeClr val="lt1"/>
                </a:solidFill>
                <a:latin typeface="Arial"/>
                <a:ea typeface="Arial"/>
                <a:cs typeface="Arial"/>
                <a:sym typeface="Arial"/>
              </a:defRPr>
            </a:lvl3pPr>
            <a:lvl4pPr marR="0" lvl="3" algn="l">
              <a:lnSpc>
                <a:spcPct val="95000"/>
              </a:lnSpc>
              <a:spcBef>
                <a:spcPts val="0"/>
              </a:spcBef>
              <a:spcAft>
                <a:spcPts val="0"/>
              </a:spcAft>
              <a:buClr>
                <a:schemeClr val="lt1"/>
              </a:buClr>
              <a:buSzPts val="58500"/>
              <a:buFont typeface="Arial"/>
              <a:buNone/>
              <a:defRPr sz="48700" b="0" i="0" u="none" strike="noStrike" cap="none">
                <a:solidFill>
                  <a:schemeClr val="lt1"/>
                </a:solidFill>
                <a:latin typeface="Arial"/>
                <a:ea typeface="Arial"/>
                <a:cs typeface="Arial"/>
                <a:sym typeface="Arial"/>
              </a:defRPr>
            </a:lvl4pPr>
            <a:lvl5pPr marR="0" lvl="4" algn="l">
              <a:lnSpc>
                <a:spcPct val="95000"/>
              </a:lnSpc>
              <a:spcBef>
                <a:spcPts val="0"/>
              </a:spcBef>
              <a:spcAft>
                <a:spcPts val="0"/>
              </a:spcAft>
              <a:buClr>
                <a:schemeClr val="lt1"/>
              </a:buClr>
              <a:buSzPts val="58500"/>
              <a:buFont typeface="Arial"/>
              <a:buNone/>
              <a:defRPr sz="48700" b="0" i="0" u="none" strike="noStrike" cap="none">
                <a:solidFill>
                  <a:schemeClr val="lt1"/>
                </a:solidFill>
                <a:latin typeface="Arial"/>
                <a:ea typeface="Arial"/>
                <a:cs typeface="Arial"/>
                <a:sym typeface="Arial"/>
              </a:defRPr>
            </a:lvl5pPr>
            <a:lvl6pPr marR="0" lvl="5" algn="l">
              <a:lnSpc>
                <a:spcPct val="95000"/>
              </a:lnSpc>
              <a:spcBef>
                <a:spcPts val="0"/>
              </a:spcBef>
              <a:spcAft>
                <a:spcPts val="0"/>
              </a:spcAft>
              <a:buClr>
                <a:schemeClr val="lt1"/>
              </a:buClr>
              <a:buSzPts val="58500"/>
              <a:buFont typeface="Arial"/>
              <a:buNone/>
              <a:defRPr sz="48700" b="0" i="0" u="none" strike="noStrike" cap="none">
                <a:solidFill>
                  <a:schemeClr val="lt1"/>
                </a:solidFill>
                <a:latin typeface="Arial"/>
                <a:ea typeface="Arial"/>
                <a:cs typeface="Arial"/>
                <a:sym typeface="Arial"/>
              </a:defRPr>
            </a:lvl6pPr>
            <a:lvl7pPr marR="0" lvl="6" algn="l">
              <a:lnSpc>
                <a:spcPct val="95000"/>
              </a:lnSpc>
              <a:spcBef>
                <a:spcPts val="0"/>
              </a:spcBef>
              <a:spcAft>
                <a:spcPts val="0"/>
              </a:spcAft>
              <a:buClr>
                <a:schemeClr val="lt1"/>
              </a:buClr>
              <a:buSzPts val="58500"/>
              <a:buFont typeface="Arial"/>
              <a:buNone/>
              <a:defRPr sz="48700" b="0" i="0" u="none" strike="noStrike" cap="none">
                <a:solidFill>
                  <a:schemeClr val="lt1"/>
                </a:solidFill>
                <a:latin typeface="Arial"/>
                <a:ea typeface="Arial"/>
                <a:cs typeface="Arial"/>
                <a:sym typeface="Arial"/>
              </a:defRPr>
            </a:lvl7pPr>
            <a:lvl8pPr marR="0" lvl="7" algn="l">
              <a:lnSpc>
                <a:spcPct val="95000"/>
              </a:lnSpc>
              <a:spcBef>
                <a:spcPts val="0"/>
              </a:spcBef>
              <a:spcAft>
                <a:spcPts val="0"/>
              </a:spcAft>
              <a:buClr>
                <a:schemeClr val="lt1"/>
              </a:buClr>
              <a:buSzPts val="58500"/>
              <a:buFont typeface="Arial"/>
              <a:buNone/>
              <a:defRPr sz="48700" b="0" i="0" u="none" strike="noStrike" cap="none">
                <a:solidFill>
                  <a:schemeClr val="lt1"/>
                </a:solidFill>
                <a:latin typeface="Arial"/>
                <a:ea typeface="Arial"/>
                <a:cs typeface="Arial"/>
                <a:sym typeface="Arial"/>
              </a:defRPr>
            </a:lvl8pPr>
            <a:lvl9pPr marR="0" lvl="8" algn="l">
              <a:lnSpc>
                <a:spcPct val="95000"/>
              </a:lnSpc>
              <a:spcBef>
                <a:spcPts val="0"/>
              </a:spcBef>
              <a:spcAft>
                <a:spcPts val="0"/>
              </a:spcAft>
              <a:buClr>
                <a:schemeClr val="lt1"/>
              </a:buClr>
              <a:buSzPts val="58500"/>
              <a:buFont typeface="Arial"/>
              <a:buNone/>
              <a:defRPr sz="48700" b="0" i="0" u="none" strike="noStrike" cap="none">
                <a:solidFill>
                  <a:schemeClr val="lt1"/>
                </a:solidFill>
                <a:latin typeface="Arial"/>
                <a:ea typeface="Arial"/>
                <a:cs typeface="Arial"/>
                <a:sym typeface="Arial"/>
              </a:defRPr>
            </a:lvl9pPr>
          </a:lstStyle>
          <a:p>
            <a:endParaRPr/>
          </a:p>
        </p:txBody>
      </p:sp>
      <p:sp>
        <p:nvSpPr>
          <p:cNvPr id="118" name="Google Shape;118;p22"/>
          <p:cNvSpPr txBox="1">
            <a:spLocks noGrp="1"/>
          </p:cNvSpPr>
          <p:nvPr>
            <p:ph type="sldNum" idx="12"/>
          </p:nvPr>
        </p:nvSpPr>
        <p:spPr>
          <a:xfrm>
            <a:off x="8242889" y="4845094"/>
            <a:ext cx="548625" cy="86625"/>
          </a:xfrm>
          <a:prstGeom prst="rect">
            <a:avLst/>
          </a:prstGeom>
          <a:noFill/>
          <a:ln>
            <a:noFill/>
          </a:ln>
        </p:spPr>
        <p:txBody>
          <a:bodyPr spcFirstLastPara="1" wrap="square" lIns="0" tIns="0" rIns="0" bIns="0" anchor="t"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Section Header Grey 1">
  <p:cSld name="Section Header Grey 1">
    <p:bg>
      <p:bgPr>
        <a:solidFill>
          <a:schemeClr val="accent1"/>
        </a:solidFill>
        <a:effectLst/>
      </p:bgPr>
    </p:bg>
    <p:spTree>
      <p:nvGrpSpPr>
        <p:cNvPr id="1" name="Shape 119"/>
        <p:cNvGrpSpPr/>
        <p:nvPr/>
      </p:nvGrpSpPr>
      <p:grpSpPr>
        <a:xfrm>
          <a:off x="0" y="0"/>
          <a:ext cx="0" cy="0"/>
          <a:chOff x="0" y="0"/>
          <a:chExt cx="0" cy="0"/>
        </a:xfrm>
      </p:grpSpPr>
      <p:sp>
        <p:nvSpPr>
          <p:cNvPr id="120" name="Google Shape;120;p23"/>
          <p:cNvSpPr/>
          <p:nvPr/>
        </p:nvSpPr>
        <p:spPr>
          <a:xfrm>
            <a:off x="1" y="1064419"/>
            <a:ext cx="6783074" cy="4071938"/>
          </a:xfrm>
          <a:custGeom>
            <a:avLst/>
            <a:gdLst/>
            <a:ahLst/>
            <a:cxnLst/>
            <a:rect l="l" t="t" r="r" b="b"/>
            <a:pathLst>
              <a:path w="8914102" h="6858001" extrusionOk="0">
                <a:moveTo>
                  <a:pt x="1260764" y="0"/>
                </a:moveTo>
                <a:lnTo>
                  <a:pt x="5169189" y="0"/>
                </a:lnTo>
                <a:lnTo>
                  <a:pt x="5169189" y="765175"/>
                </a:lnTo>
                <a:lnTo>
                  <a:pt x="5937540" y="765175"/>
                </a:lnTo>
                <a:lnTo>
                  <a:pt x="5937540" y="1957388"/>
                </a:lnTo>
                <a:lnTo>
                  <a:pt x="7920327" y="1957388"/>
                </a:lnTo>
                <a:lnTo>
                  <a:pt x="7920327" y="4899025"/>
                </a:lnTo>
                <a:lnTo>
                  <a:pt x="8914102" y="4899025"/>
                </a:lnTo>
                <a:lnTo>
                  <a:pt x="8914102" y="6858000"/>
                </a:lnTo>
                <a:lnTo>
                  <a:pt x="7920327" y="6858000"/>
                </a:lnTo>
                <a:lnTo>
                  <a:pt x="5937540" y="6858000"/>
                </a:lnTo>
                <a:lnTo>
                  <a:pt x="5169189" y="6858000"/>
                </a:lnTo>
                <a:lnTo>
                  <a:pt x="3705515" y="6858000"/>
                </a:lnTo>
                <a:lnTo>
                  <a:pt x="1260764" y="6858000"/>
                </a:lnTo>
                <a:lnTo>
                  <a:pt x="1260764" y="6858001"/>
                </a:lnTo>
                <a:lnTo>
                  <a:pt x="0" y="6858001"/>
                </a:lnTo>
                <a:lnTo>
                  <a:pt x="0" y="1"/>
                </a:lnTo>
                <a:lnTo>
                  <a:pt x="1260764" y="1"/>
                </a:lnTo>
                <a:close/>
              </a:path>
            </a:pathLst>
          </a:custGeom>
          <a:solidFill>
            <a:schemeClr val="accent6"/>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21" name="Google Shape;121;p23"/>
          <p:cNvSpPr txBox="1">
            <a:spLocks noGrp="1"/>
          </p:cNvSpPr>
          <p:nvPr>
            <p:ph type="title"/>
          </p:nvPr>
        </p:nvSpPr>
        <p:spPr>
          <a:xfrm>
            <a:off x="334800" y="1577588"/>
            <a:ext cx="3765750" cy="1923375"/>
          </a:xfrm>
          <a:prstGeom prst="rect">
            <a:avLst/>
          </a:prstGeom>
          <a:noFill/>
          <a:ln>
            <a:noFill/>
          </a:ln>
        </p:spPr>
        <p:txBody>
          <a:bodyPr spcFirstLastPara="1" wrap="square" lIns="0" tIns="0" rIns="0" bIns="0" anchor="ctr" anchorCtr="0">
            <a:noAutofit/>
          </a:bodyPr>
          <a:lstStyle>
            <a:lvl1pPr marR="0" lvl="0" algn="l">
              <a:lnSpc>
                <a:spcPct val="115000"/>
              </a:lnSpc>
              <a:spcBef>
                <a:spcPts val="0"/>
              </a:spcBef>
              <a:spcAft>
                <a:spcPts val="0"/>
              </a:spcAft>
              <a:buClr>
                <a:schemeClr val="lt1"/>
              </a:buClr>
              <a:buSzPts val="4500"/>
              <a:buNone/>
              <a:defRPr sz="3800" i="0" u="none" strike="noStrike" cap="none">
                <a:solidFill>
                  <a:schemeClr val="lt1"/>
                </a:solidFill>
              </a:defRPr>
            </a:lvl1pPr>
            <a:lvl2pPr lvl="1" algn="l">
              <a:lnSpc>
                <a:spcPct val="115000"/>
              </a:lnSpc>
              <a:spcBef>
                <a:spcPts val="0"/>
              </a:spcBef>
              <a:spcAft>
                <a:spcPts val="0"/>
              </a:spcAft>
              <a:buSzPts val="4500"/>
              <a:buFont typeface="Georgia"/>
              <a:buNone/>
              <a:defRPr sz="3800">
                <a:latin typeface="Georgia"/>
                <a:ea typeface="Georgia"/>
                <a:cs typeface="Georgia"/>
                <a:sym typeface="Georgia"/>
              </a:defRPr>
            </a:lvl2pPr>
            <a:lvl3pPr lvl="2" algn="l">
              <a:lnSpc>
                <a:spcPct val="115000"/>
              </a:lnSpc>
              <a:spcBef>
                <a:spcPts val="0"/>
              </a:spcBef>
              <a:spcAft>
                <a:spcPts val="0"/>
              </a:spcAft>
              <a:buSzPts val="4500"/>
              <a:buFont typeface="Georgia"/>
              <a:buNone/>
              <a:defRPr sz="3800">
                <a:latin typeface="Georgia"/>
                <a:ea typeface="Georgia"/>
                <a:cs typeface="Georgia"/>
                <a:sym typeface="Georgia"/>
              </a:defRPr>
            </a:lvl3pPr>
            <a:lvl4pPr lvl="3" algn="l">
              <a:lnSpc>
                <a:spcPct val="115000"/>
              </a:lnSpc>
              <a:spcBef>
                <a:spcPts val="0"/>
              </a:spcBef>
              <a:spcAft>
                <a:spcPts val="0"/>
              </a:spcAft>
              <a:buSzPts val="4500"/>
              <a:buFont typeface="Georgia"/>
              <a:buNone/>
              <a:defRPr sz="3800">
                <a:latin typeface="Georgia"/>
                <a:ea typeface="Georgia"/>
                <a:cs typeface="Georgia"/>
                <a:sym typeface="Georgia"/>
              </a:defRPr>
            </a:lvl4pPr>
            <a:lvl5pPr lvl="4" algn="l">
              <a:lnSpc>
                <a:spcPct val="115000"/>
              </a:lnSpc>
              <a:spcBef>
                <a:spcPts val="0"/>
              </a:spcBef>
              <a:spcAft>
                <a:spcPts val="0"/>
              </a:spcAft>
              <a:buSzPts val="4500"/>
              <a:buFont typeface="Georgia"/>
              <a:buNone/>
              <a:defRPr sz="3800">
                <a:latin typeface="Georgia"/>
                <a:ea typeface="Georgia"/>
                <a:cs typeface="Georgia"/>
                <a:sym typeface="Georgia"/>
              </a:defRPr>
            </a:lvl5pPr>
            <a:lvl6pPr lvl="5" algn="l">
              <a:lnSpc>
                <a:spcPct val="115000"/>
              </a:lnSpc>
              <a:spcBef>
                <a:spcPts val="0"/>
              </a:spcBef>
              <a:spcAft>
                <a:spcPts val="0"/>
              </a:spcAft>
              <a:buSzPts val="4500"/>
              <a:buFont typeface="Georgia"/>
              <a:buNone/>
              <a:defRPr sz="3800">
                <a:latin typeface="Georgia"/>
                <a:ea typeface="Georgia"/>
                <a:cs typeface="Georgia"/>
                <a:sym typeface="Georgia"/>
              </a:defRPr>
            </a:lvl6pPr>
            <a:lvl7pPr lvl="6" algn="l">
              <a:lnSpc>
                <a:spcPct val="115000"/>
              </a:lnSpc>
              <a:spcBef>
                <a:spcPts val="0"/>
              </a:spcBef>
              <a:spcAft>
                <a:spcPts val="0"/>
              </a:spcAft>
              <a:buSzPts val="4500"/>
              <a:buFont typeface="Georgia"/>
              <a:buNone/>
              <a:defRPr sz="3800">
                <a:latin typeface="Georgia"/>
                <a:ea typeface="Georgia"/>
                <a:cs typeface="Georgia"/>
                <a:sym typeface="Georgia"/>
              </a:defRPr>
            </a:lvl7pPr>
            <a:lvl8pPr lvl="7" algn="l">
              <a:lnSpc>
                <a:spcPct val="115000"/>
              </a:lnSpc>
              <a:spcBef>
                <a:spcPts val="0"/>
              </a:spcBef>
              <a:spcAft>
                <a:spcPts val="0"/>
              </a:spcAft>
              <a:buSzPts val="4500"/>
              <a:buFont typeface="Georgia"/>
              <a:buNone/>
              <a:defRPr sz="3800">
                <a:latin typeface="Georgia"/>
                <a:ea typeface="Georgia"/>
                <a:cs typeface="Georgia"/>
                <a:sym typeface="Georgia"/>
              </a:defRPr>
            </a:lvl8pPr>
            <a:lvl9pPr lvl="8" algn="l">
              <a:lnSpc>
                <a:spcPct val="115000"/>
              </a:lnSpc>
              <a:spcBef>
                <a:spcPts val="0"/>
              </a:spcBef>
              <a:spcAft>
                <a:spcPts val="0"/>
              </a:spcAft>
              <a:buSzPts val="4500"/>
              <a:buFont typeface="Georgia"/>
              <a:buNone/>
              <a:defRPr sz="3800">
                <a:latin typeface="Georgia"/>
                <a:ea typeface="Georgia"/>
                <a:cs typeface="Georgia"/>
                <a:sym typeface="Georgia"/>
              </a:defRPr>
            </a:lvl9pPr>
          </a:lstStyle>
          <a:p>
            <a:endParaRPr/>
          </a:p>
        </p:txBody>
      </p:sp>
      <p:sp>
        <p:nvSpPr>
          <p:cNvPr id="122" name="Google Shape;122;p23"/>
          <p:cNvSpPr txBox="1">
            <a:spLocks noGrp="1"/>
          </p:cNvSpPr>
          <p:nvPr>
            <p:ph type="sldNum" idx="12"/>
          </p:nvPr>
        </p:nvSpPr>
        <p:spPr>
          <a:xfrm>
            <a:off x="8242889" y="4845094"/>
            <a:ext cx="548625" cy="86625"/>
          </a:xfrm>
          <a:prstGeom prst="rect">
            <a:avLst/>
          </a:prstGeom>
          <a:noFill/>
          <a:ln>
            <a:noFill/>
          </a:ln>
        </p:spPr>
        <p:txBody>
          <a:bodyPr spcFirstLastPara="1" wrap="square" lIns="0" tIns="0" rIns="0" bIns="0" anchor="t"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Section Header Orange 1">
  <p:cSld name="Section Header Orange 1">
    <p:bg>
      <p:bgPr>
        <a:solidFill>
          <a:schemeClr val="lt2"/>
        </a:solidFill>
        <a:effectLst/>
      </p:bgPr>
    </p:bg>
    <p:spTree>
      <p:nvGrpSpPr>
        <p:cNvPr id="1" name="Shape 123"/>
        <p:cNvGrpSpPr/>
        <p:nvPr/>
      </p:nvGrpSpPr>
      <p:grpSpPr>
        <a:xfrm>
          <a:off x="0" y="0"/>
          <a:ext cx="0" cy="0"/>
          <a:chOff x="0" y="0"/>
          <a:chExt cx="0" cy="0"/>
        </a:xfrm>
      </p:grpSpPr>
      <p:sp>
        <p:nvSpPr>
          <p:cNvPr id="124" name="Google Shape;124;p24"/>
          <p:cNvSpPr/>
          <p:nvPr/>
        </p:nvSpPr>
        <p:spPr>
          <a:xfrm>
            <a:off x="1" y="1064419"/>
            <a:ext cx="6783074" cy="4071938"/>
          </a:xfrm>
          <a:custGeom>
            <a:avLst/>
            <a:gdLst/>
            <a:ahLst/>
            <a:cxnLst/>
            <a:rect l="l" t="t" r="r" b="b"/>
            <a:pathLst>
              <a:path w="8914102" h="6858001" extrusionOk="0">
                <a:moveTo>
                  <a:pt x="1260764" y="0"/>
                </a:moveTo>
                <a:lnTo>
                  <a:pt x="5169189" y="0"/>
                </a:lnTo>
                <a:lnTo>
                  <a:pt x="5169189" y="765175"/>
                </a:lnTo>
                <a:lnTo>
                  <a:pt x="5937540" y="765175"/>
                </a:lnTo>
                <a:lnTo>
                  <a:pt x="5937540" y="1957388"/>
                </a:lnTo>
                <a:lnTo>
                  <a:pt x="7920327" y="1957388"/>
                </a:lnTo>
                <a:lnTo>
                  <a:pt x="7920327" y="4899025"/>
                </a:lnTo>
                <a:lnTo>
                  <a:pt x="8914102" y="4899025"/>
                </a:lnTo>
                <a:lnTo>
                  <a:pt x="8914102" y="6858000"/>
                </a:lnTo>
                <a:lnTo>
                  <a:pt x="7920327" y="6858000"/>
                </a:lnTo>
                <a:lnTo>
                  <a:pt x="5937540" y="6858000"/>
                </a:lnTo>
                <a:lnTo>
                  <a:pt x="5169189" y="6858000"/>
                </a:lnTo>
                <a:lnTo>
                  <a:pt x="3705515" y="6858000"/>
                </a:lnTo>
                <a:lnTo>
                  <a:pt x="1260764" y="6858000"/>
                </a:lnTo>
                <a:lnTo>
                  <a:pt x="1260764" y="6858001"/>
                </a:lnTo>
                <a:lnTo>
                  <a:pt x="0" y="6858001"/>
                </a:lnTo>
                <a:lnTo>
                  <a:pt x="0" y="1"/>
                </a:lnTo>
                <a:lnTo>
                  <a:pt x="1260764" y="1"/>
                </a:lnTo>
                <a:close/>
              </a:path>
            </a:pathLst>
          </a:custGeom>
          <a:solidFill>
            <a:schemeClr val="accent1"/>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25" name="Google Shape;125;p24"/>
          <p:cNvSpPr txBox="1">
            <a:spLocks noGrp="1"/>
          </p:cNvSpPr>
          <p:nvPr>
            <p:ph type="title"/>
          </p:nvPr>
        </p:nvSpPr>
        <p:spPr>
          <a:xfrm>
            <a:off x="334800" y="1577588"/>
            <a:ext cx="3765750" cy="1923375"/>
          </a:xfrm>
          <a:prstGeom prst="rect">
            <a:avLst/>
          </a:prstGeom>
          <a:noFill/>
          <a:ln>
            <a:noFill/>
          </a:ln>
        </p:spPr>
        <p:txBody>
          <a:bodyPr spcFirstLastPara="1" wrap="square" lIns="0" tIns="0" rIns="0" bIns="0" anchor="ctr" anchorCtr="0">
            <a:noAutofit/>
          </a:bodyPr>
          <a:lstStyle>
            <a:lvl1pPr marR="0" lvl="0" algn="l">
              <a:lnSpc>
                <a:spcPct val="115000"/>
              </a:lnSpc>
              <a:spcBef>
                <a:spcPts val="0"/>
              </a:spcBef>
              <a:spcAft>
                <a:spcPts val="0"/>
              </a:spcAft>
              <a:buClr>
                <a:schemeClr val="lt1"/>
              </a:buClr>
              <a:buSzPts val="4500"/>
              <a:buNone/>
              <a:defRPr sz="3800" i="0" u="none" strike="noStrike" cap="none">
                <a:solidFill>
                  <a:schemeClr val="lt1"/>
                </a:solidFill>
              </a:defRPr>
            </a:lvl1pPr>
            <a:lvl2pPr lvl="1" algn="l">
              <a:lnSpc>
                <a:spcPct val="115000"/>
              </a:lnSpc>
              <a:spcBef>
                <a:spcPts val="0"/>
              </a:spcBef>
              <a:spcAft>
                <a:spcPts val="0"/>
              </a:spcAft>
              <a:buSzPts val="4500"/>
              <a:buFont typeface="Georgia"/>
              <a:buNone/>
              <a:defRPr sz="3800">
                <a:latin typeface="Georgia"/>
                <a:ea typeface="Georgia"/>
                <a:cs typeface="Georgia"/>
                <a:sym typeface="Georgia"/>
              </a:defRPr>
            </a:lvl2pPr>
            <a:lvl3pPr lvl="2" algn="l">
              <a:lnSpc>
                <a:spcPct val="115000"/>
              </a:lnSpc>
              <a:spcBef>
                <a:spcPts val="0"/>
              </a:spcBef>
              <a:spcAft>
                <a:spcPts val="0"/>
              </a:spcAft>
              <a:buSzPts val="4500"/>
              <a:buFont typeface="Georgia"/>
              <a:buNone/>
              <a:defRPr sz="3800">
                <a:latin typeface="Georgia"/>
                <a:ea typeface="Georgia"/>
                <a:cs typeface="Georgia"/>
                <a:sym typeface="Georgia"/>
              </a:defRPr>
            </a:lvl3pPr>
            <a:lvl4pPr lvl="3" algn="l">
              <a:lnSpc>
                <a:spcPct val="115000"/>
              </a:lnSpc>
              <a:spcBef>
                <a:spcPts val="0"/>
              </a:spcBef>
              <a:spcAft>
                <a:spcPts val="0"/>
              </a:spcAft>
              <a:buSzPts val="4500"/>
              <a:buFont typeface="Georgia"/>
              <a:buNone/>
              <a:defRPr sz="3800">
                <a:latin typeface="Georgia"/>
                <a:ea typeface="Georgia"/>
                <a:cs typeface="Georgia"/>
                <a:sym typeface="Georgia"/>
              </a:defRPr>
            </a:lvl4pPr>
            <a:lvl5pPr lvl="4" algn="l">
              <a:lnSpc>
                <a:spcPct val="115000"/>
              </a:lnSpc>
              <a:spcBef>
                <a:spcPts val="0"/>
              </a:spcBef>
              <a:spcAft>
                <a:spcPts val="0"/>
              </a:spcAft>
              <a:buSzPts val="4500"/>
              <a:buFont typeface="Georgia"/>
              <a:buNone/>
              <a:defRPr sz="3800">
                <a:latin typeface="Georgia"/>
                <a:ea typeface="Georgia"/>
                <a:cs typeface="Georgia"/>
                <a:sym typeface="Georgia"/>
              </a:defRPr>
            </a:lvl5pPr>
            <a:lvl6pPr lvl="5" algn="l">
              <a:lnSpc>
                <a:spcPct val="115000"/>
              </a:lnSpc>
              <a:spcBef>
                <a:spcPts val="0"/>
              </a:spcBef>
              <a:spcAft>
                <a:spcPts val="0"/>
              </a:spcAft>
              <a:buSzPts val="4500"/>
              <a:buFont typeface="Georgia"/>
              <a:buNone/>
              <a:defRPr sz="3800">
                <a:latin typeface="Georgia"/>
                <a:ea typeface="Georgia"/>
                <a:cs typeface="Georgia"/>
                <a:sym typeface="Georgia"/>
              </a:defRPr>
            </a:lvl6pPr>
            <a:lvl7pPr lvl="6" algn="l">
              <a:lnSpc>
                <a:spcPct val="115000"/>
              </a:lnSpc>
              <a:spcBef>
                <a:spcPts val="0"/>
              </a:spcBef>
              <a:spcAft>
                <a:spcPts val="0"/>
              </a:spcAft>
              <a:buSzPts val="4500"/>
              <a:buFont typeface="Georgia"/>
              <a:buNone/>
              <a:defRPr sz="3800">
                <a:latin typeface="Georgia"/>
                <a:ea typeface="Georgia"/>
                <a:cs typeface="Georgia"/>
                <a:sym typeface="Georgia"/>
              </a:defRPr>
            </a:lvl7pPr>
            <a:lvl8pPr lvl="7" algn="l">
              <a:lnSpc>
                <a:spcPct val="115000"/>
              </a:lnSpc>
              <a:spcBef>
                <a:spcPts val="0"/>
              </a:spcBef>
              <a:spcAft>
                <a:spcPts val="0"/>
              </a:spcAft>
              <a:buSzPts val="4500"/>
              <a:buFont typeface="Georgia"/>
              <a:buNone/>
              <a:defRPr sz="3800">
                <a:latin typeface="Georgia"/>
                <a:ea typeface="Georgia"/>
                <a:cs typeface="Georgia"/>
                <a:sym typeface="Georgia"/>
              </a:defRPr>
            </a:lvl8pPr>
            <a:lvl9pPr lvl="8" algn="l">
              <a:lnSpc>
                <a:spcPct val="115000"/>
              </a:lnSpc>
              <a:spcBef>
                <a:spcPts val="0"/>
              </a:spcBef>
              <a:spcAft>
                <a:spcPts val="0"/>
              </a:spcAft>
              <a:buSzPts val="4500"/>
              <a:buFont typeface="Georgia"/>
              <a:buNone/>
              <a:defRPr sz="3800">
                <a:latin typeface="Georgia"/>
                <a:ea typeface="Georgia"/>
                <a:cs typeface="Georgia"/>
                <a:sym typeface="Georgia"/>
              </a:defRPr>
            </a:lvl9pPr>
          </a:lstStyle>
          <a:p>
            <a:endParaRPr/>
          </a:p>
        </p:txBody>
      </p:sp>
      <p:sp>
        <p:nvSpPr>
          <p:cNvPr id="126" name="Google Shape;126;p24"/>
          <p:cNvSpPr txBox="1">
            <a:spLocks noGrp="1"/>
          </p:cNvSpPr>
          <p:nvPr>
            <p:ph type="sldNum" idx="12"/>
          </p:nvPr>
        </p:nvSpPr>
        <p:spPr>
          <a:xfrm>
            <a:off x="8242889" y="4845094"/>
            <a:ext cx="548625" cy="86625"/>
          </a:xfrm>
          <a:prstGeom prst="rect">
            <a:avLst/>
          </a:prstGeom>
          <a:noFill/>
          <a:ln>
            <a:noFill/>
          </a:ln>
        </p:spPr>
        <p:txBody>
          <a:bodyPr spcFirstLastPara="1" wrap="square" lIns="0" tIns="0" rIns="0" bIns="0" anchor="t"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Quote 1 Image Full">
  <p:cSld name="Quote 1 Image Full">
    <p:bg>
      <p:bgPr>
        <a:solidFill>
          <a:srgbClr val="DEDEDE"/>
        </a:solidFill>
        <a:effectLst/>
      </p:bgPr>
    </p:bg>
    <p:spTree>
      <p:nvGrpSpPr>
        <p:cNvPr id="1" name="Shape 127"/>
        <p:cNvGrpSpPr/>
        <p:nvPr/>
      </p:nvGrpSpPr>
      <p:grpSpPr>
        <a:xfrm>
          <a:off x="0" y="0"/>
          <a:ext cx="0" cy="0"/>
          <a:chOff x="0" y="0"/>
          <a:chExt cx="0" cy="0"/>
        </a:xfrm>
      </p:grpSpPr>
      <p:sp>
        <p:nvSpPr>
          <p:cNvPr id="128" name="Google Shape;128;p25"/>
          <p:cNvSpPr txBox="1">
            <a:spLocks noGrp="1"/>
          </p:cNvSpPr>
          <p:nvPr>
            <p:ph type="body" idx="1"/>
          </p:nvPr>
        </p:nvSpPr>
        <p:spPr>
          <a:xfrm>
            <a:off x="0" y="857250"/>
            <a:ext cx="3429000" cy="3429000"/>
          </a:xfrm>
          <a:prstGeom prst="rect">
            <a:avLst/>
          </a:prstGeom>
          <a:solidFill>
            <a:schemeClr val="accent1"/>
          </a:solidFill>
          <a:ln>
            <a:noFill/>
          </a:ln>
        </p:spPr>
        <p:txBody>
          <a:bodyPr spcFirstLastPara="1" wrap="square" lIns="395000" tIns="1296000" rIns="226800" bIns="162000" anchor="t" anchorCtr="0">
            <a:noAutofit/>
          </a:bodyPr>
          <a:lstStyle>
            <a:lvl1pPr marL="457200" marR="0" lvl="0" indent="-228600" algn="l">
              <a:lnSpc>
                <a:spcPct val="90000"/>
              </a:lnSpc>
              <a:spcBef>
                <a:spcPts val="0"/>
              </a:spcBef>
              <a:spcAft>
                <a:spcPts val="0"/>
              </a:spcAft>
              <a:buClr>
                <a:schemeClr val="lt1"/>
              </a:buClr>
              <a:buSzPts val="2300"/>
              <a:buFont typeface="Arial"/>
              <a:buNone/>
              <a:defRPr sz="1900" b="0" i="0" u="none" strike="noStrike" cap="none">
                <a:solidFill>
                  <a:schemeClr val="lt1"/>
                </a:solidFill>
                <a:latin typeface="Georgia"/>
                <a:ea typeface="Georgia"/>
                <a:cs typeface="Georgia"/>
                <a:sym typeface="Georgia"/>
              </a:defRPr>
            </a:lvl1pPr>
            <a:lvl2pPr marL="914400" marR="0" lvl="1" indent="-228600" algn="l">
              <a:lnSpc>
                <a:spcPct val="100000"/>
              </a:lnSpc>
              <a:spcBef>
                <a:spcPts val="2300"/>
              </a:spcBef>
              <a:spcAft>
                <a:spcPts val="0"/>
              </a:spcAft>
              <a:buClr>
                <a:schemeClr val="lt1"/>
              </a:buClr>
              <a:buSzPts val="1400"/>
              <a:buFont typeface="Arial"/>
              <a:buNone/>
              <a:defRPr sz="1200" b="1" i="0" u="none" strike="noStrike" cap="none">
                <a:solidFill>
                  <a:schemeClr val="lt1"/>
                </a:solidFill>
                <a:latin typeface="Arial"/>
                <a:ea typeface="Arial"/>
                <a:cs typeface="Arial"/>
                <a:sym typeface="Arial"/>
              </a:defRPr>
            </a:lvl2pPr>
            <a:lvl3pPr marL="1371600" marR="0" lvl="2"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3pPr>
            <a:lvl4pPr marL="1828800" marR="0" lvl="3"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4pPr>
            <a:lvl5pPr marL="2286000" marR="0" lvl="4"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5pPr>
            <a:lvl6pPr marL="2743200" marR="0" lvl="5"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6pPr>
            <a:lvl7pPr marL="3200400" marR="0" lvl="6"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7pPr>
            <a:lvl8pPr marL="3657600" marR="0" lvl="7"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8pPr>
            <a:lvl9pPr marL="4114800" marR="0" lvl="8"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9pPr>
          </a:lstStyle>
          <a:p>
            <a:endParaRPr/>
          </a:p>
        </p:txBody>
      </p:sp>
      <p:sp>
        <p:nvSpPr>
          <p:cNvPr id="129" name="Google Shape;129;p25"/>
          <p:cNvSpPr/>
          <p:nvPr/>
        </p:nvSpPr>
        <p:spPr>
          <a:xfrm>
            <a:off x="332186" y="1217777"/>
            <a:ext cx="653652" cy="509587"/>
          </a:xfrm>
          <a:custGeom>
            <a:avLst/>
            <a:gdLst/>
            <a:ahLst/>
            <a:cxnLst/>
            <a:rect l="l" t="t" r="r" b="b"/>
            <a:pathLst>
              <a:path w="1811" h="1424" extrusionOk="0">
                <a:moveTo>
                  <a:pt x="1757" y="1424"/>
                </a:moveTo>
                <a:lnTo>
                  <a:pt x="1757" y="1424"/>
                </a:lnTo>
                <a:lnTo>
                  <a:pt x="1099" y="1424"/>
                </a:lnTo>
                <a:lnTo>
                  <a:pt x="1099" y="953"/>
                </a:lnTo>
                <a:cubicBezTo>
                  <a:pt x="1099" y="761"/>
                  <a:pt x="1115" y="610"/>
                  <a:pt x="1149" y="501"/>
                </a:cubicBezTo>
                <a:cubicBezTo>
                  <a:pt x="1183" y="392"/>
                  <a:pt x="1245" y="293"/>
                  <a:pt x="1337" y="206"/>
                </a:cubicBezTo>
                <a:cubicBezTo>
                  <a:pt x="1428" y="118"/>
                  <a:pt x="1543" y="50"/>
                  <a:pt x="1682" y="0"/>
                </a:cubicBezTo>
                <a:lnTo>
                  <a:pt x="1811" y="271"/>
                </a:lnTo>
                <a:cubicBezTo>
                  <a:pt x="1680" y="315"/>
                  <a:pt x="1586" y="376"/>
                  <a:pt x="1529" y="454"/>
                </a:cubicBezTo>
                <a:cubicBezTo>
                  <a:pt x="1472" y="532"/>
                  <a:pt x="1442" y="636"/>
                  <a:pt x="1439" y="766"/>
                </a:cubicBezTo>
                <a:lnTo>
                  <a:pt x="1757" y="766"/>
                </a:lnTo>
                <a:lnTo>
                  <a:pt x="1757" y="1424"/>
                </a:lnTo>
                <a:close/>
                <a:moveTo>
                  <a:pt x="658" y="1424"/>
                </a:moveTo>
                <a:lnTo>
                  <a:pt x="658" y="1424"/>
                </a:lnTo>
                <a:lnTo>
                  <a:pt x="0" y="1424"/>
                </a:lnTo>
                <a:lnTo>
                  <a:pt x="0" y="953"/>
                </a:lnTo>
                <a:cubicBezTo>
                  <a:pt x="0" y="763"/>
                  <a:pt x="16" y="612"/>
                  <a:pt x="50" y="502"/>
                </a:cubicBezTo>
                <a:cubicBezTo>
                  <a:pt x="83" y="392"/>
                  <a:pt x="146" y="293"/>
                  <a:pt x="236" y="206"/>
                </a:cubicBezTo>
                <a:cubicBezTo>
                  <a:pt x="327" y="118"/>
                  <a:pt x="442" y="50"/>
                  <a:pt x="583" y="0"/>
                </a:cubicBezTo>
                <a:lnTo>
                  <a:pt x="712" y="271"/>
                </a:lnTo>
                <a:cubicBezTo>
                  <a:pt x="581" y="315"/>
                  <a:pt x="487" y="376"/>
                  <a:pt x="430" y="454"/>
                </a:cubicBezTo>
                <a:cubicBezTo>
                  <a:pt x="373" y="532"/>
                  <a:pt x="342" y="636"/>
                  <a:pt x="339" y="766"/>
                </a:cubicBezTo>
                <a:lnTo>
                  <a:pt x="658" y="766"/>
                </a:lnTo>
                <a:lnTo>
                  <a:pt x="658" y="1424"/>
                </a:lnTo>
                <a:close/>
              </a:path>
            </a:pathLst>
          </a:custGeom>
          <a:solidFill>
            <a:srgbClr val="FFFFFF"/>
          </a:solidFill>
          <a:ln>
            <a:noFill/>
          </a:ln>
        </p:spPr>
        <p:txBody>
          <a:bodyPr spcFirstLastPara="1" wrap="square" lIns="68550" tIns="34275" rIns="68550" bIns="342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30" name="Google Shape;130;p25"/>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Quote 1 Image Orange">
  <p:cSld name="Quote 1 Image Orange">
    <p:bg>
      <p:bgPr>
        <a:solidFill>
          <a:srgbClr val="D04A02"/>
        </a:solidFill>
        <a:effectLst/>
      </p:bgPr>
    </p:bg>
    <p:spTree>
      <p:nvGrpSpPr>
        <p:cNvPr id="1" name="Shape 131"/>
        <p:cNvGrpSpPr/>
        <p:nvPr/>
      </p:nvGrpSpPr>
      <p:grpSpPr>
        <a:xfrm>
          <a:off x="0" y="0"/>
          <a:ext cx="0" cy="0"/>
          <a:chOff x="0" y="0"/>
          <a:chExt cx="0" cy="0"/>
        </a:xfrm>
      </p:grpSpPr>
      <p:sp>
        <p:nvSpPr>
          <p:cNvPr id="132" name="Google Shape;132;p26"/>
          <p:cNvSpPr/>
          <p:nvPr/>
        </p:nvSpPr>
        <p:spPr>
          <a:xfrm>
            <a:off x="4572000" y="0"/>
            <a:ext cx="4572000" cy="5143500"/>
          </a:xfrm>
          <a:prstGeom prst="rect">
            <a:avLst/>
          </a:prstGeom>
          <a:solidFill>
            <a:srgbClr val="DEDEDE"/>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133" name="Google Shape;133;p26"/>
          <p:cNvSpPr txBox="1">
            <a:spLocks noGrp="1"/>
          </p:cNvSpPr>
          <p:nvPr>
            <p:ph type="body" idx="1"/>
          </p:nvPr>
        </p:nvSpPr>
        <p:spPr>
          <a:xfrm>
            <a:off x="332185" y="1285875"/>
            <a:ext cx="3974625" cy="3343313"/>
          </a:xfrm>
          <a:prstGeom prst="rect">
            <a:avLst/>
          </a:prstGeom>
          <a:noFill/>
          <a:ln>
            <a:noFill/>
          </a:ln>
        </p:spPr>
        <p:txBody>
          <a:bodyPr spcFirstLastPara="1" wrap="square" lIns="0" tIns="0" rIns="0" bIns="0" anchor="t" anchorCtr="0">
            <a:noAutofit/>
          </a:bodyPr>
          <a:lstStyle>
            <a:lvl1pPr marL="457200" marR="0" lvl="0" indent="-228600" algn="l">
              <a:lnSpc>
                <a:spcPct val="85000"/>
              </a:lnSpc>
              <a:spcBef>
                <a:spcPts val="0"/>
              </a:spcBef>
              <a:spcAft>
                <a:spcPts val="0"/>
              </a:spcAft>
              <a:buClr>
                <a:schemeClr val="lt1"/>
              </a:buClr>
              <a:buSzPts val="3500"/>
              <a:buFont typeface="Arial"/>
              <a:buNone/>
              <a:defRPr sz="2900" b="0" i="0" u="none" strike="noStrike" cap="none">
                <a:solidFill>
                  <a:schemeClr val="lt1"/>
                </a:solidFill>
                <a:latin typeface="Georgia"/>
                <a:ea typeface="Georgia"/>
                <a:cs typeface="Georgia"/>
                <a:sym typeface="Georgia"/>
              </a:defRPr>
            </a:lvl1pPr>
            <a:lvl2pPr marL="914400" marR="0" lvl="1" indent="-228600" algn="l">
              <a:lnSpc>
                <a:spcPct val="100000"/>
              </a:lnSpc>
              <a:spcBef>
                <a:spcPts val="2300"/>
              </a:spcBef>
              <a:spcAft>
                <a:spcPts val="0"/>
              </a:spcAft>
              <a:buClr>
                <a:schemeClr val="lt1"/>
              </a:buClr>
              <a:buSzPts val="1400"/>
              <a:buFont typeface="Arial"/>
              <a:buNone/>
              <a:defRPr sz="1200" b="1" i="0" u="none" strike="noStrike" cap="none">
                <a:solidFill>
                  <a:schemeClr val="lt1"/>
                </a:solidFill>
                <a:latin typeface="Arial"/>
                <a:ea typeface="Arial"/>
                <a:cs typeface="Arial"/>
                <a:sym typeface="Arial"/>
              </a:defRPr>
            </a:lvl2pPr>
            <a:lvl3pPr marL="1371600" marR="0" lvl="2"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3pPr>
            <a:lvl4pPr marL="1828800" marR="0" lvl="3"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4pPr>
            <a:lvl5pPr marL="2286000" marR="0" lvl="4"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5pPr>
            <a:lvl6pPr marL="2743200" marR="0" lvl="5"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6pPr>
            <a:lvl7pPr marL="3200400" marR="0" lvl="6"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7pPr>
            <a:lvl8pPr marL="3657600" marR="0" lvl="7"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8pPr>
            <a:lvl9pPr marL="4114800" marR="0" lvl="8"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9pPr>
          </a:lstStyle>
          <a:p>
            <a:endParaRPr/>
          </a:p>
        </p:txBody>
      </p:sp>
      <p:sp>
        <p:nvSpPr>
          <p:cNvPr id="134" name="Google Shape;134;p26"/>
          <p:cNvSpPr/>
          <p:nvPr/>
        </p:nvSpPr>
        <p:spPr>
          <a:xfrm>
            <a:off x="332186" y="515251"/>
            <a:ext cx="653652" cy="509588"/>
          </a:xfrm>
          <a:custGeom>
            <a:avLst/>
            <a:gdLst/>
            <a:ahLst/>
            <a:cxnLst/>
            <a:rect l="l" t="t" r="r" b="b"/>
            <a:pathLst>
              <a:path w="1811" h="1424" extrusionOk="0">
                <a:moveTo>
                  <a:pt x="1757" y="1424"/>
                </a:moveTo>
                <a:lnTo>
                  <a:pt x="1757" y="1424"/>
                </a:lnTo>
                <a:lnTo>
                  <a:pt x="1099" y="1424"/>
                </a:lnTo>
                <a:lnTo>
                  <a:pt x="1099" y="953"/>
                </a:lnTo>
                <a:cubicBezTo>
                  <a:pt x="1099" y="761"/>
                  <a:pt x="1115" y="610"/>
                  <a:pt x="1149" y="501"/>
                </a:cubicBezTo>
                <a:cubicBezTo>
                  <a:pt x="1183" y="392"/>
                  <a:pt x="1245" y="293"/>
                  <a:pt x="1337" y="206"/>
                </a:cubicBezTo>
                <a:cubicBezTo>
                  <a:pt x="1428" y="118"/>
                  <a:pt x="1543" y="50"/>
                  <a:pt x="1682" y="0"/>
                </a:cubicBezTo>
                <a:lnTo>
                  <a:pt x="1811" y="271"/>
                </a:lnTo>
                <a:cubicBezTo>
                  <a:pt x="1680" y="315"/>
                  <a:pt x="1586" y="376"/>
                  <a:pt x="1529" y="454"/>
                </a:cubicBezTo>
                <a:cubicBezTo>
                  <a:pt x="1472" y="532"/>
                  <a:pt x="1442" y="636"/>
                  <a:pt x="1439" y="766"/>
                </a:cubicBezTo>
                <a:lnTo>
                  <a:pt x="1757" y="766"/>
                </a:lnTo>
                <a:lnTo>
                  <a:pt x="1757" y="1424"/>
                </a:lnTo>
                <a:close/>
                <a:moveTo>
                  <a:pt x="658" y="1424"/>
                </a:moveTo>
                <a:lnTo>
                  <a:pt x="658" y="1424"/>
                </a:lnTo>
                <a:lnTo>
                  <a:pt x="0" y="1424"/>
                </a:lnTo>
                <a:lnTo>
                  <a:pt x="0" y="953"/>
                </a:lnTo>
                <a:cubicBezTo>
                  <a:pt x="0" y="763"/>
                  <a:pt x="16" y="612"/>
                  <a:pt x="50" y="502"/>
                </a:cubicBezTo>
                <a:cubicBezTo>
                  <a:pt x="83" y="392"/>
                  <a:pt x="146" y="293"/>
                  <a:pt x="236" y="206"/>
                </a:cubicBezTo>
                <a:cubicBezTo>
                  <a:pt x="327" y="118"/>
                  <a:pt x="442" y="50"/>
                  <a:pt x="583" y="0"/>
                </a:cubicBezTo>
                <a:lnTo>
                  <a:pt x="712" y="271"/>
                </a:lnTo>
                <a:cubicBezTo>
                  <a:pt x="581" y="315"/>
                  <a:pt x="487" y="376"/>
                  <a:pt x="430" y="454"/>
                </a:cubicBezTo>
                <a:cubicBezTo>
                  <a:pt x="373" y="532"/>
                  <a:pt x="342" y="636"/>
                  <a:pt x="339" y="766"/>
                </a:cubicBezTo>
                <a:lnTo>
                  <a:pt x="658" y="766"/>
                </a:lnTo>
                <a:lnTo>
                  <a:pt x="658" y="1424"/>
                </a:lnTo>
                <a:close/>
              </a:path>
            </a:pathLst>
          </a:custGeom>
          <a:solidFill>
            <a:srgbClr val="FFFFFF"/>
          </a:solidFill>
          <a:ln>
            <a:noFill/>
          </a:ln>
        </p:spPr>
        <p:txBody>
          <a:bodyPr spcFirstLastPara="1" wrap="square" lIns="68550" tIns="34275" rIns="68550" bIns="342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35" name="Google Shape;135;p26"/>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
        <p:nvSpPr>
          <p:cNvPr id="136" name="Google Shape;136;p26"/>
          <p:cNvSpPr txBox="1"/>
          <p:nvPr/>
        </p:nvSpPr>
        <p:spPr>
          <a:xfrm>
            <a:off x="332185" y="4869180"/>
            <a:ext cx="4105313" cy="102938"/>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600"/>
              <a:buFont typeface="Arial"/>
              <a:buNone/>
            </a:pPr>
            <a:r>
              <a:rPr lang="en" sz="600" b="0" i="0" u="none" strike="noStrike" cap="none">
                <a:solidFill>
                  <a:schemeClr val="lt1"/>
                </a:solidFill>
                <a:latin typeface="Arial"/>
                <a:ea typeface="Arial"/>
                <a:cs typeface="Arial"/>
                <a:sym typeface="Arial"/>
              </a:rPr>
              <a:t>PwC</a:t>
            </a:r>
            <a:endParaRPr sz="11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Quote 1 Image">
  <p:cSld name="Quote 1 Image">
    <p:spTree>
      <p:nvGrpSpPr>
        <p:cNvPr id="1" name="Shape 137"/>
        <p:cNvGrpSpPr/>
        <p:nvPr/>
      </p:nvGrpSpPr>
      <p:grpSpPr>
        <a:xfrm>
          <a:off x="0" y="0"/>
          <a:ext cx="0" cy="0"/>
          <a:chOff x="0" y="0"/>
          <a:chExt cx="0" cy="0"/>
        </a:xfrm>
      </p:grpSpPr>
      <p:sp>
        <p:nvSpPr>
          <p:cNvPr id="138" name="Google Shape;138;p27"/>
          <p:cNvSpPr/>
          <p:nvPr/>
        </p:nvSpPr>
        <p:spPr>
          <a:xfrm>
            <a:off x="4572000" y="0"/>
            <a:ext cx="4572000" cy="5143500"/>
          </a:xfrm>
          <a:prstGeom prst="rect">
            <a:avLst/>
          </a:prstGeom>
          <a:solidFill>
            <a:srgbClr val="DEDEDE"/>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139" name="Google Shape;139;p27"/>
          <p:cNvSpPr txBox="1">
            <a:spLocks noGrp="1"/>
          </p:cNvSpPr>
          <p:nvPr>
            <p:ph type="body" idx="1"/>
          </p:nvPr>
        </p:nvSpPr>
        <p:spPr>
          <a:xfrm>
            <a:off x="332185" y="1285875"/>
            <a:ext cx="3974625" cy="3343313"/>
          </a:xfrm>
          <a:prstGeom prst="rect">
            <a:avLst/>
          </a:prstGeom>
          <a:noFill/>
          <a:ln>
            <a:noFill/>
          </a:ln>
        </p:spPr>
        <p:txBody>
          <a:bodyPr spcFirstLastPara="1" wrap="square" lIns="0" tIns="0" rIns="0" bIns="0" anchor="t" anchorCtr="0">
            <a:noAutofit/>
          </a:bodyPr>
          <a:lstStyle>
            <a:lvl1pPr marL="457200" marR="0" lvl="0" indent="-228600" algn="l">
              <a:lnSpc>
                <a:spcPct val="85000"/>
              </a:lnSpc>
              <a:spcBef>
                <a:spcPts val="0"/>
              </a:spcBef>
              <a:spcAft>
                <a:spcPts val="0"/>
              </a:spcAft>
              <a:buClr>
                <a:schemeClr val="dk1"/>
              </a:buClr>
              <a:buSzPts val="3500"/>
              <a:buFont typeface="Arial"/>
              <a:buNone/>
              <a:defRPr sz="2900" b="0" i="0" u="none" strike="noStrike" cap="none">
                <a:solidFill>
                  <a:schemeClr val="dk1"/>
                </a:solidFill>
                <a:latin typeface="Georgia"/>
                <a:ea typeface="Georgia"/>
                <a:cs typeface="Georgia"/>
                <a:sym typeface="Georgia"/>
              </a:defRPr>
            </a:lvl1pPr>
            <a:lvl2pPr marL="914400" marR="0" lvl="1" indent="-228600" algn="l">
              <a:lnSpc>
                <a:spcPct val="100000"/>
              </a:lnSpc>
              <a:spcBef>
                <a:spcPts val="2300"/>
              </a:spcBef>
              <a:spcAft>
                <a:spcPts val="0"/>
              </a:spcAft>
              <a:buClr>
                <a:schemeClr val="dk1"/>
              </a:buClr>
              <a:buSzPts val="1400"/>
              <a:buFont typeface="Arial"/>
              <a:buNone/>
              <a:defRPr sz="1200" b="1" i="0" u="none" strike="noStrike" cap="none">
                <a:solidFill>
                  <a:schemeClr val="dk1"/>
                </a:solidFill>
                <a:latin typeface="Arial"/>
                <a:ea typeface="Arial"/>
                <a:cs typeface="Arial"/>
                <a:sym typeface="Arial"/>
              </a:defRPr>
            </a:lvl2pPr>
            <a:lvl3pPr marL="1371600" marR="0" lvl="2" indent="-228600" algn="l">
              <a:lnSpc>
                <a:spcPct val="100000"/>
              </a:lnSpc>
              <a:spcBef>
                <a:spcPts val="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a:lnSpc>
                <a:spcPct val="100000"/>
              </a:lnSpc>
              <a:spcBef>
                <a:spcPts val="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a:lnSpc>
                <a:spcPct val="100000"/>
              </a:lnSpc>
              <a:spcBef>
                <a:spcPts val="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a:lnSpc>
                <a:spcPct val="100000"/>
              </a:lnSpc>
              <a:spcBef>
                <a:spcPts val="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a:lnSpc>
                <a:spcPct val="100000"/>
              </a:lnSpc>
              <a:spcBef>
                <a:spcPts val="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a:lnSpc>
                <a:spcPct val="100000"/>
              </a:lnSpc>
              <a:spcBef>
                <a:spcPts val="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a:lnSpc>
                <a:spcPct val="100000"/>
              </a:lnSpc>
              <a:spcBef>
                <a:spcPts val="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140" name="Google Shape;140;p27"/>
          <p:cNvSpPr/>
          <p:nvPr/>
        </p:nvSpPr>
        <p:spPr>
          <a:xfrm>
            <a:off x="332186" y="515251"/>
            <a:ext cx="653652" cy="509588"/>
          </a:xfrm>
          <a:custGeom>
            <a:avLst/>
            <a:gdLst/>
            <a:ahLst/>
            <a:cxnLst/>
            <a:rect l="l" t="t" r="r" b="b"/>
            <a:pathLst>
              <a:path w="1811" h="1424" extrusionOk="0">
                <a:moveTo>
                  <a:pt x="1757" y="1424"/>
                </a:moveTo>
                <a:lnTo>
                  <a:pt x="1757" y="1424"/>
                </a:lnTo>
                <a:lnTo>
                  <a:pt x="1099" y="1424"/>
                </a:lnTo>
                <a:lnTo>
                  <a:pt x="1099" y="953"/>
                </a:lnTo>
                <a:cubicBezTo>
                  <a:pt x="1099" y="761"/>
                  <a:pt x="1115" y="610"/>
                  <a:pt x="1149" y="501"/>
                </a:cubicBezTo>
                <a:cubicBezTo>
                  <a:pt x="1183" y="392"/>
                  <a:pt x="1245" y="293"/>
                  <a:pt x="1337" y="206"/>
                </a:cubicBezTo>
                <a:cubicBezTo>
                  <a:pt x="1428" y="118"/>
                  <a:pt x="1543" y="50"/>
                  <a:pt x="1682" y="0"/>
                </a:cubicBezTo>
                <a:lnTo>
                  <a:pt x="1811" y="271"/>
                </a:lnTo>
                <a:cubicBezTo>
                  <a:pt x="1680" y="315"/>
                  <a:pt x="1586" y="376"/>
                  <a:pt x="1529" y="454"/>
                </a:cubicBezTo>
                <a:cubicBezTo>
                  <a:pt x="1472" y="532"/>
                  <a:pt x="1442" y="636"/>
                  <a:pt x="1439" y="766"/>
                </a:cubicBezTo>
                <a:lnTo>
                  <a:pt x="1757" y="766"/>
                </a:lnTo>
                <a:lnTo>
                  <a:pt x="1757" y="1424"/>
                </a:lnTo>
                <a:close/>
                <a:moveTo>
                  <a:pt x="658" y="1424"/>
                </a:moveTo>
                <a:lnTo>
                  <a:pt x="658" y="1424"/>
                </a:lnTo>
                <a:lnTo>
                  <a:pt x="0" y="1424"/>
                </a:lnTo>
                <a:lnTo>
                  <a:pt x="0" y="953"/>
                </a:lnTo>
                <a:cubicBezTo>
                  <a:pt x="0" y="763"/>
                  <a:pt x="16" y="612"/>
                  <a:pt x="50" y="502"/>
                </a:cubicBezTo>
                <a:cubicBezTo>
                  <a:pt x="83" y="392"/>
                  <a:pt x="146" y="293"/>
                  <a:pt x="236" y="206"/>
                </a:cubicBezTo>
                <a:cubicBezTo>
                  <a:pt x="327" y="118"/>
                  <a:pt x="442" y="50"/>
                  <a:pt x="583" y="0"/>
                </a:cubicBezTo>
                <a:lnTo>
                  <a:pt x="712" y="271"/>
                </a:lnTo>
                <a:cubicBezTo>
                  <a:pt x="581" y="315"/>
                  <a:pt x="487" y="376"/>
                  <a:pt x="430" y="454"/>
                </a:cubicBezTo>
                <a:cubicBezTo>
                  <a:pt x="373" y="532"/>
                  <a:pt x="342" y="636"/>
                  <a:pt x="339" y="766"/>
                </a:cubicBezTo>
                <a:lnTo>
                  <a:pt x="658" y="766"/>
                </a:lnTo>
                <a:lnTo>
                  <a:pt x="658" y="1424"/>
                </a:lnTo>
                <a:close/>
              </a:path>
            </a:pathLst>
          </a:custGeom>
          <a:solidFill>
            <a:srgbClr val="000000"/>
          </a:solidFill>
          <a:ln>
            <a:noFill/>
          </a:ln>
        </p:spPr>
        <p:txBody>
          <a:bodyPr spcFirstLastPara="1" wrap="square" lIns="68550" tIns="34275" rIns="68550" bIns="342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41" name="Google Shape;141;p27"/>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Quote 2 Orange">
  <p:cSld name="Quote 2 Orange">
    <p:bg>
      <p:bgPr>
        <a:solidFill>
          <a:srgbClr val="D04A02"/>
        </a:solidFill>
        <a:effectLst/>
      </p:bgPr>
    </p:bg>
    <p:spTree>
      <p:nvGrpSpPr>
        <p:cNvPr id="1" name="Shape 142"/>
        <p:cNvGrpSpPr/>
        <p:nvPr/>
      </p:nvGrpSpPr>
      <p:grpSpPr>
        <a:xfrm>
          <a:off x="0" y="0"/>
          <a:ext cx="0" cy="0"/>
          <a:chOff x="0" y="0"/>
          <a:chExt cx="0" cy="0"/>
        </a:xfrm>
      </p:grpSpPr>
      <p:sp>
        <p:nvSpPr>
          <p:cNvPr id="143" name="Google Shape;143;p28"/>
          <p:cNvSpPr txBox="1">
            <a:spLocks noGrp="1"/>
          </p:cNvSpPr>
          <p:nvPr>
            <p:ph type="body" idx="1"/>
          </p:nvPr>
        </p:nvSpPr>
        <p:spPr>
          <a:xfrm>
            <a:off x="332186" y="1705927"/>
            <a:ext cx="7155188" cy="2923313"/>
          </a:xfrm>
          <a:prstGeom prst="rect">
            <a:avLst/>
          </a:prstGeom>
          <a:noFill/>
          <a:ln>
            <a:noFill/>
          </a:ln>
        </p:spPr>
        <p:txBody>
          <a:bodyPr spcFirstLastPara="1" wrap="square" lIns="0" tIns="0" rIns="0" bIns="0" anchor="t" anchorCtr="0">
            <a:noAutofit/>
          </a:bodyPr>
          <a:lstStyle>
            <a:lvl1pPr marL="457200" marR="0" lvl="0" indent="-228600" algn="l">
              <a:lnSpc>
                <a:spcPct val="85000"/>
              </a:lnSpc>
              <a:spcBef>
                <a:spcPts val="0"/>
              </a:spcBef>
              <a:spcAft>
                <a:spcPts val="0"/>
              </a:spcAft>
              <a:buClr>
                <a:schemeClr val="lt1"/>
              </a:buClr>
              <a:buSzPts val="3500"/>
              <a:buFont typeface="Arial"/>
              <a:buNone/>
              <a:defRPr sz="2900" b="0" i="0" u="none" strike="noStrike" cap="none">
                <a:solidFill>
                  <a:schemeClr val="lt1"/>
                </a:solidFill>
                <a:latin typeface="Georgia"/>
                <a:ea typeface="Georgia"/>
                <a:cs typeface="Georgia"/>
                <a:sym typeface="Georgia"/>
              </a:defRPr>
            </a:lvl1pPr>
            <a:lvl2pPr marL="914400" marR="0" lvl="1" indent="-228600" algn="l">
              <a:lnSpc>
                <a:spcPct val="100000"/>
              </a:lnSpc>
              <a:spcBef>
                <a:spcPts val="2300"/>
              </a:spcBef>
              <a:spcAft>
                <a:spcPts val="0"/>
              </a:spcAft>
              <a:buClr>
                <a:schemeClr val="lt1"/>
              </a:buClr>
              <a:buSzPts val="1400"/>
              <a:buFont typeface="Arial"/>
              <a:buNone/>
              <a:defRPr sz="1200" b="1" i="0" u="none" strike="noStrike" cap="none">
                <a:solidFill>
                  <a:schemeClr val="lt1"/>
                </a:solidFill>
                <a:latin typeface="Arial"/>
                <a:ea typeface="Arial"/>
                <a:cs typeface="Arial"/>
                <a:sym typeface="Arial"/>
              </a:defRPr>
            </a:lvl2pPr>
            <a:lvl3pPr marL="1371600" marR="0" lvl="2"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3pPr>
            <a:lvl4pPr marL="1828800" marR="0" lvl="3"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4pPr>
            <a:lvl5pPr marL="2286000" marR="0" lvl="4"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5pPr>
            <a:lvl6pPr marL="2743200" marR="0" lvl="5"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6pPr>
            <a:lvl7pPr marL="3200400" marR="0" lvl="6"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7pPr>
            <a:lvl8pPr marL="3657600" marR="0" lvl="7"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8pPr>
            <a:lvl9pPr marL="4114800" marR="0" lvl="8"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9pPr>
          </a:lstStyle>
          <a:p>
            <a:endParaRPr/>
          </a:p>
        </p:txBody>
      </p:sp>
      <p:sp>
        <p:nvSpPr>
          <p:cNvPr id="144" name="Google Shape;144;p28"/>
          <p:cNvSpPr/>
          <p:nvPr/>
        </p:nvSpPr>
        <p:spPr>
          <a:xfrm>
            <a:off x="332186" y="1022219"/>
            <a:ext cx="653652" cy="509588"/>
          </a:xfrm>
          <a:custGeom>
            <a:avLst/>
            <a:gdLst/>
            <a:ahLst/>
            <a:cxnLst/>
            <a:rect l="l" t="t" r="r" b="b"/>
            <a:pathLst>
              <a:path w="1811" h="1424" extrusionOk="0">
                <a:moveTo>
                  <a:pt x="1757" y="1424"/>
                </a:moveTo>
                <a:lnTo>
                  <a:pt x="1757" y="1424"/>
                </a:lnTo>
                <a:lnTo>
                  <a:pt x="1099" y="1424"/>
                </a:lnTo>
                <a:lnTo>
                  <a:pt x="1099" y="953"/>
                </a:lnTo>
                <a:cubicBezTo>
                  <a:pt x="1099" y="761"/>
                  <a:pt x="1115" y="610"/>
                  <a:pt x="1149" y="501"/>
                </a:cubicBezTo>
                <a:cubicBezTo>
                  <a:pt x="1183" y="392"/>
                  <a:pt x="1245" y="293"/>
                  <a:pt x="1337" y="206"/>
                </a:cubicBezTo>
                <a:cubicBezTo>
                  <a:pt x="1428" y="118"/>
                  <a:pt x="1543" y="50"/>
                  <a:pt x="1682" y="0"/>
                </a:cubicBezTo>
                <a:lnTo>
                  <a:pt x="1811" y="271"/>
                </a:lnTo>
                <a:cubicBezTo>
                  <a:pt x="1680" y="315"/>
                  <a:pt x="1586" y="376"/>
                  <a:pt x="1529" y="454"/>
                </a:cubicBezTo>
                <a:cubicBezTo>
                  <a:pt x="1472" y="532"/>
                  <a:pt x="1442" y="636"/>
                  <a:pt x="1439" y="766"/>
                </a:cubicBezTo>
                <a:lnTo>
                  <a:pt x="1757" y="766"/>
                </a:lnTo>
                <a:lnTo>
                  <a:pt x="1757" y="1424"/>
                </a:lnTo>
                <a:close/>
                <a:moveTo>
                  <a:pt x="658" y="1424"/>
                </a:moveTo>
                <a:lnTo>
                  <a:pt x="658" y="1424"/>
                </a:lnTo>
                <a:lnTo>
                  <a:pt x="0" y="1424"/>
                </a:lnTo>
                <a:lnTo>
                  <a:pt x="0" y="953"/>
                </a:lnTo>
                <a:cubicBezTo>
                  <a:pt x="0" y="763"/>
                  <a:pt x="16" y="612"/>
                  <a:pt x="50" y="502"/>
                </a:cubicBezTo>
                <a:cubicBezTo>
                  <a:pt x="83" y="392"/>
                  <a:pt x="146" y="293"/>
                  <a:pt x="236" y="206"/>
                </a:cubicBezTo>
                <a:cubicBezTo>
                  <a:pt x="327" y="118"/>
                  <a:pt x="442" y="50"/>
                  <a:pt x="583" y="0"/>
                </a:cubicBezTo>
                <a:lnTo>
                  <a:pt x="712" y="271"/>
                </a:lnTo>
                <a:cubicBezTo>
                  <a:pt x="581" y="315"/>
                  <a:pt x="487" y="376"/>
                  <a:pt x="430" y="454"/>
                </a:cubicBezTo>
                <a:cubicBezTo>
                  <a:pt x="373" y="532"/>
                  <a:pt x="342" y="636"/>
                  <a:pt x="339" y="766"/>
                </a:cubicBezTo>
                <a:lnTo>
                  <a:pt x="658" y="766"/>
                </a:lnTo>
                <a:lnTo>
                  <a:pt x="658" y="1424"/>
                </a:lnTo>
                <a:close/>
              </a:path>
            </a:pathLst>
          </a:custGeom>
          <a:solidFill>
            <a:srgbClr val="FFFFFF"/>
          </a:solidFill>
          <a:ln>
            <a:noFill/>
          </a:ln>
        </p:spPr>
        <p:txBody>
          <a:bodyPr spcFirstLastPara="1" wrap="square" lIns="68550" tIns="34275" rIns="68550" bIns="342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45" name="Google Shape;145;p28"/>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
        <p:nvSpPr>
          <p:cNvPr id="146" name="Google Shape;146;p28"/>
          <p:cNvSpPr txBox="1"/>
          <p:nvPr/>
        </p:nvSpPr>
        <p:spPr>
          <a:xfrm>
            <a:off x="332185" y="4869180"/>
            <a:ext cx="4105313" cy="102938"/>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600"/>
              <a:buFont typeface="Arial"/>
              <a:buNone/>
            </a:pPr>
            <a:r>
              <a:rPr lang="en" sz="600" b="0" i="0" u="none" strike="noStrike" cap="none">
                <a:solidFill>
                  <a:schemeClr val="lt1"/>
                </a:solidFill>
                <a:latin typeface="Arial"/>
                <a:ea typeface="Arial"/>
                <a:cs typeface="Arial"/>
                <a:sym typeface="Arial"/>
              </a:rPr>
              <a:t>PwC</a:t>
            </a:r>
            <a:endParaRPr sz="11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Quote 2 Grey">
  <p:cSld name="Quote 2 Grey">
    <p:bg>
      <p:bgPr>
        <a:solidFill>
          <a:srgbClr val="464646"/>
        </a:solidFill>
        <a:effectLst/>
      </p:bgPr>
    </p:bg>
    <p:spTree>
      <p:nvGrpSpPr>
        <p:cNvPr id="1" name="Shape 147"/>
        <p:cNvGrpSpPr/>
        <p:nvPr/>
      </p:nvGrpSpPr>
      <p:grpSpPr>
        <a:xfrm>
          <a:off x="0" y="0"/>
          <a:ext cx="0" cy="0"/>
          <a:chOff x="0" y="0"/>
          <a:chExt cx="0" cy="0"/>
        </a:xfrm>
      </p:grpSpPr>
      <p:sp>
        <p:nvSpPr>
          <p:cNvPr id="148" name="Google Shape;148;p29"/>
          <p:cNvSpPr txBox="1">
            <a:spLocks noGrp="1"/>
          </p:cNvSpPr>
          <p:nvPr>
            <p:ph type="body" idx="1"/>
          </p:nvPr>
        </p:nvSpPr>
        <p:spPr>
          <a:xfrm>
            <a:off x="332186" y="1705927"/>
            <a:ext cx="7155188" cy="2923313"/>
          </a:xfrm>
          <a:prstGeom prst="rect">
            <a:avLst/>
          </a:prstGeom>
          <a:noFill/>
          <a:ln>
            <a:noFill/>
          </a:ln>
        </p:spPr>
        <p:txBody>
          <a:bodyPr spcFirstLastPara="1" wrap="square" lIns="0" tIns="0" rIns="0" bIns="0" anchor="t" anchorCtr="0">
            <a:noAutofit/>
          </a:bodyPr>
          <a:lstStyle>
            <a:lvl1pPr marL="457200" marR="0" lvl="0" indent="-228600" algn="l">
              <a:lnSpc>
                <a:spcPct val="85000"/>
              </a:lnSpc>
              <a:spcBef>
                <a:spcPts val="0"/>
              </a:spcBef>
              <a:spcAft>
                <a:spcPts val="0"/>
              </a:spcAft>
              <a:buClr>
                <a:schemeClr val="lt1"/>
              </a:buClr>
              <a:buSzPts val="3500"/>
              <a:buFont typeface="Arial"/>
              <a:buNone/>
              <a:defRPr sz="2900" b="0" i="0" u="none" strike="noStrike" cap="none">
                <a:solidFill>
                  <a:schemeClr val="lt1"/>
                </a:solidFill>
                <a:latin typeface="Georgia"/>
                <a:ea typeface="Georgia"/>
                <a:cs typeface="Georgia"/>
                <a:sym typeface="Georgia"/>
              </a:defRPr>
            </a:lvl1pPr>
            <a:lvl2pPr marL="914400" marR="0" lvl="1" indent="-228600" algn="l">
              <a:lnSpc>
                <a:spcPct val="100000"/>
              </a:lnSpc>
              <a:spcBef>
                <a:spcPts val="2300"/>
              </a:spcBef>
              <a:spcAft>
                <a:spcPts val="0"/>
              </a:spcAft>
              <a:buClr>
                <a:schemeClr val="lt1"/>
              </a:buClr>
              <a:buSzPts val="1400"/>
              <a:buFont typeface="Arial"/>
              <a:buNone/>
              <a:defRPr sz="1200" b="1" i="0" u="none" strike="noStrike" cap="none">
                <a:solidFill>
                  <a:schemeClr val="lt1"/>
                </a:solidFill>
                <a:latin typeface="Arial"/>
                <a:ea typeface="Arial"/>
                <a:cs typeface="Arial"/>
                <a:sym typeface="Arial"/>
              </a:defRPr>
            </a:lvl2pPr>
            <a:lvl3pPr marL="1371600" marR="0" lvl="2"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3pPr>
            <a:lvl4pPr marL="1828800" marR="0" lvl="3"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4pPr>
            <a:lvl5pPr marL="2286000" marR="0" lvl="4"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5pPr>
            <a:lvl6pPr marL="2743200" marR="0" lvl="5"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6pPr>
            <a:lvl7pPr marL="3200400" marR="0" lvl="6"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7pPr>
            <a:lvl8pPr marL="3657600" marR="0" lvl="7"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8pPr>
            <a:lvl9pPr marL="4114800" marR="0" lvl="8"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9pPr>
          </a:lstStyle>
          <a:p>
            <a:endParaRPr/>
          </a:p>
        </p:txBody>
      </p:sp>
      <p:sp>
        <p:nvSpPr>
          <p:cNvPr id="149" name="Google Shape;149;p29"/>
          <p:cNvSpPr/>
          <p:nvPr/>
        </p:nvSpPr>
        <p:spPr>
          <a:xfrm>
            <a:off x="332186" y="1022219"/>
            <a:ext cx="653652" cy="509588"/>
          </a:xfrm>
          <a:custGeom>
            <a:avLst/>
            <a:gdLst/>
            <a:ahLst/>
            <a:cxnLst/>
            <a:rect l="l" t="t" r="r" b="b"/>
            <a:pathLst>
              <a:path w="1811" h="1424" extrusionOk="0">
                <a:moveTo>
                  <a:pt x="1757" y="1424"/>
                </a:moveTo>
                <a:lnTo>
                  <a:pt x="1757" y="1424"/>
                </a:lnTo>
                <a:lnTo>
                  <a:pt x="1099" y="1424"/>
                </a:lnTo>
                <a:lnTo>
                  <a:pt x="1099" y="953"/>
                </a:lnTo>
                <a:cubicBezTo>
                  <a:pt x="1099" y="761"/>
                  <a:pt x="1115" y="610"/>
                  <a:pt x="1149" y="501"/>
                </a:cubicBezTo>
                <a:cubicBezTo>
                  <a:pt x="1183" y="392"/>
                  <a:pt x="1245" y="293"/>
                  <a:pt x="1337" y="206"/>
                </a:cubicBezTo>
                <a:cubicBezTo>
                  <a:pt x="1428" y="118"/>
                  <a:pt x="1543" y="50"/>
                  <a:pt x="1682" y="0"/>
                </a:cubicBezTo>
                <a:lnTo>
                  <a:pt x="1811" y="271"/>
                </a:lnTo>
                <a:cubicBezTo>
                  <a:pt x="1680" y="315"/>
                  <a:pt x="1586" y="376"/>
                  <a:pt x="1529" y="454"/>
                </a:cubicBezTo>
                <a:cubicBezTo>
                  <a:pt x="1472" y="532"/>
                  <a:pt x="1442" y="636"/>
                  <a:pt x="1439" y="766"/>
                </a:cubicBezTo>
                <a:lnTo>
                  <a:pt x="1757" y="766"/>
                </a:lnTo>
                <a:lnTo>
                  <a:pt x="1757" y="1424"/>
                </a:lnTo>
                <a:close/>
                <a:moveTo>
                  <a:pt x="658" y="1424"/>
                </a:moveTo>
                <a:lnTo>
                  <a:pt x="658" y="1424"/>
                </a:lnTo>
                <a:lnTo>
                  <a:pt x="0" y="1424"/>
                </a:lnTo>
                <a:lnTo>
                  <a:pt x="0" y="953"/>
                </a:lnTo>
                <a:cubicBezTo>
                  <a:pt x="0" y="763"/>
                  <a:pt x="16" y="612"/>
                  <a:pt x="50" y="502"/>
                </a:cubicBezTo>
                <a:cubicBezTo>
                  <a:pt x="83" y="392"/>
                  <a:pt x="146" y="293"/>
                  <a:pt x="236" y="206"/>
                </a:cubicBezTo>
                <a:cubicBezTo>
                  <a:pt x="327" y="118"/>
                  <a:pt x="442" y="50"/>
                  <a:pt x="583" y="0"/>
                </a:cubicBezTo>
                <a:lnTo>
                  <a:pt x="712" y="271"/>
                </a:lnTo>
                <a:cubicBezTo>
                  <a:pt x="581" y="315"/>
                  <a:pt x="487" y="376"/>
                  <a:pt x="430" y="454"/>
                </a:cubicBezTo>
                <a:cubicBezTo>
                  <a:pt x="373" y="532"/>
                  <a:pt x="342" y="636"/>
                  <a:pt x="339" y="766"/>
                </a:cubicBezTo>
                <a:lnTo>
                  <a:pt x="658" y="766"/>
                </a:lnTo>
                <a:lnTo>
                  <a:pt x="658" y="1424"/>
                </a:lnTo>
                <a:close/>
              </a:path>
            </a:pathLst>
          </a:custGeom>
          <a:solidFill>
            <a:srgbClr val="FFFFFF"/>
          </a:solidFill>
          <a:ln>
            <a:noFill/>
          </a:ln>
        </p:spPr>
        <p:txBody>
          <a:bodyPr spcFirstLastPara="1" wrap="square" lIns="68550" tIns="34275" rIns="68550" bIns="342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50" name="Google Shape;150;p29"/>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
        <p:nvSpPr>
          <p:cNvPr id="151" name="Google Shape;151;p29"/>
          <p:cNvSpPr txBox="1"/>
          <p:nvPr/>
        </p:nvSpPr>
        <p:spPr>
          <a:xfrm>
            <a:off x="332185" y="4869180"/>
            <a:ext cx="4105313" cy="102938"/>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600"/>
              <a:buFont typeface="Arial"/>
              <a:buNone/>
            </a:pPr>
            <a:r>
              <a:rPr lang="en" sz="600" b="0" i="0" u="none" strike="noStrike" cap="none">
                <a:solidFill>
                  <a:schemeClr val="lt1"/>
                </a:solidFill>
                <a:latin typeface="Arial"/>
                <a:ea typeface="Arial"/>
                <a:cs typeface="Arial"/>
                <a:sym typeface="Arial"/>
              </a:rPr>
              <a:t>PwC</a:t>
            </a:r>
            <a:endParaRPr sz="11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 Subtitle">
  <p:cSld name="Title and Content - Subtitle">
    <p:spTree>
      <p:nvGrpSpPr>
        <p:cNvPr id="1" name="Shape 152"/>
        <p:cNvGrpSpPr/>
        <p:nvPr/>
      </p:nvGrpSpPr>
      <p:grpSpPr>
        <a:xfrm>
          <a:off x="0" y="0"/>
          <a:ext cx="0" cy="0"/>
          <a:chOff x="0" y="0"/>
          <a:chExt cx="0" cy="0"/>
        </a:xfrm>
      </p:grpSpPr>
      <p:sp>
        <p:nvSpPr>
          <p:cNvPr id="153" name="Google Shape;153;p30"/>
          <p:cNvSpPr txBox="1">
            <a:spLocks noGrp="1"/>
          </p:cNvSpPr>
          <p:nvPr>
            <p:ph type="title"/>
          </p:nvPr>
        </p:nvSpPr>
        <p:spPr>
          <a:xfrm>
            <a:off x="332185" y="322886"/>
            <a:ext cx="8479687" cy="377250"/>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900"/>
              <a:buFont typeface="Georgia"/>
              <a:buNone/>
              <a:defRPr sz="24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154" name="Google Shape;154;p30"/>
          <p:cNvSpPr txBox="1">
            <a:spLocks noGrp="1"/>
          </p:cNvSpPr>
          <p:nvPr>
            <p:ph type="body" idx="1"/>
          </p:nvPr>
        </p:nvSpPr>
        <p:spPr>
          <a:xfrm>
            <a:off x="332185" y="1577578"/>
            <a:ext cx="5563875"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155" name="Google Shape;155;p30"/>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
        <p:nvSpPr>
          <p:cNvPr id="156" name="Google Shape;156;p30"/>
          <p:cNvSpPr txBox="1">
            <a:spLocks noGrp="1"/>
          </p:cNvSpPr>
          <p:nvPr>
            <p:ph type="subTitle" idx="2"/>
          </p:nvPr>
        </p:nvSpPr>
        <p:spPr>
          <a:xfrm>
            <a:off x="332184" y="700075"/>
            <a:ext cx="8479687" cy="664313"/>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1pPr>
            <a:lvl2pPr marR="0" lvl="1"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2pPr>
            <a:lvl3pPr marR="0" lvl="2"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3pPr>
            <a:lvl4pPr marR="0" lvl="3"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4pPr>
            <a:lvl5pPr marR="0" lvl="4"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5pPr>
            <a:lvl6pPr marR="0" lvl="5"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6pPr>
            <a:lvl7pPr marR="0" lvl="6"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7pPr>
            <a:lvl8pPr marR="0" lvl="7"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8pPr>
            <a:lvl9pPr marR="0" lvl="8"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157"/>
        <p:cNvGrpSpPr/>
        <p:nvPr/>
      </p:nvGrpSpPr>
      <p:grpSpPr>
        <a:xfrm>
          <a:off x="0" y="0"/>
          <a:ext cx="0" cy="0"/>
          <a:chOff x="0" y="0"/>
          <a:chExt cx="0" cy="0"/>
        </a:xfrm>
      </p:grpSpPr>
      <p:sp>
        <p:nvSpPr>
          <p:cNvPr id="158" name="Google Shape;158;p31"/>
          <p:cNvSpPr txBox="1">
            <a:spLocks noGrp="1"/>
          </p:cNvSpPr>
          <p:nvPr>
            <p:ph type="body" idx="1"/>
          </p:nvPr>
        </p:nvSpPr>
        <p:spPr>
          <a:xfrm>
            <a:off x="332185" y="1577578"/>
            <a:ext cx="4105313"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159" name="Google Shape;159;p31"/>
          <p:cNvSpPr txBox="1">
            <a:spLocks noGrp="1"/>
          </p:cNvSpPr>
          <p:nvPr>
            <p:ph type="body" idx="2"/>
          </p:nvPr>
        </p:nvSpPr>
        <p:spPr>
          <a:xfrm>
            <a:off x="4706541" y="1577578"/>
            <a:ext cx="4105313"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160" name="Google Shape;160;p31"/>
          <p:cNvSpPr txBox="1">
            <a:spLocks noGrp="1"/>
          </p:cNvSpPr>
          <p:nvPr>
            <p:ph type="title"/>
          </p:nvPr>
        </p:nvSpPr>
        <p:spPr>
          <a:xfrm>
            <a:off x="332185" y="324000"/>
            <a:ext cx="8479687" cy="1040437"/>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900"/>
              <a:buFont typeface="Georgia"/>
              <a:buNone/>
              <a:defRPr sz="24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161" name="Google Shape;161;p31"/>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hree Content">
  <p:cSld name="Three Content">
    <p:spTree>
      <p:nvGrpSpPr>
        <p:cNvPr id="1" name="Shape 162"/>
        <p:cNvGrpSpPr/>
        <p:nvPr/>
      </p:nvGrpSpPr>
      <p:grpSpPr>
        <a:xfrm>
          <a:off x="0" y="0"/>
          <a:ext cx="0" cy="0"/>
          <a:chOff x="0" y="0"/>
          <a:chExt cx="0" cy="0"/>
        </a:xfrm>
      </p:grpSpPr>
      <p:sp>
        <p:nvSpPr>
          <p:cNvPr id="163" name="Google Shape;163;p32"/>
          <p:cNvSpPr txBox="1">
            <a:spLocks noGrp="1"/>
          </p:cNvSpPr>
          <p:nvPr>
            <p:ph type="body" idx="1"/>
          </p:nvPr>
        </p:nvSpPr>
        <p:spPr>
          <a:xfrm>
            <a:off x="332185" y="1577578"/>
            <a:ext cx="2646750"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164" name="Google Shape;164;p32"/>
          <p:cNvSpPr txBox="1">
            <a:spLocks noGrp="1"/>
          </p:cNvSpPr>
          <p:nvPr>
            <p:ph type="body" idx="2"/>
          </p:nvPr>
        </p:nvSpPr>
        <p:spPr>
          <a:xfrm>
            <a:off x="3249216" y="1577578"/>
            <a:ext cx="2646750"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165" name="Google Shape;165;p32"/>
          <p:cNvSpPr txBox="1">
            <a:spLocks noGrp="1"/>
          </p:cNvSpPr>
          <p:nvPr>
            <p:ph type="body" idx="3"/>
          </p:nvPr>
        </p:nvSpPr>
        <p:spPr>
          <a:xfrm>
            <a:off x="6165057" y="1577578"/>
            <a:ext cx="2646750"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166" name="Google Shape;166;p32"/>
          <p:cNvSpPr txBox="1">
            <a:spLocks noGrp="1"/>
          </p:cNvSpPr>
          <p:nvPr>
            <p:ph type="title"/>
          </p:nvPr>
        </p:nvSpPr>
        <p:spPr>
          <a:xfrm>
            <a:off x="332185" y="324000"/>
            <a:ext cx="8479687" cy="1040437"/>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900"/>
              <a:buFont typeface="Georgia"/>
              <a:buNone/>
              <a:defRPr sz="24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167" name="Google Shape;167;p32"/>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Four Content">
  <p:cSld name="Four Content">
    <p:spTree>
      <p:nvGrpSpPr>
        <p:cNvPr id="1" name="Shape 168"/>
        <p:cNvGrpSpPr/>
        <p:nvPr/>
      </p:nvGrpSpPr>
      <p:grpSpPr>
        <a:xfrm>
          <a:off x="0" y="0"/>
          <a:ext cx="0" cy="0"/>
          <a:chOff x="0" y="0"/>
          <a:chExt cx="0" cy="0"/>
        </a:xfrm>
      </p:grpSpPr>
      <p:sp>
        <p:nvSpPr>
          <p:cNvPr id="169" name="Google Shape;169;p33"/>
          <p:cNvSpPr txBox="1">
            <a:spLocks noGrp="1"/>
          </p:cNvSpPr>
          <p:nvPr>
            <p:ph type="body" idx="1"/>
          </p:nvPr>
        </p:nvSpPr>
        <p:spPr>
          <a:xfrm>
            <a:off x="332185" y="1577578"/>
            <a:ext cx="1917000"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170" name="Google Shape;170;p33"/>
          <p:cNvSpPr txBox="1">
            <a:spLocks noGrp="1"/>
          </p:cNvSpPr>
          <p:nvPr>
            <p:ph type="body" idx="2"/>
          </p:nvPr>
        </p:nvSpPr>
        <p:spPr>
          <a:xfrm>
            <a:off x="2520460" y="1577578"/>
            <a:ext cx="1917000"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171" name="Google Shape;171;p33"/>
          <p:cNvSpPr txBox="1">
            <a:spLocks noGrp="1"/>
          </p:cNvSpPr>
          <p:nvPr>
            <p:ph type="body" idx="3"/>
          </p:nvPr>
        </p:nvSpPr>
        <p:spPr>
          <a:xfrm>
            <a:off x="4706541" y="1577578"/>
            <a:ext cx="1917000"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172" name="Google Shape;172;p33"/>
          <p:cNvSpPr txBox="1">
            <a:spLocks noGrp="1"/>
          </p:cNvSpPr>
          <p:nvPr>
            <p:ph type="body" idx="4"/>
          </p:nvPr>
        </p:nvSpPr>
        <p:spPr>
          <a:xfrm>
            <a:off x="6892622" y="1577578"/>
            <a:ext cx="1917000"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173" name="Google Shape;173;p33"/>
          <p:cNvSpPr txBox="1">
            <a:spLocks noGrp="1"/>
          </p:cNvSpPr>
          <p:nvPr>
            <p:ph type="title"/>
          </p:nvPr>
        </p:nvSpPr>
        <p:spPr>
          <a:xfrm>
            <a:off x="332185" y="324000"/>
            <a:ext cx="8479687" cy="1040437"/>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900"/>
              <a:buFont typeface="Georgia"/>
              <a:buNone/>
              <a:defRPr sz="24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174" name="Google Shape;174;p33"/>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Five Content">
  <p:cSld name="Five Content">
    <p:spTree>
      <p:nvGrpSpPr>
        <p:cNvPr id="1" name="Shape 175"/>
        <p:cNvGrpSpPr/>
        <p:nvPr/>
      </p:nvGrpSpPr>
      <p:grpSpPr>
        <a:xfrm>
          <a:off x="0" y="0"/>
          <a:ext cx="0" cy="0"/>
          <a:chOff x="0" y="0"/>
          <a:chExt cx="0" cy="0"/>
        </a:xfrm>
      </p:grpSpPr>
      <p:sp>
        <p:nvSpPr>
          <p:cNvPr id="176" name="Google Shape;176;p34"/>
          <p:cNvSpPr txBox="1">
            <a:spLocks noGrp="1"/>
          </p:cNvSpPr>
          <p:nvPr>
            <p:ph type="body" idx="1"/>
          </p:nvPr>
        </p:nvSpPr>
        <p:spPr>
          <a:xfrm>
            <a:off x="332185" y="1577578"/>
            <a:ext cx="1479563"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177" name="Google Shape;177;p34"/>
          <p:cNvSpPr txBox="1">
            <a:spLocks noGrp="1"/>
          </p:cNvSpPr>
          <p:nvPr>
            <p:ph type="body" idx="2"/>
          </p:nvPr>
        </p:nvSpPr>
        <p:spPr>
          <a:xfrm>
            <a:off x="2082784" y="1577578"/>
            <a:ext cx="1479563"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178" name="Google Shape;178;p34"/>
          <p:cNvSpPr txBox="1">
            <a:spLocks noGrp="1"/>
          </p:cNvSpPr>
          <p:nvPr>
            <p:ph type="body" idx="3"/>
          </p:nvPr>
        </p:nvSpPr>
        <p:spPr>
          <a:xfrm>
            <a:off x="3833383" y="1577578"/>
            <a:ext cx="1479563"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179" name="Google Shape;179;p34"/>
          <p:cNvSpPr txBox="1">
            <a:spLocks noGrp="1"/>
          </p:cNvSpPr>
          <p:nvPr>
            <p:ph type="body" idx="4"/>
          </p:nvPr>
        </p:nvSpPr>
        <p:spPr>
          <a:xfrm>
            <a:off x="5583982" y="1577578"/>
            <a:ext cx="1479563"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180" name="Google Shape;180;p34"/>
          <p:cNvSpPr txBox="1">
            <a:spLocks noGrp="1"/>
          </p:cNvSpPr>
          <p:nvPr>
            <p:ph type="body" idx="5"/>
          </p:nvPr>
        </p:nvSpPr>
        <p:spPr>
          <a:xfrm>
            <a:off x="7334582" y="1577578"/>
            <a:ext cx="1479563"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181" name="Google Shape;181;p34"/>
          <p:cNvSpPr txBox="1">
            <a:spLocks noGrp="1"/>
          </p:cNvSpPr>
          <p:nvPr>
            <p:ph type="title"/>
          </p:nvPr>
        </p:nvSpPr>
        <p:spPr>
          <a:xfrm>
            <a:off x="332185" y="324000"/>
            <a:ext cx="8479687" cy="1040437"/>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900"/>
              <a:buFont typeface="Georgia"/>
              <a:buNone/>
              <a:defRPr sz="24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182" name="Google Shape;182;p34"/>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and Image">
  <p:cSld name="Content and Image">
    <p:spTree>
      <p:nvGrpSpPr>
        <p:cNvPr id="1" name="Shape 183"/>
        <p:cNvGrpSpPr/>
        <p:nvPr/>
      </p:nvGrpSpPr>
      <p:grpSpPr>
        <a:xfrm>
          <a:off x="0" y="0"/>
          <a:ext cx="0" cy="0"/>
          <a:chOff x="0" y="0"/>
          <a:chExt cx="0" cy="0"/>
        </a:xfrm>
      </p:grpSpPr>
      <p:sp>
        <p:nvSpPr>
          <p:cNvPr id="184" name="Google Shape;184;p35"/>
          <p:cNvSpPr/>
          <p:nvPr/>
        </p:nvSpPr>
        <p:spPr>
          <a:xfrm>
            <a:off x="4572000" y="0"/>
            <a:ext cx="4572000" cy="5143500"/>
          </a:xfrm>
          <a:prstGeom prst="rect">
            <a:avLst/>
          </a:prstGeom>
          <a:solidFill>
            <a:srgbClr val="DEDEDE"/>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185" name="Google Shape;185;p35"/>
          <p:cNvSpPr txBox="1">
            <a:spLocks noGrp="1"/>
          </p:cNvSpPr>
          <p:nvPr>
            <p:ph type="body" idx="1"/>
          </p:nvPr>
        </p:nvSpPr>
        <p:spPr>
          <a:xfrm>
            <a:off x="332185" y="1577578"/>
            <a:ext cx="3988313"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186" name="Google Shape;186;p35"/>
          <p:cNvSpPr txBox="1">
            <a:spLocks noGrp="1"/>
          </p:cNvSpPr>
          <p:nvPr>
            <p:ph type="title"/>
          </p:nvPr>
        </p:nvSpPr>
        <p:spPr>
          <a:xfrm>
            <a:off x="332185" y="324000"/>
            <a:ext cx="3988313" cy="1040437"/>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900"/>
              <a:buFont typeface="Georgia"/>
              <a:buNone/>
              <a:defRPr sz="24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187" name="Google Shape;187;p35"/>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ontent and Image 1">
  <p:cSld name="Content and Image 1">
    <p:bg>
      <p:bgPr>
        <a:solidFill>
          <a:schemeClr val="accent6"/>
        </a:solidFill>
        <a:effectLst/>
      </p:bgPr>
    </p:bg>
    <p:spTree>
      <p:nvGrpSpPr>
        <p:cNvPr id="1" name="Shape 188"/>
        <p:cNvGrpSpPr/>
        <p:nvPr/>
      </p:nvGrpSpPr>
      <p:grpSpPr>
        <a:xfrm>
          <a:off x="0" y="0"/>
          <a:ext cx="0" cy="0"/>
          <a:chOff x="0" y="0"/>
          <a:chExt cx="0" cy="0"/>
        </a:xfrm>
      </p:grpSpPr>
      <p:sp>
        <p:nvSpPr>
          <p:cNvPr id="189" name="Google Shape;189;p36"/>
          <p:cNvSpPr/>
          <p:nvPr/>
        </p:nvSpPr>
        <p:spPr>
          <a:xfrm>
            <a:off x="4572000" y="0"/>
            <a:ext cx="4572000" cy="5143500"/>
          </a:xfrm>
          <a:prstGeom prst="rect">
            <a:avLst/>
          </a:prstGeom>
          <a:solidFill>
            <a:srgbClr val="DEDEDE"/>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190" name="Google Shape;190;p36"/>
          <p:cNvSpPr txBox="1">
            <a:spLocks noGrp="1"/>
          </p:cNvSpPr>
          <p:nvPr>
            <p:ph type="body" idx="1"/>
          </p:nvPr>
        </p:nvSpPr>
        <p:spPr>
          <a:xfrm>
            <a:off x="332185" y="1577578"/>
            <a:ext cx="3988313" cy="3051750"/>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lt1"/>
              </a:buClr>
              <a:buSzPts val="1400"/>
              <a:buFont typeface="Arial"/>
              <a:buChar char="•"/>
              <a:defRPr sz="1200" b="0" i="0" u="none" strike="noStrike" cap="none">
                <a:solidFill>
                  <a:schemeClr val="lt1"/>
                </a:solidFill>
                <a:latin typeface="Arial"/>
                <a:ea typeface="Arial"/>
                <a:cs typeface="Arial"/>
                <a:sym typeface="Arial"/>
              </a:defRPr>
            </a:lvl1pPr>
            <a:lvl2pPr marL="914400" marR="0" lvl="1" indent="-317500" algn="l">
              <a:lnSpc>
                <a:spcPct val="100000"/>
              </a:lnSpc>
              <a:spcBef>
                <a:spcPts val="400"/>
              </a:spcBef>
              <a:spcAft>
                <a:spcPts val="0"/>
              </a:spcAft>
              <a:buClr>
                <a:schemeClr val="lt1"/>
              </a:buClr>
              <a:buSzPts val="1400"/>
              <a:buFont typeface="Arial"/>
              <a:buChar char="–"/>
              <a:defRPr sz="1200" b="0" i="0" u="none" strike="noStrike" cap="none">
                <a:solidFill>
                  <a:schemeClr val="lt1"/>
                </a:solidFill>
                <a:latin typeface="Arial"/>
                <a:ea typeface="Arial"/>
                <a:cs typeface="Arial"/>
                <a:sym typeface="Arial"/>
              </a:defRPr>
            </a:lvl2pPr>
            <a:lvl3pPr marL="1371600" marR="0" lvl="2" indent="-317500" algn="l">
              <a:lnSpc>
                <a:spcPct val="100000"/>
              </a:lnSpc>
              <a:spcBef>
                <a:spcPts val="400"/>
              </a:spcBef>
              <a:spcAft>
                <a:spcPts val="0"/>
              </a:spcAft>
              <a:buClr>
                <a:schemeClr val="lt1"/>
              </a:buClr>
              <a:buSzPts val="1400"/>
              <a:buFont typeface="Arial"/>
              <a:buChar char="•"/>
              <a:defRPr sz="1200" b="0" i="0" u="none" strike="noStrike" cap="none">
                <a:solidFill>
                  <a:schemeClr val="lt1"/>
                </a:solidFill>
                <a:latin typeface="Arial"/>
                <a:ea typeface="Arial"/>
                <a:cs typeface="Arial"/>
                <a:sym typeface="Arial"/>
              </a:defRPr>
            </a:lvl3pPr>
            <a:lvl4pPr marL="1828800" marR="0" lvl="3" indent="-317500" algn="l">
              <a:lnSpc>
                <a:spcPct val="100000"/>
              </a:lnSpc>
              <a:spcBef>
                <a:spcPts val="400"/>
              </a:spcBef>
              <a:spcAft>
                <a:spcPts val="0"/>
              </a:spcAft>
              <a:buClr>
                <a:schemeClr val="lt1"/>
              </a:buClr>
              <a:buSzPts val="1400"/>
              <a:buFont typeface="Arial"/>
              <a:buChar char="–"/>
              <a:defRPr sz="1200" b="0" i="0" u="none" strike="noStrike" cap="none">
                <a:solidFill>
                  <a:schemeClr val="lt1"/>
                </a:solidFill>
                <a:latin typeface="Arial"/>
                <a:ea typeface="Arial"/>
                <a:cs typeface="Arial"/>
                <a:sym typeface="Arial"/>
              </a:defRPr>
            </a:lvl4pPr>
            <a:lvl5pPr marL="2286000" marR="0" lvl="4" indent="-317500" algn="l">
              <a:lnSpc>
                <a:spcPct val="100000"/>
              </a:lnSpc>
              <a:spcBef>
                <a:spcPts val="400"/>
              </a:spcBef>
              <a:spcAft>
                <a:spcPts val="0"/>
              </a:spcAft>
              <a:buClr>
                <a:schemeClr val="lt1"/>
              </a:buClr>
              <a:buSzPts val="1400"/>
              <a:buFont typeface="Arial"/>
              <a:buChar char="•"/>
              <a:defRPr sz="1200" b="0" i="0" u="none" strike="noStrike" cap="none">
                <a:solidFill>
                  <a:schemeClr val="lt1"/>
                </a:solidFill>
                <a:latin typeface="Arial"/>
                <a:ea typeface="Arial"/>
                <a:cs typeface="Arial"/>
                <a:sym typeface="Arial"/>
              </a:defRPr>
            </a:lvl5pPr>
            <a:lvl6pPr marL="2743200" marR="0" lvl="5" indent="-317500" algn="l">
              <a:lnSpc>
                <a:spcPct val="100000"/>
              </a:lnSpc>
              <a:spcBef>
                <a:spcPts val="400"/>
              </a:spcBef>
              <a:spcAft>
                <a:spcPts val="0"/>
              </a:spcAft>
              <a:buClr>
                <a:schemeClr val="lt1"/>
              </a:buClr>
              <a:buSzPts val="1400"/>
              <a:buFont typeface="Arial"/>
              <a:buChar char="–"/>
              <a:defRPr sz="1200" b="0" i="0" u="none" strike="noStrike" cap="none">
                <a:solidFill>
                  <a:schemeClr val="lt1"/>
                </a:solidFill>
                <a:latin typeface="Arial"/>
                <a:ea typeface="Arial"/>
                <a:cs typeface="Arial"/>
                <a:sym typeface="Arial"/>
              </a:defRPr>
            </a:lvl6pPr>
            <a:lvl7pPr marL="3200400" marR="0" lvl="6" indent="-317500" algn="l">
              <a:lnSpc>
                <a:spcPct val="100000"/>
              </a:lnSpc>
              <a:spcBef>
                <a:spcPts val="400"/>
              </a:spcBef>
              <a:spcAft>
                <a:spcPts val="0"/>
              </a:spcAft>
              <a:buClr>
                <a:schemeClr val="lt1"/>
              </a:buClr>
              <a:buSzPts val="1400"/>
              <a:buFont typeface="Arial"/>
              <a:buChar char="•"/>
              <a:defRPr sz="1200" b="0" i="0" u="none" strike="noStrike" cap="none">
                <a:solidFill>
                  <a:schemeClr val="lt1"/>
                </a:solidFill>
                <a:latin typeface="Arial"/>
                <a:ea typeface="Arial"/>
                <a:cs typeface="Arial"/>
                <a:sym typeface="Arial"/>
              </a:defRPr>
            </a:lvl7pPr>
            <a:lvl8pPr marL="3657600" marR="0" lvl="7" indent="-317500" algn="l">
              <a:lnSpc>
                <a:spcPct val="100000"/>
              </a:lnSpc>
              <a:spcBef>
                <a:spcPts val="400"/>
              </a:spcBef>
              <a:spcAft>
                <a:spcPts val="0"/>
              </a:spcAft>
              <a:buClr>
                <a:schemeClr val="lt1"/>
              </a:buClr>
              <a:buSzPts val="1400"/>
              <a:buFont typeface="Arial"/>
              <a:buChar char="–"/>
              <a:defRPr sz="1200" b="0" i="0" u="none" strike="noStrike" cap="none">
                <a:solidFill>
                  <a:schemeClr val="lt1"/>
                </a:solidFill>
                <a:latin typeface="Arial"/>
                <a:ea typeface="Arial"/>
                <a:cs typeface="Arial"/>
                <a:sym typeface="Arial"/>
              </a:defRPr>
            </a:lvl8pPr>
            <a:lvl9pPr marL="4114800" marR="0" lvl="8" indent="-317500" algn="l">
              <a:lnSpc>
                <a:spcPct val="100000"/>
              </a:lnSpc>
              <a:spcBef>
                <a:spcPts val="400"/>
              </a:spcBef>
              <a:spcAft>
                <a:spcPts val="400"/>
              </a:spcAft>
              <a:buClr>
                <a:schemeClr val="lt1"/>
              </a:buClr>
              <a:buSzPts val="1400"/>
              <a:buFont typeface="Arial"/>
              <a:buChar char="•"/>
              <a:defRPr sz="1200" b="0" i="0" u="none" strike="noStrike" cap="none">
                <a:solidFill>
                  <a:schemeClr val="lt1"/>
                </a:solidFill>
                <a:latin typeface="Arial"/>
                <a:ea typeface="Arial"/>
                <a:cs typeface="Arial"/>
                <a:sym typeface="Arial"/>
              </a:defRPr>
            </a:lvl9pPr>
          </a:lstStyle>
          <a:p>
            <a:endParaRPr/>
          </a:p>
        </p:txBody>
      </p:sp>
      <p:sp>
        <p:nvSpPr>
          <p:cNvPr id="191" name="Google Shape;191;p36"/>
          <p:cNvSpPr txBox="1">
            <a:spLocks noGrp="1"/>
          </p:cNvSpPr>
          <p:nvPr>
            <p:ph type="title"/>
          </p:nvPr>
        </p:nvSpPr>
        <p:spPr>
          <a:xfrm>
            <a:off x="332185" y="324000"/>
            <a:ext cx="3988313" cy="1040437"/>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lt1"/>
              </a:buClr>
              <a:buSzPts val="2900"/>
              <a:buFont typeface="Georgia"/>
              <a:buNone/>
              <a:defRPr sz="2400" b="0" i="0" u="none" strike="noStrike" cap="none">
                <a:solidFill>
                  <a:schemeClr val="lt1"/>
                </a:solidFill>
                <a:latin typeface="Georgia"/>
                <a:ea typeface="Georgia"/>
                <a:cs typeface="Georgia"/>
                <a:sym typeface="Georgia"/>
              </a:defRPr>
            </a:lvl1pPr>
            <a:lvl2pPr lvl="1" algn="l">
              <a:lnSpc>
                <a:spcPct val="100000"/>
              </a:lnSpc>
              <a:spcBef>
                <a:spcPts val="0"/>
              </a:spcBef>
              <a:spcAft>
                <a:spcPts val="0"/>
              </a:spcAft>
              <a:buClr>
                <a:schemeClr val="lt1"/>
              </a:buClr>
              <a:buSzPts val="1300"/>
              <a:buNone/>
              <a:defRPr sz="1400">
                <a:solidFill>
                  <a:schemeClr val="lt1"/>
                </a:solidFill>
              </a:defRPr>
            </a:lvl2pPr>
            <a:lvl3pPr lvl="2" algn="l">
              <a:lnSpc>
                <a:spcPct val="100000"/>
              </a:lnSpc>
              <a:spcBef>
                <a:spcPts val="0"/>
              </a:spcBef>
              <a:spcAft>
                <a:spcPts val="0"/>
              </a:spcAft>
              <a:buClr>
                <a:schemeClr val="lt1"/>
              </a:buClr>
              <a:buSzPts val="1300"/>
              <a:buNone/>
              <a:defRPr sz="1400">
                <a:solidFill>
                  <a:schemeClr val="lt1"/>
                </a:solidFill>
              </a:defRPr>
            </a:lvl3pPr>
            <a:lvl4pPr lvl="3" algn="l">
              <a:lnSpc>
                <a:spcPct val="100000"/>
              </a:lnSpc>
              <a:spcBef>
                <a:spcPts val="0"/>
              </a:spcBef>
              <a:spcAft>
                <a:spcPts val="0"/>
              </a:spcAft>
              <a:buClr>
                <a:schemeClr val="lt1"/>
              </a:buClr>
              <a:buSzPts val="1300"/>
              <a:buNone/>
              <a:defRPr sz="1400">
                <a:solidFill>
                  <a:schemeClr val="lt1"/>
                </a:solidFill>
              </a:defRPr>
            </a:lvl4pPr>
            <a:lvl5pPr lvl="4" algn="l">
              <a:lnSpc>
                <a:spcPct val="100000"/>
              </a:lnSpc>
              <a:spcBef>
                <a:spcPts val="0"/>
              </a:spcBef>
              <a:spcAft>
                <a:spcPts val="0"/>
              </a:spcAft>
              <a:buClr>
                <a:schemeClr val="lt1"/>
              </a:buClr>
              <a:buSzPts val="1300"/>
              <a:buNone/>
              <a:defRPr sz="1400">
                <a:solidFill>
                  <a:schemeClr val="lt1"/>
                </a:solidFill>
              </a:defRPr>
            </a:lvl5pPr>
            <a:lvl6pPr lvl="5" algn="l">
              <a:lnSpc>
                <a:spcPct val="100000"/>
              </a:lnSpc>
              <a:spcBef>
                <a:spcPts val="0"/>
              </a:spcBef>
              <a:spcAft>
                <a:spcPts val="0"/>
              </a:spcAft>
              <a:buClr>
                <a:schemeClr val="lt1"/>
              </a:buClr>
              <a:buSzPts val="1300"/>
              <a:buNone/>
              <a:defRPr sz="1400">
                <a:solidFill>
                  <a:schemeClr val="lt1"/>
                </a:solidFill>
              </a:defRPr>
            </a:lvl6pPr>
            <a:lvl7pPr lvl="6" algn="l">
              <a:lnSpc>
                <a:spcPct val="100000"/>
              </a:lnSpc>
              <a:spcBef>
                <a:spcPts val="0"/>
              </a:spcBef>
              <a:spcAft>
                <a:spcPts val="0"/>
              </a:spcAft>
              <a:buClr>
                <a:schemeClr val="lt1"/>
              </a:buClr>
              <a:buSzPts val="1300"/>
              <a:buNone/>
              <a:defRPr sz="1400">
                <a:solidFill>
                  <a:schemeClr val="lt1"/>
                </a:solidFill>
              </a:defRPr>
            </a:lvl7pPr>
            <a:lvl8pPr lvl="7" algn="l">
              <a:lnSpc>
                <a:spcPct val="100000"/>
              </a:lnSpc>
              <a:spcBef>
                <a:spcPts val="0"/>
              </a:spcBef>
              <a:spcAft>
                <a:spcPts val="0"/>
              </a:spcAft>
              <a:buClr>
                <a:schemeClr val="lt1"/>
              </a:buClr>
              <a:buSzPts val="1300"/>
              <a:buNone/>
              <a:defRPr sz="1400">
                <a:solidFill>
                  <a:schemeClr val="lt1"/>
                </a:solidFill>
              </a:defRPr>
            </a:lvl8pPr>
            <a:lvl9pPr lvl="8" algn="l">
              <a:lnSpc>
                <a:spcPct val="100000"/>
              </a:lnSpc>
              <a:spcBef>
                <a:spcPts val="0"/>
              </a:spcBef>
              <a:spcAft>
                <a:spcPts val="0"/>
              </a:spcAft>
              <a:buClr>
                <a:schemeClr val="lt1"/>
              </a:buClr>
              <a:buSzPts val="1300"/>
              <a:buNone/>
              <a:defRPr sz="1400">
                <a:solidFill>
                  <a:schemeClr val="lt1"/>
                </a:solidFill>
              </a:defRPr>
            </a:lvl9pPr>
          </a:lstStyle>
          <a:p>
            <a:endParaRPr/>
          </a:p>
        </p:txBody>
      </p:sp>
      <p:sp>
        <p:nvSpPr>
          <p:cNvPr id="192" name="Google Shape;192;p36"/>
          <p:cNvSpPr txBox="1">
            <a:spLocks noGrp="1"/>
          </p:cNvSpPr>
          <p:nvPr>
            <p:ph type="sldNum" idx="12"/>
          </p:nvPr>
        </p:nvSpPr>
        <p:spPr>
          <a:xfrm>
            <a:off x="6163867" y="4869180"/>
            <a:ext cx="2648063" cy="10275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hree Images">
  <p:cSld name="Three Images">
    <p:spTree>
      <p:nvGrpSpPr>
        <p:cNvPr id="1" name="Shape 193"/>
        <p:cNvGrpSpPr/>
        <p:nvPr/>
      </p:nvGrpSpPr>
      <p:grpSpPr>
        <a:xfrm>
          <a:off x="0" y="0"/>
          <a:ext cx="0" cy="0"/>
          <a:chOff x="0" y="0"/>
          <a:chExt cx="0" cy="0"/>
        </a:xfrm>
      </p:grpSpPr>
      <p:sp>
        <p:nvSpPr>
          <p:cNvPr id="194" name="Google Shape;194;p37"/>
          <p:cNvSpPr/>
          <p:nvPr/>
        </p:nvSpPr>
        <p:spPr>
          <a:xfrm>
            <a:off x="332183" y="1232297"/>
            <a:ext cx="2646750" cy="2263125"/>
          </a:xfrm>
          <a:prstGeom prst="rect">
            <a:avLst/>
          </a:prstGeom>
          <a:solidFill>
            <a:schemeClr val="lt1"/>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195" name="Google Shape;195;p37"/>
          <p:cNvSpPr/>
          <p:nvPr/>
        </p:nvSpPr>
        <p:spPr>
          <a:xfrm>
            <a:off x="3248620" y="1232297"/>
            <a:ext cx="2646750" cy="2263125"/>
          </a:xfrm>
          <a:prstGeom prst="rect">
            <a:avLst/>
          </a:prstGeom>
          <a:solidFill>
            <a:schemeClr val="lt1"/>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196" name="Google Shape;196;p37"/>
          <p:cNvSpPr/>
          <p:nvPr/>
        </p:nvSpPr>
        <p:spPr>
          <a:xfrm>
            <a:off x="6165056" y="1232297"/>
            <a:ext cx="2646750" cy="2263125"/>
          </a:xfrm>
          <a:prstGeom prst="rect">
            <a:avLst/>
          </a:prstGeom>
          <a:solidFill>
            <a:schemeClr val="lt1"/>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197" name="Google Shape;197;p37"/>
          <p:cNvSpPr txBox="1">
            <a:spLocks noGrp="1"/>
          </p:cNvSpPr>
          <p:nvPr>
            <p:ph type="body" idx="1"/>
          </p:nvPr>
        </p:nvSpPr>
        <p:spPr>
          <a:xfrm>
            <a:off x="332185" y="3617119"/>
            <a:ext cx="2646750" cy="669188"/>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200"/>
              </a:spcBef>
              <a:spcAft>
                <a:spcPts val="2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198" name="Google Shape;198;p37"/>
          <p:cNvSpPr txBox="1">
            <a:spLocks noGrp="1"/>
          </p:cNvSpPr>
          <p:nvPr>
            <p:ph type="body" idx="2"/>
          </p:nvPr>
        </p:nvSpPr>
        <p:spPr>
          <a:xfrm>
            <a:off x="3248621" y="3617119"/>
            <a:ext cx="2646750" cy="669188"/>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200"/>
              </a:spcBef>
              <a:spcAft>
                <a:spcPts val="2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199" name="Google Shape;199;p37"/>
          <p:cNvSpPr txBox="1">
            <a:spLocks noGrp="1"/>
          </p:cNvSpPr>
          <p:nvPr>
            <p:ph type="body" idx="3"/>
          </p:nvPr>
        </p:nvSpPr>
        <p:spPr>
          <a:xfrm>
            <a:off x="6165057" y="3617119"/>
            <a:ext cx="2646750" cy="669188"/>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200"/>
              </a:spcBef>
              <a:spcAft>
                <a:spcPts val="2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200" name="Google Shape;200;p37"/>
          <p:cNvSpPr txBox="1">
            <a:spLocks noGrp="1"/>
          </p:cNvSpPr>
          <p:nvPr>
            <p:ph type="title"/>
          </p:nvPr>
        </p:nvSpPr>
        <p:spPr>
          <a:xfrm>
            <a:off x="332185" y="324000"/>
            <a:ext cx="8479687" cy="1040437"/>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900"/>
              <a:buFont typeface="Georgia"/>
              <a:buNone/>
              <a:defRPr sz="24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201" name="Google Shape;201;p37"/>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hree Content Infographic">
  <p:cSld name="Three Content Infographic">
    <p:spTree>
      <p:nvGrpSpPr>
        <p:cNvPr id="1" name="Shape 202"/>
        <p:cNvGrpSpPr/>
        <p:nvPr/>
      </p:nvGrpSpPr>
      <p:grpSpPr>
        <a:xfrm>
          <a:off x="0" y="0"/>
          <a:ext cx="0" cy="0"/>
          <a:chOff x="0" y="0"/>
          <a:chExt cx="0" cy="0"/>
        </a:xfrm>
      </p:grpSpPr>
      <p:sp>
        <p:nvSpPr>
          <p:cNvPr id="203" name="Google Shape;203;p38"/>
          <p:cNvSpPr txBox="1">
            <a:spLocks noGrp="1"/>
          </p:cNvSpPr>
          <p:nvPr>
            <p:ph type="body" idx="1"/>
          </p:nvPr>
        </p:nvSpPr>
        <p:spPr>
          <a:xfrm>
            <a:off x="332185" y="2699657"/>
            <a:ext cx="2646750" cy="1933500"/>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204" name="Google Shape;204;p38"/>
          <p:cNvSpPr txBox="1">
            <a:spLocks noGrp="1"/>
          </p:cNvSpPr>
          <p:nvPr>
            <p:ph type="body" idx="2"/>
          </p:nvPr>
        </p:nvSpPr>
        <p:spPr>
          <a:xfrm>
            <a:off x="332185" y="1571625"/>
            <a:ext cx="2646750" cy="1000125"/>
          </a:xfrm>
          <a:prstGeom prst="rect">
            <a:avLst/>
          </a:prstGeom>
          <a:noFill/>
          <a:ln>
            <a:noFill/>
          </a:ln>
        </p:spPr>
        <p:txBody>
          <a:bodyPr spcFirstLastPara="1" wrap="square" lIns="0" tIns="0" rIns="0" bIns="0" anchor="ctr" anchorCtr="0">
            <a:noAutofit/>
          </a:bodyPr>
          <a:lstStyle>
            <a:lvl1pPr marL="457200" marR="0" lvl="0" indent="-228600" algn="l">
              <a:lnSpc>
                <a:spcPct val="100000"/>
              </a:lnSpc>
              <a:spcBef>
                <a:spcPts val="0"/>
              </a:spcBef>
              <a:spcAft>
                <a:spcPts val="0"/>
              </a:spcAft>
              <a:buClr>
                <a:schemeClr val="accent3"/>
              </a:buClr>
              <a:buSzPts val="7700"/>
              <a:buFont typeface="Arial"/>
              <a:buNone/>
              <a:defRPr sz="6400" b="0" i="0" u="none" strike="noStrike" cap="none">
                <a:solidFill>
                  <a:schemeClr val="accent3"/>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205" name="Google Shape;205;p38"/>
          <p:cNvSpPr txBox="1">
            <a:spLocks noGrp="1"/>
          </p:cNvSpPr>
          <p:nvPr>
            <p:ph type="body" idx="3"/>
          </p:nvPr>
        </p:nvSpPr>
        <p:spPr>
          <a:xfrm>
            <a:off x="3245643" y="1571625"/>
            <a:ext cx="2650313" cy="1000125"/>
          </a:xfrm>
          <a:prstGeom prst="rect">
            <a:avLst/>
          </a:prstGeom>
          <a:noFill/>
          <a:ln>
            <a:noFill/>
          </a:ln>
        </p:spPr>
        <p:txBody>
          <a:bodyPr spcFirstLastPara="1" wrap="square" lIns="0" tIns="0" rIns="0" bIns="0" anchor="ctr" anchorCtr="0">
            <a:noAutofit/>
          </a:bodyPr>
          <a:lstStyle>
            <a:lvl1pPr marL="457200" marR="0" lvl="0" indent="-228600" algn="l">
              <a:lnSpc>
                <a:spcPct val="100000"/>
              </a:lnSpc>
              <a:spcBef>
                <a:spcPts val="0"/>
              </a:spcBef>
              <a:spcAft>
                <a:spcPts val="0"/>
              </a:spcAft>
              <a:buClr>
                <a:schemeClr val="dk2"/>
              </a:buClr>
              <a:buSzPts val="7700"/>
              <a:buFont typeface="Arial"/>
              <a:buNone/>
              <a:defRPr sz="6400" b="0" i="0" u="none" strike="noStrike" cap="none">
                <a:solidFill>
                  <a:schemeClr val="dk2"/>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206" name="Google Shape;206;p38"/>
          <p:cNvSpPr txBox="1">
            <a:spLocks noGrp="1"/>
          </p:cNvSpPr>
          <p:nvPr>
            <p:ph type="body" idx="4"/>
          </p:nvPr>
        </p:nvSpPr>
        <p:spPr>
          <a:xfrm>
            <a:off x="6166928" y="1571625"/>
            <a:ext cx="2646750" cy="1000125"/>
          </a:xfrm>
          <a:prstGeom prst="rect">
            <a:avLst/>
          </a:prstGeom>
          <a:noFill/>
          <a:ln>
            <a:noFill/>
          </a:ln>
        </p:spPr>
        <p:txBody>
          <a:bodyPr spcFirstLastPara="1" wrap="square" lIns="0" tIns="0" rIns="0" bIns="0" anchor="ctr" anchorCtr="0">
            <a:noAutofit/>
          </a:bodyPr>
          <a:lstStyle>
            <a:lvl1pPr marL="457200" marR="0" lvl="0" indent="-228600" algn="l">
              <a:lnSpc>
                <a:spcPct val="100000"/>
              </a:lnSpc>
              <a:spcBef>
                <a:spcPts val="0"/>
              </a:spcBef>
              <a:spcAft>
                <a:spcPts val="0"/>
              </a:spcAft>
              <a:buClr>
                <a:schemeClr val="accent1"/>
              </a:buClr>
              <a:buSzPts val="7700"/>
              <a:buFont typeface="Arial"/>
              <a:buNone/>
              <a:defRPr sz="6400" b="0" i="0" u="none" strike="noStrike" cap="none">
                <a:solidFill>
                  <a:schemeClr val="accent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207" name="Google Shape;207;p38"/>
          <p:cNvSpPr txBox="1">
            <a:spLocks noGrp="1"/>
          </p:cNvSpPr>
          <p:nvPr>
            <p:ph type="title"/>
          </p:nvPr>
        </p:nvSpPr>
        <p:spPr>
          <a:xfrm>
            <a:off x="332185" y="324001"/>
            <a:ext cx="8479687" cy="1040437"/>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900"/>
              <a:buFont typeface="Georgia"/>
              <a:buNone/>
              <a:defRPr sz="24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208" name="Google Shape;208;p38"/>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
        <p:nvSpPr>
          <p:cNvPr id="209" name="Google Shape;209;p38"/>
          <p:cNvSpPr txBox="1">
            <a:spLocks noGrp="1"/>
          </p:cNvSpPr>
          <p:nvPr>
            <p:ph type="body" idx="5"/>
          </p:nvPr>
        </p:nvSpPr>
        <p:spPr>
          <a:xfrm>
            <a:off x="3245644" y="2699657"/>
            <a:ext cx="2650313" cy="1933500"/>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210" name="Google Shape;210;p38"/>
          <p:cNvSpPr txBox="1">
            <a:spLocks noGrp="1"/>
          </p:cNvSpPr>
          <p:nvPr>
            <p:ph type="body" idx="6"/>
          </p:nvPr>
        </p:nvSpPr>
        <p:spPr>
          <a:xfrm>
            <a:off x="6166928" y="2699657"/>
            <a:ext cx="2646750" cy="1933500"/>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Infographic and Chart">
  <p:cSld name="Infographic and Chart">
    <p:spTree>
      <p:nvGrpSpPr>
        <p:cNvPr id="1" name="Shape 211"/>
        <p:cNvGrpSpPr/>
        <p:nvPr/>
      </p:nvGrpSpPr>
      <p:grpSpPr>
        <a:xfrm>
          <a:off x="0" y="0"/>
          <a:ext cx="0" cy="0"/>
          <a:chOff x="0" y="0"/>
          <a:chExt cx="0" cy="0"/>
        </a:xfrm>
      </p:grpSpPr>
      <p:sp>
        <p:nvSpPr>
          <p:cNvPr id="212" name="Google Shape;212;p39"/>
          <p:cNvSpPr/>
          <p:nvPr/>
        </p:nvSpPr>
        <p:spPr>
          <a:xfrm>
            <a:off x="0" y="1577578"/>
            <a:ext cx="2979000" cy="3051562"/>
          </a:xfrm>
          <a:prstGeom prst="rect">
            <a:avLst/>
          </a:prstGeom>
          <a:solidFill>
            <a:srgbClr val="D04A02"/>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13" name="Google Shape;213;p39"/>
          <p:cNvSpPr txBox="1">
            <a:spLocks noGrp="1"/>
          </p:cNvSpPr>
          <p:nvPr>
            <p:ph type="body" idx="1"/>
          </p:nvPr>
        </p:nvSpPr>
        <p:spPr>
          <a:xfrm>
            <a:off x="270277" y="1577340"/>
            <a:ext cx="2709000" cy="1302938"/>
          </a:xfrm>
          <a:prstGeom prst="rect">
            <a:avLst/>
          </a:prstGeom>
          <a:noFill/>
          <a:ln>
            <a:noFill/>
          </a:ln>
        </p:spPr>
        <p:txBody>
          <a:bodyPr spcFirstLastPara="1" wrap="square" lIns="0" tIns="0" rIns="0" bIns="0" anchor="t" anchorCtr="0">
            <a:noAutofit/>
          </a:bodyPr>
          <a:lstStyle>
            <a:lvl1pPr marL="457200" marR="0" lvl="0" indent="-228600" algn="l">
              <a:lnSpc>
                <a:spcPct val="80000"/>
              </a:lnSpc>
              <a:spcBef>
                <a:spcPts val="0"/>
              </a:spcBef>
              <a:spcAft>
                <a:spcPts val="0"/>
              </a:spcAft>
              <a:buClr>
                <a:schemeClr val="lt1"/>
              </a:buClr>
              <a:buSzPts val="12200"/>
              <a:buFont typeface="Arial"/>
              <a:buNone/>
              <a:defRPr sz="10200" b="1" i="0" u="none" strike="noStrike" cap="none">
                <a:solidFill>
                  <a:schemeClr val="lt1"/>
                </a:solidFill>
                <a:latin typeface="Arial"/>
                <a:ea typeface="Arial"/>
                <a:cs typeface="Arial"/>
                <a:sym typeface="Arial"/>
              </a:defRPr>
            </a:lvl1pPr>
            <a:lvl2pPr marL="914400" marR="0" lvl="1"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214" name="Google Shape;214;p39"/>
          <p:cNvSpPr txBox="1">
            <a:spLocks noGrp="1"/>
          </p:cNvSpPr>
          <p:nvPr>
            <p:ph type="body" idx="2"/>
          </p:nvPr>
        </p:nvSpPr>
        <p:spPr>
          <a:xfrm>
            <a:off x="332186" y="2948940"/>
            <a:ext cx="2496750" cy="1546312"/>
          </a:xfrm>
          <a:prstGeom prst="rect">
            <a:avLst/>
          </a:prstGeom>
          <a:noFill/>
          <a:ln>
            <a:noFill/>
          </a:ln>
        </p:spPr>
        <p:txBody>
          <a:bodyPr spcFirstLastPara="1" wrap="square" lIns="0" tIns="0" rIns="0" bIns="0" anchor="t" anchorCtr="0">
            <a:noAutofit/>
          </a:bodyPr>
          <a:lstStyle>
            <a:lvl1pPr marL="457200" marR="0" lvl="0"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1pPr>
            <a:lvl2pPr marL="914400" marR="0" lvl="1"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2pPr>
            <a:lvl3pPr marL="1371600" marR="0" lvl="2"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3pPr>
            <a:lvl4pPr marL="1828800" marR="0" lvl="3"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4pPr>
            <a:lvl5pPr marL="2286000" marR="0" lvl="4"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5pPr>
            <a:lvl6pPr marL="2743200" marR="0" lvl="5"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6pPr>
            <a:lvl7pPr marL="3200400" marR="0" lvl="6"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7pPr>
            <a:lvl8pPr marL="3657600" marR="0" lvl="7"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8pPr>
            <a:lvl9pPr marL="4114800" marR="0" lvl="8"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9pPr>
          </a:lstStyle>
          <a:p>
            <a:endParaRPr/>
          </a:p>
        </p:txBody>
      </p:sp>
      <p:sp>
        <p:nvSpPr>
          <p:cNvPr id="215" name="Google Shape;215;p39"/>
          <p:cNvSpPr txBox="1">
            <a:spLocks noGrp="1"/>
          </p:cNvSpPr>
          <p:nvPr>
            <p:ph type="title"/>
          </p:nvPr>
        </p:nvSpPr>
        <p:spPr>
          <a:xfrm>
            <a:off x="332185" y="324001"/>
            <a:ext cx="8479687" cy="1040437"/>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900"/>
              <a:buFont typeface="Georgia"/>
              <a:buNone/>
              <a:defRPr sz="24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216" name="Google Shape;216;p39"/>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matchingName="One Column Content Dark">
  <p:cSld name="One Column Content Dark">
    <p:bg>
      <p:bgPr>
        <a:solidFill>
          <a:srgbClr val="464646"/>
        </a:solidFill>
        <a:effectLst/>
      </p:bgPr>
    </p:bg>
    <p:spTree>
      <p:nvGrpSpPr>
        <p:cNvPr id="1" name="Shape 217"/>
        <p:cNvGrpSpPr/>
        <p:nvPr/>
      </p:nvGrpSpPr>
      <p:grpSpPr>
        <a:xfrm>
          <a:off x="0" y="0"/>
          <a:ext cx="0" cy="0"/>
          <a:chOff x="0" y="0"/>
          <a:chExt cx="0" cy="0"/>
        </a:xfrm>
      </p:grpSpPr>
      <p:sp>
        <p:nvSpPr>
          <p:cNvPr id="218" name="Google Shape;218;p40"/>
          <p:cNvSpPr txBox="1">
            <a:spLocks noGrp="1"/>
          </p:cNvSpPr>
          <p:nvPr>
            <p:ph type="body" idx="1"/>
          </p:nvPr>
        </p:nvSpPr>
        <p:spPr>
          <a:xfrm>
            <a:off x="332185" y="1577578"/>
            <a:ext cx="2646750"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lt1"/>
              </a:buClr>
              <a:buSzPts val="1400"/>
              <a:buFont typeface="Arial"/>
              <a:buChar char="•"/>
              <a:defRPr sz="1200" b="0" i="0" u="none" strike="noStrike" cap="none">
                <a:solidFill>
                  <a:schemeClr val="lt1"/>
                </a:solidFill>
                <a:latin typeface="Arial"/>
                <a:ea typeface="Arial"/>
                <a:cs typeface="Arial"/>
                <a:sym typeface="Arial"/>
              </a:defRPr>
            </a:lvl1pPr>
            <a:lvl2pPr marL="914400" marR="0" lvl="1" indent="-317500" algn="l">
              <a:lnSpc>
                <a:spcPct val="100000"/>
              </a:lnSpc>
              <a:spcBef>
                <a:spcPts val="400"/>
              </a:spcBef>
              <a:spcAft>
                <a:spcPts val="0"/>
              </a:spcAft>
              <a:buClr>
                <a:schemeClr val="lt1"/>
              </a:buClr>
              <a:buSzPts val="1400"/>
              <a:buFont typeface="Arial"/>
              <a:buChar char="–"/>
              <a:defRPr sz="1200" b="0" i="0" u="none" strike="noStrike" cap="none">
                <a:solidFill>
                  <a:schemeClr val="lt1"/>
                </a:solidFill>
                <a:latin typeface="Arial"/>
                <a:ea typeface="Arial"/>
                <a:cs typeface="Arial"/>
                <a:sym typeface="Arial"/>
              </a:defRPr>
            </a:lvl2pPr>
            <a:lvl3pPr marL="1371600" marR="0" lvl="2" indent="-317500" algn="l">
              <a:lnSpc>
                <a:spcPct val="100000"/>
              </a:lnSpc>
              <a:spcBef>
                <a:spcPts val="400"/>
              </a:spcBef>
              <a:spcAft>
                <a:spcPts val="0"/>
              </a:spcAft>
              <a:buClr>
                <a:schemeClr val="lt1"/>
              </a:buClr>
              <a:buSzPts val="1400"/>
              <a:buFont typeface="Arial"/>
              <a:buChar char="•"/>
              <a:defRPr sz="1200" b="0" i="0" u="none" strike="noStrike" cap="none">
                <a:solidFill>
                  <a:schemeClr val="lt1"/>
                </a:solidFill>
                <a:latin typeface="Arial"/>
                <a:ea typeface="Arial"/>
                <a:cs typeface="Arial"/>
                <a:sym typeface="Arial"/>
              </a:defRPr>
            </a:lvl3pPr>
            <a:lvl4pPr marL="1828800" marR="0" lvl="3" indent="-317500" algn="l">
              <a:lnSpc>
                <a:spcPct val="100000"/>
              </a:lnSpc>
              <a:spcBef>
                <a:spcPts val="400"/>
              </a:spcBef>
              <a:spcAft>
                <a:spcPts val="0"/>
              </a:spcAft>
              <a:buClr>
                <a:schemeClr val="lt1"/>
              </a:buClr>
              <a:buSzPts val="1400"/>
              <a:buFont typeface="Arial"/>
              <a:buChar char="–"/>
              <a:defRPr sz="1200" b="0" i="0" u="none" strike="noStrike" cap="none">
                <a:solidFill>
                  <a:schemeClr val="lt1"/>
                </a:solidFill>
                <a:latin typeface="Arial"/>
                <a:ea typeface="Arial"/>
                <a:cs typeface="Arial"/>
                <a:sym typeface="Arial"/>
              </a:defRPr>
            </a:lvl4pPr>
            <a:lvl5pPr marL="2286000" marR="0" lvl="4" indent="-317500" algn="l">
              <a:lnSpc>
                <a:spcPct val="100000"/>
              </a:lnSpc>
              <a:spcBef>
                <a:spcPts val="400"/>
              </a:spcBef>
              <a:spcAft>
                <a:spcPts val="0"/>
              </a:spcAft>
              <a:buClr>
                <a:schemeClr val="lt1"/>
              </a:buClr>
              <a:buSzPts val="1400"/>
              <a:buFont typeface="Arial"/>
              <a:buChar char="•"/>
              <a:defRPr sz="1200" b="0" i="0" u="none" strike="noStrike" cap="none">
                <a:solidFill>
                  <a:schemeClr val="lt1"/>
                </a:solidFill>
                <a:latin typeface="Arial"/>
                <a:ea typeface="Arial"/>
                <a:cs typeface="Arial"/>
                <a:sym typeface="Arial"/>
              </a:defRPr>
            </a:lvl5pPr>
            <a:lvl6pPr marL="2743200" marR="0" lvl="5" indent="-317500" algn="l">
              <a:lnSpc>
                <a:spcPct val="100000"/>
              </a:lnSpc>
              <a:spcBef>
                <a:spcPts val="400"/>
              </a:spcBef>
              <a:spcAft>
                <a:spcPts val="0"/>
              </a:spcAft>
              <a:buClr>
                <a:schemeClr val="lt1"/>
              </a:buClr>
              <a:buSzPts val="1400"/>
              <a:buFont typeface="Arial"/>
              <a:buChar char="–"/>
              <a:defRPr sz="1200" b="0" i="0" u="none" strike="noStrike" cap="none">
                <a:solidFill>
                  <a:schemeClr val="lt1"/>
                </a:solidFill>
                <a:latin typeface="Arial"/>
                <a:ea typeface="Arial"/>
                <a:cs typeface="Arial"/>
                <a:sym typeface="Arial"/>
              </a:defRPr>
            </a:lvl6pPr>
            <a:lvl7pPr marL="3200400" marR="0" lvl="6" indent="-317500" algn="l">
              <a:lnSpc>
                <a:spcPct val="100000"/>
              </a:lnSpc>
              <a:spcBef>
                <a:spcPts val="400"/>
              </a:spcBef>
              <a:spcAft>
                <a:spcPts val="0"/>
              </a:spcAft>
              <a:buClr>
                <a:schemeClr val="lt1"/>
              </a:buClr>
              <a:buSzPts val="1400"/>
              <a:buFont typeface="Arial"/>
              <a:buChar char="•"/>
              <a:defRPr sz="1200" b="0" i="0" u="none" strike="noStrike" cap="none">
                <a:solidFill>
                  <a:schemeClr val="lt1"/>
                </a:solidFill>
                <a:latin typeface="Arial"/>
                <a:ea typeface="Arial"/>
                <a:cs typeface="Arial"/>
                <a:sym typeface="Arial"/>
              </a:defRPr>
            </a:lvl7pPr>
            <a:lvl8pPr marL="3657600" marR="0" lvl="7" indent="-317500" algn="l">
              <a:lnSpc>
                <a:spcPct val="100000"/>
              </a:lnSpc>
              <a:spcBef>
                <a:spcPts val="400"/>
              </a:spcBef>
              <a:spcAft>
                <a:spcPts val="0"/>
              </a:spcAft>
              <a:buClr>
                <a:schemeClr val="lt1"/>
              </a:buClr>
              <a:buSzPts val="1400"/>
              <a:buFont typeface="Arial"/>
              <a:buChar char="–"/>
              <a:defRPr sz="1200" b="0" i="0" u="none" strike="noStrike" cap="none">
                <a:solidFill>
                  <a:schemeClr val="lt1"/>
                </a:solidFill>
                <a:latin typeface="Arial"/>
                <a:ea typeface="Arial"/>
                <a:cs typeface="Arial"/>
                <a:sym typeface="Arial"/>
              </a:defRPr>
            </a:lvl8pPr>
            <a:lvl9pPr marL="4114800" marR="0" lvl="8" indent="-317500" algn="l">
              <a:lnSpc>
                <a:spcPct val="100000"/>
              </a:lnSpc>
              <a:spcBef>
                <a:spcPts val="400"/>
              </a:spcBef>
              <a:spcAft>
                <a:spcPts val="400"/>
              </a:spcAft>
              <a:buClr>
                <a:schemeClr val="lt1"/>
              </a:buClr>
              <a:buSzPts val="1400"/>
              <a:buFont typeface="Arial"/>
              <a:buChar char="•"/>
              <a:defRPr sz="1200" b="0" i="0" u="none" strike="noStrike" cap="none">
                <a:solidFill>
                  <a:schemeClr val="lt1"/>
                </a:solidFill>
                <a:latin typeface="Arial"/>
                <a:ea typeface="Arial"/>
                <a:cs typeface="Arial"/>
                <a:sym typeface="Arial"/>
              </a:defRPr>
            </a:lvl9pPr>
          </a:lstStyle>
          <a:p>
            <a:endParaRPr/>
          </a:p>
        </p:txBody>
      </p:sp>
      <p:sp>
        <p:nvSpPr>
          <p:cNvPr id="219" name="Google Shape;219;p40"/>
          <p:cNvSpPr txBox="1">
            <a:spLocks noGrp="1"/>
          </p:cNvSpPr>
          <p:nvPr>
            <p:ph type="title"/>
          </p:nvPr>
        </p:nvSpPr>
        <p:spPr>
          <a:xfrm>
            <a:off x="332185" y="324001"/>
            <a:ext cx="8479687" cy="1040437"/>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lt1"/>
              </a:buClr>
              <a:buSzPts val="2900"/>
              <a:buFont typeface="Georgia"/>
              <a:buNone/>
              <a:defRPr sz="2400" b="0" i="0" u="none" strike="noStrike" cap="none">
                <a:solidFill>
                  <a:schemeClr val="lt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220" name="Google Shape;220;p40"/>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
        <p:nvSpPr>
          <p:cNvPr id="221" name="Google Shape;221;p40"/>
          <p:cNvSpPr txBox="1"/>
          <p:nvPr/>
        </p:nvSpPr>
        <p:spPr>
          <a:xfrm>
            <a:off x="332185" y="4869180"/>
            <a:ext cx="4105313" cy="102938"/>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600"/>
              <a:buFont typeface="Arial"/>
              <a:buNone/>
            </a:pPr>
            <a:r>
              <a:rPr lang="en" sz="600" b="0" i="0" u="none" strike="noStrike" cap="none">
                <a:solidFill>
                  <a:schemeClr val="lt1"/>
                </a:solidFill>
                <a:latin typeface="Arial"/>
                <a:ea typeface="Arial"/>
                <a:cs typeface="Arial"/>
                <a:sym typeface="Arial"/>
              </a:rPr>
              <a:t>PwC</a:t>
            </a:r>
            <a:endParaRPr sz="11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matchingName="Title and Chart Dark">
  <p:cSld name="Title and Chart Dark">
    <p:bg>
      <p:bgPr>
        <a:solidFill>
          <a:srgbClr val="464646"/>
        </a:solidFill>
        <a:effectLst/>
      </p:bgPr>
    </p:bg>
    <p:spTree>
      <p:nvGrpSpPr>
        <p:cNvPr id="1" name="Shape 222"/>
        <p:cNvGrpSpPr/>
        <p:nvPr/>
      </p:nvGrpSpPr>
      <p:grpSpPr>
        <a:xfrm>
          <a:off x="0" y="0"/>
          <a:ext cx="0" cy="0"/>
          <a:chOff x="0" y="0"/>
          <a:chExt cx="0" cy="0"/>
        </a:xfrm>
      </p:grpSpPr>
      <p:sp>
        <p:nvSpPr>
          <p:cNvPr id="223" name="Google Shape;223;p41"/>
          <p:cNvSpPr txBox="1">
            <a:spLocks noGrp="1"/>
          </p:cNvSpPr>
          <p:nvPr>
            <p:ph type="title"/>
          </p:nvPr>
        </p:nvSpPr>
        <p:spPr>
          <a:xfrm>
            <a:off x="332185" y="324001"/>
            <a:ext cx="8479687" cy="1040437"/>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lt1"/>
              </a:buClr>
              <a:buSzPts val="2900"/>
              <a:buFont typeface="Georgia"/>
              <a:buNone/>
              <a:defRPr sz="2400" b="0" i="0" u="none" strike="noStrike" cap="none">
                <a:solidFill>
                  <a:schemeClr val="lt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224" name="Google Shape;224;p41"/>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
        <p:nvSpPr>
          <p:cNvPr id="225" name="Google Shape;225;p41"/>
          <p:cNvSpPr txBox="1"/>
          <p:nvPr/>
        </p:nvSpPr>
        <p:spPr>
          <a:xfrm>
            <a:off x="332185" y="4869180"/>
            <a:ext cx="4105313" cy="102938"/>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600"/>
              <a:buFont typeface="Arial"/>
              <a:buNone/>
            </a:pPr>
            <a:r>
              <a:rPr lang="en" sz="600" b="0" i="0" u="none" strike="noStrike" cap="none">
                <a:solidFill>
                  <a:schemeClr val="lt1"/>
                </a:solidFill>
                <a:latin typeface="Arial"/>
                <a:ea typeface="Arial"/>
                <a:cs typeface="Arial"/>
                <a:sym typeface="Arial"/>
              </a:rPr>
              <a:t>PwC</a:t>
            </a:r>
            <a:endParaRPr sz="11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One Column Chart">
  <p:cSld name="One Column Chart">
    <p:spTree>
      <p:nvGrpSpPr>
        <p:cNvPr id="1" name="Shape 226"/>
        <p:cNvGrpSpPr/>
        <p:nvPr/>
      </p:nvGrpSpPr>
      <p:grpSpPr>
        <a:xfrm>
          <a:off x="0" y="0"/>
          <a:ext cx="0" cy="0"/>
          <a:chOff x="0" y="0"/>
          <a:chExt cx="0" cy="0"/>
        </a:xfrm>
      </p:grpSpPr>
      <p:sp>
        <p:nvSpPr>
          <p:cNvPr id="227" name="Google Shape;227;p42"/>
          <p:cNvSpPr txBox="1">
            <a:spLocks noGrp="1"/>
          </p:cNvSpPr>
          <p:nvPr>
            <p:ph type="body" idx="1"/>
          </p:nvPr>
        </p:nvSpPr>
        <p:spPr>
          <a:xfrm>
            <a:off x="332185" y="1577578"/>
            <a:ext cx="2646750"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228" name="Google Shape;228;p42"/>
          <p:cNvSpPr txBox="1">
            <a:spLocks noGrp="1"/>
          </p:cNvSpPr>
          <p:nvPr>
            <p:ph type="title"/>
          </p:nvPr>
        </p:nvSpPr>
        <p:spPr>
          <a:xfrm>
            <a:off x="332185" y="324000"/>
            <a:ext cx="8479687" cy="1040437"/>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900"/>
              <a:buFont typeface="Georgia"/>
              <a:buNone/>
              <a:defRPr sz="24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229" name="Google Shape;229;p42"/>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matchingName="One Column Chart Dark">
  <p:cSld name="One Column Chart Dark">
    <p:bg>
      <p:bgPr>
        <a:solidFill>
          <a:srgbClr val="464646"/>
        </a:solidFill>
        <a:effectLst/>
      </p:bgPr>
    </p:bg>
    <p:spTree>
      <p:nvGrpSpPr>
        <p:cNvPr id="1" name="Shape 230"/>
        <p:cNvGrpSpPr/>
        <p:nvPr/>
      </p:nvGrpSpPr>
      <p:grpSpPr>
        <a:xfrm>
          <a:off x="0" y="0"/>
          <a:ext cx="0" cy="0"/>
          <a:chOff x="0" y="0"/>
          <a:chExt cx="0" cy="0"/>
        </a:xfrm>
      </p:grpSpPr>
      <p:sp>
        <p:nvSpPr>
          <p:cNvPr id="231" name="Google Shape;231;p43"/>
          <p:cNvSpPr txBox="1">
            <a:spLocks noGrp="1"/>
          </p:cNvSpPr>
          <p:nvPr>
            <p:ph type="body" idx="1"/>
          </p:nvPr>
        </p:nvSpPr>
        <p:spPr>
          <a:xfrm>
            <a:off x="332185" y="1577578"/>
            <a:ext cx="2646750"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lt1"/>
              </a:buClr>
              <a:buSzPts val="1400"/>
              <a:buFont typeface="Arial"/>
              <a:buChar char="•"/>
              <a:defRPr sz="1200" b="0" i="0" u="none" strike="noStrike" cap="none">
                <a:solidFill>
                  <a:schemeClr val="lt1"/>
                </a:solidFill>
                <a:latin typeface="Arial"/>
                <a:ea typeface="Arial"/>
                <a:cs typeface="Arial"/>
                <a:sym typeface="Arial"/>
              </a:defRPr>
            </a:lvl1pPr>
            <a:lvl2pPr marL="914400" marR="0" lvl="1" indent="-317500" algn="l">
              <a:lnSpc>
                <a:spcPct val="100000"/>
              </a:lnSpc>
              <a:spcBef>
                <a:spcPts val="400"/>
              </a:spcBef>
              <a:spcAft>
                <a:spcPts val="0"/>
              </a:spcAft>
              <a:buClr>
                <a:schemeClr val="lt1"/>
              </a:buClr>
              <a:buSzPts val="1400"/>
              <a:buFont typeface="Arial"/>
              <a:buChar char="–"/>
              <a:defRPr sz="1200" b="0" i="0" u="none" strike="noStrike" cap="none">
                <a:solidFill>
                  <a:schemeClr val="lt1"/>
                </a:solidFill>
                <a:latin typeface="Arial"/>
                <a:ea typeface="Arial"/>
                <a:cs typeface="Arial"/>
                <a:sym typeface="Arial"/>
              </a:defRPr>
            </a:lvl2pPr>
            <a:lvl3pPr marL="1371600" marR="0" lvl="2" indent="-317500" algn="l">
              <a:lnSpc>
                <a:spcPct val="100000"/>
              </a:lnSpc>
              <a:spcBef>
                <a:spcPts val="400"/>
              </a:spcBef>
              <a:spcAft>
                <a:spcPts val="0"/>
              </a:spcAft>
              <a:buClr>
                <a:schemeClr val="lt1"/>
              </a:buClr>
              <a:buSzPts val="1400"/>
              <a:buFont typeface="Arial"/>
              <a:buChar char="•"/>
              <a:defRPr sz="1200" b="0" i="0" u="none" strike="noStrike" cap="none">
                <a:solidFill>
                  <a:schemeClr val="lt1"/>
                </a:solidFill>
                <a:latin typeface="Arial"/>
                <a:ea typeface="Arial"/>
                <a:cs typeface="Arial"/>
                <a:sym typeface="Arial"/>
              </a:defRPr>
            </a:lvl3pPr>
            <a:lvl4pPr marL="1828800" marR="0" lvl="3" indent="-317500" algn="l">
              <a:lnSpc>
                <a:spcPct val="100000"/>
              </a:lnSpc>
              <a:spcBef>
                <a:spcPts val="400"/>
              </a:spcBef>
              <a:spcAft>
                <a:spcPts val="0"/>
              </a:spcAft>
              <a:buClr>
                <a:schemeClr val="lt1"/>
              </a:buClr>
              <a:buSzPts val="1400"/>
              <a:buFont typeface="Arial"/>
              <a:buChar char="–"/>
              <a:defRPr sz="1200" b="0" i="0" u="none" strike="noStrike" cap="none">
                <a:solidFill>
                  <a:schemeClr val="lt1"/>
                </a:solidFill>
                <a:latin typeface="Arial"/>
                <a:ea typeface="Arial"/>
                <a:cs typeface="Arial"/>
                <a:sym typeface="Arial"/>
              </a:defRPr>
            </a:lvl4pPr>
            <a:lvl5pPr marL="2286000" marR="0" lvl="4" indent="-317500" algn="l">
              <a:lnSpc>
                <a:spcPct val="100000"/>
              </a:lnSpc>
              <a:spcBef>
                <a:spcPts val="400"/>
              </a:spcBef>
              <a:spcAft>
                <a:spcPts val="0"/>
              </a:spcAft>
              <a:buClr>
                <a:schemeClr val="lt1"/>
              </a:buClr>
              <a:buSzPts val="1400"/>
              <a:buFont typeface="Arial"/>
              <a:buChar char="•"/>
              <a:defRPr sz="1200" b="0" i="0" u="none" strike="noStrike" cap="none">
                <a:solidFill>
                  <a:schemeClr val="lt1"/>
                </a:solidFill>
                <a:latin typeface="Arial"/>
                <a:ea typeface="Arial"/>
                <a:cs typeface="Arial"/>
                <a:sym typeface="Arial"/>
              </a:defRPr>
            </a:lvl5pPr>
            <a:lvl6pPr marL="2743200" marR="0" lvl="5" indent="-317500" algn="l">
              <a:lnSpc>
                <a:spcPct val="100000"/>
              </a:lnSpc>
              <a:spcBef>
                <a:spcPts val="400"/>
              </a:spcBef>
              <a:spcAft>
                <a:spcPts val="0"/>
              </a:spcAft>
              <a:buClr>
                <a:schemeClr val="lt1"/>
              </a:buClr>
              <a:buSzPts val="1400"/>
              <a:buFont typeface="Arial"/>
              <a:buChar char="–"/>
              <a:defRPr sz="1200" b="0" i="0" u="none" strike="noStrike" cap="none">
                <a:solidFill>
                  <a:schemeClr val="lt1"/>
                </a:solidFill>
                <a:latin typeface="Arial"/>
                <a:ea typeface="Arial"/>
                <a:cs typeface="Arial"/>
                <a:sym typeface="Arial"/>
              </a:defRPr>
            </a:lvl6pPr>
            <a:lvl7pPr marL="3200400" marR="0" lvl="6" indent="-317500" algn="l">
              <a:lnSpc>
                <a:spcPct val="100000"/>
              </a:lnSpc>
              <a:spcBef>
                <a:spcPts val="400"/>
              </a:spcBef>
              <a:spcAft>
                <a:spcPts val="0"/>
              </a:spcAft>
              <a:buClr>
                <a:schemeClr val="lt1"/>
              </a:buClr>
              <a:buSzPts val="1400"/>
              <a:buFont typeface="Arial"/>
              <a:buChar char="•"/>
              <a:defRPr sz="1200" b="0" i="0" u="none" strike="noStrike" cap="none">
                <a:solidFill>
                  <a:schemeClr val="lt1"/>
                </a:solidFill>
                <a:latin typeface="Arial"/>
                <a:ea typeface="Arial"/>
                <a:cs typeface="Arial"/>
                <a:sym typeface="Arial"/>
              </a:defRPr>
            </a:lvl7pPr>
            <a:lvl8pPr marL="3657600" marR="0" lvl="7" indent="-317500" algn="l">
              <a:lnSpc>
                <a:spcPct val="100000"/>
              </a:lnSpc>
              <a:spcBef>
                <a:spcPts val="400"/>
              </a:spcBef>
              <a:spcAft>
                <a:spcPts val="0"/>
              </a:spcAft>
              <a:buClr>
                <a:schemeClr val="lt1"/>
              </a:buClr>
              <a:buSzPts val="1400"/>
              <a:buFont typeface="Arial"/>
              <a:buChar char="–"/>
              <a:defRPr sz="1200" b="0" i="0" u="none" strike="noStrike" cap="none">
                <a:solidFill>
                  <a:schemeClr val="lt1"/>
                </a:solidFill>
                <a:latin typeface="Arial"/>
                <a:ea typeface="Arial"/>
                <a:cs typeface="Arial"/>
                <a:sym typeface="Arial"/>
              </a:defRPr>
            </a:lvl8pPr>
            <a:lvl9pPr marL="4114800" marR="0" lvl="8" indent="-317500" algn="l">
              <a:lnSpc>
                <a:spcPct val="100000"/>
              </a:lnSpc>
              <a:spcBef>
                <a:spcPts val="400"/>
              </a:spcBef>
              <a:spcAft>
                <a:spcPts val="400"/>
              </a:spcAft>
              <a:buClr>
                <a:schemeClr val="lt1"/>
              </a:buClr>
              <a:buSzPts val="1400"/>
              <a:buFont typeface="Arial"/>
              <a:buChar char="•"/>
              <a:defRPr sz="1200" b="0" i="0" u="none" strike="noStrike" cap="none">
                <a:solidFill>
                  <a:schemeClr val="lt1"/>
                </a:solidFill>
                <a:latin typeface="Arial"/>
                <a:ea typeface="Arial"/>
                <a:cs typeface="Arial"/>
                <a:sym typeface="Arial"/>
              </a:defRPr>
            </a:lvl9pPr>
          </a:lstStyle>
          <a:p>
            <a:endParaRPr/>
          </a:p>
        </p:txBody>
      </p:sp>
      <p:sp>
        <p:nvSpPr>
          <p:cNvPr id="232" name="Google Shape;232;p43"/>
          <p:cNvSpPr txBox="1">
            <a:spLocks noGrp="1"/>
          </p:cNvSpPr>
          <p:nvPr>
            <p:ph type="title"/>
          </p:nvPr>
        </p:nvSpPr>
        <p:spPr>
          <a:xfrm>
            <a:off x="332185" y="324001"/>
            <a:ext cx="8479687" cy="1040437"/>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lt1"/>
              </a:buClr>
              <a:buSzPts val="2900"/>
              <a:buFont typeface="Georgia"/>
              <a:buNone/>
              <a:defRPr sz="2400" b="0" i="0" u="none" strike="noStrike" cap="none">
                <a:solidFill>
                  <a:schemeClr val="lt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233" name="Google Shape;233;p43"/>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
        <p:nvSpPr>
          <p:cNvPr id="234" name="Google Shape;234;p43"/>
          <p:cNvSpPr txBox="1"/>
          <p:nvPr/>
        </p:nvSpPr>
        <p:spPr>
          <a:xfrm>
            <a:off x="332185" y="4869180"/>
            <a:ext cx="4105313" cy="102938"/>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600"/>
              <a:buFont typeface="Arial"/>
              <a:buNone/>
            </a:pPr>
            <a:r>
              <a:rPr lang="en" sz="600" b="0" i="0" u="none" strike="noStrike" cap="none">
                <a:solidFill>
                  <a:schemeClr val="lt1"/>
                </a:solidFill>
                <a:latin typeface="Arial"/>
                <a:ea typeface="Arial"/>
                <a:cs typeface="Arial"/>
                <a:sym typeface="Arial"/>
              </a:rPr>
              <a:t>PwC</a:t>
            </a:r>
            <a:endParaRPr sz="11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Four Text Boxes for Icons">
  <p:cSld name="Four Text Boxes for Icons">
    <p:spTree>
      <p:nvGrpSpPr>
        <p:cNvPr id="1" name="Shape 235"/>
        <p:cNvGrpSpPr/>
        <p:nvPr/>
      </p:nvGrpSpPr>
      <p:grpSpPr>
        <a:xfrm>
          <a:off x="0" y="0"/>
          <a:ext cx="0" cy="0"/>
          <a:chOff x="0" y="0"/>
          <a:chExt cx="0" cy="0"/>
        </a:xfrm>
      </p:grpSpPr>
      <p:sp>
        <p:nvSpPr>
          <p:cNvPr id="236" name="Google Shape;236;p44"/>
          <p:cNvSpPr txBox="1">
            <a:spLocks noGrp="1"/>
          </p:cNvSpPr>
          <p:nvPr>
            <p:ph type="body" idx="1"/>
          </p:nvPr>
        </p:nvSpPr>
        <p:spPr>
          <a:xfrm>
            <a:off x="332185" y="2571750"/>
            <a:ext cx="1920188" cy="2057438"/>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200"/>
              </a:spcBef>
              <a:spcAft>
                <a:spcPts val="2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237" name="Google Shape;237;p44"/>
          <p:cNvSpPr txBox="1">
            <a:spLocks noGrp="1"/>
          </p:cNvSpPr>
          <p:nvPr>
            <p:ph type="body" idx="2"/>
          </p:nvPr>
        </p:nvSpPr>
        <p:spPr>
          <a:xfrm>
            <a:off x="2519728" y="2571750"/>
            <a:ext cx="1920188" cy="2057438"/>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200"/>
              </a:spcBef>
              <a:spcAft>
                <a:spcPts val="2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238" name="Google Shape;238;p44"/>
          <p:cNvSpPr txBox="1">
            <a:spLocks noGrp="1"/>
          </p:cNvSpPr>
          <p:nvPr>
            <p:ph type="body" idx="3"/>
          </p:nvPr>
        </p:nvSpPr>
        <p:spPr>
          <a:xfrm>
            <a:off x="4707272" y="2571750"/>
            <a:ext cx="1920188" cy="2057438"/>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200"/>
              </a:spcBef>
              <a:spcAft>
                <a:spcPts val="2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239" name="Google Shape;239;p44"/>
          <p:cNvSpPr txBox="1">
            <a:spLocks noGrp="1"/>
          </p:cNvSpPr>
          <p:nvPr>
            <p:ph type="body" idx="4"/>
          </p:nvPr>
        </p:nvSpPr>
        <p:spPr>
          <a:xfrm>
            <a:off x="6894816" y="2571750"/>
            <a:ext cx="1920188" cy="2057438"/>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200"/>
              </a:spcBef>
              <a:spcAft>
                <a:spcPts val="2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240" name="Google Shape;240;p44"/>
          <p:cNvSpPr txBox="1">
            <a:spLocks noGrp="1"/>
          </p:cNvSpPr>
          <p:nvPr>
            <p:ph type="title"/>
          </p:nvPr>
        </p:nvSpPr>
        <p:spPr>
          <a:xfrm>
            <a:off x="332185" y="324000"/>
            <a:ext cx="8479687" cy="1040437"/>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900"/>
              <a:buFont typeface="Georgia"/>
              <a:buNone/>
              <a:defRPr sz="24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241" name="Google Shape;241;p44"/>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Four Team Images">
  <p:cSld name="Four Team Images">
    <p:spTree>
      <p:nvGrpSpPr>
        <p:cNvPr id="1" name="Shape 242"/>
        <p:cNvGrpSpPr/>
        <p:nvPr/>
      </p:nvGrpSpPr>
      <p:grpSpPr>
        <a:xfrm>
          <a:off x="0" y="0"/>
          <a:ext cx="0" cy="0"/>
          <a:chOff x="0" y="0"/>
          <a:chExt cx="0" cy="0"/>
        </a:xfrm>
      </p:grpSpPr>
      <p:sp>
        <p:nvSpPr>
          <p:cNvPr id="243" name="Google Shape;243;p45"/>
          <p:cNvSpPr/>
          <p:nvPr/>
        </p:nvSpPr>
        <p:spPr>
          <a:xfrm>
            <a:off x="332184" y="1575197"/>
            <a:ext cx="994500" cy="996563"/>
          </a:xfrm>
          <a:prstGeom prst="rect">
            <a:avLst/>
          </a:prstGeom>
          <a:solidFill>
            <a:srgbClr val="DEDEDE"/>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244" name="Google Shape;244;p45"/>
          <p:cNvSpPr/>
          <p:nvPr/>
        </p:nvSpPr>
        <p:spPr>
          <a:xfrm>
            <a:off x="2519728" y="1575197"/>
            <a:ext cx="994500" cy="996563"/>
          </a:xfrm>
          <a:prstGeom prst="rect">
            <a:avLst/>
          </a:prstGeom>
          <a:solidFill>
            <a:srgbClr val="DEDEDE"/>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245" name="Google Shape;245;p45"/>
          <p:cNvSpPr/>
          <p:nvPr/>
        </p:nvSpPr>
        <p:spPr>
          <a:xfrm>
            <a:off x="4707272" y="1575197"/>
            <a:ext cx="994500" cy="996563"/>
          </a:xfrm>
          <a:prstGeom prst="rect">
            <a:avLst/>
          </a:prstGeom>
          <a:solidFill>
            <a:srgbClr val="DEDEDE"/>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246" name="Google Shape;246;p45"/>
          <p:cNvSpPr/>
          <p:nvPr/>
        </p:nvSpPr>
        <p:spPr>
          <a:xfrm>
            <a:off x="6894816" y="1575197"/>
            <a:ext cx="994500" cy="996563"/>
          </a:xfrm>
          <a:prstGeom prst="rect">
            <a:avLst/>
          </a:prstGeom>
          <a:solidFill>
            <a:srgbClr val="DEDEDE"/>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247" name="Google Shape;247;p45"/>
          <p:cNvSpPr txBox="1">
            <a:spLocks noGrp="1"/>
          </p:cNvSpPr>
          <p:nvPr>
            <p:ph type="body" idx="1"/>
          </p:nvPr>
        </p:nvSpPr>
        <p:spPr>
          <a:xfrm>
            <a:off x="332184" y="2743200"/>
            <a:ext cx="1920188" cy="1885875"/>
          </a:xfrm>
          <a:prstGeom prst="rect">
            <a:avLst/>
          </a:prstGeom>
          <a:noFill/>
          <a:ln>
            <a:noFill/>
          </a:ln>
        </p:spPr>
        <p:txBody>
          <a:bodyPr spcFirstLastPara="1" wrap="square" lIns="0" tIns="0" rIns="0" bIns="0" anchor="t" anchorCtr="0">
            <a:noAutofit/>
          </a:bodyPr>
          <a:lstStyle>
            <a:lvl1pPr marL="457200" marR="0" lvl="0" indent="-228600" algn="l">
              <a:lnSpc>
                <a:spcPct val="100000"/>
              </a:lnSpc>
              <a:spcBef>
                <a:spcPts val="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a:lnSpc>
                <a:spcPct val="100000"/>
              </a:lnSpc>
              <a:spcBef>
                <a:spcPts val="200"/>
              </a:spcBef>
              <a:spcAft>
                <a:spcPts val="200"/>
              </a:spcAft>
              <a:buClr>
                <a:schemeClr val="dk1"/>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248" name="Google Shape;248;p45"/>
          <p:cNvSpPr txBox="1">
            <a:spLocks noGrp="1"/>
          </p:cNvSpPr>
          <p:nvPr>
            <p:ph type="body" idx="2"/>
          </p:nvPr>
        </p:nvSpPr>
        <p:spPr>
          <a:xfrm>
            <a:off x="2519728" y="2743200"/>
            <a:ext cx="1920188" cy="1885875"/>
          </a:xfrm>
          <a:prstGeom prst="rect">
            <a:avLst/>
          </a:prstGeom>
          <a:noFill/>
          <a:ln>
            <a:noFill/>
          </a:ln>
        </p:spPr>
        <p:txBody>
          <a:bodyPr spcFirstLastPara="1" wrap="square" lIns="0" tIns="0" rIns="0" bIns="0" anchor="t" anchorCtr="0">
            <a:noAutofit/>
          </a:bodyPr>
          <a:lstStyle>
            <a:lvl1pPr marL="457200" marR="0" lvl="0" indent="-228600" algn="l">
              <a:lnSpc>
                <a:spcPct val="100000"/>
              </a:lnSpc>
              <a:spcBef>
                <a:spcPts val="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a:lnSpc>
                <a:spcPct val="100000"/>
              </a:lnSpc>
              <a:spcBef>
                <a:spcPts val="200"/>
              </a:spcBef>
              <a:spcAft>
                <a:spcPts val="200"/>
              </a:spcAft>
              <a:buClr>
                <a:schemeClr val="dk1"/>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249" name="Google Shape;249;p45"/>
          <p:cNvSpPr txBox="1">
            <a:spLocks noGrp="1"/>
          </p:cNvSpPr>
          <p:nvPr>
            <p:ph type="body" idx="3"/>
          </p:nvPr>
        </p:nvSpPr>
        <p:spPr>
          <a:xfrm>
            <a:off x="4707272" y="2743200"/>
            <a:ext cx="1920188" cy="1885875"/>
          </a:xfrm>
          <a:prstGeom prst="rect">
            <a:avLst/>
          </a:prstGeom>
          <a:noFill/>
          <a:ln>
            <a:noFill/>
          </a:ln>
        </p:spPr>
        <p:txBody>
          <a:bodyPr spcFirstLastPara="1" wrap="square" lIns="0" tIns="0" rIns="0" bIns="0" anchor="t" anchorCtr="0">
            <a:noAutofit/>
          </a:bodyPr>
          <a:lstStyle>
            <a:lvl1pPr marL="457200" marR="0" lvl="0" indent="-228600" algn="l">
              <a:lnSpc>
                <a:spcPct val="100000"/>
              </a:lnSpc>
              <a:spcBef>
                <a:spcPts val="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a:lnSpc>
                <a:spcPct val="100000"/>
              </a:lnSpc>
              <a:spcBef>
                <a:spcPts val="200"/>
              </a:spcBef>
              <a:spcAft>
                <a:spcPts val="200"/>
              </a:spcAft>
              <a:buClr>
                <a:schemeClr val="dk1"/>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250" name="Google Shape;250;p45"/>
          <p:cNvSpPr txBox="1">
            <a:spLocks noGrp="1"/>
          </p:cNvSpPr>
          <p:nvPr>
            <p:ph type="body" idx="4"/>
          </p:nvPr>
        </p:nvSpPr>
        <p:spPr>
          <a:xfrm>
            <a:off x="6894816" y="2743200"/>
            <a:ext cx="1920188" cy="1885875"/>
          </a:xfrm>
          <a:prstGeom prst="rect">
            <a:avLst/>
          </a:prstGeom>
          <a:noFill/>
          <a:ln>
            <a:noFill/>
          </a:ln>
        </p:spPr>
        <p:txBody>
          <a:bodyPr spcFirstLastPara="1" wrap="square" lIns="0" tIns="0" rIns="0" bIns="0" anchor="t" anchorCtr="0">
            <a:noAutofit/>
          </a:bodyPr>
          <a:lstStyle>
            <a:lvl1pPr marL="457200" marR="0" lvl="0" indent="-228600" algn="l">
              <a:lnSpc>
                <a:spcPct val="100000"/>
              </a:lnSpc>
              <a:spcBef>
                <a:spcPts val="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a:lnSpc>
                <a:spcPct val="100000"/>
              </a:lnSpc>
              <a:spcBef>
                <a:spcPts val="200"/>
              </a:spcBef>
              <a:spcAft>
                <a:spcPts val="200"/>
              </a:spcAft>
              <a:buClr>
                <a:schemeClr val="dk1"/>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251" name="Google Shape;251;p45"/>
          <p:cNvSpPr txBox="1">
            <a:spLocks noGrp="1"/>
          </p:cNvSpPr>
          <p:nvPr>
            <p:ph type="title"/>
          </p:nvPr>
        </p:nvSpPr>
        <p:spPr>
          <a:xfrm>
            <a:off x="332185" y="324000"/>
            <a:ext cx="8479687" cy="1040437"/>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900"/>
              <a:buFont typeface="Georgia"/>
              <a:buNone/>
              <a:defRPr sz="24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252" name="Google Shape;252;p45"/>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matchingName="Thank You Light">
  <p:cSld name="Thank You Light">
    <p:bg>
      <p:bgPr>
        <a:solidFill>
          <a:schemeClr val="lt2"/>
        </a:solidFill>
        <a:effectLst/>
      </p:bgPr>
    </p:bg>
    <p:spTree>
      <p:nvGrpSpPr>
        <p:cNvPr id="1" name="Shape 253"/>
        <p:cNvGrpSpPr/>
        <p:nvPr/>
      </p:nvGrpSpPr>
      <p:grpSpPr>
        <a:xfrm>
          <a:off x="0" y="0"/>
          <a:ext cx="0" cy="0"/>
          <a:chOff x="0" y="0"/>
          <a:chExt cx="0" cy="0"/>
        </a:xfrm>
      </p:grpSpPr>
      <p:sp>
        <p:nvSpPr>
          <p:cNvPr id="254" name="Google Shape;254;p46"/>
          <p:cNvSpPr/>
          <p:nvPr/>
        </p:nvSpPr>
        <p:spPr>
          <a:xfrm>
            <a:off x="4000500" y="0"/>
            <a:ext cx="5143500" cy="5143500"/>
          </a:xfrm>
          <a:prstGeom prst="rect">
            <a:avLst/>
          </a:prstGeom>
          <a:noFill/>
          <a:ln>
            <a:noFill/>
          </a:ln>
        </p:spPr>
        <p:txBody>
          <a:bodyPr spcFirstLastPara="1" wrap="square" lIns="68550" tIns="34275" rIns="68550" bIns="342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55" name="Google Shape;255;p46"/>
          <p:cNvSpPr/>
          <p:nvPr/>
        </p:nvSpPr>
        <p:spPr>
          <a:xfrm>
            <a:off x="0" y="0"/>
            <a:ext cx="6685577" cy="5143501"/>
          </a:xfrm>
          <a:custGeom>
            <a:avLst/>
            <a:gdLst/>
            <a:ahLst/>
            <a:cxnLst/>
            <a:rect l="l" t="t" r="r" b="b"/>
            <a:pathLst>
              <a:path w="8914102" h="6858001" extrusionOk="0">
                <a:moveTo>
                  <a:pt x="1260764" y="0"/>
                </a:moveTo>
                <a:lnTo>
                  <a:pt x="5169189" y="0"/>
                </a:lnTo>
                <a:lnTo>
                  <a:pt x="5169189" y="765175"/>
                </a:lnTo>
                <a:lnTo>
                  <a:pt x="5937540" y="765175"/>
                </a:lnTo>
                <a:lnTo>
                  <a:pt x="5937540" y="1957388"/>
                </a:lnTo>
                <a:lnTo>
                  <a:pt x="7920327" y="1957388"/>
                </a:lnTo>
                <a:lnTo>
                  <a:pt x="7920327" y="4899025"/>
                </a:lnTo>
                <a:lnTo>
                  <a:pt x="8914102" y="4899025"/>
                </a:lnTo>
                <a:lnTo>
                  <a:pt x="8914102" y="6858000"/>
                </a:lnTo>
                <a:lnTo>
                  <a:pt x="7920327" y="6858000"/>
                </a:lnTo>
                <a:lnTo>
                  <a:pt x="5937540" y="6858000"/>
                </a:lnTo>
                <a:lnTo>
                  <a:pt x="5169189" y="6858000"/>
                </a:lnTo>
                <a:lnTo>
                  <a:pt x="3705515" y="6858000"/>
                </a:lnTo>
                <a:lnTo>
                  <a:pt x="1260764" y="6858000"/>
                </a:lnTo>
                <a:lnTo>
                  <a:pt x="1260764" y="6858001"/>
                </a:lnTo>
                <a:lnTo>
                  <a:pt x="0" y="6858001"/>
                </a:lnTo>
                <a:lnTo>
                  <a:pt x="0" y="1"/>
                </a:lnTo>
                <a:lnTo>
                  <a:pt x="1260764" y="1"/>
                </a:lnTo>
                <a:close/>
              </a:path>
            </a:pathLst>
          </a:custGeom>
          <a:solidFill>
            <a:schemeClr val="lt1"/>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56" name="Google Shape;256;p46"/>
          <p:cNvSpPr txBox="1">
            <a:spLocks noGrp="1"/>
          </p:cNvSpPr>
          <p:nvPr>
            <p:ph type="ctrTitle"/>
          </p:nvPr>
        </p:nvSpPr>
        <p:spPr>
          <a:xfrm>
            <a:off x="332185" y="321469"/>
            <a:ext cx="4105313" cy="1821563"/>
          </a:xfrm>
          <a:prstGeom prst="rect">
            <a:avLst/>
          </a:prstGeom>
          <a:noFill/>
          <a:ln>
            <a:noFill/>
          </a:ln>
        </p:spPr>
        <p:txBody>
          <a:bodyPr spcFirstLastPara="1" wrap="square" lIns="0" tIns="0" rIns="0" bIns="0" anchor="b" anchorCtr="0">
            <a:noAutofit/>
          </a:bodyPr>
          <a:lstStyle>
            <a:lvl1pPr marR="0" lvl="0" algn="l">
              <a:lnSpc>
                <a:spcPct val="85000"/>
              </a:lnSpc>
              <a:spcBef>
                <a:spcPts val="0"/>
              </a:spcBef>
              <a:spcAft>
                <a:spcPts val="0"/>
              </a:spcAft>
              <a:buSzPts val="5300"/>
              <a:buFont typeface="Georgia"/>
              <a:buNone/>
              <a:defRPr sz="4400" b="0" i="0" u="none" strike="noStrike" cap="none">
                <a:latin typeface="Georgia"/>
                <a:ea typeface="Georgia"/>
                <a:cs typeface="Georgia"/>
                <a:sym typeface="Georgia"/>
              </a:defRPr>
            </a:lvl1pPr>
            <a:lvl2pPr lvl="1" algn="l">
              <a:lnSpc>
                <a:spcPct val="100000"/>
              </a:lnSpc>
              <a:spcBef>
                <a:spcPts val="0"/>
              </a:spcBef>
              <a:spcAft>
                <a:spcPts val="0"/>
              </a:spcAft>
              <a:buClr>
                <a:schemeClr val="dk1"/>
              </a:buClr>
              <a:buSzPts val="1300"/>
              <a:buNone/>
              <a:defRPr sz="1400">
                <a:solidFill>
                  <a:schemeClr val="dk1"/>
                </a:solidFill>
              </a:defRPr>
            </a:lvl2pPr>
            <a:lvl3pPr lvl="2" algn="l">
              <a:lnSpc>
                <a:spcPct val="100000"/>
              </a:lnSpc>
              <a:spcBef>
                <a:spcPts val="0"/>
              </a:spcBef>
              <a:spcAft>
                <a:spcPts val="0"/>
              </a:spcAft>
              <a:buClr>
                <a:schemeClr val="dk1"/>
              </a:buClr>
              <a:buSzPts val="1300"/>
              <a:buNone/>
              <a:defRPr sz="1400">
                <a:solidFill>
                  <a:schemeClr val="dk1"/>
                </a:solidFill>
              </a:defRPr>
            </a:lvl3pPr>
            <a:lvl4pPr lvl="3" algn="l">
              <a:lnSpc>
                <a:spcPct val="100000"/>
              </a:lnSpc>
              <a:spcBef>
                <a:spcPts val="0"/>
              </a:spcBef>
              <a:spcAft>
                <a:spcPts val="0"/>
              </a:spcAft>
              <a:buClr>
                <a:schemeClr val="dk1"/>
              </a:buClr>
              <a:buSzPts val="1300"/>
              <a:buNone/>
              <a:defRPr sz="1400">
                <a:solidFill>
                  <a:schemeClr val="dk1"/>
                </a:solidFill>
              </a:defRPr>
            </a:lvl4pPr>
            <a:lvl5pPr lvl="4" algn="l">
              <a:lnSpc>
                <a:spcPct val="100000"/>
              </a:lnSpc>
              <a:spcBef>
                <a:spcPts val="0"/>
              </a:spcBef>
              <a:spcAft>
                <a:spcPts val="0"/>
              </a:spcAft>
              <a:buClr>
                <a:schemeClr val="dk1"/>
              </a:buClr>
              <a:buSzPts val="1300"/>
              <a:buNone/>
              <a:defRPr sz="1400">
                <a:solidFill>
                  <a:schemeClr val="dk1"/>
                </a:solidFill>
              </a:defRPr>
            </a:lvl5pPr>
            <a:lvl6pPr lvl="5" algn="l">
              <a:lnSpc>
                <a:spcPct val="100000"/>
              </a:lnSpc>
              <a:spcBef>
                <a:spcPts val="0"/>
              </a:spcBef>
              <a:spcAft>
                <a:spcPts val="0"/>
              </a:spcAft>
              <a:buClr>
                <a:schemeClr val="dk1"/>
              </a:buClr>
              <a:buSzPts val="1300"/>
              <a:buNone/>
              <a:defRPr sz="1400">
                <a:solidFill>
                  <a:schemeClr val="dk1"/>
                </a:solidFill>
              </a:defRPr>
            </a:lvl6pPr>
            <a:lvl7pPr lvl="6" algn="l">
              <a:lnSpc>
                <a:spcPct val="100000"/>
              </a:lnSpc>
              <a:spcBef>
                <a:spcPts val="0"/>
              </a:spcBef>
              <a:spcAft>
                <a:spcPts val="0"/>
              </a:spcAft>
              <a:buClr>
                <a:schemeClr val="dk1"/>
              </a:buClr>
              <a:buSzPts val="1300"/>
              <a:buNone/>
              <a:defRPr sz="1400">
                <a:solidFill>
                  <a:schemeClr val="dk1"/>
                </a:solidFill>
              </a:defRPr>
            </a:lvl7pPr>
            <a:lvl8pPr lvl="7" algn="l">
              <a:lnSpc>
                <a:spcPct val="100000"/>
              </a:lnSpc>
              <a:spcBef>
                <a:spcPts val="0"/>
              </a:spcBef>
              <a:spcAft>
                <a:spcPts val="0"/>
              </a:spcAft>
              <a:buClr>
                <a:schemeClr val="dk1"/>
              </a:buClr>
              <a:buSzPts val="1300"/>
              <a:buNone/>
              <a:defRPr sz="1400">
                <a:solidFill>
                  <a:schemeClr val="dk1"/>
                </a:solidFill>
              </a:defRPr>
            </a:lvl8pPr>
            <a:lvl9pPr lvl="8" algn="l">
              <a:lnSpc>
                <a:spcPct val="100000"/>
              </a:lnSpc>
              <a:spcBef>
                <a:spcPts val="0"/>
              </a:spcBef>
              <a:spcAft>
                <a:spcPts val="0"/>
              </a:spcAft>
              <a:buClr>
                <a:schemeClr val="dk1"/>
              </a:buClr>
              <a:buSzPts val="1300"/>
              <a:buNone/>
              <a:defRPr sz="1400">
                <a:solidFill>
                  <a:schemeClr val="dk1"/>
                </a:solidFill>
              </a:defRPr>
            </a:lvl9pPr>
          </a:lstStyle>
          <a:p>
            <a:endParaRPr/>
          </a:p>
        </p:txBody>
      </p:sp>
      <p:sp>
        <p:nvSpPr>
          <p:cNvPr id="257" name="Google Shape;257;p46"/>
          <p:cNvSpPr txBox="1">
            <a:spLocks noGrp="1"/>
          </p:cNvSpPr>
          <p:nvPr>
            <p:ph type="body" idx="1"/>
          </p:nvPr>
        </p:nvSpPr>
        <p:spPr>
          <a:xfrm>
            <a:off x="332177" y="4173300"/>
            <a:ext cx="5831813" cy="1088813"/>
          </a:xfrm>
          <a:prstGeom prst="rect">
            <a:avLst/>
          </a:prstGeom>
          <a:noFill/>
          <a:ln>
            <a:noFill/>
          </a:ln>
        </p:spPr>
        <p:txBody>
          <a:bodyPr spcFirstLastPara="1" wrap="square" lIns="0" tIns="0" rIns="0" bIns="0" anchor="t" anchorCtr="0">
            <a:noAutofit/>
          </a:bodyPr>
          <a:lstStyle>
            <a:lvl1pPr marL="457200" marR="0" lvl="0" indent="-228600" algn="l">
              <a:lnSpc>
                <a:spcPct val="100000"/>
              </a:lnSpc>
              <a:spcBef>
                <a:spcPts val="0"/>
              </a:spcBef>
              <a:spcAft>
                <a:spcPts val="0"/>
              </a:spcAft>
              <a:buSzPts val="800"/>
              <a:buFont typeface="Arial"/>
              <a:buNone/>
              <a:defRPr sz="700" b="0" i="0" u="none" strike="noStrike" cap="none">
                <a:latin typeface="Arial"/>
                <a:ea typeface="Arial"/>
                <a:cs typeface="Arial"/>
                <a:sym typeface="Arial"/>
              </a:defRPr>
            </a:lvl1pPr>
            <a:lvl2pPr marL="914400" marR="0" lvl="1" indent="-228600" algn="l">
              <a:lnSpc>
                <a:spcPct val="100000"/>
              </a:lnSpc>
              <a:spcBef>
                <a:spcPts val="0"/>
              </a:spcBef>
              <a:spcAft>
                <a:spcPts val="0"/>
              </a:spcAft>
              <a:buSzPts val="800"/>
              <a:buFont typeface="Arial"/>
              <a:buNone/>
              <a:defRPr sz="700" b="0" i="0" u="none" strike="noStrike" cap="none">
                <a:latin typeface="Arial"/>
                <a:ea typeface="Arial"/>
                <a:cs typeface="Arial"/>
                <a:sym typeface="Arial"/>
              </a:defRPr>
            </a:lvl2pPr>
            <a:lvl3pPr marL="1371600" marR="0" lvl="2" indent="-228600" algn="l">
              <a:lnSpc>
                <a:spcPct val="100000"/>
              </a:lnSpc>
              <a:spcBef>
                <a:spcPts val="0"/>
              </a:spcBef>
              <a:spcAft>
                <a:spcPts val="0"/>
              </a:spcAft>
              <a:buSzPts val="800"/>
              <a:buFont typeface="Arial"/>
              <a:buNone/>
              <a:defRPr sz="700" b="0" i="0" u="none" strike="noStrike" cap="none">
                <a:latin typeface="Arial"/>
                <a:ea typeface="Arial"/>
                <a:cs typeface="Arial"/>
                <a:sym typeface="Arial"/>
              </a:defRPr>
            </a:lvl3pPr>
            <a:lvl4pPr marL="1828800" marR="0" lvl="3" indent="-228600" algn="l">
              <a:lnSpc>
                <a:spcPct val="100000"/>
              </a:lnSpc>
              <a:spcBef>
                <a:spcPts val="0"/>
              </a:spcBef>
              <a:spcAft>
                <a:spcPts val="0"/>
              </a:spcAft>
              <a:buSzPts val="800"/>
              <a:buFont typeface="Arial"/>
              <a:buNone/>
              <a:defRPr sz="700" b="0" i="0" u="none" strike="noStrike" cap="none">
                <a:latin typeface="Arial"/>
                <a:ea typeface="Arial"/>
                <a:cs typeface="Arial"/>
                <a:sym typeface="Arial"/>
              </a:defRPr>
            </a:lvl4pPr>
            <a:lvl5pPr marL="2286000" marR="0" lvl="4" indent="-228600" algn="l">
              <a:lnSpc>
                <a:spcPct val="100000"/>
              </a:lnSpc>
              <a:spcBef>
                <a:spcPts val="0"/>
              </a:spcBef>
              <a:spcAft>
                <a:spcPts val="0"/>
              </a:spcAft>
              <a:buSzPts val="800"/>
              <a:buFont typeface="Arial"/>
              <a:buNone/>
              <a:defRPr sz="700" b="0" i="0" u="none" strike="noStrike" cap="none">
                <a:latin typeface="Arial"/>
                <a:ea typeface="Arial"/>
                <a:cs typeface="Arial"/>
                <a:sym typeface="Arial"/>
              </a:defRPr>
            </a:lvl5pPr>
            <a:lvl6pPr marL="2743200" marR="0" lvl="5" indent="-228600" algn="l">
              <a:lnSpc>
                <a:spcPct val="100000"/>
              </a:lnSpc>
              <a:spcBef>
                <a:spcPts val="0"/>
              </a:spcBef>
              <a:spcAft>
                <a:spcPts val="0"/>
              </a:spcAft>
              <a:buSzPts val="800"/>
              <a:buFont typeface="Arial"/>
              <a:buNone/>
              <a:defRPr sz="700" b="0" i="0" u="none" strike="noStrike" cap="none">
                <a:latin typeface="Arial"/>
                <a:ea typeface="Arial"/>
                <a:cs typeface="Arial"/>
                <a:sym typeface="Arial"/>
              </a:defRPr>
            </a:lvl6pPr>
            <a:lvl7pPr marL="3200400" marR="0" lvl="6" indent="-228600" algn="l">
              <a:lnSpc>
                <a:spcPct val="100000"/>
              </a:lnSpc>
              <a:spcBef>
                <a:spcPts val="0"/>
              </a:spcBef>
              <a:spcAft>
                <a:spcPts val="0"/>
              </a:spcAft>
              <a:buSzPts val="800"/>
              <a:buFont typeface="Arial"/>
              <a:buNone/>
              <a:defRPr sz="700" b="0" i="0" u="none" strike="noStrike" cap="none">
                <a:latin typeface="Arial"/>
                <a:ea typeface="Arial"/>
                <a:cs typeface="Arial"/>
                <a:sym typeface="Arial"/>
              </a:defRPr>
            </a:lvl7pPr>
            <a:lvl8pPr marL="3657600" marR="0" lvl="7" indent="-228600" algn="l">
              <a:lnSpc>
                <a:spcPct val="100000"/>
              </a:lnSpc>
              <a:spcBef>
                <a:spcPts val="0"/>
              </a:spcBef>
              <a:spcAft>
                <a:spcPts val="0"/>
              </a:spcAft>
              <a:buSzPts val="800"/>
              <a:buFont typeface="Arial"/>
              <a:buNone/>
              <a:defRPr sz="700" b="0" i="0" u="none" strike="noStrike" cap="none">
                <a:latin typeface="Arial"/>
                <a:ea typeface="Arial"/>
                <a:cs typeface="Arial"/>
                <a:sym typeface="Arial"/>
              </a:defRPr>
            </a:lvl8pPr>
            <a:lvl9pPr marL="4114800" marR="0" lvl="8" indent="-228600" algn="l">
              <a:lnSpc>
                <a:spcPct val="100000"/>
              </a:lnSpc>
              <a:spcBef>
                <a:spcPts val="0"/>
              </a:spcBef>
              <a:spcAft>
                <a:spcPts val="0"/>
              </a:spcAft>
              <a:buSzPts val="800"/>
              <a:buFont typeface="Arial"/>
              <a:buNone/>
              <a:defRPr sz="700" b="0" i="0" u="none" strike="noStrike" cap="none">
                <a:latin typeface="Arial"/>
                <a:ea typeface="Arial"/>
                <a:cs typeface="Arial"/>
                <a:sym typeface="Arial"/>
              </a:defRPr>
            </a:lvl9pPr>
          </a:lstStyle>
          <a:p>
            <a:endParaRPr/>
          </a:p>
        </p:txBody>
      </p:sp>
      <p:sp>
        <p:nvSpPr>
          <p:cNvPr id="258" name="Google Shape;258;p46"/>
          <p:cNvSpPr txBox="1"/>
          <p:nvPr/>
        </p:nvSpPr>
        <p:spPr>
          <a:xfrm>
            <a:off x="332185" y="3300411"/>
            <a:ext cx="4105313" cy="25537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lt1"/>
              </a:buClr>
              <a:buSzPts val="1100"/>
              <a:buFont typeface="Arial"/>
              <a:buNone/>
            </a:pPr>
            <a:r>
              <a:rPr lang="en" sz="900" b="0" i="0" u="none" strike="noStrike" cap="none">
                <a:solidFill>
                  <a:schemeClr val="dk1"/>
                </a:solidFill>
                <a:latin typeface="Arial"/>
                <a:ea typeface="Arial"/>
                <a:cs typeface="Arial"/>
                <a:sym typeface="Arial"/>
              </a:rPr>
              <a:t>pwc.com</a:t>
            </a:r>
            <a:endParaRPr sz="900" b="0" i="0" u="none" strike="noStrike" cap="none">
              <a:solidFill>
                <a:schemeClr val="dk1"/>
              </a:solidFill>
              <a:latin typeface="Arial"/>
              <a:ea typeface="Arial"/>
              <a:cs typeface="Arial"/>
              <a:sym typeface="Arial"/>
            </a:endParaRPr>
          </a:p>
        </p:txBody>
      </p:sp>
      <p:sp>
        <p:nvSpPr>
          <p:cNvPr id="259" name="Google Shape;259;p46"/>
          <p:cNvSpPr txBox="1">
            <a:spLocks noGrp="1"/>
          </p:cNvSpPr>
          <p:nvPr>
            <p:ph type="sldNum" idx="12"/>
          </p:nvPr>
        </p:nvSpPr>
        <p:spPr>
          <a:xfrm>
            <a:off x="8242889" y="4845094"/>
            <a:ext cx="548625" cy="86625"/>
          </a:xfrm>
          <a:prstGeom prst="rect">
            <a:avLst/>
          </a:prstGeom>
          <a:noFill/>
          <a:ln>
            <a:noFill/>
          </a:ln>
        </p:spPr>
        <p:txBody>
          <a:bodyPr spcFirstLastPara="1" wrap="square" lIns="0" tIns="0" rIns="0" bIns="0" anchor="t"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matchingName="Title Slide Logo Shape Rose">
  <p:cSld name="Title Slide Logo Shape Rose">
    <p:spTree>
      <p:nvGrpSpPr>
        <p:cNvPr id="1" name="Shape 260"/>
        <p:cNvGrpSpPr/>
        <p:nvPr/>
      </p:nvGrpSpPr>
      <p:grpSpPr>
        <a:xfrm>
          <a:off x="0" y="0"/>
          <a:ext cx="0" cy="0"/>
          <a:chOff x="0" y="0"/>
          <a:chExt cx="0" cy="0"/>
        </a:xfrm>
      </p:grpSpPr>
      <p:grpSp>
        <p:nvGrpSpPr>
          <p:cNvPr id="261" name="Google Shape;261;p47"/>
          <p:cNvGrpSpPr/>
          <p:nvPr/>
        </p:nvGrpSpPr>
        <p:grpSpPr>
          <a:xfrm>
            <a:off x="0" y="0"/>
            <a:ext cx="6685577" cy="5143501"/>
            <a:chOff x="0" y="0"/>
            <a:chExt cx="8914102" cy="6858001"/>
          </a:xfrm>
        </p:grpSpPr>
        <p:sp>
          <p:nvSpPr>
            <p:cNvPr id="262" name="Google Shape;262;p47"/>
            <p:cNvSpPr/>
            <p:nvPr/>
          </p:nvSpPr>
          <p:spPr>
            <a:xfrm>
              <a:off x="0" y="0"/>
              <a:ext cx="8914102" cy="6858001"/>
            </a:xfrm>
            <a:custGeom>
              <a:avLst/>
              <a:gdLst/>
              <a:ahLst/>
              <a:cxnLst/>
              <a:rect l="l" t="t" r="r" b="b"/>
              <a:pathLst>
                <a:path w="8914102" h="6858001" extrusionOk="0">
                  <a:moveTo>
                    <a:pt x="1260764" y="0"/>
                  </a:moveTo>
                  <a:lnTo>
                    <a:pt x="5169189" y="0"/>
                  </a:lnTo>
                  <a:lnTo>
                    <a:pt x="5169189" y="765175"/>
                  </a:lnTo>
                  <a:lnTo>
                    <a:pt x="5937540" y="765175"/>
                  </a:lnTo>
                  <a:lnTo>
                    <a:pt x="5937540" y="1957388"/>
                  </a:lnTo>
                  <a:lnTo>
                    <a:pt x="7920327" y="1957388"/>
                  </a:lnTo>
                  <a:lnTo>
                    <a:pt x="7920327" y="4899025"/>
                  </a:lnTo>
                  <a:lnTo>
                    <a:pt x="8914102" y="4899025"/>
                  </a:lnTo>
                  <a:lnTo>
                    <a:pt x="8914102" y="6858000"/>
                  </a:lnTo>
                  <a:lnTo>
                    <a:pt x="7920327" y="6858000"/>
                  </a:lnTo>
                  <a:lnTo>
                    <a:pt x="5937540" y="6858000"/>
                  </a:lnTo>
                  <a:lnTo>
                    <a:pt x="5169189" y="6858000"/>
                  </a:lnTo>
                  <a:lnTo>
                    <a:pt x="3705515" y="6858000"/>
                  </a:lnTo>
                  <a:lnTo>
                    <a:pt x="1260764" y="6858000"/>
                  </a:lnTo>
                  <a:lnTo>
                    <a:pt x="1260764" y="6858001"/>
                  </a:lnTo>
                  <a:lnTo>
                    <a:pt x="0" y="6858001"/>
                  </a:lnTo>
                  <a:lnTo>
                    <a:pt x="0" y="1"/>
                  </a:lnTo>
                  <a:lnTo>
                    <a:pt x="1260764" y="1"/>
                  </a:lnTo>
                  <a:close/>
                </a:path>
              </a:pathLst>
            </a:custGeom>
            <a:solidFill>
              <a:schemeClr val="accent1"/>
            </a:solidFill>
            <a:ln>
              <a:noFill/>
            </a:ln>
          </p:spPr>
          <p:txBody>
            <a:bodyPr spcFirstLastPara="1" wrap="square" lIns="82275" tIns="41150" rIns="82275" bIns="4115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pic>
          <p:nvPicPr>
            <p:cNvPr id="263" name="Google Shape;263;p47"/>
            <p:cNvPicPr preferRelativeResize="0"/>
            <p:nvPr/>
          </p:nvPicPr>
          <p:blipFill rotWithShape="1">
            <a:blip r:embed="rId2">
              <a:alphaModFix/>
            </a:blip>
            <a:srcRect/>
            <a:stretch/>
          </p:blipFill>
          <p:spPr>
            <a:xfrm>
              <a:off x="185139" y="5330952"/>
              <a:ext cx="1636775" cy="1351183"/>
            </a:xfrm>
            <a:prstGeom prst="rect">
              <a:avLst/>
            </a:prstGeom>
            <a:noFill/>
            <a:ln>
              <a:noFill/>
            </a:ln>
          </p:spPr>
        </p:pic>
      </p:grpSp>
      <p:sp>
        <p:nvSpPr>
          <p:cNvPr id="264" name="Google Shape;264;p47"/>
          <p:cNvSpPr txBox="1">
            <a:spLocks noGrp="1"/>
          </p:cNvSpPr>
          <p:nvPr>
            <p:ph type="ctrTitle"/>
          </p:nvPr>
        </p:nvSpPr>
        <p:spPr>
          <a:xfrm>
            <a:off x="332185" y="756889"/>
            <a:ext cx="3944063" cy="1814813"/>
          </a:xfrm>
          <a:prstGeom prst="rect">
            <a:avLst/>
          </a:prstGeom>
          <a:noFill/>
          <a:ln>
            <a:noFill/>
          </a:ln>
        </p:spPr>
        <p:txBody>
          <a:bodyPr spcFirstLastPara="1" wrap="square" lIns="0" tIns="0" rIns="0" bIns="0" anchor="b" anchorCtr="0">
            <a:noAutofit/>
          </a:bodyPr>
          <a:lstStyle>
            <a:lvl1pPr marR="0" lvl="0" algn="l">
              <a:lnSpc>
                <a:spcPct val="85000"/>
              </a:lnSpc>
              <a:spcBef>
                <a:spcPts val="0"/>
              </a:spcBef>
              <a:spcAft>
                <a:spcPts val="0"/>
              </a:spcAft>
              <a:buClr>
                <a:schemeClr val="lt1"/>
              </a:buClr>
              <a:buSzPts val="4500"/>
              <a:buFont typeface="Georgia"/>
              <a:buNone/>
              <a:defRPr sz="3800" b="0" i="0" u="none" strike="noStrike" cap="none">
                <a:solidFill>
                  <a:schemeClr val="lt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265" name="Google Shape;265;p47"/>
          <p:cNvSpPr txBox="1">
            <a:spLocks noGrp="1"/>
          </p:cNvSpPr>
          <p:nvPr>
            <p:ph type="subTitle" idx="1"/>
          </p:nvPr>
        </p:nvSpPr>
        <p:spPr>
          <a:xfrm>
            <a:off x="332185" y="2811780"/>
            <a:ext cx="3944063" cy="445688"/>
          </a:xfrm>
          <a:prstGeom prst="rect">
            <a:avLst/>
          </a:prstGeom>
          <a:noFill/>
          <a:ln>
            <a:noFill/>
          </a:ln>
        </p:spPr>
        <p:txBody>
          <a:bodyPr spcFirstLastPara="1" wrap="square" lIns="0" tIns="0" rIns="0" bIns="0" anchor="t" anchorCtr="0">
            <a:noAutofit/>
          </a:bodyPr>
          <a:lstStyle>
            <a:lvl1pPr marR="0" lvl="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1pPr>
            <a:lvl2pPr marR="0" lvl="1"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2pPr>
            <a:lvl3pPr marR="0" lvl="2"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3pPr>
            <a:lvl4pPr marR="0" lvl="3"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4pPr>
            <a:lvl5pPr marR="0" lvl="4"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5pPr>
            <a:lvl6pPr marR="0" lvl="5"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6pPr>
            <a:lvl7pPr marR="0" lvl="6"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7pPr>
            <a:lvl8pPr marR="0" lvl="7"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8pPr>
            <a:lvl9pPr marR="0" lvl="8"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9pPr>
          </a:lstStyle>
          <a:p>
            <a:endParaRPr/>
          </a:p>
        </p:txBody>
      </p:sp>
      <p:sp>
        <p:nvSpPr>
          <p:cNvPr id="266" name="Google Shape;266;p47"/>
          <p:cNvSpPr txBox="1">
            <a:spLocks noGrp="1"/>
          </p:cNvSpPr>
          <p:nvPr>
            <p:ph type="sldNum" idx="12"/>
          </p:nvPr>
        </p:nvSpPr>
        <p:spPr>
          <a:xfrm>
            <a:off x="8242889" y="4845094"/>
            <a:ext cx="548625" cy="86625"/>
          </a:xfrm>
          <a:prstGeom prst="rect">
            <a:avLst/>
          </a:prstGeom>
          <a:noFill/>
          <a:ln>
            <a:noFill/>
          </a:ln>
        </p:spPr>
        <p:txBody>
          <a:bodyPr spcFirstLastPara="1" wrap="square" lIns="0" tIns="0" rIns="0" bIns="0" anchor="t"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Full Content - Subtitle">
  <p:cSld name="Title and Full Content - Subtitle">
    <p:spTree>
      <p:nvGrpSpPr>
        <p:cNvPr id="1" name="Shape 267"/>
        <p:cNvGrpSpPr/>
        <p:nvPr/>
      </p:nvGrpSpPr>
      <p:grpSpPr>
        <a:xfrm>
          <a:off x="0" y="0"/>
          <a:ext cx="0" cy="0"/>
          <a:chOff x="0" y="0"/>
          <a:chExt cx="0" cy="0"/>
        </a:xfrm>
      </p:grpSpPr>
      <p:sp>
        <p:nvSpPr>
          <p:cNvPr id="268" name="Google Shape;268;p48"/>
          <p:cNvSpPr txBox="1">
            <a:spLocks noGrp="1"/>
          </p:cNvSpPr>
          <p:nvPr>
            <p:ph type="body" idx="1"/>
          </p:nvPr>
        </p:nvSpPr>
        <p:spPr>
          <a:xfrm>
            <a:off x="332188" y="1317516"/>
            <a:ext cx="8479687" cy="3311625"/>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269" name="Google Shape;269;p48"/>
          <p:cNvSpPr txBox="1">
            <a:spLocks noGrp="1"/>
          </p:cNvSpPr>
          <p:nvPr>
            <p:ph type="title"/>
          </p:nvPr>
        </p:nvSpPr>
        <p:spPr>
          <a:xfrm>
            <a:off x="332185" y="322886"/>
            <a:ext cx="8479687" cy="377250"/>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900"/>
              <a:buFont typeface="Georgia"/>
              <a:buNone/>
              <a:defRPr sz="24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270" name="Google Shape;270;p48"/>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
        <p:nvSpPr>
          <p:cNvPr id="271" name="Google Shape;271;p48"/>
          <p:cNvSpPr txBox="1">
            <a:spLocks noGrp="1"/>
          </p:cNvSpPr>
          <p:nvPr>
            <p:ph type="subTitle" idx="2"/>
          </p:nvPr>
        </p:nvSpPr>
        <p:spPr>
          <a:xfrm>
            <a:off x="332184" y="700075"/>
            <a:ext cx="8479687" cy="664313"/>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1pPr>
            <a:lvl2pPr marR="0" lvl="1"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2pPr>
            <a:lvl3pPr marR="0" lvl="2"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3pPr>
            <a:lvl4pPr marR="0" lvl="3"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4pPr>
            <a:lvl5pPr marR="0" lvl="4"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5pPr>
            <a:lvl6pPr marR="0" lvl="5"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6pPr>
            <a:lvl7pPr marR="0" lvl="6"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7pPr>
            <a:lvl8pPr marR="0" lvl="7"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8pPr>
            <a:lvl9pPr marR="0" lvl="8"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One Column Content - Subtitle">
  <p:cSld name="One Column Content - Subtitle">
    <p:spTree>
      <p:nvGrpSpPr>
        <p:cNvPr id="1" name="Shape 272"/>
        <p:cNvGrpSpPr/>
        <p:nvPr/>
      </p:nvGrpSpPr>
      <p:grpSpPr>
        <a:xfrm>
          <a:off x="0" y="0"/>
          <a:ext cx="0" cy="0"/>
          <a:chOff x="0" y="0"/>
          <a:chExt cx="0" cy="0"/>
        </a:xfrm>
      </p:grpSpPr>
      <p:sp>
        <p:nvSpPr>
          <p:cNvPr id="273" name="Google Shape;273;p49"/>
          <p:cNvSpPr txBox="1">
            <a:spLocks noGrp="1"/>
          </p:cNvSpPr>
          <p:nvPr>
            <p:ph type="body" idx="1"/>
          </p:nvPr>
        </p:nvSpPr>
        <p:spPr>
          <a:xfrm>
            <a:off x="332185" y="1577578"/>
            <a:ext cx="2646750"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274" name="Google Shape;274;p49"/>
          <p:cNvSpPr txBox="1">
            <a:spLocks noGrp="1"/>
          </p:cNvSpPr>
          <p:nvPr>
            <p:ph type="title"/>
          </p:nvPr>
        </p:nvSpPr>
        <p:spPr>
          <a:xfrm>
            <a:off x="332185" y="322886"/>
            <a:ext cx="8479687" cy="377250"/>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900"/>
              <a:buFont typeface="Georgia"/>
              <a:buNone/>
              <a:defRPr sz="24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275" name="Google Shape;275;p49"/>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
        <p:nvSpPr>
          <p:cNvPr id="276" name="Google Shape;276;p49"/>
          <p:cNvSpPr txBox="1">
            <a:spLocks noGrp="1"/>
          </p:cNvSpPr>
          <p:nvPr>
            <p:ph type="subTitle" idx="2"/>
          </p:nvPr>
        </p:nvSpPr>
        <p:spPr>
          <a:xfrm>
            <a:off x="332184" y="700075"/>
            <a:ext cx="8479687" cy="664313"/>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1pPr>
            <a:lvl2pPr marR="0" lvl="1"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2pPr>
            <a:lvl3pPr marR="0" lvl="2"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3pPr>
            <a:lvl4pPr marR="0" lvl="3"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4pPr>
            <a:lvl5pPr marR="0" lvl="4"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5pPr>
            <a:lvl6pPr marR="0" lvl="5"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6pPr>
            <a:lvl7pPr marR="0" lvl="6"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7pPr>
            <a:lvl8pPr marR="0" lvl="7"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8pPr>
            <a:lvl9pPr marR="0" lvl="8"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Content and Image - Subtitle">
  <p:cSld name="Content and Image - Subtitle">
    <p:spTree>
      <p:nvGrpSpPr>
        <p:cNvPr id="1" name="Shape 277"/>
        <p:cNvGrpSpPr/>
        <p:nvPr/>
      </p:nvGrpSpPr>
      <p:grpSpPr>
        <a:xfrm>
          <a:off x="0" y="0"/>
          <a:ext cx="0" cy="0"/>
          <a:chOff x="0" y="0"/>
          <a:chExt cx="0" cy="0"/>
        </a:xfrm>
      </p:grpSpPr>
      <p:sp>
        <p:nvSpPr>
          <p:cNvPr id="278" name="Google Shape;278;p50"/>
          <p:cNvSpPr/>
          <p:nvPr/>
        </p:nvSpPr>
        <p:spPr>
          <a:xfrm>
            <a:off x="4572000" y="0"/>
            <a:ext cx="4572000" cy="5143500"/>
          </a:xfrm>
          <a:prstGeom prst="rect">
            <a:avLst/>
          </a:prstGeom>
          <a:solidFill>
            <a:srgbClr val="DEDEDE"/>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279" name="Google Shape;279;p50"/>
          <p:cNvSpPr txBox="1">
            <a:spLocks noGrp="1"/>
          </p:cNvSpPr>
          <p:nvPr>
            <p:ph type="body" idx="1"/>
          </p:nvPr>
        </p:nvSpPr>
        <p:spPr>
          <a:xfrm>
            <a:off x="332185" y="1577578"/>
            <a:ext cx="3988313"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280" name="Google Shape;280;p50"/>
          <p:cNvSpPr txBox="1">
            <a:spLocks noGrp="1"/>
          </p:cNvSpPr>
          <p:nvPr>
            <p:ph type="title"/>
          </p:nvPr>
        </p:nvSpPr>
        <p:spPr>
          <a:xfrm>
            <a:off x="332185" y="322886"/>
            <a:ext cx="3988313" cy="377250"/>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900"/>
              <a:buFont typeface="Georgia"/>
              <a:buNone/>
              <a:defRPr sz="24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281" name="Google Shape;281;p50"/>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
        <p:nvSpPr>
          <p:cNvPr id="282" name="Google Shape;282;p50"/>
          <p:cNvSpPr txBox="1">
            <a:spLocks noGrp="1"/>
          </p:cNvSpPr>
          <p:nvPr>
            <p:ph type="subTitle" idx="2"/>
          </p:nvPr>
        </p:nvSpPr>
        <p:spPr>
          <a:xfrm>
            <a:off x="332184" y="700075"/>
            <a:ext cx="3988313" cy="664313"/>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1pPr>
            <a:lvl2pPr marR="0" lvl="1"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2pPr>
            <a:lvl3pPr marR="0" lvl="2"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3pPr>
            <a:lvl4pPr marR="0" lvl="3"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4pPr>
            <a:lvl5pPr marR="0" lvl="4"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5pPr>
            <a:lvl6pPr marR="0" lvl="5"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6pPr>
            <a:lvl7pPr marR="0" lvl="6"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7pPr>
            <a:lvl8pPr marR="0" lvl="7"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8pPr>
            <a:lvl9pPr marR="0" lvl="8"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hree Content - Subtitle">
  <p:cSld name="Three Content - Subtitle">
    <p:spTree>
      <p:nvGrpSpPr>
        <p:cNvPr id="1" name="Shape 283"/>
        <p:cNvGrpSpPr/>
        <p:nvPr/>
      </p:nvGrpSpPr>
      <p:grpSpPr>
        <a:xfrm>
          <a:off x="0" y="0"/>
          <a:ext cx="0" cy="0"/>
          <a:chOff x="0" y="0"/>
          <a:chExt cx="0" cy="0"/>
        </a:xfrm>
      </p:grpSpPr>
      <p:sp>
        <p:nvSpPr>
          <p:cNvPr id="284" name="Google Shape;284;p51"/>
          <p:cNvSpPr txBox="1">
            <a:spLocks noGrp="1"/>
          </p:cNvSpPr>
          <p:nvPr>
            <p:ph type="body" idx="1"/>
          </p:nvPr>
        </p:nvSpPr>
        <p:spPr>
          <a:xfrm>
            <a:off x="332185" y="1577579"/>
            <a:ext cx="2646750"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285" name="Google Shape;285;p51"/>
          <p:cNvSpPr txBox="1">
            <a:spLocks noGrp="1"/>
          </p:cNvSpPr>
          <p:nvPr>
            <p:ph type="body" idx="2"/>
          </p:nvPr>
        </p:nvSpPr>
        <p:spPr>
          <a:xfrm>
            <a:off x="3249216" y="1577579"/>
            <a:ext cx="2646750"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286" name="Google Shape;286;p51"/>
          <p:cNvSpPr txBox="1">
            <a:spLocks noGrp="1"/>
          </p:cNvSpPr>
          <p:nvPr>
            <p:ph type="body" idx="3"/>
          </p:nvPr>
        </p:nvSpPr>
        <p:spPr>
          <a:xfrm>
            <a:off x="6165057" y="1577579"/>
            <a:ext cx="2646750"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287" name="Google Shape;287;p51"/>
          <p:cNvSpPr txBox="1">
            <a:spLocks noGrp="1"/>
          </p:cNvSpPr>
          <p:nvPr>
            <p:ph type="title"/>
          </p:nvPr>
        </p:nvSpPr>
        <p:spPr>
          <a:xfrm>
            <a:off x="332185" y="322886"/>
            <a:ext cx="8479687" cy="377250"/>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900"/>
              <a:buFont typeface="Georgia"/>
              <a:buNone/>
              <a:defRPr sz="24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288" name="Google Shape;288;p51"/>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
        <p:nvSpPr>
          <p:cNvPr id="289" name="Google Shape;289;p51"/>
          <p:cNvSpPr txBox="1">
            <a:spLocks noGrp="1"/>
          </p:cNvSpPr>
          <p:nvPr>
            <p:ph type="subTitle" idx="4"/>
          </p:nvPr>
        </p:nvSpPr>
        <p:spPr>
          <a:xfrm>
            <a:off x="332184" y="700075"/>
            <a:ext cx="8479687" cy="664313"/>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1pPr>
            <a:lvl2pPr marR="0" lvl="1"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2pPr>
            <a:lvl3pPr marR="0" lvl="2"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3pPr>
            <a:lvl4pPr marR="0" lvl="3"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4pPr>
            <a:lvl5pPr marR="0" lvl="4"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5pPr>
            <a:lvl6pPr marR="0" lvl="5"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6pPr>
            <a:lvl7pPr marR="0" lvl="6"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7pPr>
            <a:lvl8pPr marR="0" lvl="7"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8pPr>
            <a:lvl9pPr marR="0" lvl="8"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Four Content - Subtitle">
  <p:cSld name="Four Content - Subtitle">
    <p:spTree>
      <p:nvGrpSpPr>
        <p:cNvPr id="1" name="Shape 290"/>
        <p:cNvGrpSpPr/>
        <p:nvPr/>
      </p:nvGrpSpPr>
      <p:grpSpPr>
        <a:xfrm>
          <a:off x="0" y="0"/>
          <a:ext cx="0" cy="0"/>
          <a:chOff x="0" y="0"/>
          <a:chExt cx="0" cy="0"/>
        </a:xfrm>
      </p:grpSpPr>
      <p:sp>
        <p:nvSpPr>
          <p:cNvPr id="291" name="Google Shape;291;p52"/>
          <p:cNvSpPr txBox="1">
            <a:spLocks noGrp="1"/>
          </p:cNvSpPr>
          <p:nvPr>
            <p:ph type="body" idx="1"/>
          </p:nvPr>
        </p:nvSpPr>
        <p:spPr>
          <a:xfrm>
            <a:off x="332185" y="1577578"/>
            <a:ext cx="1917000"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292" name="Google Shape;292;p52"/>
          <p:cNvSpPr txBox="1">
            <a:spLocks noGrp="1"/>
          </p:cNvSpPr>
          <p:nvPr>
            <p:ph type="body" idx="2"/>
          </p:nvPr>
        </p:nvSpPr>
        <p:spPr>
          <a:xfrm>
            <a:off x="2520460" y="1577578"/>
            <a:ext cx="1917000"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293" name="Google Shape;293;p52"/>
          <p:cNvSpPr txBox="1">
            <a:spLocks noGrp="1"/>
          </p:cNvSpPr>
          <p:nvPr>
            <p:ph type="body" idx="3"/>
          </p:nvPr>
        </p:nvSpPr>
        <p:spPr>
          <a:xfrm>
            <a:off x="4706541" y="1577578"/>
            <a:ext cx="1917000"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294" name="Google Shape;294;p52"/>
          <p:cNvSpPr txBox="1">
            <a:spLocks noGrp="1"/>
          </p:cNvSpPr>
          <p:nvPr>
            <p:ph type="body" idx="4"/>
          </p:nvPr>
        </p:nvSpPr>
        <p:spPr>
          <a:xfrm>
            <a:off x="6892622" y="1577578"/>
            <a:ext cx="1917000"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295" name="Google Shape;295;p52"/>
          <p:cNvSpPr txBox="1">
            <a:spLocks noGrp="1"/>
          </p:cNvSpPr>
          <p:nvPr>
            <p:ph type="title"/>
          </p:nvPr>
        </p:nvSpPr>
        <p:spPr>
          <a:xfrm>
            <a:off x="332185" y="322886"/>
            <a:ext cx="8479687" cy="377250"/>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900"/>
              <a:buFont typeface="Georgia"/>
              <a:buNone/>
              <a:defRPr sz="24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296" name="Google Shape;296;p52"/>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
        <p:nvSpPr>
          <p:cNvPr id="297" name="Google Shape;297;p52"/>
          <p:cNvSpPr txBox="1">
            <a:spLocks noGrp="1"/>
          </p:cNvSpPr>
          <p:nvPr>
            <p:ph type="subTitle" idx="5"/>
          </p:nvPr>
        </p:nvSpPr>
        <p:spPr>
          <a:xfrm>
            <a:off x="332184" y="700075"/>
            <a:ext cx="8479687" cy="664313"/>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1pPr>
            <a:lvl2pPr marR="0" lvl="1"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2pPr>
            <a:lvl3pPr marR="0" lvl="2"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3pPr>
            <a:lvl4pPr marR="0" lvl="3"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4pPr>
            <a:lvl5pPr marR="0" lvl="4"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5pPr>
            <a:lvl6pPr marR="0" lvl="5"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6pPr>
            <a:lvl7pPr marR="0" lvl="6"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7pPr>
            <a:lvl8pPr marR="0" lvl="7"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8pPr>
            <a:lvl9pPr marR="0" lvl="8"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Five Content - Subtitle">
  <p:cSld name="Five Content - Subtitle">
    <p:spTree>
      <p:nvGrpSpPr>
        <p:cNvPr id="1" name="Shape 298"/>
        <p:cNvGrpSpPr/>
        <p:nvPr/>
      </p:nvGrpSpPr>
      <p:grpSpPr>
        <a:xfrm>
          <a:off x="0" y="0"/>
          <a:ext cx="0" cy="0"/>
          <a:chOff x="0" y="0"/>
          <a:chExt cx="0" cy="0"/>
        </a:xfrm>
      </p:grpSpPr>
      <p:sp>
        <p:nvSpPr>
          <p:cNvPr id="299" name="Google Shape;299;p53"/>
          <p:cNvSpPr txBox="1">
            <a:spLocks noGrp="1"/>
          </p:cNvSpPr>
          <p:nvPr>
            <p:ph type="body" idx="1"/>
          </p:nvPr>
        </p:nvSpPr>
        <p:spPr>
          <a:xfrm>
            <a:off x="332185" y="1577578"/>
            <a:ext cx="1479563"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300" name="Google Shape;300;p53"/>
          <p:cNvSpPr txBox="1">
            <a:spLocks noGrp="1"/>
          </p:cNvSpPr>
          <p:nvPr>
            <p:ph type="body" idx="2"/>
          </p:nvPr>
        </p:nvSpPr>
        <p:spPr>
          <a:xfrm>
            <a:off x="2082784" y="1577578"/>
            <a:ext cx="1479563"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301" name="Google Shape;301;p53"/>
          <p:cNvSpPr txBox="1">
            <a:spLocks noGrp="1"/>
          </p:cNvSpPr>
          <p:nvPr>
            <p:ph type="body" idx="3"/>
          </p:nvPr>
        </p:nvSpPr>
        <p:spPr>
          <a:xfrm>
            <a:off x="3833383" y="1577578"/>
            <a:ext cx="1479563"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302" name="Google Shape;302;p53"/>
          <p:cNvSpPr txBox="1">
            <a:spLocks noGrp="1"/>
          </p:cNvSpPr>
          <p:nvPr>
            <p:ph type="body" idx="4"/>
          </p:nvPr>
        </p:nvSpPr>
        <p:spPr>
          <a:xfrm>
            <a:off x="5583982" y="1577578"/>
            <a:ext cx="1479563"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303" name="Google Shape;303;p53"/>
          <p:cNvSpPr txBox="1">
            <a:spLocks noGrp="1"/>
          </p:cNvSpPr>
          <p:nvPr>
            <p:ph type="body" idx="5"/>
          </p:nvPr>
        </p:nvSpPr>
        <p:spPr>
          <a:xfrm>
            <a:off x="7334582" y="1577578"/>
            <a:ext cx="1479563"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304" name="Google Shape;304;p53"/>
          <p:cNvSpPr txBox="1">
            <a:spLocks noGrp="1"/>
          </p:cNvSpPr>
          <p:nvPr>
            <p:ph type="title"/>
          </p:nvPr>
        </p:nvSpPr>
        <p:spPr>
          <a:xfrm>
            <a:off x="332185" y="322886"/>
            <a:ext cx="8479687" cy="377250"/>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900"/>
              <a:buFont typeface="Georgia"/>
              <a:buNone/>
              <a:defRPr sz="24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305" name="Google Shape;305;p53"/>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
        <p:nvSpPr>
          <p:cNvPr id="306" name="Google Shape;306;p53"/>
          <p:cNvSpPr txBox="1">
            <a:spLocks noGrp="1"/>
          </p:cNvSpPr>
          <p:nvPr>
            <p:ph type="subTitle" idx="6"/>
          </p:nvPr>
        </p:nvSpPr>
        <p:spPr>
          <a:xfrm>
            <a:off x="332184" y="700075"/>
            <a:ext cx="8479687" cy="664313"/>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1pPr>
            <a:lvl2pPr marR="0" lvl="1"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2pPr>
            <a:lvl3pPr marR="0" lvl="2"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3pPr>
            <a:lvl4pPr marR="0" lvl="3"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4pPr>
            <a:lvl5pPr marR="0" lvl="4"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5pPr>
            <a:lvl6pPr marR="0" lvl="5"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6pPr>
            <a:lvl7pPr marR="0" lvl="6"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7pPr>
            <a:lvl8pPr marR="0" lvl="7"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8pPr>
            <a:lvl9pPr marR="0" lvl="8"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hree Images - Subtitle">
  <p:cSld name="Three Images - Subtitle">
    <p:spTree>
      <p:nvGrpSpPr>
        <p:cNvPr id="1" name="Shape 307"/>
        <p:cNvGrpSpPr/>
        <p:nvPr/>
      </p:nvGrpSpPr>
      <p:grpSpPr>
        <a:xfrm>
          <a:off x="0" y="0"/>
          <a:ext cx="0" cy="0"/>
          <a:chOff x="0" y="0"/>
          <a:chExt cx="0" cy="0"/>
        </a:xfrm>
      </p:grpSpPr>
      <p:sp>
        <p:nvSpPr>
          <p:cNvPr id="308" name="Google Shape;308;p54"/>
          <p:cNvSpPr/>
          <p:nvPr/>
        </p:nvSpPr>
        <p:spPr>
          <a:xfrm>
            <a:off x="332183" y="1575197"/>
            <a:ext cx="2646750" cy="2263125"/>
          </a:xfrm>
          <a:prstGeom prst="rect">
            <a:avLst/>
          </a:prstGeom>
          <a:solidFill>
            <a:srgbClr val="DEDEDE"/>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309" name="Google Shape;309;p54"/>
          <p:cNvSpPr/>
          <p:nvPr/>
        </p:nvSpPr>
        <p:spPr>
          <a:xfrm>
            <a:off x="3248620" y="1575197"/>
            <a:ext cx="2646750" cy="2263125"/>
          </a:xfrm>
          <a:prstGeom prst="rect">
            <a:avLst/>
          </a:prstGeom>
          <a:solidFill>
            <a:srgbClr val="DEDEDE"/>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310" name="Google Shape;310;p54"/>
          <p:cNvSpPr/>
          <p:nvPr/>
        </p:nvSpPr>
        <p:spPr>
          <a:xfrm>
            <a:off x="6165056" y="1575197"/>
            <a:ext cx="2646750" cy="2263125"/>
          </a:xfrm>
          <a:prstGeom prst="rect">
            <a:avLst/>
          </a:prstGeom>
          <a:solidFill>
            <a:srgbClr val="DEDEDE"/>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311" name="Google Shape;311;p54"/>
          <p:cNvSpPr txBox="1">
            <a:spLocks noGrp="1"/>
          </p:cNvSpPr>
          <p:nvPr>
            <p:ph type="body" idx="1"/>
          </p:nvPr>
        </p:nvSpPr>
        <p:spPr>
          <a:xfrm>
            <a:off x="332185" y="3960019"/>
            <a:ext cx="2646750" cy="669188"/>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200"/>
              </a:spcBef>
              <a:spcAft>
                <a:spcPts val="2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312" name="Google Shape;312;p54"/>
          <p:cNvSpPr txBox="1">
            <a:spLocks noGrp="1"/>
          </p:cNvSpPr>
          <p:nvPr>
            <p:ph type="body" idx="2"/>
          </p:nvPr>
        </p:nvSpPr>
        <p:spPr>
          <a:xfrm>
            <a:off x="3248621" y="3960019"/>
            <a:ext cx="2646750" cy="669188"/>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200"/>
              </a:spcBef>
              <a:spcAft>
                <a:spcPts val="2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313" name="Google Shape;313;p54"/>
          <p:cNvSpPr txBox="1">
            <a:spLocks noGrp="1"/>
          </p:cNvSpPr>
          <p:nvPr>
            <p:ph type="body" idx="3"/>
          </p:nvPr>
        </p:nvSpPr>
        <p:spPr>
          <a:xfrm>
            <a:off x="6165057" y="3960019"/>
            <a:ext cx="2646750" cy="669188"/>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200"/>
              </a:spcBef>
              <a:spcAft>
                <a:spcPts val="2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314" name="Google Shape;314;p54"/>
          <p:cNvSpPr txBox="1">
            <a:spLocks noGrp="1"/>
          </p:cNvSpPr>
          <p:nvPr>
            <p:ph type="title"/>
          </p:nvPr>
        </p:nvSpPr>
        <p:spPr>
          <a:xfrm>
            <a:off x="332185" y="322886"/>
            <a:ext cx="8479687" cy="377250"/>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900"/>
              <a:buFont typeface="Georgia"/>
              <a:buNone/>
              <a:defRPr sz="24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315" name="Google Shape;315;p54"/>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
        <p:nvSpPr>
          <p:cNvPr id="316" name="Google Shape;316;p54"/>
          <p:cNvSpPr txBox="1">
            <a:spLocks noGrp="1"/>
          </p:cNvSpPr>
          <p:nvPr>
            <p:ph type="subTitle" idx="4"/>
          </p:nvPr>
        </p:nvSpPr>
        <p:spPr>
          <a:xfrm>
            <a:off x="332184" y="700075"/>
            <a:ext cx="8479687" cy="664313"/>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1pPr>
            <a:lvl2pPr marR="0" lvl="1"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2pPr>
            <a:lvl3pPr marR="0" lvl="2"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3pPr>
            <a:lvl4pPr marR="0" lvl="3"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4pPr>
            <a:lvl5pPr marR="0" lvl="4"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5pPr>
            <a:lvl6pPr marR="0" lvl="5"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6pPr>
            <a:lvl7pPr marR="0" lvl="6"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7pPr>
            <a:lvl8pPr marR="0" lvl="7"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8pPr>
            <a:lvl9pPr marR="0" lvl="8"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Four Text Boxes for Icons - Subtitle">
  <p:cSld name="Four Text Boxes for Icons - Subtitle">
    <p:spTree>
      <p:nvGrpSpPr>
        <p:cNvPr id="1" name="Shape 317"/>
        <p:cNvGrpSpPr/>
        <p:nvPr/>
      </p:nvGrpSpPr>
      <p:grpSpPr>
        <a:xfrm>
          <a:off x="0" y="0"/>
          <a:ext cx="0" cy="0"/>
          <a:chOff x="0" y="0"/>
          <a:chExt cx="0" cy="0"/>
        </a:xfrm>
      </p:grpSpPr>
      <p:sp>
        <p:nvSpPr>
          <p:cNvPr id="318" name="Google Shape;318;p55"/>
          <p:cNvSpPr txBox="1">
            <a:spLocks noGrp="1"/>
          </p:cNvSpPr>
          <p:nvPr>
            <p:ph type="body" idx="1"/>
          </p:nvPr>
        </p:nvSpPr>
        <p:spPr>
          <a:xfrm>
            <a:off x="332185" y="2571750"/>
            <a:ext cx="1920188" cy="2057438"/>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200"/>
              </a:spcBef>
              <a:spcAft>
                <a:spcPts val="2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319" name="Google Shape;319;p55"/>
          <p:cNvSpPr txBox="1">
            <a:spLocks noGrp="1"/>
          </p:cNvSpPr>
          <p:nvPr>
            <p:ph type="body" idx="2"/>
          </p:nvPr>
        </p:nvSpPr>
        <p:spPr>
          <a:xfrm>
            <a:off x="2518649" y="2571750"/>
            <a:ext cx="1920188" cy="2057438"/>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200"/>
              </a:spcBef>
              <a:spcAft>
                <a:spcPts val="2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320" name="Google Shape;320;p55"/>
          <p:cNvSpPr txBox="1">
            <a:spLocks noGrp="1"/>
          </p:cNvSpPr>
          <p:nvPr>
            <p:ph type="body" idx="3"/>
          </p:nvPr>
        </p:nvSpPr>
        <p:spPr>
          <a:xfrm>
            <a:off x="4705112" y="2571750"/>
            <a:ext cx="1920188" cy="2057438"/>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200"/>
              </a:spcBef>
              <a:spcAft>
                <a:spcPts val="2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321" name="Google Shape;321;p55"/>
          <p:cNvSpPr txBox="1">
            <a:spLocks noGrp="1"/>
          </p:cNvSpPr>
          <p:nvPr>
            <p:ph type="body" idx="4"/>
          </p:nvPr>
        </p:nvSpPr>
        <p:spPr>
          <a:xfrm>
            <a:off x="6891576" y="2571750"/>
            <a:ext cx="1920188" cy="2057438"/>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200"/>
              </a:spcBef>
              <a:spcAft>
                <a:spcPts val="2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322" name="Google Shape;322;p55"/>
          <p:cNvSpPr txBox="1">
            <a:spLocks noGrp="1"/>
          </p:cNvSpPr>
          <p:nvPr>
            <p:ph type="title"/>
          </p:nvPr>
        </p:nvSpPr>
        <p:spPr>
          <a:xfrm>
            <a:off x="332185" y="322886"/>
            <a:ext cx="8479687" cy="377250"/>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900"/>
              <a:buFont typeface="Georgia"/>
              <a:buNone/>
              <a:defRPr sz="24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323" name="Google Shape;323;p55"/>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
        <p:nvSpPr>
          <p:cNvPr id="324" name="Google Shape;324;p55"/>
          <p:cNvSpPr txBox="1">
            <a:spLocks noGrp="1"/>
          </p:cNvSpPr>
          <p:nvPr>
            <p:ph type="subTitle" idx="5"/>
          </p:nvPr>
        </p:nvSpPr>
        <p:spPr>
          <a:xfrm>
            <a:off x="332184" y="700075"/>
            <a:ext cx="8479687" cy="664313"/>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1pPr>
            <a:lvl2pPr marR="0" lvl="1"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2pPr>
            <a:lvl3pPr marR="0" lvl="2"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3pPr>
            <a:lvl4pPr marR="0" lvl="3"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4pPr>
            <a:lvl5pPr marR="0" lvl="4"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5pPr>
            <a:lvl6pPr marR="0" lvl="5"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6pPr>
            <a:lvl7pPr marR="0" lvl="6"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7pPr>
            <a:lvl8pPr marR="0" lvl="7"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8pPr>
            <a:lvl9pPr marR="0" lvl="8"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Four Team Images - Subtitle">
  <p:cSld name="Four Team Images - Subtitle">
    <p:spTree>
      <p:nvGrpSpPr>
        <p:cNvPr id="1" name="Shape 325"/>
        <p:cNvGrpSpPr/>
        <p:nvPr/>
      </p:nvGrpSpPr>
      <p:grpSpPr>
        <a:xfrm>
          <a:off x="0" y="0"/>
          <a:ext cx="0" cy="0"/>
          <a:chOff x="0" y="0"/>
          <a:chExt cx="0" cy="0"/>
        </a:xfrm>
      </p:grpSpPr>
      <p:sp>
        <p:nvSpPr>
          <p:cNvPr id="326" name="Google Shape;326;p56"/>
          <p:cNvSpPr/>
          <p:nvPr/>
        </p:nvSpPr>
        <p:spPr>
          <a:xfrm>
            <a:off x="332184" y="1575197"/>
            <a:ext cx="994500" cy="996563"/>
          </a:xfrm>
          <a:prstGeom prst="rect">
            <a:avLst/>
          </a:prstGeom>
          <a:solidFill>
            <a:srgbClr val="DEDEDE"/>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327" name="Google Shape;327;p56"/>
          <p:cNvSpPr/>
          <p:nvPr/>
        </p:nvSpPr>
        <p:spPr>
          <a:xfrm>
            <a:off x="2519728" y="1575197"/>
            <a:ext cx="994500" cy="996563"/>
          </a:xfrm>
          <a:prstGeom prst="rect">
            <a:avLst/>
          </a:prstGeom>
          <a:solidFill>
            <a:srgbClr val="DEDEDE"/>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328" name="Google Shape;328;p56"/>
          <p:cNvSpPr/>
          <p:nvPr/>
        </p:nvSpPr>
        <p:spPr>
          <a:xfrm>
            <a:off x="4707272" y="1575197"/>
            <a:ext cx="994500" cy="996563"/>
          </a:xfrm>
          <a:prstGeom prst="rect">
            <a:avLst/>
          </a:prstGeom>
          <a:solidFill>
            <a:srgbClr val="DEDEDE"/>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329" name="Google Shape;329;p56"/>
          <p:cNvSpPr/>
          <p:nvPr/>
        </p:nvSpPr>
        <p:spPr>
          <a:xfrm>
            <a:off x="6894816" y="1575197"/>
            <a:ext cx="994500" cy="996563"/>
          </a:xfrm>
          <a:prstGeom prst="rect">
            <a:avLst/>
          </a:prstGeom>
          <a:solidFill>
            <a:srgbClr val="DEDEDE"/>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330" name="Google Shape;330;p56"/>
          <p:cNvSpPr txBox="1">
            <a:spLocks noGrp="1"/>
          </p:cNvSpPr>
          <p:nvPr>
            <p:ph type="body" idx="1"/>
          </p:nvPr>
        </p:nvSpPr>
        <p:spPr>
          <a:xfrm>
            <a:off x="332184" y="2743200"/>
            <a:ext cx="1920188" cy="1885875"/>
          </a:xfrm>
          <a:prstGeom prst="rect">
            <a:avLst/>
          </a:prstGeom>
          <a:noFill/>
          <a:ln>
            <a:noFill/>
          </a:ln>
        </p:spPr>
        <p:txBody>
          <a:bodyPr spcFirstLastPara="1" wrap="square" lIns="0" tIns="0" rIns="0" bIns="0" anchor="t" anchorCtr="0">
            <a:noAutofit/>
          </a:bodyPr>
          <a:lstStyle>
            <a:lvl1pPr marL="457200" marR="0" lvl="0" indent="-228600" algn="l">
              <a:lnSpc>
                <a:spcPct val="100000"/>
              </a:lnSpc>
              <a:spcBef>
                <a:spcPts val="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a:lnSpc>
                <a:spcPct val="100000"/>
              </a:lnSpc>
              <a:spcBef>
                <a:spcPts val="200"/>
              </a:spcBef>
              <a:spcAft>
                <a:spcPts val="200"/>
              </a:spcAft>
              <a:buClr>
                <a:schemeClr val="dk1"/>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331" name="Google Shape;331;p56"/>
          <p:cNvSpPr txBox="1">
            <a:spLocks noGrp="1"/>
          </p:cNvSpPr>
          <p:nvPr>
            <p:ph type="body" idx="2"/>
          </p:nvPr>
        </p:nvSpPr>
        <p:spPr>
          <a:xfrm>
            <a:off x="2518648" y="2743200"/>
            <a:ext cx="1920188" cy="1885875"/>
          </a:xfrm>
          <a:prstGeom prst="rect">
            <a:avLst/>
          </a:prstGeom>
          <a:noFill/>
          <a:ln>
            <a:noFill/>
          </a:ln>
        </p:spPr>
        <p:txBody>
          <a:bodyPr spcFirstLastPara="1" wrap="square" lIns="0" tIns="0" rIns="0" bIns="0" anchor="t" anchorCtr="0">
            <a:noAutofit/>
          </a:bodyPr>
          <a:lstStyle>
            <a:lvl1pPr marL="457200" marR="0" lvl="0" indent="-228600" algn="l">
              <a:lnSpc>
                <a:spcPct val="100000"/>
              </a:lnSpc>
              <a:spcBef>
                <a:spcPts val="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a:lnSpc>
                <a:spcPct val="100000"/>
              </a:lnSpc>
              <a:spcBef>
                <a:spcPts val="200"/>
              </a:spcBef>
              <a:spcAft>
                <a:spcPts val="200"/>
              </a:spcAft>
              <a:buClr>
                <a:schemeClr val="dk1"/>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332" name="Google Shape;332;p56"/>
          <p:cNvSpPr txBox="1">
            <a:spLocks noGrp="1"/>
          </p:cNvSpPr>
          <p:nvPr>
            <p:ph type="body" idx="3"/>
          </p:nvPr>
        </p:nvSpPr>
        <p:spPr>
          <a:xfrm>
            <a:off x="4705112" y="2743200"/>
            <a:ext cx="1920187" cy="1885875"/>
          </a:xfrm>
          <a:prstGeom prst="rect">
            <a:avLst/>
          </a:prstGeom>
          <a:noFill/>
          <a:ln>
            <a:noFill/>
          </a:ln>
        </p:spPr>
        <p:txBody>
          <a:bodyPr spcFirstLastPara="1" wrap="square" lIns="0" tIns="0" rIns="0" bIns="0" anchor="t" anchorCtr="0">
            <a:noAutofit/>
          </a:bodyPr>
          <a:lstStyle>
            <a:lvl1pPr marL="457200" marR="0" lvl="0" indent="-228600" algn="l">
              <a:lnSpc>
                <a:spcPct val="100000"/>
              </a:lnSpc>
              <a:spcBef>
                <a:spcPts val="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a:lnSpc>
                <a:spcPct val="100000"/>
              </a:lnSpc>
              <a:spcBef>
                <a:spcPts val="200"/>
              </a:spcBef>
              <a:spcAft>
                <a:spcPts val="200"/>
              </a:spcAft>
              <a:buClr>
                <a:schemeClr val="dk1"/>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333" name="Google Shape;333;p56"/>
          <p:cNvSpPr txBox="1">
            <a:spLocks noGrp="1"/>
          </p:cNvSpPr>
          <p:nvPr>
            <p:ph type="body" idx="4"/>
          </p:nvPr>
        </p:nvSpPr>
        <p:spPr>
          <a:xfrm>
            <a:off x="6891576" y="2743200"/>
            <a:ext cx="1920188" cy="1885875"/>
          </a:xfrm>
          <a:prstGeom prst="rect">
            <a:avLst/>
          </a:prstGeom>
          <a:noFill/>
          <a:ln>
            <a:noFill/>
          </a:ln>
        </p:spPr>
        <p:txBody>
          <a:bodyPr spcFirstLastPara="1" wrap="square" lIns="0" tIns="0" rIns="0" bIns="0" anchor="t" anchorCtr="0">
            <a:noAutofit/>
          </a:bodyPr>
          <a:lstStyle>
            <a:lvl1pPr marL="457200" marR="0" lvl="0" indent="-228600" algn="l">
              <a:lnSpc>
                <a:spcPct val="100000"/>
              </a:lnSpc>
              <a:spcBef>
                <a:spcPts val="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a:lnSpc>
                <a:spcPct val="100000"/>
              </a:lnSpc>
              <a:spcBef>
                <a:spcPts val="200"/>
              </a:spcBef>
              <a:spcAft>
                <a:spcPts val="200"/>
              </a:spcAft>
              <a:buClr>
                <a:schemeClr val="dk1"/>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334" name="Google Shape;334;p56"/>
          <p:cNvSpPr txBox="1">
            <a:spLocks noGrp="1"/>
          </p:cNvSpPr>
          <p:nvPr>
            <p:ph type="title"/>
          </p:nvPr>
        </p:nvSpPr>
        <p:spPr>
          <a:xfrm>
            <a:off x="332185" y="322886"/>
            <a:ext cx="8479687" cy="377250"/>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900"/>
              <a:buFont typeface="Georgia"/>
              <a:buNone/>
              <a:defRPr sz="24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335" name="Google Shape;335;p56"/>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
        <p:nvSpPr>
          <p:cNvPr id="336" name="Google Shape;336;p56"/>
          <p:cNvSpPr txBox="1">
            <a:spLocks noGrp="1"/>
          </p:cNvSpPr>
          <p:nvPr>
            <p:ph type="subTitle" idx="5"/>
          </p:nvPr>
        </p:nvSpPr>
        <p:spPr>
          <a:xfrm>
            <a:off x="332184" y="700075"/>
            <a:ext cx="8479687" cy="664313"/>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1pPr>
            <a:lvl2pPr marR="0" lvl="1"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2pPr>
            <a:lvl3pPr marR="0" lvl="2"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3pPr>
            <a:lvl4pPr marR="0" lvl="3"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4pPr>
            <a:lvl5pPr marR="0" lvl="4"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5pPr>
            <a:lvl6pPr marR="0" lvl="5"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6pPr>
            <a:lvl7pPr marR="0" lvl="6"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7pPr>
            <a:lvl8pPr marR="0" lvl="7"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8pPr>
            <a:lvl9pPr marR="0" lvl="8"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One Column Chart - Subtitle">
  <p:cSld name="One Column Chart - Subtitle">
    <p:spTree>
      <p:nvGrpSpPr>
        <p:cNvPr id="1" name="Shape 337"/>
        <p:cNvGrpSpPr/>
        <p:nvPr/>
      </p:nvGrpSpPr>
      <p:grpSpPr>
        <a:xfrm>
          <a:off x="0" y="0"/>
          <a:ext cx="0" cy="0"/>
          <a:chOff x="0" y="0"/>
          <a:chExt cx="0" cy="0"/>
        </a:xfrm>
      </p:grpSpPr>
      <p:sp>
        <p:nvSpPr>
          <p:cNvPr id="338" name="Google Shape;338;p57"/>
          <p:cNvSpPr txBox="1">
            <a:spLocks noGrp="1"/>
          </p:cNvSpPr>
          <p:nvPr>
            <p:ph type="body" idx="1"/>
          </p:nvPr>
        </p:nvSpPr>
        <p:spPr>
          <a:xfrm>
            <a:off x="332185" y="1577578"/>
            <a:ext cx="2646750"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339" name="Google Shape;339;p57"/>
          <p:cNvSpPr txBox="1">
            <a:spLocks noGrp="1"/>
          </p:cNvSpPr>
          <p:nvPr>
            <p:ph type="title"/>
          </p:nvPr>
        </p:nvSpPr>
        <p:spPr>
          <a:xfrm>
            <a:off x="332185" y="322886"/>
            <a:ext cx="8479687" cy="377250"/>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900"/>
              <a:buFont typeface="Georgia"/>
              <a:buNone/>
              <a:defRPr sz="24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340" name="Google Shape;340;p57"/>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
        <p:nvSpPr>
          <p:cNvPr id="341" name="Google Shape;341;p57"/>
          <p:cNvSpPr txBox="1">
            <a:spLocks noGrp="1"/>
          </p:cNvSpPr>
          <p:nvPr>
            <p:ph type="subTitle" idx="2"/>
          </p:nvPr>
        </p:nvSpPr>
        <p:spPr>
          <a:xfrm>
            <a:off x="332184" y="700075"/>
            <a:ext cx="8479687" cy="664313"/>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1pPr>
            <a:lvl2pPr marR="0" lvl="1"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2pPr>
            <a:lvl3pPr marR="0" lvl="2"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3pPr>
            <a:lvl4pPr marR="0" lvl="3"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4pPr>
            <a:lvl5pPr marR="0" lvl="4"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5pPr>
            <a:lvl6pPr marR="0" lvl="5"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6pPr>
            <a:lvl7pPr marR="0" lvl="6"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7pPr>
            <a:lvl8pPr marR="0" lvl="7"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8pPr>
            <a:lvl9pPr marR="0" lvl="8"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Generic Agenda Option 1">
  <p:cSld name="Generic Agenda Option 1">
    <p:bg>
      <p:bgPr>
        <a:solidFill>
          <a:srgbClr val="464646"/>
        </a:solidFill>
        <a:effectLst/>
      </p:bgPr>
    </p:bg>
    <p:spTree>
      <p:nvGrpSpPr>
        <p:cNvPr id="1" name="Shape 342"/>
        <p:cNvGrpSpPr/>
        <p:nvPr/>
      </p:nvGrpSpPr>
      <p:grpSpPr>
        <a:xfrm>
          <a:off x="0" y="0"/>
          <a:ext cx="0" cy="0"/>
          <a:chOff x="0" y="0"/>
          <a:chExt cx="0" cy="0"/>
        </a:xfrm>
      </p:grpSpPr>
      <p:sp>
        <p:nvSpPr>
          <p:cNvPr id="343" name="Google Shape;343;p58"/>
          <p:cNvSpPr txBox="1">
            <a:spLocks noGrp="1"/>
          </p:cNvSpPr>
          <p:nvPr>
            <p:ph type="sldNum" idx="12"/>
          </p:nvPr>
        </p:nvSpPr>
        <p:spPr>
          <a:xfrm>
            <a:off x="6163867" y="4869180"/>
            <a:ext cx="2648063" cy="10275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ext – 2 Column">
  <p:cSld name="Text – 2 Column">
    <p:bg>
      <p:bgPr>
        <a:solidFill>
          <a:schemeClr val="accent6"/>
        </a:solidFill>
        <a:effectLst/>
      </p:bgPr>
    </p:bg>
    <p:spTree>
      <p:nvGrpSpPr>
        <p:cNvPr id="1" name="Shape 344"/>
        <p:cNvGrpSpPr/>
        <p:nvPr/>
      </p:nvGrpSpPr>
      <p:grpSpPr>
        <a:xfrm>
          <a:off x="0" y="0"/>
          <a:ext cx="0" cy="0"/>
          <a:chOff x="0" y="0"/>
          <a:chExt cx="0" cy="0"/>
        </a:xfrm>
      </p:grpSpPr>
      <p:sp>
        <p:nvSpPr>
          <p:cNvPr id="345" name="Google Shape;345;p59"/>
          <p:cNvSpPr txBox="1">
            <a:spLocks noGrp="1"/>
          </p:cNvSpPr>
          <p:nvPr>
            <p:ph type="title"/>
          </p:nvPr>
        </p:nvSpPr>
        <p:spPr>
          <a:xfrm>
            <a:off x="372350" y="734100"/>
            <a:ext cx="8399438" cy="461438"/>
          </a:xfrm>
          <a:prstGeom prst="rect">
            <a:avLst/>
          </a:prstGeom>
          <a:noFill/>
          <a:ln>
            <a:noFill/>
          </a:ln>
        </p:spPr>
        <p:txBody>
          <a:bodyPr spcFirstLastPara="1" wrap="square" lIns="0" tIns="0" rIns="0" bIns="0" anchor="t" anchorCtr="0">
            <a:noAutofit/>
          </a:bodyPr>
          <a:lstStyle>
            <a:lvl1pPr lvl="0" algn="l">
              <a:lnSpc>
                <a:spcPct val="85000"/>
              </a:lnSpc>
              <a:spcBef>
                <a:spcPts val="0"/>
              </a:spcBef>
              <a:spcAft>
                <a:spcPts val="0"/>
              </a:spcAft>
              <a:buClr>
                <a:srgbClr val="FFFFFF"/>
              </a:buClr>
              <a:buSzPts val="3000"/>
              <a:buFont typeface="Georgia"/>
              <a:buNone/>
              <a:defRPr sz="2500">
                <a:solidFill>
                  <a:srgbClr val="FFFFFF"/>
                </a:solidFill>
                <a:latin typeface="Georgia"/>
                <a:ea typeface="Georgia"/>
                <a:cs typeface="Georgia"/>
                <a:sym typeface="Georgia"/>
              </a:defRPr>
            </a:lvl1pPr>
            <a:lvl2pPr lvl="1" algn="l">
              <a:lnSpc>
                <a:spcPct val="100000"/>
              </a:lnSpc>
              <a:spcBef>
                <a:spcPts val="0"/>
              </a:spcBef>
              <a:spcAft>
                <a:spcPts val="0"/>
              </a:spcAft>
              <a:buClr>
                <a:srgbClr val="FFFFFF"/>
              </a:buClr>
              <a:buSzPts val="1700"/>
              <a:buNone/>
              <a:defRPr sz="1400">
                <a:solidFill>
                  <a:srgbClr val="FFFFFF"/>
                </a:solidFill>
              </a:defRPr>
            </a:lvl2pPr>
            <a:lvl3pPr lvl="2" algn="l">
              <a:lnSpc>
                <a:spcPct val="100000"/>
              </a:lnSpc>
              <a:spcBef>
                <a:spcPts val="0"/>
              </a:spcBef>
              <a:spcAft>
                <a:spcPts val="0"/>
              </a:spcAft>
              <a:buClr>
                <a:srgbClr val="FFFFFF"/>
              </a:buClr>
              <a:buSzPts val="1700"/>
              <a:buNone/>
              <a:defRPr sz="1400">
                <a:solidFill>
                  <a:srgbClr val="FFFFFF"/>
                </a:solidFill>
              </a:defRPr>
            </a:lvl3pPr>
            <a:lvl4pPr lvl="3" algn="l">
              <a:lnSpc>
                <a:spcPct val="100000"/>
              </a:lnSpc>
              <a:spcBef>
                <a:spcPts val="0"/>
              </a:spcBef>
              <a:spcAft>
                <a:spcPts val="0"/>
              </a:spcAft>
              <a:buClr>
                <a:srgbClr val="FFFFFF"/>
              </a:buClr>
              <a:buSzPts val="1700"/>
              <a:buNone/>
              <a:defRPr sz="1400">
                <a:solidFill>
                  <a:srgbClr val="FFFFFF"/>
                </a:solidFill>
              </a:defRPr>
            </a:lvl4pPr>
            <a:lvl5pPr lvl="4" algn="l">
              <a:lnSpc>
                <a:spcPct val="100000"/>
              </a:lnSpc>
              <a:spcBef>
                <a:spcPts val="0"/>
              </a:spcBef>
              <a:spcAft>
                <a:spcPts val="0"/>
              </a:spcAft>
              <a:buClr>
                <a:srgbClr val="FFFFFF"/>
              </a:buClr>
              <a:buSzPts val="1700"/>
              <a:buNone/>
              <a:defRPr sz="1400">
                <a:solidFill>
                  <a:srgbClr val="FFFFFF"/>
                </a:solidFill>
              </a:defRPr>
            </a:lvl5pPr>
            <a:lvl6pPr lvl="5" algn="l">
              <a:lnSpc>
                <a:spcPct val="100000"/>
              </a:lnSpc>
              <a:spcBef>
                <a:spcPts val="0"/>
              </a:spcBef>
              <a:spcAft>
                <a:spcPts val="0"/>
              </a:spcAft>
              <a:buClr>
                <a:srgbClr val="FFFFFF"/>
              </a:buClr>
              <a:buSzPts val="1700"/>
              <a:buNone/>
              <a:defRPr sz="1400">
                <a:solidFill>
                  <a:srgbClr val="FFFFFF"/>
                </a:solidFill>
              </a:defRPr>
            </a:lvl6pPr>
            <a:lvl7pPr lvl="6" algn="l">
              <a:lnSpc>
                <a:spcPct val="100000"/>
              </a:lnSpc>
              <a:spcBef>
                <a:spcPts val="0"/>
              </a:spcBef>
              <a:spcAft>
                <a:spcPts val="0"/>
              </a:spcAft>
              <a:buClr>
                <a:srgbClr val="FFFFFF"/>
              </a:buClr>
              <a:buSzPts val="1700"/>
              <a:buNone/>
              <a:defRPr sz="1400">
                <a:solidFill>
                  <a:srgbClr val="FFFFFF"/>
                </a:solidFill>
              </a:defRPr>
            </a:lvl7pPr>
            <a:lvl8pPr lvl="7" algn="l">
              <a:lnSpc>
                <a:spcPct val="100000"/>
              </a:lnSpc>
              <a:spcBef>
                <a:spcPts val="0"/>
              </a:spcBef>
              <a:spcAft>
                <a:spcPts val="0"/>
              </a:spcAft>
              <a:buClr>
                <a:srgbClr val="FFFFFF"/>
              </a:buClr>
              <a:buSzPts val="1700"/>
              <a:buNone/>
              <a:defRPr sz="1400">
                <a:solidFill>
                  <a:srgbClr val="FFFFFF"/>
                </a:solidFill>
              </a:defRPr>
            </a:lvl8pPr>
            <a:lvl9pPr lvl="8" algn="l">
              <a:lnSpc>
                <a:spcPct val="100000"/>
              </a:lnSpc>
              <a:spcBef>
                <a:spcPts val="0"/>
              </a:spcBef>
              <a:spcAft>
                <a:spcPts val="0"/>
              </a:spcAft>
              <a:buClr>
                <a:srgbClr val="FFFFFF"/>
              </a:buClr>
              <a:buSzPts val="1700"/>
              <a:buNone/>
              <a:defRPr sz="1400">
                <a:solidFill>
                  <a:srgbClr val="FFFFFF"/>
                </a:solidFill>
              </a:defRPr>
            </a:lvl9pPr>
          </a:lstStyle>
          <a:p>
            <a:endParaRPr/>
          </a:p>
        </p:txBody>
      </p:sp>
      <p:sp>
        <p:nvSpPr>
          <p:cNvPr id="346" name="Google Shape;346;p59"/>
          <p:cNvSpPr txBox="1">
            <a:spLocks noGrp="1"/>
          </p:cNvSpPr>
          <p:nvPr>
            <p:ph type="subTitle" idx="1"/>
          </p:nvPr>
        </p:nvSpPr>
        <p:spPr>
          <a:xfrm>
            <a:off x="363450" y="363450"/>
            <a:ext cx="2258063" cy="1605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400"/>
              <a:buNone/>
              <a:defRPr sz="800" b="1">
                <a:solidFill>
                  <a:srgbClr val="FFFFFF"/>
                </a:solidFill>
                <a:latin typeface="Helvetica Neue"/>
                <a:ea typeface="Helvetica Neue"/>
                <a:cs typeface="Helvetica Neue"/>
                <a:sym typeface="Helvetica Neue"/>
              </a:defRPr>
            </a:lvl1pPr>
            <a:lvl2pPr lvl="1" algn="l">
              <a:lnSpc>
                <a:spcPct val="100000"/>
              </a:lnSpc>
              <a:spcBef>
                <a:spcPts val="400"/>
              </a:spcBef>
              <a:spcAft>
                <a:spcPts val="0"/>
              </a:spcAft>
              <a:buSzPts val="1400"/>
              <a:buNone/>
              <a:defRPr sz="900">
                <a:solidFill>
                  <a:srgbClr val="FFFFFF"/>
                </a:solidFill>
              </a:defRPr>
            </a:lvl2pPr>
            <a:lvl3pPr lvl="2" algn="l">
              <a:lnSpc>
                <a:spcPct val="100000"/>
              </a:lnSpc>
              <a:spcBef>
                <a:spcPts val="400"/>
              </a:spcBef>
              <a:spcAft>
                <a:spcPts val="0"/>
              </a:spcAft>
              <a:buSzPts val="1400"/>
              <a:buNone/>
              <a:defRPr sz="900">
                <a:solidFill>
                  <a:srgbClr val="FFFFFF"/>
                </a:solidFill>
              </a:defRPr>
            </a:lvl3pPr>
            <a:lvl4pPr lvl="3" algn="l">
              <a:lnSpc>
                <a:spcPct val="100000"/>
              </a:lnSpc>
              <a:spcBef>
                <a:spcPts val="400"/>
              </a:spcBef>
              <a:spcAft>
                <a:spcPts val="0"/>
              </a:spcAft>
              <a:buSzPts val="1400"/>
              <a:buNone/>
              <a:defRPr sz="900">
                <a:solidFill>
                  <a:srgbClr val="FFFFFF"/>
                </a:solidFill>
              </a:defRPr>
            </a:lvl4pPr>
            <a:lvl5pPr lvl="4" algn="l">
              <a:lnSpc>
                <a:spcPct val="100000"/>
              </a:lnSpc>
              <a:spcBef>
                <a:spcPts val="400"/>
              </a:spcBef>
              <a:spcAft>
                <a:spcPts val="0"/>
              </a:spcAft>
              <a:buSzPts val="1400"/>
              <a:buNone/>
              <a:defRPr sz="900">
                <a:solidFill>
                  <a:srgbClr val="FFFFFF"/>
                </a:solidFill>
              </a:defRPr>
            </a:lvl5pPr>
            <a:lvl6pPr lvl="5" algn="l">
              <a:lnSpc>
                <a:spcPct val="100000"/>
              </a:lnSpc>
              <a:spcBef>
                <a:spcPts val="400"/>
              </a:spcBef>
              <a:spcAft>
                <a:spcPts val="0"/>
              </a:spcAft>
              <a:buSzPts val="1400"/>
              <a:buNone/>
              <a:defRPr sz="900">
                <a:solidFill>
                  <a:srgbClr val="FFFFFF"/>
                </a:solidFill>
              </a:defRPr>
            </a:lvl6pPr>
            <a:lvl7pPr lvl="6" algn="l">
              <a:lnSpc>
                <a:spcPct val="100000"/>
              </a:lnSpc>
              <a:spcBef>
                <a:spcPts val="400"/>
              </a:spcBef>
              <a:spcAft>
                <a:spcPts val="0"/>
              </a:spcAft>
              <a:buSzPts val="1400"/>
              <a:buNone/>
              <a:defRPr sz="900">
                <a:solidFill>
                  <a:srgbClr val="FFFFFF"/>
                </a:solidFill>
              </a:defRPr>
            </a:lvl7pPr>
            <a:lvl8pPr lvl="7" algn="l">
              <a:lnSpc>
                <a:spcPct val="100000"/>
              </a:lnSpc>
              <a:spcBef>
                <a:spcPts val="400"/>
              </a:spcBef>
              <a:spcAft>
                <a:spcPts val="0"/>
              </a:spcAft>
              <a:buSzPts val="1400"/>
              <a:buNone/>
              <a:defRPr sz="900">
                <a:solidFill>
                  <a:srgbClr val="FFFFFF"/>
                </a:solidFill>
              </a:defRPr>
            </a:lvl8pPr>
            <a:lvl9pPr lvl="8" algn="l">
              <a:lnSpc>
                <a:spcPct val="100000"/>
              </a:lnSpc>
              <a:spcBef>
                <a:spcPts val="400"/>
              </a:spcBef>
              <a:spcAft>
                <a:spcPts val="400"/>
              </a:spcAft>
              <a:buSzPts val="1400"/>
              <a:buNone/>
              <a:defRPr sz="900">
                <a:solidFill>
                  <a:srgbClr val="FFFFFF"/>
                </a:solidFill>
              </a:defRPr>
            </a:lvl9pPr>
          </a:lstStyle>
          <a:p>
            <a:endParaRPr/>
          </a:p>
        </p:txBody>
      </p:sp>
      <p:sp>
        <p:nvSpPr>
          <p:cNvPr id="347" name="Google Shape;347;p59"/>
          <p:cNvSpPr txBox="1">
            <a:spLocks noGrp="1"/>
          </p:cNvSpPr>
          <p:nvPr>
            <p:ph type="sldNum" idx="12"/>
          </p:nvPr>
        </p:nvSpPr>
        <p:spPr>
          <a:xfrm>
            <a:off x="372350" y="4653100"/>
            <a:ext cx="548813" cy="393563"/>
          </a:xfrm>
          <a:prstGeom prst="rect">
            <a:avLst/>
          </a:prstGeom>
          <a:noFill/>
          <a:ln>
            <a:noFill/>
          </a:ln>
        </p:spPr>
        <p:txBody>
          <a:bodyPr spcFirstLastPara="1" wrap="square" lIns="0" tIns="0" rIns="0" bIns="0" anchor="ctr" anchorCtr="0">
            <a:noAutofit/>
          </a:bodyPr>
          <a:lstStyle>
            <a:lvl1pPr marL="0" marR="0" lvl="0" indent="0" algn="l">
              <a:lnSpc>
                <a:spcPct val="100000"/>
              </a:lnSpc>
              <a:spcBef>
                <a:spcPts val="0"/>
              </a:spcBef>
              <a:spcAft>
                <a:spcPts val="0"/>
              </a:spcAft>
              <a:buClr>
                <a:srgbClr val="000000"/>
              </a:buClr>
              <a:buSzPts val="600"/>
              <a:buFont typeface="Arial"/>
              <a:buNone/>
              <a:defRPr sz="600" b="0" i="0" u="none" strike="noStrike" cap="none">
                <a:solidFill>
                  <a:srgbClr val="FFFFFF"/>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600"/>
              <a:buFont typeface="Arial"/>
              <a:buNone/>
              <a:defRPr sz="600" b="0" i="0" u="none" strike="noStrike" cap="none">
                <a:solidFill>
                  <a:srgbClr val="FFFFFF"/>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600"/>
              <a:buFont typeface="Arial"/>
              <a:buNone/>
              <a:defRPr sz="600" b="0" i="0" u="none" strike="noStrike" cap="none">
                <a:solidFill>
                  <a:srgbClr val="FFFFFF"/>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600"/>
              <a:buFont typeface="Arial"/>
              <a:buNone/>
              <a:defRPr sz="600" b="0" i="0" u="none" strike="noStrike" cap="none">
                <a:solidFill>
                  <a:srgbClr val="FFFFFF"/>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600"/>
              <a:buFont typeface="Arial"/>
              <a:buNone/>
              <a:defRPr sz="600" b="0" i="0" u="none" strike="noStrike" cap="none">
                <a:solidFill>
                  <a:srgbClr val="FFFFFF"/>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600"/>
              <a:buFont typeface="Arial"/>
              <a:buNone/>
              <a:defRPr sz="600" b="0" i="0" u="none" strike="noStrike" cap="none">
                <a:solidFill>
                  <a:srgbClr val="FFFFFF"/>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600"/>
              <a:buFont typeface="Arial"/>
              <a:buNone/>
              <a:defRPr sz="600" b="0" i="0" u="none" strike="noStrike" cap="none">
                <a:solidFill>
                  <a:srgbClr val="FFFFFF"/>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600"/>
              <a:buFont typeface="Arial"/>
              <a:buNone/>
              <a:defRPr sz="600" b="0" i="0" u="none" strike="noStrike" cap="none">
                <a:solidFill>
                  <a:srgbClr val="FFFFFF"/>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600"/>
              <a:buFont typeface="Arial"/>
              <a:buNone/>
              <a:defRPr sz="600" b="0" i="0" u="none" strike="noStrike" cap="none">
                <a:solidFill>
                  <a:srgbClr val="FFFFFF"/>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
              <a:t>‹N°›</a:t>
            </a:fld>
            <a:endParaRPr/>
          </a:p>
        </p:txBody>
      </p:sp>
      <p:sp>
        <p:nvSpPr>
          <p:cNvPr id="348" name="Google Shape;348;p59"/>
          <p:cNvSpPr txBox="1"/>
          <p:nvPr/>
        </p:nvSpPr>
        <p:spPr>
          <a:xfrm>
            <a:off x="6084301" y="4719450"/>
            <a:ext cx="2696438" cy="273563"/>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FFFFFF"/>
              </a:buClr>
              <a:buSzPts val="1000"/>
              <a:buFont typeface="Arial"/>
              <a:buNone/>
            </a:pPr>
            <a:r>
              <a:rPr lang="en" sz="600" b="0" i="0" u="none" strike="noStrike" cap="none">
                <a:solidFill>
                  <a:srgbClr val="FFFFFF"/>
                </a:solidFill>
                <a:latin typeface="Helvetica Neue"/>
                <a:ea typeface="Helvetica Neue"/>
                <a:cs typeface="Helvetica Neue"/>
                <a:sym typeface="Helvetica Neue"/>
              </a:rPr>
              <a:t>© 2020 PricewaterhouseCoopers LLP. All rights reserved. </a:t>
            </a:r>
            <a:endParaRPr sz="600" b="0" i="0" u="none" strike="noStrike" cap="none">
              <a:solidFill>
                <a:srgbClr val="FFFFFF"/>
              </a:solidFill>
              <a:latin typeface="Arial"/>
              <a:ea typeface="Arial"/>
              <a:cs typeface="Arial"/>
              <a:sym typeface="Arial"/>
            </a:endParaRPr>
          </a:p>
        </p:txBody>
      </p:sp>
      <p:sp>
        <p:nvSpPr>
          <p:cNvPr id="349" name="Google Shape;349;p59"/>
          <p:cNvSpPr txBox="1">
            <a:spLocks noGrp="1"/>
          </p:cNvSpPr>
          <p:nvPr>
            <p:ph type="body" idx="2"/>
          </p:nvPr>
        </p:nvSpPr>
        <p:spPr>
          <a:xfrm>
            <a:off x="372350" y="1547400"/>
            <a:ext cx="3834000" cy="3105750"/>
          </a:xfrm>
          <a:prstGeom prst="rect">
            <a:avLst/>
          </a:prstGeom>
          <a:noFill/>
          <a:ln>
            <a:noFill/>
          </a:ln>
        </p:spPr>
        <p:txBody>
          <a:bodyPr spcFirstLastPara="1" wrap="square" lIns="0" tIns="0" rIns="0" bIns="0" anchor="t" anchorCtr="0">
            <a:noAutofit/>
          </a:bodyPr>
          <a:lstStyle>
            <a:lvl1pPr marL="457200" lvl="0" indent="-304800" algn="l">
              <a:lnSpc>
                <a:spcPct val="100000"/>
              </a:lnSpc>
              <a:spcBef>
                <a:spcPts val="0"/>
              </a:spcBef>
              <a:spcAft>
                <a:spcPts val="0"/>
              </a:spcAft>
              <a:buClr>
                <a:srgbClr val="FFFFFF"/>
              </a:buClr>
              <a:buSzPts val="1200"/>
              <a:buFont typeface="Helvetica Neue Light"/>
              <a:buChar char="–"/>
              <a:defRPr sz="1000">
                <a:solidFill>
                  <a:srgbClr val="FFFFFF"/>
                </a:solidFill>
                <a:latin typeface="Helvetica Neue Light"/>
                <a:ea typeface="Helvetica Neue Light"/>
                <a:cs typeface="Helvetica Neue Light"/>
                <a:sym typeface="Helvetica Neue Light"/>
              </a:defRPr>
            </a:lvl1pPr>
            <a:lvl2pPr marL="914400" lvl="1" indent="-304800" algn="l">
              <a:lnSpc>
                <a:spcPct val="100000"/>
              </a:lnSpc>
              <a:spcBef>
                <a:spcPts val="1000"/>
              </a:spcBef>
              <a:spcAft>
                <a:spcPts val="0"/>
              </a:spcAft>
              <a:buClr>
                <a:srgbClr val="FFFFFF"/>
              </a:buClr>
              <a:buSzPts val="1200"/>
              <a:buFont typeface="Helvetica Neue Light"/>
              <a:buChar char="–"/>
              <a:defRPr sz="1000">
                <a:solidFill>
                  <a:srgbClr val="FFFFFF"/>
                </a:solidFill>
                <a:latin typeface="Helvetica Neue Light"/>
                <a:ea typeface="Helvetica Neue Light"/>
                <a:cs typeface="Helvetica Neue Light"/>
                <a:sym typeface="Helvetica Neue Light"/>
              </a:defRPr>
            </a:lvl2pPr>
            <a:lvl3pPr marL="1371600" lvl="2" indent="-304800" algn="l">
              <a:lnSpc>
                <a:spcPct val="100000"/>
              </a:lnSpc>
              <a:spcBef>
                <a:spcPts val="1000"/>
              </a:spcBef>
              <a:spcAft>
                <a:spcPts val="0"/>
              </a:spcAft>
              <a:buClr>
                <a:srgbClr val="FFFFFF"/>
              </a:buClr>
              <a:buSzPts val="1200"/>
              <a:buFont typeface="Helvetica Neue Light"/>
              <a:buChar char="–"/>
              <a:defRPr sz="1000">
                <a:solidFill>
                  <a:srgbClr val="FFFFFF"/>
                </a:solidFill>
                <a:latin typeface="Helvetica Neue Light"/>
                <a:ea typeface="Helvetica Neue Light"/>
                <a:cs typeface="Helvetica Neue Light"/>
                <a:sym typeface="Helvetica Neue Light"/>
              </a:defRPr>
            </a:lvl3pPr>
            <a:lvl4pPr marL="1828800" lvl="3" indent="-304800" algn="l">
              <a:lnSpc>
                <a:spcPct val="100000"/>
              </a:lnSpc>
              <a:spcBef>
                <a:spcPts val="1000"/>
              </a:spcBef>
              <a:spcAft>
                <a:spcPts val="0"/>
              </a:spcAft>
              <a:buClr>
                <a:srgbClr val="FFFFFF"/>
              </a:buClr>
              <a:buSzPts val="1200"/>
              <a:buFont typeface="Helvetica Neue Light"/>
              <a:buChar char="–"/>
              <a:defRPr sz="1000">
                <a:solidFill>
                  <a:srgbClr val="FFFFFF"/>
                </a:solidFill>
                <a:latin typeface="Helvetica Neue Light"/>
                <a:ea typeface="Helvetica Neue Light"/>
                <a:cs typeface="Helvetica Neue Light"/>
                <a:sym typeface="Helvetica Neue Light"/>
              </a:defRPr>
            </a:lvl4pPr>
            <a:lvl5pPr marL="2286000" lvl="4" indent="-304800" algn="l">
              <a:lnSpc>
                <a:spcPct val="100000"/>
              </a:lnSpc>
              <a:spcBef>
                <a:spcPts val="1000"/>
              </a:spcBef>
              <a:spcAft>
                <a:spcPts val="0"/>
              </a:spcAft>
              <a:buClr>
                <a:srgbClr val="FFFFFF"/>
              </a:buClr>
              <a:buSzPts val="1200"/>
              <a:buFont typeface="Helvetica Neue Light"/>
              <a:buChar char="–"/>
              <a:defRPr sz="1000">
                <a:solidFill>
                  <a:srgbClr val="FFFFFF"/>
                </a:solidFill>
                <a:latin typeface="Helvetica Neue Light"/>
                <a:ea typeface="Helvetica Neue Light"/>
                <a:cs typeface="Helvetica Neue Light"/>
                <a:sym typeface="Helvetica Neue Light"/>
              </a:defRPr>
            </a:lvl5pPr>
            <a:lvl6pPr marL="2743200" lvl="5" indent="-304800" algn="l">
              <a:lnSpc>
                <a:spcPct val="100000"/>
              </a:lnSpc>
              <a:spcBef>
                <a:spcPts val="1000"/>
              </a:spcBef>
              <a:spcAft>
                <a:spcPts val="0"/>
              </a:spcAft>
              <a:buClr>
                <a:srgbClr val="FFFFFF"/>
              </a:buClr>
              <a:buSzPts val="1200"/>
              <a:buFont typeface="Helvetica Neue Light"/>
              <a:buChar char="–"/>
              <a:defRPr sz="1000">
                <a:solidFill>
                  <a:srgbClr val="FFFFFF"/>
                </a:solidFill>
                <a:latin typeface="Helvetica Neue Light"/>
                <a:ea typeface="Helvetica Neue Light"/>
                <a:cs typeface="Helvetica Neue Light"/>
                <a:sym typeface="Helvetica Neue Light"/>
              </a:defRPr>
            </a:lvl6pPr>
            <a:lvl7pPr marL="3200400" lvl="6" indent="-304800" algn="l">
              <a:lnSpc>
                <a:spcPct val="100000"/>
              </a:lnSpc>
              <a:spcBef>
                <a:spcPts val="1000"/>
              </a:spcBef>
              <a:spcAft>
                <a:spcPts val="0"/>
              </a:spcAft>
              <a:buClr>
                <a:srgbClr val="FFFFFF"/>
              </a:buClr>
              <a:buSzPts val="1200"/>
              <a:buFont typeface="Helvetica Neue Light"/>
              <a:buChar char="–"/>
              <a:defRPr sz="1000">
                <a:solidFill>
                  <a:srgbClr val="FFFFFF"/>
                </a:solidFill>
                <a:latin typeface="Helvetica Neue Light"/>
                <a:ea typeface="Helvetica Neue Light"/>
                <a:cs typeface="Helvetica Neue Light"/>
                <a:sym typeface="Helvetica Neue Light"/>
              </a:defRPr>
            </a:lvl7pPr>
            <a:lvl8pPr marL="3657600" lvl="7" indent="-304800" algn="l">
              <a:lnSpc>
                <a:spcPct val="100000"/>
              </a:lnSpc>
              <a:spcBef>
                <a:spcPts val="1000"/>
              </a:spcBef>
              <a:spcAft>
                <a:spcPts val="0"/>
              </a:spcAft>
              <a:buClr>
                <a:srgbClr val="FFFFFF"/>
              </a:buClr>
              <a:buSzPts val="1200"/>
              <a:buFont typeface="Helvetica Neue Light"/>
              <a:buChar char="–"/>
              <a:defRPr sz="1000">
                <a:solidFill>
                  <a:srgbClr val="FFFFFF"/>
                </a:solidFill>
                <a:latin typeface="Helvetica Neue Light"/>
                <a:ea typeface="Helvetica Neue Light"/>
                <a:cs typeface="Helvetica Neue Light"/>
                <a:sym typeface="Helvetica Neue Light"/>
              </a:defRPr>
            </a:lvl8pPr>
            <a:lvl9pPr marL="4114800" lvl="8" indent="-304800" algn="l">
              <a:lnSpc>
                <a:spcPct val="100000"/>
              </a:lnSpc>
              <a:spcBef>
                <a:spcPts val="1000"/>
              </a:spcBef>
              <a:spcAft>
                <a:spcPts val="1000"/>
              </a:spcAft>
              <a:buClr>
                <a:srgbClr val="FFFFFF"/>
              </a:buClr>
              <a:buSzPts val="1200"/>
              <a:buFont typeface="Helvetica Neue Light"/>
              <a:buChar char="–"/>
              <a:defRPr sz="1000">
                <a:solidFill>
                  <a:srgbClr val="FFFFFF"/>
                </a:solidFill>
                <a:latin typeface="Helvetica Neue Light"/>
                <a:ea typeface="Helvetica Neue Light"/>
                <a:cs typeface="Helvetica Neue Light"/>
                <a:sym typeface="Helvetica Neue Light"/>
              </a:defRPr>
            </a:lvl9pPr>
          </a:lstStyle>
          <a:p>
            <a:endParaRPr/>
          </a:p>
        </p:txBody>
      </p:sp>
      <p:sp>
        <p:nvSpPr>
          <p:cNvPr id="350" name="Google Shape;350;p59"/>
          <p:cNvSpPr txBox="1">
            <a:spLocks noGrp="1"/>
          </p:cNvSpPr>
          <p:nvPr>
            <p:ph type="body" idx="3"/>
          </p:nvPr>
        </p:nvSpPr>
        <p:spPr>
          <a:xfrm>
            <a:off x="4937700" y="1547400"/>
            <a:ext cx="3834000" cy="3105750"/>
          </a:xfrm>
          <a:prstGeom prst="rect">
            <a:avLst/>
          </a:prstGeom>
          <a:noFill/>
          <a:ln>
            <a:noFill/>
          </a:ln>
        </p:spPr>
        <p:txBody>
          <a:bodyPr spcFirstLastPara="1" wrap="square" lIns="0" tIns="0" rIns="0" bIns="0" anchor="t" anchorCtr="0">
            <a:noAutofit/>
          </a:bodyPr>
          <a:lstStyle>
            <a:lvl1pPr marL="457200" lvl="0" indent="-304800" algn="l">
              <a:lnSpc>
                <a:spcPct val="100000"/>
              </a:lnSpc>
              <a:spcBef>
                <a:spcPts val="0"/>
              </a:spcBef>
              <a:spcAft>
                <a:spcPts val="0"/>
              </a:spcAft>
              <a:buClr>
                <a:srgbClr val="FFFFFF"/>
              </a:buClr>
              <a:buSzPts val="1200"/>
              <a:buFont typeface="Helvetica Neue Light"/>
              <a:buChar char="–"/>
              <a:defRPr sz="1000">
                <a:solidFill>
                  <a:srgbClr val="FFFFFF"/>
                </a:solidFill>
                <a:latin typeface="Helvetica Neue Light"/>
                <a:ea typeface="Helvetica Neue Light"/>
                <a:cs typeface="Helvetica Neue Light"/>
                <a:sym typeface="Helvetica Neue Light"/>
              </a:defRPr>
            </a:lvl1pPr>
            <a:lvl2pPr marL="914400" lvl="1" indent="-304800" algn="l">
              <a:lnSpc>
                <a:spcPct val="100000"/>
              </a:lnSpc>
              <a:spcBef>
                <a:spcPts val="1000"/>
              </a:spcBef>
              <a:spcAft>
                <a:spcPts val="0"/>
              </a:spcAft>
              <a:buClr>
                <a:srgbClr val="FFFFFF"/>
              </a:buClr>
              <a:buSzPts val="1200"/>
              <a:buFont typeface="Helvetica Neue Light"/>
              <a:buChar char="–"/>
              <a:defRPr sz="1000">
                <a:solidFill>
                  <a:srgbClr val="FFFFFF"/>
                </a:solidFill>
                <a:latin typeface="Helvetica Neue Light"/>
                <a:ea typeface="Helvetica Neue Light"/>
                <a:cs typeface="Helvetica Neue Light"/>
                <a:sym typeface="Helvetica Neue Light"/>
              </a:defRPr>
            </a:lvl2pPr>
            <a:lvl3pPr marL="1371600" lvl="2" indent="-304800" algn="l">
              <a:lnSpc>
                <a:spcPct val="100000"/>
              </a:lnSpc>
              <a:spcBef>
                <a:spcPts val="1000"/>
              </a:spcBef>
              <a:spcAft>
                <a:spcPts val="0"/>
              </a:spcAft>
              <a:buClr>
                <a:srgbClr val="FFFFFF"/>
              </a:buClr>
              <a:buSzPts val="1200"/>
              <a:buFont typeface="Helvetica Neue Light"/>
              <a:buChar char="–"/>
              <a:defRPr sz="1000">
                <a:solidFill>
                  <a:srgbClr val="FFFFFF"/>
                </a:solidFill>
                <a:latin typeface="Helvetica Neue Light"/>
                <a:ea typeface="Helvetica Neue Light"/>
                <a:cs typeface="Helvetica Neue Light"/>
                <a:sym typeface="Helvetica Neue Light"/>
              </a:defRPr>
            </a:lvl3pPr>
            <a:lvl4pPr marL="1828800" lvl="3" indent="-304800" algn="l">
              <a:lnSpc>
                <a:spcPct val="100000"/>
              </a:lnSpc>
              <a:spcBef>
                <a:spcPts val="1000"/>
              </a:spcBef>
              <a:spcAft>
                <a:spcPts val="0"/>
              </a:spcAft>
              <a:buClr>
                <a:srgbClr val="FFFFFF"/>
              </a:buClr>
              <a:buSzPts val="1200"/>
              <a:buFont typeface="Helvetica Neue Light"/>
              <a:buChar char="–"/>
              <a:defRPr sz="1000">
                <a:solidFill>
                  <a:srgbClr val="FFFFFF"/>
                </a:solidFill>
                <a:latin typeface="Helvetica Neue Light"/>
                <a:ea typeface="Helvetica Neue Light"/>
                <a:cs typeface="Helvetica Neue Light"/>
                <a:sym typeface="Helvetica Neue Light"/>
              </a:defRPr>
            </a:lvl4pPr>
            <a:lvl5pPr marL="2286000" lvl="4" indent="-304800" algn="l">
              <a:lnSpc>
                <a:spcPct val="100000"/>
              </a:lnSpc>
              <a:spcBef>
                <a:spcPts val="1000"/>
              </a:spcBef>
              <a:spcAft>
                <a:spcPts val="0"/>
              </a:spcAft>
              <a:buClr>
                <a:srgbClr val="FFFFFF"/>
              </a:buClr>
              <a:buSzPts val="1200"/>
              <a:buFont typeface="Helvetica Neue Light"/>
              <a:buChar char="–"/>
              <a:defRPr sz="1000">
                <a:solidFill>
                  <a:srgbClr val="FFFFFF"/>
                </a:solidFill>
                <a:latin typeface="Helvetica Neue Light"/>
                <a:ea typeface="Helvetica Neue Light"/>
                <a:cs typeface="Helvetica Neue Light"/>
                <a:sym typeface="Helvetica Neue Light"/>
              </a:defRPr>
            </a:lvl5pPr>
            <a:lvl6pPr marL="2743200" lvl="5" indent="-304800" algn="l">
              <a:lnSpc>
                <a:spcPct val="100000"/>
              </a:lnSpc>
              <a:spcBef>
                <a:spcPts val="1000"/>
              </a:spcBef>
              <a:spcAft>
                <a:spcPts val="0"/>
              </a:spcAft>
              <a:buClr>
                <a:srgbClr val="FFFFFF"/>
              </a:buClr>
              <a:buSzPts val="1200"/>
              <a:buFont typeface="Helvetica Neue Light"/>
              <a:buChar char="–"/>
              <a:defRPr sz="1000">
                <a:solidFill>
                  <a:srgbClr val="FFFFFF"/>
                </a:solidFill>
                <a:latin typeface="Helvetica Neue Light"/>
                <a:ea typeface="Helvetica Neue Light"/>
                <a:cs typeface="Helvetica Neue Light"/>
                <a:sym typeface="Helvetica Neue Light"/>
              </a:defRPr>
            </a:lvl6pPr>
            <a:lvl7pPr marL="3200400" lvl="6" indent="-304800" algn="l">
              <a:lnSpc>
                <a:spcPct val="100000"/>
              </a:lnSpc>
              <a:spcBef>
                <a:spcPts val="1000"/>
              </a:spcBef>
              <a:spcAft>
                <a:spcPts val="0"/>
              </a:spcAft>
              <a:buClr>
                <a:srgbClr val="FFFFFF"/>
              </a:buClr>
              <a:buSzPts val="1200"/>
              <a:buFont typeface="Helvetica Neue Light"/>
              <a:buChar char="–"/>
              <a:defRPr sz="1000">
                <a:solidFill>
                  <a:srgbClr val="FFFFFF"/>
                </a:solidFill>
                <a:latin typeface="Helvetica Neue Light"/>
                <a:ea typeface="Helvetica Neue Light"/>
                <a:cs typeface="Helvetica Neue Light"/>
                <a:sym typeface="Helvetica Neue Light"/>
              </a:defRPr>
            </a:lvl7pPr>
            <a:lvl8pPr marL="3657600" lvl="7" indent="-304800" algn="l">
              <a:lnSpc>
                <a:spcPct val="100000"/>
              </a:lnSpc>
              <a:spcBef>
                <a:spcPts val="1000"/>
              </a:spcBef>
              <a:spcAft>
                <a:spcPts val="0"/>
              </a:spcAft>
              <a:buClr>
                <a:srgbClr val="FFFFFF"/>
              </a:buClr>
              <a:buSzPts val="1200"/>
              <a:buFont typeface="Helvetica Neue Light"/>
              <a:buChar char="–"/>
              <a:defRPr sz="1000">
                <a:solidFill>
                  <a:srgbClr val="FFFFFF"/>
                </a:solidFill>
                <a:latin typeface="Helvetica Neue Light"/>
                <a:ea typeface="Helvetica Neue Light"/>
                <a:cs typeface="Helvetica Neue Light"/>
                <a:sym typeface="Helvetica Neue Light"/>
              </a:defRPr>
            </a:lvl8pPr>
            <a:lvl9pPr marL="4114800" lvl="8" indent="-304800" algn="l">
              <a:lnSpc>
                <a:spcPct val="100000"/>
              </a:lnSpc>
              <a:spcBef>
                <a:spcPts val="1000"/>
              </a:spcBef>
              <a:spcAft>
                <a:spcPts val="1000"/>
              </a:spcAft>
              <a:buClr>
                <a:srgbClr val="FFFFFF"/>
              </a:buClr>
              <a:buSzPts val="1200"/>
              <a:buFont typeface="Helvetica Neue Light"/>
              <a:buChar char="–"/>
              <a:defRPr sz="1000">
                <a:solidFill>
                  <a:srgbClr val="FFFFFF"/>
                </a:solidFill>
                <a:latin typeface="Helvetica Neue Light"/>
                <a:ea typeface="Helvetica Neue Light"/>
                <a:cs typeface="Helvetica Neue Light"/>
                <a:sym typeface="Helvetica Neue Light"/>
              </a:defRPr>
            </a:lvl9pPr>
          </a:lstStyle>
          <a:p>
            <a:endParaRPr/>
          </a:p>
        </p:txBody>
      </p:sp>
    </p:spTree>
  </p:cSld>
  <p:clrMapOvr>
    <a:masterClrMapping/>
  </p:clrMapOvr>
  <p:extLst>
    <p:ext uri="{DCECCB84-F9BA-43D5-87BE-67443E8EF086}">
      <p15:sldGuideLst xmlns:p15="http://schemas.microsoft.com/office/powerpoint/2012/main">
        <p15:guide id="1" pos="281">
          <p15:clr>
            <a:srgbClr val="FA7B17"/>
          </p15:clr>
        </p15:guide>
        <p15:guide id="2" pos="3179">
          <p15:clr>
            <a:srgbClr val="FA7B17"/>
          </p15:clr>
        </p15:guide>
        <p15:guide id="3" pos="1597">
          <p15:clr>
            <a:srgbClr val="FA7B17"/>
          </p15:clr>
        </p15:guide>
        <p15:guide id="4" pos="3456">
          <p15:clr>
            <a:srgbClr val="FA7B17"/>
          </p15:clr>
        </p15:guide>
        <p15:guide id="5" pos="3733">
          <p15:clr>
            <a:srgbClr val="FA7B17"/>
          </p15:clr>
        </p15:guide>
        <p15:guide id="6" pos="6631">
          <p15:clr>
            <a:srgbClr val="FA7B17"/>
          </p15:clr>
        </p15:guide>
        <p15:guide id="7" orient="horz" pos="275">
          <p15:clr>
            <a:srgbClr val="FA7B17"/>
          </p15:clr>
        </p15:guide>
        <p15:guide id="8" orient="horz" pos="904">
          <p15:clr>
            <a:srgbClr val="000000"/>
          </p15:clr>
        </p15:guide>
        <p15:guide id="9" orient="horz" pos="1170">
          <p15:clr>
            <a:srgbClr val="FA7B17"/>
          </p15:clr>
        </p15:guide>
        <p15:guide id="10" orient="horz" pos="1805">
          <p15:clr>
            <a:srgbClr val="FA7B17"/>
          </p15:clr>
        </p15:guide>
        <p15:guide id="11" orient="horz" pos="2086">
          <p15:clr>
            <a:srgbClr val="FA7B17"/>
          </p15:clr>
        </p15:guide>
        <p15:guide id="12" orient="horz" pos="2721">
          <p15:clr>
            <a:srgbClr val="FA7B17"/>
          </p15:clr>
        </p15:guide>
        <p15:guide id="13" orient="horz" pos="2983">
          <p15:clr>
            <a:srgbClr val="FA7B17"/>
          </p15:clr>
        </p15:guide>
        <p15:guide id="14" orient="horz" pos="3618">
          <p15:clr>
            <a:srgbClr val="FA7B17"/>
          </p15:clr>
        </p15:guide>
        <p15:guide id="15" pos="1864">
          <p15:clr>
            <a:srgbClr val="FA7B17"/>
          </p15:clr>
        </p15:guide>
        <p15:guide id="16" pos="5315">
          <p15:clr>
            <a:srgbClr val="FA7B17"/>
          </p15:clr>
        </p15:guide>
        <p15:guide id="17" pos="5033">
          <p15:clr>
            <a:srgbClr val="FA7B17"/>
          </p15:clr>
        </p15:guide>
        <p15:guide id="18" orient="horz" pos="3518">
          <p15:clr>
            <a:srgbClr val="FA7B17"/>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Contents &amp; Dividers – Blank 1">
  <p:cSld name="Contents &amp; Dividers – Blank 1">
    <p:bg>
      <p:bgPr>
        <a:solidFill>
          <a:schemeClr val="accent6"/>
        </a:solidFill>
        <a:effectLst/>
      </p:bgPr>
    </p:bg>
    <p:spTree>
      <p:nvGrpSpPr>
        <p:cNvPr id="1" name="Shape 351"/>
        <p:cNvGrpSpPr/>
        <p:nvPr/>
      </p:nvGrpSpPr>
      <p:grpSpPr>
        <a:xfrm>
          <a:off x="0" y="0"/>
          <a:ext cx="0" cy="0"/>
          <a:chOff x="0" y="0"/>
          <a:chExt cx="0" cy="0"/>
        </a:xfrm>
      </p:grpSpPr>
      <p:sp>
        <p:nvSpPr>
          <p:cNvPr id="352" name="Google Shape;352;p60"/>
          <p:cNvSpPr txBox="1">
            <a:spLocks noGrp="1"/>
          </p:cNvSpPr>
          <p:nvPr>
            <p:ph type="subTitle" idx="1"/>
          </p:nvPr>
        </p:nvSpPr>
        <p:spPr>
          <a:xfrm>
            <a:off x="363450" y="363450"/>
            <a:ext cx="2258063" cy="1605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400"/>
              <a:buNone/>
              <a:defRPr sz="800" b="1">
                <a:solidFill>
                  <a:srgbClr val="FFFFFF"/>
                </a:solidFill>
                <a:latin typeface="Helvetica Neue"/>
                <a:ea typeface="Helvetica Neue"/>
                <a:cs typeface="Helvetica Neue"/>
                <a:sym typeface="Helvetica Neue"/>
              </a:defRPr>
            </a:lvl1pPr>
            <a:lvl2pPr lvl="1" algn="l">
              <a:lnSpc>
                <a:spcPct val="100000"/>
              </a:lnSpc>
              <a:spcBef>
                <a:spcPts val="400"/>
              </a:spcBef>
              <a:spcAft>
                <a:spcPts val="0"/>
              </a:spcAft>
              <a:buSzPts val="1400"/>
              <a:buNone/>
              <a:defRPr sz="900">
                <a:solidFill>
                  <a:srgbClr val="FFFFFF"/>
                </a:solidFill>
              </a:defRPr>
            </a:lvl2pPr>
            <a:lvl3pPr lvl="2" algn="l">
              <a:lnSpc>
                <a:spcPct val="100000"/>
              </a:lnSpc>
              <a:spcBef>
                <a:spcPts val="400"/>
              </a:spcBef>
              <a:spcAft>
                <a:spcPts val="0"/>
              </a:spcAft>
              <a:buSzPts val="1400"/>
              <a:buNone/>
              <a:defRPr sz="900">
                <a:solidFill>
                  <a:srgbClr val="FFFFFF"/>
                </a:solidFill>
              </a:defRPr>
            </a:lvl3pPr>
            <a:lvl4pPr lvl="3" algn="l">
              <a:lnSpc>
                <a:spcPct val="100000"/>
              </a:lnSpc>
              <a:spcBef>
                <a:spcPts val="400"/>
              </a:spcBef>
              <a:spcAft>
                <a:spcPts val="0"/>
              </a:spcAft>
              <a:buSzPts val="1400"/>
              <a:buNone/>
              <a:defRPr sz="900">
                <a:solidFill>
                  <a:srgbClr val="FFFFFF"/>
                </a:solidFill>
              </a:defRPr>
            </a:lvl4pPr>
            <a:lvl5pPr lvl="4" algn="l">
              <a:lnSpc>
                <a:spcPct val="100000"/>
              </a:lnSpc>
              <a:spcBef>
                <a:spcPts val="400"/>
              </a:spcBef>
              <a:spcAft>
                <a:spcPts val="0"/>
              </a:spcAft>
              <a:buSzPts val="1400"/>
              <a:buNone/>
              <a:defRPr sz="900">
                <a:solidFill>
                  <a:srgbClr val="FFFFFF"/>
                </a:solidFill>
              </a:defRPr>
            </a:lvl5pPr>
            <a:lvl6pPr lvl="5" algn="l">
              <a:lnSpc>
                <a:spcPct val="100000"/>
              </a:lnSpc>
              <a:spcBef>
                <a:spcPts val="400"/>
              </a:spcBef>
              <a:spcAft>
                <a:spcPts val="0"/>
              </a:spcAft>
              <a:buSzPts val="1400"/>
              <a:buNone/>
              <a:defRPr sz="900">
                <a:solidFill>
                  <a:srgbClr val="FFFFFF"/>
                </a:solidFill>
              </a:defRPr>
            </a:lvl6pPr>
            <a:lvl7pPr lvl="6" algn="l">
              <a:lnSpc>
                <a:spcPct val="100000"/>
              </a:lnSpc>
              <a:spcBef>
                <a:spcPts val="400"/>
              </a:spcBef>
              <a:spcAft>
                <a:spcPts val="0"/>
              </a:spcAft>
              <a:buSzPts val="1400"/>
              <a:buNone/>
              <a:defRPr sz="900">
                <a:solidFill>
                  <a:srgbClr val="FFFFFF"/>
                </a:solidFill>
              </a:defRPr>
            </a:lvl7pPr>
            <a:lvl8pPr lvl="7" algn="l">
              <a:lnSpc>
                <a:spcPct val="100000"/>
              </a:lnSpc>
              <a:spcBef>
                <a:spcPts val="400"/>
              </a:spcBef>
              <a:spcAft>
                <a:spcPts val="0"/>
              </a:spcAft>
              <a:buSzPts val="1400"/>
              <a:buNone/>
              <a:defRPr sz="900">
                <a:solidFill>
                  <a:srgbClr val="FFFFFF"/>
                </a:solidFill>
              </a:defRPr>
            </a:lvl8pPr>
            <a:lvl9pPr lvl="8" algn="l">
              <a:lnSpc>
                <a:spcPct val="100000"/>
              </a:lnSpc>
              <a:spcBef>
                <a:spcPts val="400"/>
              </a:spcBef>
              <a:spcAft>
                <a:spcPts val="400"/>
              </a:spcAft>
              <a:buSzPts val="1400"/>
              <a:buNone/>
              <a:defRPr sz="900">
                <a:solidFill>
                  <a:srgbClr val="FFFFFF"/>
                </a:solidFill>
              </a:defRPr>
            </a:lvl9pPr>
          </a:lstStyle>
          <a:p>
            <a:endParaRPr/>
          </a:p>
        </p:txBody>
      </p:sp>
      <p:sp>
        <p:nvSpPr>
          <p:cNvPr id="353" name="Google Shape;353;p60"/>
          <p:cNvSpPr txBox="1">
            <a:spLocks noGrp="1"/>
          </p:cNvSpPr>
          <p:nvPr>
            <p:ph type="sldNum" idx="12"/>
          </p:nvPr>
        </p:nvSpPr>
        <p:spPr>
          <a:xfrm>
            <a:off x="8242889" y="4845094"/>
            <a:ext cx="548625" cy="86625"/>
          </a:xfrm>
          <a:prstGeom prst="rect">
            <a:avLst/>
          </a:prstGeom>
          <a:noFill/>
          <a:ln>
            <a:noFill/>
          </a:ln>
        </p:spPr>
        <p:txBody>
          <a:bodyPr spcFirstLastPara="1" wrap="square" lIns="0" tIns="0" rIns="0" bIns="0" anchor="t"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extLst>
    <p:ext uri="{DCECCB84-F9BA-43D5-87BE-67443E8EF086}">
      <p15:sldGuideLst xmlns:p15="http://schemas.microsoft.com/office/powerpoint/2012/main">
        <p15:guide id="1" pos="281">
          <p15:clr>
            <a:srgbClr val="FA7B17"/>
          </p15:clr>
        </p15:guide>
        <p15:guide id="2" pos="3179">
          <p15:clr>
            <a:srgbClr val="FA7B17"/>
          </p15:clr>
        </p15:guide>
        <p15:guide id="3" pos="1597">
          <p15:clr>
            <a:srgbClr val="FA7B17"/>
          </p15:clr>
        </p15:guide>
        <p15:guide id="4" pos="3456">
          <p15:clr>
            <a:srgbClr val="FA7B17"/>
          </p15:clr>
        </p15:guide>
        <p15:guide id="5" pos="3733">
          <p15:clr>
            <a:srgbClr val="FA7B17"/>
          </p15:clr>
        </p15:guide>
        <p15:guide id="6" pos="6631">
          <p15:clr>
            <a:srgbClr val="FA7B17"/>
          </p15:clr>
        </p15:guide>
        <p15:guide id="7" orient="horz" pos="275">
          <p15:clr>
            <a:srgbClr val="FA7B17"/>
          </p15:clr>
        </p15:guide>
        <p15:guide id="8" orient="horz" pos="904">
          <p15:clr>
            <a:srgbClr val="000000"/>
          </p15:clr>
        </p15:guide>
        <p15:guide id="9" orient="horz" pos="1170">
          <p15:clr>
            <a:srgbClr val="FA7B17"/>
          </p15:clr>
        </p15:guide>
        <p15:guide id="10" orient="horz" pos="1805">
          <p15:clr>
            <a:srgbClr val="FA7B17"/>
          </p15:clr>
        </p15:guide>
        <p15:guide id="11" orient="horz" pos="2086">
          <p15:clr>
            <a:srgbClr val="FA7B17"/>
          </p15:clr>
        </p15:guide>
        <p15:guide id="12" orient="horz" pos="2721">
          <p15:clr>
            <a:srgbClr val="FA7B17"/>
          </p15:clr>
        </p15:guide>
        <p15:guide id="13" orient="horz" pos="2983">
          <p15:clr>
            <a:srgbClr val="FA7B17"/>
          </p15:clr>
        </p15:guide>
        <p15:guide id="14" orient="horz" pos="3618">
          <p15:clr>
            <a:srgbClr val="FA7B17"/>
          </p15:clr>
        </p15:guide>
        <p15:guide id="15" pos="1864">
          <p15:clr>
            <a:srgbClr val="FA7B17"/>
          </p15:clr>
        </p15:guide>
        <p15:guide id="16" pos="5315">
          <p15:clr>
            <a:srgbClr val="FA7B17"/>
          </p15:clr>
        </p15:guide>
        <p15:guide id="17" pos="5033">
          <p15:clr>
            <a:srgbClr val="FA7B17"/>
          </p15:clr>
        </p15:guide>
        <p15:guide id="18" orient="horz" pos="3518">
          <p15:clr>
            <a:srgbClr val="FA7B17"/>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matchingName="1_Title Slide 1">
  <p:cSld name="1_Title Slide 1">
    <p:spTree>
      <p:nvGrpSpPr>
        <p:cNvPr id="1" name="Shape 354"/>
        <p:cNvGrpSpPr/>
        <p:nvPr/>
      </p:nvGrpSpPr>
      <p:grpSpPr>
        <a:xfrm>
          <a:off x="0" y="0"/>
          <a:ext cx="0" cy="0"/>
          <a:chOff x="0" y="0"/>
          <a:chExt cx="0" cy="0"/>
        </a:xfrm>
      </p:grpSpPr>
      <p:sp>
        <p:nvSpPr>
          <p:cNvPr id="355" name="Google Shape;355;p61"/>
          <p:cNvSpPr/>
          <p:nvPr/>
        </p:nvSpPr>
        <p:spPr>
          <a:xfrm>
            <a:off x="6607204" y="1"/>
            <a:ext cx="2536875" cy="5143312"/>
          </a:xfrm>
          <a:prstGeom prst="rect">
            <a:avLst/>
          </a:prstGeom>
          <a:solidFill>
            <a:schemeClr val="accent2"/>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300"/>
              <a:buFont typeface="Arial"/>
              <a:buNone/>
            </a:pPr>
            <a:endParaRPr sz="1300" b="0" i="0" u="none" strike="noStrike" cap="none">
              <a:solidFill>
                <a:schemeClr val="lt1"/>
              </a:solidFill>
              <a:latin typeface="Georgia"/>
              <a:ea typeface="Georgia"/>
              <a:cs typeface="Georgia"/>
              <a:sym typeface="Georgia"/>
            </a:endParaRPr>
          </a:p>
        </p:txBody>
      </p:sp>
      <p:sp>
        <p:nvSpPr>
          <p:cNvPr id="356" name="Google Shape;356;p61"/>
          <p:cNvSpPr/>
          <p:nvPr/>
        </p:nvSpPr>
        <p:spPr>
          <a:xfrm>
            <a:off x="1" y="0"/>
            <a:ext cx="7943250" cy="3645562"/>
          </a:xfrm>
          <a:prstGeom prst="rect">
            <a:avLst/>
          </a:prstGeom>
          <a:solidFill>
            <a:schemeClr val="accent6"/>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300"/>
              <a:buFont typeface="Arial"/>
              <a:buNone/>
            </a:pPr>
            <a:endParaRPr sz="1300" b="0" i="0" u="none" strike="noStrike" cap="none">
              <a:solidFill>
                <a:schemeClr val="lt1"/>
              </a:solidFill>
              <a:latin typeface="Georgia"/>
              <a:ea typeface="Georgia"/>
              <a:cs typeface="Georgia"/>
              <a:sym typeface="Georgia"/>
            </a:endParaRPr>
          </a:p>
        </p:txBody>
      </p:sp>
      <p:pic>
        <p:nvPicPr>
          <p:cNvPr id="357" name="Google Shape;357;p61"/>
          <p:cNvPicPr preferRelativeResize="0"/>
          <p:nvPr/>
        </p:nvPicPr>
        <p:blipFill rotWithShape="1">
          <a:blip r:embed="rId2">
            <a:alphaModFix/>
          </a:blip>
          <a:srcRect/>
          <a:stretch/>
        </p:blipFill>
        <p:spPr>
          <a:xfrm>
            <a:off x="6093441" y="-1"/>
            <a:ext cx="3050559" cy="4882701"/>
          </a:xfrm>
          <a:prstGeom prst="rect">
            <a:avLst/>
          </a:prstGeom>
          <a:noFill/>
          <a:ln>
            <a:noFill/>
          </a:ln>
        </p:spPr>
      </p:pic>
      <p:sp>
        <p:nvSpPr>
          <p:cNvPr id="358" name="Google Shape;358;p61"/>
          <p:cNvSpPr txBox="1">
            <a:spLocks noGrp="1"/>
          </p:cNvSpPr>
          <p:nvPr>
            <p:ph type="ctrTitle"/>
          </p:nvPr>
        </p:nvSpPr>
        <p:spPr>
          <a:xfrm>
            <a:off x="457201" y="342900"/>
            <a:ext cx="3980250" cy="1885875"/>
          </a:xfrm>
          <a:prstGeom prst="rect">
            <a:avLst/>
          </a:prstGeom>
          <a:noFill/>
          <a:ln>
            <a:noFill/>
          </a:ln>
        </p:spPr>
        <p:txBody>
          <a:bodyPr spcFirstLastPara="1" wrap="square" lIns="0" tIns="0" rIns="0" bIns="0" anchor="b" anchorCtr="0">
            <a:normAutofit/>
          </a:bodyPr>
          <a:lstStyle>
            <a:lvl1pPr lvl="0" algn="l">
              <a:lnSpc>
                <a:spcPct val="85000"/>
              </a:lnSpc>
              <a:spcBef>
                <a:spcPts val="0"/>
              </a:spcBef>
              <a:spcAft>
                <a:spcPts val="0"/>
              </a:spcAft>
              <a:buClr>
                <a:schemeClr val="lt1"/>
              </a:buClr>
              <a:buSzPts val="4000"/>
              <a:buFont typeface="Georgia"/>
              <a:buNone/>
              <a:defRPr sz="3300">
                <a:solidFill>
                  <a:schemeClr val="lt1"/>
                </a:solidFill>
              </a:defRPr>
            </a:lvl1pPr>
            <a:lvl2pPr lvl="1" algn="l">
              <a:lnSpc>
                <a:spcPct val="100000"/>
              </a:lnSpc>
              <a:spcBef>
                <a:spcPts val="0"/>
              </a:spcBef>
              <a:spcAft>
                <a:spcPts val="0"/>
              </a:spcAft>
              <a:buSzPts val="1300"/>
              <a:buNone/>
              <a:defRPr/>
            </a:lvl2pPr>
            <a:lvl3pPr lvl="2" algn="l">
              <a:lnSpc>
                <a:spcPct val="100000"/>
              </a:lnSpc>
              <a:spcBef>
                <a:spcPts val="0"/>
              </a:spcBef>
              <a:spcAft>
                <a:spcPts val="0"/>
              </a:spcAft>
              <a:buSzPts val="1300"/>
              <a:buNone/>
              <a:defRPr/>
            </a:lvl3pPr>
            <a:lvl4pPr lvl="3" algn="l">
              <a:lnSpc>
                <a:spcPct val="100000"/>
              </a:lnSpc>
              <a:spcBef>
                <a:spcPts val="0"/>
              </a:spcBef>
              <a:spcAft>
                <a:spcPts val="0"/>
              </a:spcAft>
              <a:buSzPts val="1300"/>
              <a:buNone/>
              <a:defRPr/>
            </a:lvl4pPr>
            <a:lvl5pPr lvl="4" algn="l">
              <a:lnSpc>
                <a:spcPct val="100000"/>
              </a:lnSpc>
              <a:spcBef>
                <a:spcPts val="0"/>
              </a:spcBef>
              <a:spcAft>
                <a:spcPts val="0"/>
              </a:spcAft>
              <a:buSzPts val="1300"/>
              <a:buNone/>
              <a:defRPr/>
            </a:lvl5pPr>
            <a:lvl6pPr lvl="5" algn="l">
              <a:lnSpc>
                <a:spcPct val="100000"/>
              </a:lnSpc>
              <a:spcBef>
                <a:spcPts val="0"/>
              </a:spcBef>
              <a:spcAft>
                <a:spcPts val="0"/>
              </a:spcAft>
              <a:buSzPts val="1300"/>
              <a:buNone/>
              <a:defRPr/>
            </a:lvl6pPr>
            <a:lvl7pPr lvl="6" algn="l">
              <a:lnSpc>
                <a:spcPct val="100000"/>
              </a:lnSpc>
              <a:spcBef>
                <a:spcPts val="0"/>
              </a:spcBef>
              <a:spcAft>
                <a:spcPts val="0"/>
              </a:spcAft>
              <a:buSzPts val="1300"/>
              <a:buNone/>
              <a:defRPr/>
            </a:lvl7pPr>
            <a:lvl8pPr lvl="7" algn="l">
              <a:lnSpc>
                <a:spcPct val="100000"/>
              </a:lnSpc>
              <a:spcBef>
                <a:spcPts val="0"/>
              </a:spcBef>
              <a:spcAft>
                <a:spcPts val="0"/>
              </a:spcAft>
              <a:buSzPts val="1300"/>
              <a:buNone/>
              <a:defRPr/>
            </a:lvl8pPr>
            <a:lvl9pPr lvl="8" algn="l">
              <a:lnSpc>
                <a:spcPct val="100000"/>
              </a:lnSpc>
              <a:spcBef>
                <a:spcPts val="0"/>
              </a:spcBef>
              <a:spcAft>
                <a:spcPts val="0"/>
              </a:spcAft>
              <a:buSzPts val="1300"/>
              <a:buNone/>
              <a:defRPr/>
            </a:lvl9pPr>
          </a:lstStyle>
          <a:p>
            <a:endParaRPr/>
          </a:p>
        </p:txBody>
      </p:sp>
      <p:sp>
        <p:nvSpPr>
          <p:cNvPr id="359" name="Google Shape;359;p61"/>
          <p:cNvSpPr txBox="1">
            <a:spLocks noGrp="1"/>
          </p:cNvSpPr>
          <p:nvPr>
            <p:ph type="subTitle" idx="1"/>
          </p:nvPr>
        </p:nvSpPr>
        <p:spPr>
          <a:xfrm>
            <a:off x="457200" y="2811780"/>
            <a:ext cx="3980250" cy="445688"/>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1"/>
              </a:buClr>
              <a:buSzPts val="1400"/>
              <a:buNone/>
              <a:defRPr sz="1100" b="0">
                <a:solidFill>
                  <a:schemeClr val="lt1"/>
                </a:solidFill>
              </a:defRPr>
            </a:lvl1pPr>
            <a:lvl2pPr lvl="1" algn="l">
              <a:lnSpc>
                <a:spcPct val="100000"/>
              </a:lnSpc>
              <a:spcBef>
                <a:spcPts val="0"/>
              </a:spcBef>
              <a:spcAft>
                <a:spcPts val="0"/>
              </a:spcAft>
              <a:buClr>
                <a:schemeClr val="lt1"/>
              </a:buClr>
              <a:buSzPts val="1400"/>
              <a:buNone/>
              <a:defRPr sz="1100">
                <a:solidFill>
                  <a:schemeClr val="lt1"/>
                </a:solidFill>
              </a:defRPr>
            </a:lvl2pPr>
            <a:lvl3pPr lvl="2" algn="l">
              <a:lnSpc>
                <a:spcPct val="100000"/>
              </a:lnSpc>
              <a:spcBef>
                <a:spcPts val="0"/>
              </a:spcBef>
              <a:spcAft>
                <a:spcPts val="0"/>
              </a:spcAft>
              <a:buClr>
                <a:schemeClr val="lt1"/>
              </a:buClr>
              <a:buSzPts val="1400"/>
              <a:buNone/>
              <a:defRPr sz="1100">
                <a:solidFill>
                  <a:schemeClr val="lt1"/>
                </a:solidFill>
              </a:defRPr>
            </a:lvl3pPr>
            <a:lvl4pPr lvl="3" algn="l">
              <a:lnSpc>
                <a:spcPct val="100000"/>
              </a:lnSpc>
              <a:spcBef>
                <a:spcPts val="0"/>
              </a:spcBef>
              <a:spcAft>
                <a:spcPts val="0"/>
              </a:spcAft>
              <a:buClr>
                <a:schemeClr val="lt1"/>
              </a:buClr>
              <a:buSzPts val="1400"/>
              <a:buNone/>
              <a:defRPr sz="1100">
                <a:solidFill>
                  <a:schemeClr val="lt1"/>
                </a:solidFill>
              </a:defRPr>
            </a:lvl4pPr>
            <a:lvl5pPr lvl="4" algn="l">
              <a:lnSpc>
                <a:spcPct val="100000"/>
              </a:lnSpc>
              <a:spcBef>
                <a:spcPts val="0"/>
              </a:spcBef>
              <a:spcAft>
                <a:spcPts val="0"/>
              </a:spcAft>
              <a:buClr>
                <a:schemeClr val="lt1"/>
              </a:buClr>
              <a:buSzPts val="1400"/>
              <a:buNone/>
              <a:defRPr sz="1100">
                <a:solidFill>
                  <a:schemeClr val="lt1"/>
                </a:solidFill>
              </a:defRPr>
            </a:lvl5pPr>
            <a:lvl6pPr lvl="5" algn="l">
              <a:lnSpc>
                <a:spcPct val="100000"/>
              </a:lnSpc>
              <a:spcBef>
                <a:spcPts val="0"/>
              </a:spcBef>
              <a:spcAft>
                <a:spcPts val="0"/>
              </a:spcAft>
              <a:buClr>
                <a:schemeClr val="lt1"/>
              </a:buClr>
              <a:buSzPts val="1400"/>
              <a:buNone/>
              <a:defRPr sz="1100">
                <a:solidFill>
                  <a:schemeClr val="lt1"/>
                </a:solidFill>
              </a:defRPr>
            </a:lvl6pPr>
            <a:lvl7pPr lvl="6" algn="l">
              <a:lnSpc>
                <a:spcPct val="100000"/>
              </a:lnSpc>
              <a:spcBef>
                <a:spcPts val="0"/>
              </a:spcBef>
              <a:spcAft>
                <a:spcPts val="0"/>
              </a:spcAft>
              <a:buClr>
                <a:schemeClr val="lt1"/>
              </a:buClr>
              <a:buSzPts val="1400"/>
              <a:buNone/>
              <a:defRPr sz="1100">
                <a:solidFill>
                  <a:schemeClr val="lt1"/>
                </a:solidFill>
              </a:defRPr>
            </a:lvl7pPr>
            <a:lvl8pPr lvl="7" algn="l">
              <a:lnSpc>
                <a:spcPct val="100000"/>
              </a:lnSpc>
              <a:spcBef>
                <a:spcPts val="0"/>
              </a:spcBef>
              <a:spcAft>
                <a:spcPts val="0"/>
              </a:spcAft>
              <a:buClr>
                <a:schemeClr val="lt1"/>
              </a:buClr>
              <a:buSzPts val="1400"/>
              <a:buNone/>
              <a:defRPr sz="1100">
                <a:solidFill>
                  <a:schemeClr val="lt1"/>
                </a:solidFill>
              </a:defRPr>
            </a:lvl8pPr>
            <a:lvl9pPr lvl="8" algn="l">
              <a:lnSpc>
                <a:spcPct val="100000"/>
              </a:lnSpc>
              <a:spcBef>
                <a:spcPts val="0"/>
              </a:spcBef>
              <a:spcAft>
                <a:spcPts val="0"/>
              </a:spcAft>
              <a:buClr>
                <a:schemeClr val="lt1"/>
              </a:buClr>
              <a:buSzPts val="1400"/>
              <a:buNone/>
              <a:defRPr sz="1100">
                <a:solidFill>
                  <a:schemeClr val="lt1"/>
                </a:solidFill>
              </a:defRPr>
            </a:lvl9pPr>
          </a:lstStyle>
          <a:p>
            <a:endParaRPr/>
          </a:p>
        </p:txBody>
      </p:sp>
      <p:pic>
        <p:nvPicPr>
          <p:cNvPr id="360" name="Google Shape;360;p61"/>
          <p:cNvPicPr preferRelativeResize="0"/>
          <p:nvPr/>
        </p:nvPicPr>
        <p:blipFill rotWithShape="1">
          <a:blip r:embed="rId3">
            <a:alphaModFix/>
          </a:blip>
          <a:srcRect/>
          <a:stretch/>
        </p:blipFill>
        <p:spPr>
          <a:xfrm>
            <a:off x="150877" y="3998214"/>
            <a:ext cx="1227582" cy="1013388"/>
          </a:xfrm>
          <a:prstGeom prst="rect">
            <a:avLst/>
          </a:prstGeom>
          <a:noFill/>
          <a:ln>
            <a:noFill/>
          </a:ln>
        </p:spPr>
      </p:pic>
      <p:sp>
        <p:nvSpPr>
          <p:cNvPr id="361" name="Google Shape;361;p61"/>
          <p:cNvSpPr/>
          <p:nvPr/>
        </p:nvSpPr>
        <p:spPr>
          <a:xfrm>
            <a:off x="6093440" y="3645591"/>
            <a:ext cx="3050625" cy="1497938"/>
          </a:xfrm>
          <a:prstGeom prst="rect">
            <a:avLst/>
          </a:prstGeom>
          <a:solidFill>
            <a:srgbClr val="DB536A"/>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300"/>
              <a:buFont typeface="Arial"/>
              <a:buNone/>
            </a:pPr>
            <a:endParaRPr sz="1300" b="0" i="0" u="none" strike="noStrike" cap="none">
              <a:solidFill>
                <a:schemeClr val="lt1"/>
              </a:solidFill>
              <a:latin typeface="Georgia"/>
              <a:ea typeface="Georgia"/>
              <a:cs typeface="Georgia"/>
              <a:sym typeface="Georgia"/>
            </a:endParaRPr>
          </a:p>
        </p:txBody>
      </p:sp>
      <p:sp>
        <p:nvSpPr>
          <p:cNvPr id="362" name="Google Shape;362;p61"/>
          <p:cNvSpPr txBox="1">
            <a:spLocks noGrp="1"/>
          </p:cNvSpPr>
          <p:nvPr>
            <p:ph type="sldNum" idx="12"/>
          </p:nvPr>
        </p:nvSpPr>
        <p:spPr>
          <a:xfrm>
            <a:off x="8242889" y="4845094"/>
            <a:ext cx="548625" cy="86625"/>
          </a:xfrm>
          <a:prstGeom prst="rect">
            <a:avLst/>
          </a:prstGeom>
          <a:noFill/>
          <a:ln>
            <a:noFill/>
          </a:ln>
        </p:spPr>
        <p:txBody>
          <a:bodyPr spcFirstLastPara="1" wrap="square" lIns="0" tIns="0" rIns="0" bIns="0" anchor="t"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_2">
  <p:cSld name="TITLE_2">
    <p:spTree>
      <p:nvGrpSpPr>
        <p:cNvPr id="1" name="Shape 363"/>
        <p:cNvGrpSpPr/>
        <p:nvPr/>
      </p:nvGrpSpPr>
      <p:grpSpPr>
        <a:xfrm>
          <a:off x="0" y="0"/>
          <a:ext cx="0" cy="0"/>
          <a:chOff x="0" y="0"/>
          <a:chExt cx="0" cy="0"/>
        </a:xfrm>
      </p:grpSpPr>
      <p:sp>
        <p:nvSpPr>
          <p:cNvPr id="364" name="Google Shape;364;p62"/>
          <p:cNvSpPr txBox="1">
            <a:spLocks noGrp="1"/>
          </p:cNvSpPr>
          <p:nvPr>
            <p:ph type="ctrTitle"/>
          </p:nvPr>
        </p:nvSpPr>
        <p:spPr>
          <a:xfrm>
            <a:off x="311708" y="744575"/>
            <a:ext cx="8520563" cy="2052563"/>
          </a:xfrm>
          <a:prstGeom prst="rect">
            <a:avLst/>
          </a:prstGeom>
          <a:noFill/>
          <a:ln>
            <a:noFill/>
          </a:ln>
        </p:spPr>
        <p:txBody>
          <a:bodyPr spcFirstLastPara="1" wrap="square" lIns="0" tIns="0" rIns="0" bIns="0" anchor="b" anchorCtr="0">
            <a:noAutofit/>
          </a:bodyPr>
          <a:lstStyle>
            <a:lvl1pPr lvl="0" algn="ctr">
              <a:lnSpc>
                <a:spcPct val="85000"/>
              </a:lnSpc>
              <a:spcBef>
                <a:spcPts val="0"/>
              </a:spcBef>
              <a:spcAft>
                <a:spcPts val="0"/>
              </a:spcAft>
              <a:buSzPts val="6200"/>
              <a:buNone/>
              <a:defRPr sz="5200"/>
            </a:lvl1pPr>
            <a:lvl2pPr lvl="1" algn="ctr">
              <a:lnSpc>
                <a:spcPct val="100000"/>
              </a:lnSpc>
              <a:spcBef>
                <a:spcPts val="0"/>
              </a:spcBef>
              <a:spcAft>
                <a:spcPts val="0"/>
              </a:spcAft>
              <a:buSzPts val="6200"/>
              <a:buNone/>
              <a:defRPr sz="5200"/>
            </a:lvl2pPr>
            <a:lvl3pPr lvl="2" algn="ctr">
              <a:lnSpc>
                <a:spcPct val="100000"/>
              </a:lnSpc>
              <a:spcBef>
                <a:spcPts val="0"/>
              </a:spcBef>
              <a:spcAft>
                <a:spcPts val="0"/>
              </a:spcAft>
              <a:buSzPts val="6200"/>
              <a:buNone/>
              <a:defRPr sz="5200"/>
            </a:lvl3pPr>
            <a:lvl4pPr lvl="3" algn="ctr">
              <a:lnSpc>
                <a:spcPct val="100000"/>
              </a:lnSpc>
              <a:spcBef>
                <a:spcPts val="0"/>
              </a:spcBef>
              <a:spcAft>
                <a:spcPts val="0"/>
              </a:spcAft>
              <a:buSzPts val="6200"/>
              <a:buNone/>
              <a:defRPr sz="5200"/>
            </a:lvl4pPr>
            <a:lvl5pPr lvl="4" algn="ctr">
              <a:lnSpc>
                <a:spcPct val="100000"/>
              </a:lnSpc>
              <a:spcBef>
                <a:spcPts val="0"/>
              </a:spcBef>
              <a:spcAft>
                <a:spcPts val="0"/>
              </a:spcAft>
              <a:buSzPts val="6200"/>
              <a:buNone/>
              <a:defRPr sz="5200"/>
            </a:lvl5pPr>
            <a:lvl6pPr lvl="5" algn="ctr">
              <a:lnSpc>
                <a:spcPct val="100000"/>
              </a:lnSpc>
              <a:spcBef>
                <a:spcPts val="0"/>
              </a:spcBef>
              <a:spcAft>
                <a:spcPts val="0"/>
              </a:spcAft>
              <a:buSzPts val="6200"/>
              <a:buNone/>
              <a:defRPr sz="5200"/>
            </a:lvl6pPr>
            <a:lvl7pPr lvl="6" algn="ctr">
              <a:lnSpc>
                <a:spcPct val="100000"/>
              </a:lnSpc>
              <a:spcBef>
                <a:spcPts val="0"/>
              </a:spcBef>
              <a:spcAft>
                <a:spcPts val="0"/>
              </a:spcAft>
              <a:buSzPts val="6200"/>
              <a:buNone/>
              <a:defRPr sz="5200"/>
            </a:lvl7pPr>
            <a:lvl8pPr lvl="7" algn="ctr">
              <a:lnSpc>
                <a:spcPct val="100000"/>
              </a:lnSpc>
              <a:spcBef>
                <a:spcPts val="0"/>
              </a:spcBef>
              <a:spcAft>
                <a:spcPts val="0"/>
              </a:spcAft>
              <a:buSzPts val="6200"/>
              <a:buNone/>
              <a:defRPr sz="5200"/>
            </a:lvl8pPr>
            <a:lvl9pPr lvl="8" algn="ctr">
              <a:lnSpc>
                <a:spcPct val="100000"/>
              </a:lnSpc>
              <a:spcBef>
                <a:spcPts val="0"/>
              </a:spcBef>
              <a:spcAft>
                <a:spcPts val="0"/>
              </a:spcAft>
              <a:buSzPts val="6200"/>
              <a:buNone/>
              <a:defRPr sz="5200"/>
            </a:lvl9pPr>
          </a:lstStyle>
          <a:p>
            <a:endParaRPr/>
          </a:p>
        </p:txBody>
      </p:sp>
      <p:sp>
        <p:nvSpPr>
          <p:cNvPr id="365" name="Google Shape;365;p62"/>
          <p:cNvSpPr txBox="1">
            <a:spLocks noGrp="1"/>
          </p:cNvSpPr>
          <p:nvPr>
            <p:ph type="subTitle" idx="1"/>
          </p:nvPr>
        </p:nvSpPr>
        <p:spPr>
          <a:xfrm>
            <a:off x="311700" y="2834125"/>
            <a:ext cx="8520563" cy="792563"/>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3400"/>
              <a:buNone/>
              <a:defRPr sz="2800"/>
            </a:lvl1pPr>
            <a:lvl2pPr lvl="1" algn="ctr">
              <a:lnSpc>
                <a:spcPct val="100000"/>
              </a:lnSpc>
              <a:spcBef>
                <a:spcPts val="0"/>
              </a:spcBef>
              <a:spcAft>
                <a:spcPts val="0"/>
              </a:spcAft>
              <a:buSzPts val="3400"/>
              <a:buNone/>
              <a:defRPr sz="2800"/>
            </a:lvl2pPr>
            <a:lvl3pPr lvl="2" algn="ctr">
              <a:lnSpc>
                <a:spcPct val="100000"/>
              </a:lnSpc>
              <a:spcBef>
                <a:spcPts val="0"/>
              </a:spcBef>
              <a:spcAft>
                <a:spcPts val="0"/>
              </a:spcAft>
              <a:buSzPts val="3400"/>
              <a:buNone/>
              <a:defRPr sz="2800"/>
            </a:lvl3pPr>
            <a:lvl4pPr lvl="3" algn="ctr">
              <a:lnSpc>
                <a:spcPct val="100000"/>
              </a:lnSpc>
              <a:spcBef>
                <a:spcPts val="0"/>
              </a:spcBef>
              <a:spcAft>
                <a:spcPts val="0"/>
              </a:spcAft>
              <a:buSzPts val="3400"/>
              <a:buNone/>
              <a:defRPr sz="2800"/>
            </a:lvl4pPr>
            <a:lvl5pPr lvl="4" algn="ctr">
              <a:lnSpc>
                <a:spcPct val="100000"/>
              </a:lnSpc>
              <a:spcBef>
                <a:spcPts val="0"/>
              </a:spcBef>
              <a:spcAft>
                <a:spcPts val="0"/>
              </a:spcAft>
              <a:buSzPts val="3400"/>
              <a:buNone/>
              <a:defRPr sz="2800"/>
            </a:lvl5pPr>
            <a:lvl6pPr lvl="5" algn="ctr">
              <a:lnSpc>
                <a:spcPct val="100000"/>
              </a:lnSpc>
              <a:spcBef>
                <a:spcPts val="0"/>
              </a:spcBef>
              <a:spcAft>
                <a:spcPts val="0"/>
              </a:spcAft>
              <a:buSzPts val="3400"/>
              <a:buNone/>
              <a:defRPr sz="2800"/>
            </a:lvl6pPr>
            <a:lvl7pPr lvl="6" algn="ctr">
              <a:lnSpc>
                <a:spcPct val="100000"/>
              </a:lnSpc>
              <a:spcBef>
                <a:spcPts val="0"/>
              </a:spcBef>
              <a:spcAft>
                <a:spcPts val="0"/>
              </a:spcAft>
              <a:buSzPts val="3400"/>
              <a:buNone/>
              <a:defRPr sz="2800"/>
            </a:lvl7pPr>
            <a:lvl8pPr lvl="7" algn="ctr">
              <a:lnSpc>
                <a:spcPct val="100000"/>
              </a:lnSpc>
              <a:spcBef>
                <a:spcPts val="0"/>
              </a:spcBef>
              <a:spcAft>
                <a:spcPts val="0"/>
              </a:spcAft>
              <a:buSzPts val="3400"/>
              <a:buNone/>
              <a:defRPr sz="2800"/>
            </a:lvl8pPr>
            <a:lvl9pPr lvl="8" algn="ctr">
              <a:lnSpc>
                <a:spcPct val="100000"/>
              </a:lnSpc>
              <a:spcBef>
                <a:spcPts val="0"/>
              </a:spcBef>
              <a:spcAft>
                <a:spcPts val="0"/>
              </a:spcAft>
              <a:buSzPts val="3400"/>
              <a:buNone/>
              <a:defRPr sz="2800"/>
            </a:lvl9pPr>
          </a:lstStyle>
          <a:p>
            <a:endParaRPr/>
          </a:p>
        </p:txBody>
      </p:sp>
      <p:sp>
        <p:nvSpPr>
          <p:cNvPr id="366" name="Google Shape;366;p62"/>
          <p:cNvSpPr txBox="1">
            <a:spLocks noGrp="1"/>
          </p:cNvSpPr>
          <p:nvPr>
            <p:ph type="sldNum" idx="12"/>
          </p:nvPr>
        </p:nvSpPr>
        <p:spPr>
          <a:xfrm>
            <a:off x="8472458" y="4663217"/>
            <a:ext cx="548625" cy="393563"/>
          </a:xfrm>
          <a:prstGeom prst="rect">
            <a:avLst/>
          </a:prstGeom>
          <a:noFill/>
          <a:ln>
            <a:noFill/>
          </a:ln>
        </p:spPr>
        <p:txBody>
          <a:bodyPr spcFirstLastPara="1" wrap="square" lIns="0" tIns="0" rIns="0" bIns="0" anchor="t"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Content: One">
  <p:cSld name="Content: One">
    <p:spTree>
      <p:nvGrpSpPr>
        <p:cNvPr id="1" name="Shape 367"/>
        <p:cNvGrpSpPr/>
        <p:nvPr/>
      </p:nvGrpSpPr>
      <p:grpSpPr>
        <a:xfrm>
          <a:off x="0" y="0"/>
          <a:ext cx="0" cy="0"/>
          <a:chOff x="0" y="0"/>
          <a:chExt cx="0" cy="0"/>
        </a:xfrm>
      </p:grpSpPr>
      <p:sp>
        <p:nvSpPr>
          <p:cNvPr id="368" name="Google Shape;368;p63"/>
          <p:cNvSpPr txBox="1">
            <a:spLocks noGrp="1"/>
          </p:cNvSpPr>
          <p:nvPr>
            <p:ph type="title"/>
          </p:nvPr>
        </p:nvSpPr>
        <p:spPr>
          <a:xfrm>
            <a:off x="484911" y="436392"/>
            <a:ext cx="8174063" cy="605063"/>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2200"/>
              <a:buFont typeface="Georgia"/>
              <a:buNone/>
              <a:defRPr sz="1800"/>
            </a:lvl1pPr>
            <a:lvl2pPr lvl="1" algn="l">
              <a:lnSpc>
                <a:spcPct val="100000"/>
              </a:lnSpc>
              <a:spcBef>
                <a:spcPts val="0"/>
              </a:spcBef>
              <a:spcAft>
                <a:spcPts val="0"/>
              </a:spcAft>
              <a:buSzPts val="1300"/>
              <a:buNone/>
              <a:defRPr/>
            </a:lvl2pPr>
            <a:lvl3pPr lvl="2" algn="l">
              <a:lnSpc>
                <a:spcPct val="100000"/>
              </a:lnSpc>
              <a:spcBef>
                <a:spcPts val="0"/>
              </a:spcBef>
              <a:spcAft>
                <a:spcPts val="0"/>
              </a:spcAft>
              <a:buSzPts val="1300"/>
              <a:buNone/>
              <a:defRPr/>
            </a:lvl3pPr>
            <a:lvl4pPr lvl="3" algn="l">
              <a:lnSpc>
                <a:spcPct val="100000"/>
              </a:lnSpc>
              <a:spcBef>
                <a:spcPts val="0"/>
              </a:spcBef>
              <a:spcAft>
                <a:spcPts val="0"/>
              </a:spcAft>
              <a:buSzPts val="1300"/>
              <a:buNone/>
              <a:defRPr/>
            </a:lvl4pPr>
            <a:lvl5pPr lvl="4" algn="l">
              <a:lnSpc>
                <a:spcPct val="100000"/>
              </a:lnSpc>
              <a:spcBef>
                <a:spcPts val="0"/>
              </a:spcBef>
              <a:spcAft>
                <a:spcPts val="0"/>
              </a:spcAft>
              <a:buSzPts val="1300"/>
              <a:buNone/>
              <a:defRPr/>
            </a:lvl5pPr>
            <a:lvl6pPr lvl="5" algn="l">
              <a:lnSpc>
                <a:spcPct val="100000"/>
              </a:lnSpc>
              <a:spcBef>
                <a:spcPts val="0"/>
              </a:spcBef>
              <a:spcAft>
                <a:spcPts val="0"/>
              </a:spcAft>
              <a:buSzPts val="1300"/>
              <a:buNone/>
              <a:defRPr/>
            </a:lvl6pPr>
            <a:lvl7pPr lvl="6" algn="l">
              <a:lnSpc>
                <a:spcPct val="100000"/>
              </a:lnSpc>
              <a:spcBef>
                <a:spcPts val="0"/>
              </a:spcBef>
              <a:spcAft>
                <a:spcPts val="0"/>
              </a:spcAft>
              <a:buSzPts val="1300"/>
              <a:buNone/>
              <a:defRPr/>
            </a:lvl7pPr>
            <a:lvl8pPr lvl="7" algn="l">
              <a:lnSpc>
                <a:spcPct val="100000"/>
              </a:lnSpc>
              <a:spcBef>
                <a:spcPts val="0"/>
              </a:spcBef>
              <a:spcAft>
                <a:spcPts val="0"/>
              </a:spcAft>
              <a:buSzPts val="1300"/>
              <a:buNone/>
              <a:defRPr/>
            </a:lvl8pPr>
            <a:lvl9pPr lvl="8" algn="l">
              <a:lnSpc>
                <a:spcPct val="100000"/>
              </a:lnSpc>
              <a:spcBef>
                <a:spcPts val="0"/>
              </a:spcBef>
              <a:spcAft>
                <a:spcPts val="0"/>
              </a:spcAft>
              <a:buSzPts val="1300"/>
              <a:buNone/>
              <a:defRPr/>
            </a:lvl9pPr>
          </a:lstStyle>
          <a:p>
            <a:endParaRPr/>
          </a:p>
        </p:txBody>
      </p:sp>
      <p:sp>
        <p:nvSpPr>
          <p:cNvPr id="369" name="Google Shape;369;p63"/>
          <p:cNvSpPr txBox="1">
            <a:spLocks noGrp="1"/>
          </p:cNvSpPr>
          <p:nvPr>
            <p:ph type="body" idx="1"/>
          </p:nvPr>
        </p:nvSpPr>
        <p:spPr>
          <a:xfrm>
            <a:off x="484911" y="1229113"/>
            <a:ext cx="8174063" cy="3175875"/>
          </a:xfrm>
          <a:prstGeom prst="rect">
            <a:avLst/>
          </a:prstGeom>
          <a:noFill/>
          <a:ln>
            <a:noFill/>
          </a:ln>
        </p:spPr>
        <p:txBody>
          <a:bodyPr spcFirstLastPara="1" wrap="square" lIns="0" tIns="0" rIns="0" bIns="0" anchor="t" anchorCtr="0">
            <a:noAutofit/>
          </a:bodyPr>
          <a:lstStyle>
            <a:lvl1pPr marL="457200" lvl="0" indent="-292100" algn="l">
              <a:lnSpc>
                <a:spcPct val="100000"/>
              </a:lnSpc>
              <a:spcBef>
                <a:spcPts val="0"/>
              </a:spcBef>
              <a:spcAft>
                <a:spcPts val="0"/>
              </a:spcAft>
              <a:buSzPts val="1000"/>
              <a:buFont typeface="Georgia"/>
              <a:buChar char="•"/>
              <a:defRPr sz="800"/>
            </a:lvl1pPr>
            <a:lvl2pPr marL="914400" lvl="1" indent="-292100" algn="l">
              <a:lnSpc>
                <a:spcPct val="100000"/>
              </a:lnSpc>
              <a:spcBef>
                <a:spcPts val="500"/>
              </a:spcBef>
              <a:spcAft>
                <a:spcPts val="0"/>
              </a:spcAft>
              <a:buSzPts val="1000"/>
              <a:buChar char="–"/>
              <a:defRPr sz="800"/>
            </a:lvl2pPr>
            <a:lvl3pPr marL="1371600" lvl="2" indent="-292100" algn="l">
              <a:lnSpc>
                <a:spcPct val="100000"/>
              </a:lnSpc>
              <a:spcBef>
                <a:spcPts val="500"/>
              </a:spcBef>
              <a:spcAft>
                <a:spcPts val="0"/>
              </a:spcAft>
              <a:buSzPts val="1000"/>
              <a:buChar char="•"/>
              <a:defRPr sz="800"/>
            </a:lvl3pPr>
            <a:lvl4pPr marL="1828800" lvl="3" indent="-292100" algn="l">
              <a:lnSpc>
                <a:spcPct val="100000"/>
              </a:lnSpc>
              <a:spcBef>
                <a:spcPts val="500"/>
              </a:spcBef>
              <a:spcAft>
                <a:spcPts val="0"/>
              </a:spcAft>
              <a:buSzPts val="1000"/>
              <a:buChar char="–"/>
              <a:defRPr sz="800"/>
            </a:lvl4pPr>
            <a:lvl5pPr marL="2286000" lvl="4" indent="-292100" algn="l">
              <a:lnSpc>
                <a:spcPct val="100000"/>
              </a:lnSpc>
              <a:spcBef>
                <a:spcPts val="500"/>
              </a:spcBef>
              <a:spcAft>
                <a:spcPts val="0"/>
              </a:spcAft>
              <a:buSzPts val="1000"/>
              <a:buChar char="•"/>
              <a:defRPr sz="800"/>
            </a:lvl5pPr>
            <a:lvl6pPr marL="2743200" lvl="5" indent="-298450" algn="l">
              <a:lnSpc>
                <a:spcPct val="100000"/>
              </a:lnSpc>
              <a:spcBef>
                <a:spcPts val="500"/>
              </a:spcBef>
              <a:spcAft>
                <a:spcPts val="0"/>
              </a:spcAft>
              <a:buSzPts val="1100"/>
              <a:buChar char="–"/>
              <a:defRPr/>
            </a:lvl6pPr>
            <a:lvl7pPr marL="3200400" lvl="6" indent="-298450" algn="l">
              <a:lnSpc>
                <a:spcPct val="100000"/>
              </a:lnSpc>
              <a:spcBef>
                <a:spcPts val="500"/>
              </a:spcBef>
              <a:spcAft>
                <a:spcPts val="0"/>
              </a:spcAft>
              <a:buClr>
                <a:schemeClr val="dk1"/>
              </a:buClr>
              <a:buSzPts val="1100"/>
              <a:buChar char="•"/>
              <a:defRPr/>
            </a:lvl7pPr>
            <a:lvl8pPr marL="3657600" lvl="7" indent="-298450" algn="l">
              <a:lnSpc>
                <a:spcPct val="100000"/>
              </a:lnSpc>
              <a:spcBef>
                <a:spcPts val="500"/>
              </a:spcBef>
              <a:spcAft>
                <a:spcPts val="0"/>
              </a:spcAft>
              <a:buClr>
                <a:schemeClr val="dk1"/>
              </a:buClr>
              <a:buSzPts val="1100"/>
              <a:buChar char="–"/>
              <a:defRPr/>
            </a:lvl8pPr>
            <a:lvl9pPr marL="4114800" lvl="8" indent="-298450" algn="l">
              <a:lnSpc>
                <a:spcPct val="100000"/>
              </a:lnSpc>
              <a:spcBef>
                <a:spcPts val="500"/>
              </a:spcBef>
              <a:spcAft>
                <a:spcPts val="500"/>
              </a:spcAft>
              <a:buClr>
                <a:schemeClr val="dk2"/>
              </a:buClr>
              <a:buSzPts val="1100"/>
              <a:buChar char="•"/>
              <a:defRPr/>
            </a:lvl9pPr>
          </a:lstStyle>
          <a:p>
            <a:endParaRPr/>
          </a:p>
        </p:txBody>
      </p:sp>
      <p:sp>
        <p:nvSpPr>
          <p:cNvPr id="370" name="Google Shape;370;p63"/>
          <p:cNvSpPr txBox="1">
            <a:spLocks noGrp="1"/>
          </p:cNvSpPr>
          <p:nvPr>
            <p:ph type="ftr" idx="11"/>
          </p:nvPr>
        </p:nvSpPr>
        <p:spPr>
          <a:xfrm>
            <a:off x="484911" y="4689662"/>
            <a:ext cx="5255438" cy="100875"/>
          </a:xfrm>
          <a:prstGeom prst="rect">
            <a:avLst/>
          </a:prstGeom>
          <a:noFill/>
          <a:ln>
            <a:noFill/>
          </a:ln>
        </p:spPr>
        <p:txBody>
          <a:bodyPr spcFirstLastPara="1" wrap="square" lIns="0" tIns="0" rIns="0" bIns="0" anchor="b" anchorCtr="0">
            <a:noAutofit/>
          </a:bodyPr>
          <a:lstStyle>
            <a:lvl1pPr marR="0" lvl="0" algn="l" rtl="0">
              <a:lnSpc>
                <a:spcPct val="100000"/>
              </a:lnSpc>
              <a:spcBef>
                <a:spcPts val="0"/>
              </a:spcBef>
              <a:spcAft>
                <a:spcPts val="0"/>
              </a:spcAft>
              <a:buClr>
                <a:srgbClr val="000000"/>
              </a:buClr>
              <a:buSzPts val="1400"/>
              <a:buFont typeface="Arial"/>
              <a:buNone/>
              <a:defRPr sz="7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9pPr>
          </a:lstStyle>
          <a:p>
            <a:endParaRPr/>
          </a:p>
        </p:txBody>
      </p:sp>
      <p:sp>
        <p:nvSpPr>
          <p:cNvPr id="371" name="Google Shape;371;p63"/>
          <p:cNvSpPr txBox="1">
            <a:spLocks noGrp="1"/>
          </p:cNvSpPr>
          <p:nvPr>
            <p:ph type="sldNum" idx="12"/>
          </p:nvPr>
        </p:nvSpPr>
        <p:spPr>
          <a:xfrm>
            <a:off x="7159037" y="4790516"/>
            <a:ext cx="1524000" cy="100875"/>
          </a:xfrm>
          <a:prstGeom prst="rect">
            <a:avLst/>
          </a:prstGeom>
          <a:noFill/>
          <a:ln>
            <a:noFill/>
          </a:ln>
        </p:spPr>
        <p:txBody>
          <a:bodyPr spcFirstLastPara="1" wrap="square" lIns="0" tIns="0" rIns="0" bIns="0" anchor="t"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
        <p:nvSpPr>
          <p:cNvPr id="372" name="Google Shape;372;p63"/>
          <p:cNvSpPr txBox="1">
            <a:spLocks noGrp="1"/>
          </p:cNvSpPr>
          <p:nvPr>
            <p:ph type="dt" idx="10"/>
          </p:nvPr>
        </p:nvSpPr>
        <p:spPr>
          <a:xfrm>
            <a:off x="7135100" y="4689662"/>
            <a:ext cx="1524000" cy="100875"/>
          </a:xfrm>
          <a:prstGeom prst="rect">
            <a:avLst/>
          </a:prstGeom>
          <a:noFill/>
          <a:ln>
            <a:noFill/>
          </a:ln>
        </p:spPr>
        <p:txBody>
          <a:bodyPr spcFirstLastPara="1" wrap="square" lIns="0" tIns="0" rIns="0" bIns="0" anchor="t" anchorCtr="0">
            <a:noAutofit/>
          </a:bodyPr>
          <a:lstStyle>
            <a:lvl1pPr marR="0" lvl="0" algn="r" rtl="0">
              <a:lnSpc>
                <a:spcPct val="100000"/>
              </a:lnSpc>
              <a:spcBef>
                <a:spcPts val="0"/>
              </a:spcBef>
              <a:spcAft>
                <a:spcPts val="0"/>
              </a:spcAft>
              <a:buClr>
                <a:srgbClr val="000000"/>
              </a:buClr>
              <a:buSzPts val="1400"/>
              <a:buFont typeface="Arial"/>
              <a:buNone/>
              <a:defRPr sz="7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Content: One 1">
  <p:cSld name="Content: One 1">
    <p:spTree>
      <p:nvGrpSpPr>
        <p:cNvPr id="1" name="Shape 373"/>
        <p:cNvGrpSpPr/>
        <p:nvPr/>
      </p:nvGrpSpPr>
      <p:grpSpPr>
        <a:xfrm>
          <a:off x="0" y="0"/>
          <a:ext cx="0" cy="0"/>
          <a:chOff x="0" y="0"/>
          <a:chExt cx="0" cy="0"/>
        </a:xfrm>
      </p:grpSpPr>
      <p:sp>
        <p:nvSpPr>
          <p:cNvPr id="374" name="Google Shape;374;p64"/>
          <p:cNvSpPr/>
          <p:nvPr/>
        </p:nvSpPr>
        <p:spPr>
          <a:xfrm>
            <a:off x="-62" y="4629156"/>
            <a:ext cx="9144000" cy="523313"/>
          </a:xfrm>
          <a:prstGeom prst="rect">
            <a:avLst/>
          </a:prstGeom>
          <a:solidFill>
            <a:srgbClr val="F3F3F3"/>
          </a:solidFill>
          <a:ln>
            <a:noFill/>
          </a:ln>
        </p:spPr>
        <p:txBody>
          <a:bodyPr spcFirstLastPara="1" wrap="square" lIns="57125" tIns="57125" rIns="57125" bIns="57125" anchor="ctr" anchorCtr="0">
            <a:noAutofit/>
          </a:bodyPr>
          <a:lstStyle/>
          <a:p>
            <a:pPr marL="0" marR="0" lvl="0" indent="0" algn="l" rtl="0">
              <a:lnSpc>
                <a:spcPct val="100000"/>
              </a:lnSpc>
              <a:spcBef>
                <a:spcPts val="0"/>
              </a:spcBef>
              <a:spcAft>
                <a:spcPts val="0"/>
              </a:spcAft>
              <a:buClr>
                <a:schemeClr val="dk1"/>
              </a:buClr>
              <a:buSzPts val="800"/>
              <a:buFont typeface="Arial"/>
              <a:buNone/>
            </a:pPr>
            <a:endParaRPr sz="1500" b="0" i="0" u="none" strike="noStrike" cap="none">
              <a:solidFill>
                <a:schemeClr val="dk1"/>
              </a:solidFill>
              <a:latin typeface="Arial"/>
              <a:ea typeface="Arial"/>
              <a:cs typeface="Arial"/>
              <a:sym typeface="Arial"/>
            </a:endParaRPr>
          </a:p>
        </p:txBody>
      </p:sp>
      <p:sp>
        <p:nvSpPr>
          <p:cNvPr id="375" name="Google Shape;375;p64"/>
          <p:cNvSpPr txBox="1">
            <a:spLocks noGrp="1"/>
          </p:cNvSpPr>
          <p:nvPr>
            <p:ph type="title"/>
          </p:nvPr>
        </p:nvSpPr>
        <p:spPr>
          <a:xfrm>
            <a:off x="484911" y="436392"/>
            <a:ext cx="8174063" cy="605063"/>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2200"/>
              <a:buFont typeface="Georgia"/>
              <a:buNone/>
              <a:defRPr sz="1800"/>
            </a:lvl1pPr>
            <a:lvl2pPr lvl="1" algn="l">
              <a:lnSpc>
                <a:spcPct val="100000"/>
              </a:lnSpc>
              <a:spcBef>
                <a:spcPts val="0"/>
              </a:spcBef>
              <a:spcAft>
                <a:spcPts val="0"/>
              </a:spcAft>
              <a:buSzPts val="1300"/>
              <a:buNone/>
              <a:defRPr/>
            </a:lvl2pPr>
            <a:lvl3pPr lvl="2" algn="l">
              <a:lnSpc>
                <a:spcPct val="100000"/>
              </a:lnSpc>
              <a:spcBef>
                <a:spcPts val="0"/>
              </a:spcBef>
              <a:spcAft>
                <a:spcPts val="0"/>
              </a:spcAft>
              <a:buSzPts val="1300"/>
              <a:buNone/>
              <a:defRPr/>
            </a:lvl3pPr>
            <a:lvl4pPr lvl="3" algn="l">
              <a:lnSpc>
                <a:spcPct val="100000"/>
              </a:lnSpc>
              <a:spcBef>
                <a:spcPts val="0"/>
              </a:spcBef>
              <a:spcAft>
                <a:spcPts val="0"/>
              </a:spcAft>
              <a:buSzPts val="1300"/>
              <a:buNone/>
              <a:defRPr/>
            </a:lvl4pPr>
            <a:lvl5pPr lvl="4" algn="l">
              <a:lnSpc>
                <a:spcPct val="100000"/>
              </a:lnSpc>
              <a:spcBef>
                <a:spcPts val="0"/>
              </a:spcBef>
              <a:spcAft>
                <a:spcPts val="0"/>
              </a:spcAft>
              <a:buSzPts val="1300"/>
              <a:buNone/>
              <a:defRPr/>
            </a:lvl5pPr>
            <a:lvl6pPr lvl="5" algn="l">
              <a:lnSpc>
                <a:spcPct val="100000"/>
              </a:lnSpc>
              <a:spcBef>
                <a:spcPts val="0"/>
              </a:spcBef>
              <a:spcAft>
                <a:spcPts val="0"/>
              </a:spcAft>
              <a:buSzPts val="1300"/>
              <a:buNone/>
              <a:defRPr/>
            </a:lvl6pPr>
            <a:lvl7pPr lvl="6" algn="l">
              <a:lnSpc>
                <a:spcPct val="100000"/>
              </a:lnSpc>
              <a:spcBef>
                <a:spcPts val="0"/>
              </a:spcBef>
              <a:spcAft>
                <a:spcPts val="0"/>
              </a:spcAft>
              <a:buSzPts val="1300"/>
              <a:buNone/>
              <a:defRPr/>
            </a:lvl7pPr>
            <a:lvl8pPr lvl="7" algn="l">
              <a:lnSpc>
                <a:spcPct val="100000"/>
              </a:lnSpc>
              <a:spcBef>
                <a:spcPts val="0"/>
              </a:spcBef>
              <a:spcAft>
                <a:spcPts val="0"/>
              </a:spcAft>
              <a:buSzPts val="1300"/>
              <a:buNone/>
              <a:defRPr/>
            </a:lvl8pPr>
            <a:lvl9pPr lvl="8" algn="l">
              <a:lnSpc>
                <a:spcPct val="100000"/>
              </a:lnSpc>
              <a:spcBef>
                <a:spcPts val="0"/>
              </a:spcBef>
              <a:spcAft>
                <a:spcPts val="0"/>
              </a:spcAft>
              <a:buSzPts val="1300"/>
              <a:buNone/>
              <a:defRPr/>
            </a:lvl9pPr>
          </a:lstStyle>
          <a:p>
            <a:endParaRPr/>
          </a:p>
        </p:txBody>
      </p:sp>
      <p:sp>
        <p:nvSpPr>
          <p:cNvPr id="376" name="Google Shape;376;p64"/>
          <p:cNvSpPr txBox="1">
            <a:spLocks noGrp="1"/>
          </p:cNvSpPr>
          <p:nvPr>
            <p:ph type="body" idx="1"/>
          </p:nvPr>
        </p:nvSpPr>
        <p:spPr>
          <a:xfrm>
            <a:off x="484911" y="1229113"/>
            <a:ext cx="8174063" cy="3175875"/>
          </a:xfrm>
          <a:prstGeom prst="rect">
            <a:avLst/>
          </a:prstGeom>
          <a:noFill/>
          <a:ln>
            <a:noFill/>
          </a:ln>
        </p:spPr>
        <p:txBody>
          <a:bodyPr spcFirstLastPara="1" wrap="square" lIns="0" tIns="0" rIns="0" bIns="0" anchor="t" anchorCtr="0">
            <a:noAutofit/>
          </a:bodyPr>
          <a:lstStyle>
            <a:lvl1pPr marL="457200" lvl="0" indent="-292100" algn="l">
              <a:lnSpc>
                <a:spcPct val="100000"/>
              </a:lnSpc>
              <a:spcBef>
                <a:spcPts val="0"/>
              </a:spcBef>
              <a:spcAft>
                <a:spcPts val="0"/>
              </a:spcAft>
              <a:buSzPts val="1000"/>
              <a:buFont typeface="Georgia"/>
              <a:buChar char="•"/>
              <a:defRPr sz="800"/>
            </a:lvl1pPr>
            <a:lvl2pPr marL="914400" lvl="1" indent="-292100" algn="l">
              <a:lnSpc>
                <a:spcPct val="100000"/>
              </a:lnSpc>
              <a:spcBef>
                <a:spcPts val="500"/>
              </a:spcBef>
              <a:spcAft>
                <a:spcPts val="0"/>
              </a:spcAft>
              <a:buSzPts val="1000"/>
              <a:buChar char="–"/>
              <a:defRPr sz="800"/>
            </a:lvl2pPr>
            <a:lvl3pPr marL="1371600" lvl="2" indent="-292100" algn="l">
              <a:lnSpc>
                <a:spcPct val="100000"/>
              </a:lnSpc>
              <a:spcBef>
                <a:spcPts val="500"/>
              </a:spcBef>
              <a:spcAft>
                <a:spcPts val="0"/>
              </a:spcAft>
              <a:buSzPts val="1000"/>
              <a:buChar char="•"/>
              <a:defRPr sz="800"/>
            </a:lvl3pPr>
            <a:lvl4pPr marL="1828800" lvl="3" indent="-292100" algn="l">
              <a:lnSpc>
                <a:spcPct val="100000"/>
              </a:lnSpc>
              <a:spcBef>
                <a:spcPts val="500"/>
              </a:spcBef>
              <a:spcAft>
                <a:spcPts val="0"/>
              </a:spcAft>
              <a:buSzPts val="1000"/>
              <a:buChar char="–"/>
              <a:defRPr sz="800"/>
            </a:lvl4pPr>
            <a:lvl5pPr marL="2286000" lvl="4" indent="-292100" algn="l">
              <a:lnSpc>
                <a:spcPct val="100000"/>
              </a:lnSpc>
              <a:spcBef>
                <a:spcPts val="500"/>
              </a:spcBef>
              <a:spcAft>
                <a:spcPts val="0"/>
              </a:spcAft>
              <a:buSzPts val="1000"/>
              <a:buChar char="•"/>
              <a:defRPr sz="800"/>
            </a:lvl5pPr>
            <a:lvl6pPr marL="2743200" lvl="5" indent="-298450" algn="l">
              <a:lnSpc>
                <a:spcPct val="100000"/>
              </a:lnSpc>
              <a:spcBef>
                <a:spcPts val="500"/>
              </a:spcBef>
              <a:spcAft>
                <a:spcPts val="0"/>
              </a:spcAft>
              <a:buSzPts val="1100"/>
              <a:buChar char="–"/>
              <a:defRPr/>
            </a:lvl6pPr>
            <a:lvl7pPr marL="3200400" lvl="6" indent="-298450" algn="l">
              <a:lnSpc>
                <a:spcPct val="100000"/>
              </a:lnSpc>
              <a:spcBef>
                <a:spcPts val="500"/>
              </a:spcBef>
              <a:spcAft>
                <a:spcPts val="0"/>
              </a:spcAft>
              <a:buClr>
                <a:schemeClr val="dk1"/>
              </a:buClr>
              <a:buSzPts val="1100"/>
              <a:buChar char="•"/>
              <a:defRPr/>
            </a:lvl7pPr>
            <a:lvl8pPr marL="3657600" lvl="7" indent="-298450" algn="l">
              <a:lnSpc>
                <a:spcPct val="100000"/>
              </a:lnSpc>
              <a:spcBef>
                <a:spcPts val="500"/>
              </a:spcBef>
              <a:spcAft>
                <a:spcPts val="0"/>
              </a:spcAft>
              <a:buClr>
                <a:schemeClr val="dk1"/>
              </a:buClr>
              <a:buSzPts val="1100"/>
              <a:buChar char="–"/>
              <a:defRPr/>
            </a:lvl8pPr>
            <a:lvl9pPr marL="4114800" lvl="8" indent="-298450" algn="l">
              <a:lnSpc>
                <a:spcPct val="100000"/>
              </a:lnSpc>
              <a:spcBef>
                <a:spcPts val="500"/>
              </a:spcBef>
              <a:spcAft>
                <a:spcPts val="500"/>
              </a:spcAft>
              <a:buClr>
                <a:schemeClr val="dk2"/>
              </a:buClr>
              <a:buSzPts val="1100"/>
              <a:buChar char="•"/>
              <a:defRPr/>
            </a:lvl9pPr>
          </a:lstStyle>
          <a:p>
            <a:endParaRPr/>
          </a:p>
        </p:txBody>
      </p:sp>
      <p:sp>
        <p:nvSpPr>
          <p:cNvPr id="377" name="Google Shape;377;p64"/>
          <p:cNvSpPr txBox="1">
            <a:spLocks noGrp="1"/>
          </p:cNvSpPr>
          <p:nvPr>
            <p:ph type="ftr" idx="11"/>
          </p:nvPr>
        </p:nvSpPr>
        <p:spPr>
          <a:xfrm>
            <a:off x="484911" y="4689662"/>
            <a:ext cx="5255438" cy="100875"/>
          </a:xfrm>
          <a:prstGeom prst="rect">
            <a:avLst/>
          </a:prstGeom>
          <a:noFill/>
          <a:ln>
            <a:noFill/>
          </a:ln>
        </p:spPr>
        <p:txBody>
          <a:bodyPr spcFirstLastPara="1" wrap="square" lIns="0" tIns="0" rIns="0" bIns="0" anchor="b" anchorCtr="0">
            <a:noAutofit/>
          </a:bodyPr>
          <a:lstStyle>
            <a:lvl1pPr marR="0" lvl="0" algn="l" rtl="0">
              <a:lnSpc>
                <a:spcPct val="100000"/>
              </a:lnSpc>
              <a:spcBef>
                <a:spcPts val="0"/>
              </a:spcBef>
              <a:spcAft>
                <a:spcPts val="0"/>
              </a:spcAft>
              <a:buClr>
                <a:srgbClr val="000000"/>
              </a:buClr>
              <a:buSzPts val="1400"/>
              <a:buFont typeface="Arial"/>
              <a:buNone/>
              <a:defRPr sz="7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9pPr>
          </a:lstStyle>
          <a:p>
            <a:endParaRPr/>
          </a:p>
        </p:txBody>
      </p:sp>
      <p:sp>
        <p:nvSpPr>
          <p:cNvPr id="378" name="Google Shape;378;p64"/>
          <p:cNvSpPr txBox="1">
            <a:spLocks noGrp="1"/>
          </p:cNvSpPr>
          <p:nvPr>
            <p:ph type="sldNum" idx="12"/>
          </p:nvPr>
        </p:nvSpPr>
        <p:spPr>
          <a:xfrm>
            <a:off x="7159037" y="4790516"/>
            <a:ext cx="1524000" cy="100875"/>
          </a:xfrm>
          <a:prstGeom prst="rect">
            <a:avLst/>
          </a:prstGeom>
          <a:noFill/>
          <a:ln>
            <a:noFill/>
          </a:ln>
        </p:spPr>
        <p:txBody>
          <a:bodyPr spcFirstLastPara="1" wrap="square" lIns="0" tIns="0" rIns="0" bIns="0" anchor="t"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
        <p:nvSpPr>
          <p:cNvPr id="379" name="Google Shape;379;p64"/>
          <p:cNvSpPr txBox="1">
            <a:spLocks noGrp="1"/>
          </p:cNvSpPr>
          <p:nvPr>
            <p:ph type="dt" idx="10"/>
          </p:nvPr>
        </p:nvSpPr>
        <p:spPr>
          <a:xfrm>
            <a:off x="7135100" y="4689662"/>
            <a:ext cx="1524000" cy="100875"/>
          </a:xfrm>
          <a:prstGeom prst="rect">
            <a:avLst/>
          </a:prstGeom>
          <a:noFill/>
          <a:ln>
            <a:noFill/>
          </a:ln>
        </p:spPr>
        <p:txBody>
          <a:bodyPr spcFirstLastPara="1" wrap="square" lIns="0" tIns="0" rIns="0" bIns="0" anchor="t" anchorCtr="0">
            <a:noAutofit/>
          </a:bodyPr>
          <a:lstStyle>
            <a:lvl1pPr marR="0" lvl="0" algn="r" rtl="0">
              <a:lnSpc>
                <a:spcPct val="100000"/>
              </a:lnSpc>
              <a:spcBef>
                <a:spcPts val="0"/>
              </a:spcBef>
              <a:spcAft>
                <a:spcPts val="0"/>
              </a:spcAft>
              <a:buClr>
                <a:srgbClr val="000000"/>
              </a:buClr>
              <a:buSzPts val="1400"/>
              <a:buFont typeface="Arial"/>
              <a:buNone/>
              <a:defRPr sz="7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Title and Content 1 1">
  <p:cSld name="Title and Content 1 1">
    <p:spTree>
      <p:nvGrpSpPr>
        <p:cNvPr id="1" name="Shape 380"/>
        <p:cNvGrpSpPr/>
        <p:nvPr/>
      </p:nvGrpSpPr>
      <p:grpSpPr>
        <a:xfrm>
          <a:off x="0" y="0"/>
          <a:ext cx="0" cy="0"/>
          <a:chOff x="0" y="0"/>
          <a:chExt cx="0" cy="0"/>
        </a:xfrm>
      </p:grpSpPr>
      <p:sp>
        <p:nvSpPr>
          <p:cNvPr id="381" name="Google Shape;381;p65"/>
          <p:cNvSpPr txBox="1">
            <a:spLocks noGrp="1"/>
          </p:cNvSpPr>
          <p:nvPr>
            <p:ph type="title"/>
          </p:nvPr>
        </p:nvSpPr>
        <p:spPr>
          <a:xfrm>
            <a:off x="332176" y="274325"/>
            <a:ext cx="7278000" cy="278971"/>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lt1"/>
              </a:buClr>
              <a:buSzPts val="2200"/>
              <a:buNone/>
              <a:defRPr sz="1800">
                <a:solidFill>
                  <a:schemeClr val="lt1"/>
                </a:solidFill>
              </a:defRPr>
            </a:lvl1pPr>
            <a:lvl2pPr lvl="1" algn="l">
              <a:lnSpc>
                <a:spcPct val="100000"/>
              </a:lnSpc>
              <a:spcBef>
                <a:spcPts val="0"/>
              </a:spcBef>
              <a:spcAft>
                <a:spcPts val="0"/>
              </a:spcAft>
              <a:buClr>
                <a:schemeClr val="lt1"/>
              </a:buClr>
              <a:buSzPts val="2200"/>
              <a:buFont typeface="Georgia"/>
              <a:buNone/>
              <a:defRPr>
                <a:solidFill>
                  <a:schemeClr val="lt1"/>
                </a:solidFill>
                <a:latin typeface="Georgia"/>
                <a:ea typeface="Georgia"/>
                <a:cs typeface="Georgia"/>
                <a:sym typeface="Georgia"/>
              </a:defRPr>
            </a:lvl2pPr>
            <a:lvl3pPr lvl="2" algn="l">
              <a:lnSpc>
                <a:spcPct val="100000"/>
              </a:lnSpc>
              <a:spcBef>
                <a:spcPts val="0"/>
              </a:spcBef>
              <a:spcAft>
                <a:spcPts val="0"/>
              </a:spcAft>
              <a:buClr>
                <a:schemeClr val="lt1"/>
              </a:buClr>
              <a:buSzPts val="2200"/>
              <a:buFont typeface="Georgia"/>
              <a:buNone/>
              <a:defRPr>
                <a:solidFill>
                  <a:schemeClr val="lt1"/>
                </a:solidFill>
                <a:latin typeface="Georgia"/>
                <a:ea typeface="Georgia"/>
                <a:cs typeface="Georgia"/>
                <a:sym typeface="Georgia"/>
              </a:defRPr>
            </a:lvl3pPr>
            <a:lvl4pPr lvl="3" algn="l">
              <a:lnSpc>
                <a:spcPct val="100000"/>
              </a:lnSpc>
              <a:spcBef>
                <a:spcPts val="0"/>
              </a:spcBef>
              <a:spcAft>
                <a:spcPts val="0"/>
              </a:spcAft>
              <a:buClr>
                <a:schemeClr val="lt1"/>
              </a:buClr>
              <a:buSzPts val="2200"/>
              <a:buFont typeface="Georgia"/>
              <a:buNone/>
              <a:defRPr>
                <a:solidFill>
                  <a:schemeClr val="lt1"/>
                </a:solidFill>
                <a:latin typeface="Georgia"/>
                <a:ea typeface="Georgia"/>
                <a:cs typeface="Georgia"/>
                <a:sym typeface="Georgia"/>
              </a:defRPr>
            </a:lvl4pPr>
            <a:lvl5pPr lvl="4" algn="l">
              <a:lnSpc>
                <a:spcPct val="100000"/>
              </a:lnSpc>
              <a:spcBef>
                <a:spcPts val="0"/>
              </a:spcBef>
              <a:spcAft>
                <a:spcPts val="0"/>
              </a:spcAft>
              <a:buClr>
                <a:schemeClr val="lt1"/>
              </a:buClr>
              <a:buSzPts val="2200"/>
              <a:buFont typeface="Georgia"/>
              <a:buNone/>
              <a:defRPr>
                <a:solidFill>
                  <a:schemeClr val="lt1"/>
                </a:solidFill>
                <a:latin typeface="Georgia"/>
                <a:ea typeface="Georgia"/>
                <a:cs typeface="Georgia"/>
                <a:sym typeface="Georgia"/>
              </a:defRPr>
            </a:lvl5pPr>
            <a:lvl6pPr lvl="5" algn="l">
              <a:lnSpc>
                <a:spcPct val="100000"/>
              </a:lnSpc>
              <a:spcBef>
                <a:spcPts val="0"/>
              </a:spcBef>
              <a:spcAft>
                <a:spcPts val="0"/>
              </a:spcAft>
              <a:buClr>
                <a:schemeClr val="lt1"/>
              </a:buClr>
              <a:buSzPts val="2200"/>
              <a:buFont typeface="Georgia"/>
              <a:buNone/>
              <a:defRPr>
                <a:solidFill>
                  <a:schemeClr val="lt1"/>
                </a:solidFill>
                <a:latin typeface="Georgia"/>
                <a:ea typeface="Georgia"/>
                <a:cs typeface="Georgia"/>
                <a:sym typeface="Georgia"/>
              </a:defRPr>
            </a:lvl6pPr>
            <a:lvl7pPr lvl="6" algn="l">
              <a:lnSpc>
                <a:spcPct val="100000"/>
              </a:lnSpc>
              <a:spcBef>
                <a:spcPts val="0"/>
              </a:spcBef>
              <a:spcAft>
                <a:spcPts val="0"/>
              </a:spcAft>
              <a:buClr>
                <a:schemeClr val="lt1"/>
              </a:buClr>
              <a:buSzPts val="2200"/>
              <a:buFont typeface="Georgia"/>
              <a:buNone/>
              <a:defRPr>
                <a:solidFill>
                  <a:schemeClr val="lt1"/>
                </a:solidFill>
                <a:latin typeface="Georgia"/>
                <a:ea typeface="Georgia"/>
                <a:cs typeface="Georgia"/>
                <a:sym typeface="Georgia"/>
              </a:defRPr>
            </a:lvl7pPr>
            <a:lvl8pPr lvl="7" algn="l">
              <a:lnSpc>
                <a:spcPct val="100000"/>
              </a:lnSpc>
              <a:spcBef>
                <a:spcPts val="0"/>
              </a:spcBef>
              <a:spcAft>
                <a:spcPts val="0"/>
              </a:spcAft>
              <a:buClr>
                <a:schemeClr val="lt1"/>
              </a:buClr>
              <a:buSzPts val="2200"/>
              <a:buFont typeface="Georgia"/>
              <a:buNone/>
              <a:defRPr>
                <a:solidFill>
                  <a:schemeClr val="lt1"/>
                </a:solidFill>
                <a:latin typeface="Georgia"/>
                <a:ea typeface="Georgia"/>
                <a:cs typeface="Georgia"/>
                <a:sym typeface="Georgia"/>
              </a:defRPr>
            </a:lvl8pPr>
            <a:lvl9pPr lvl="8" algn="l">
              <a:lnSpc>
                <a:spcPct val="100000"/>
              </a:lnSpc>
              <a:spcBef>
                <a:spcPts val="0"/>
              </a:spcBef>
              <a:spcAft>
                <a:spcPts val="0"/>
              </a:spcAft>
              <a:buClr>
                <a:schemeClr val="lt1"/>
              </a:buClr>
              <a:buSzPts val="2200"/>
              <a:buFont typeface="Georgia"/>
              <a:buNone/>
              <a:defRPr>
                <a:solidFill>
                  <a:schemeClr val="lt1"/>
                </a:solidFill>
                <a:latin typeface="Georgia"/>
                <a:ea typeface="Georgia"/>
                <a:cs typeface="Georgia"/>
                <a:sym typeface="Georgia"/>
              </a:defRPr>
            </a:lvl9pPr>
          </a:lstStyle>
          <a:p>
            <a:endParaRPr/>
          </a:p>
        </p:txBody>
      </p:sp>
      <p:sp>
        <p:nvSpPr>
          <p:cNvPr id="382" name="Google Shape;382;p65"/>
          <p:cNvSpPr/>
          <p:nvPr/>
        </p:nvSpPr>
        <p:spPr>
          <a:xfrm>
            <a:off x="0" y="831725"/>
            <a:ext cx="9144000" cy="61125"/>
          </a:xfrm>
          <a:prstGeom prst="rect">
            <a:avLst/>
          </a:prstGeom>
          <a:solidFill>
            <a:schemeClr val="accent2"/>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rgbClr val="000000"/>
              </a:solidFill>
              <a:latin typeface="Arial"/>
              <a:ea typeface="Arial"/>
              <a:cs typeface="Arial"/>
              <a:sym typeface="Arial"/>
            </a:endParaRPr>
          </a:p>
        </p:txBody>
      </p:sp>
      <p:sp>
        <p:nvSpPr>
          <p:cNvPr id="383" name="Google Shape;383;p65"/>
          <p:cNvSpPr/>
          <p:nvPr/>
        </p:nvSpPr>
        <p:spPr>
          <a:xfrm>
            <a:off x="0" y="0"/>
            <a:ext cx="9144000" cy="894938"/>
          </a:xfrm>
          <a:prstGeom prst="rect">
            <a:avLst/>
          </a:prstGeom>
          <a:solidFill>
            <a:srgbClr val="2D2D2D"/>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200" b="0" i="0" u="none" strike="noStrike" cap="none">
              <a:solidFill>
                <a:schemeClr val="lt1"/>
              </a:solidFill>
              <a:latin typeface="Arial"/>
              <a:ea typeface="Arial"/>
              <a:cs typeface="Arial"/>
              <a:sym typeface="Arial"/>
            </a:endParaRPr>
          </a:p>
        </p:txBody>
      </p:sp>
      <p:sp>
        <p:nvSpPr>
          <p:cNvPr id="384" name="Google Shape;384;p65"/>
          <p:cNvSpPr/>
          <p:nvPr/>
        </p:nvSpPr>
        <p:spPr>
          <a:xfrm>
            <a:off x="8199793" y="128883"/>
            <a:ext cx="100626" cy="100626"/>
          </a:xfrm>
          <a:custGeom>
            <a:avLst/>
            <a:gdLst/>
            <a:ahLst/>
            <a:cxnLst/>
            <a:rect l="l" t="t" r="r" b="b"/>
            <a:pathLst>
              <a:path w="346" h="346" extrusionOk="0">
                <a:moveTo>
                  <a:pt x="0" y="0"/>
                </a:moveTo>
                <a:cubicBezTo>
                  <a:pt x="0" y="346"/>
                  <a:pt x="0" y="346"/>
                  <a:pt x="0" y="346"/>
                </a:cubicBezTo>
                <a:cubicBezTo>
                  <a:pt x="346" y="346"/>
                  <a:pt x="346" y="346"/>
                  <a:pt x="346" y="346"/>
                </a:cubicBezTo>
                <a:cubicBezTo>
                  <a:pt x="346" y="0"/>
                  <a:pt x="346" y="0"/>
                  <a:pt x="346" y="0"/>
                </a:cubicBezTo>
                <a:lnTo>
                  <a:pt x="0" y="0"/>
                </a:lnTo>
                <a:close/>
                <a:moveTo>
                  <a:pt x="117" y="90"/>
                </a:moveTo>
                <a:cubicBezTo>
                  <a:pt x="117" y="77"/>
                  <a:pt x="128" y="67"/>
                  <a:pt x="141" y="67"/>
                </a:cubicBezTo>
                <a:cubicBezTo>
                  <a:pt x="153" y="67"/>
                  <a:pt x="164" y="77"/>
                  <a:pt x="164" y="90"/>
                </a:cubicBezTo>
                <a:cubicBezTo>
                  <a:pt x="164" y="103"/>
                  <a:pt x="153" y="113"/>
                  <a:pt x="141" y="113"/>
                </a:cubicBezTo>
                <a:cubicBezTo>
                  <a:pt x="128" y="113"/>
                  <a:pt x="117" y="103"/>
                  <a:pt x="117" y="90"/>
                </a:cubicBezTo>
                <a:close/>
                <a:moveTo>
                  <a:pt x="331" y="332"/>
                </a:moveTo>
                <a:cubicBezTo>
                  <a:pt x="217" y="332"/>
                  <a:pt x="217" y="332"/>
                  <a:pt x="217" y="332"/>
                </a:cubicBezTo>
                <a:cubicBezTo>
                  <a:pt x="217" y="296"/>
                  <a:pt x="217" y="296"/>
                  <a:pt x="217" y="296"/>
                </a:cubicBezTo>
                <a:cubicBezTo>
                  <a:pt x="278" y="246"/>
                  <a:pt x="278" y="246"/>
                  <a:pt x="278" y="246"/>
                </a:cubicBezTo>
                <a:cubicBezTo>
                  <a:pt x="278" y="134"/>
                  <a:pt x="278" y="134"/>
                  <a:pt x="278" y="134"/>
                </a:cubicBezTo>
                <a:cubicBezTo>
                  <a:pt x="295" y="131"/>
                  <a:pt x="309" y="115"/>
                  <a:pt x="309" y="97"/>
                </a:cubicBezTo>
                <a:cubicBezTo>
                  <a:pt x="309" y="76"/>
                  <a:pt x="291" y="59"/>
                  <a:pt x="270" y="59"/>
                </a:cubicBezTo>
                <a:cubicBezTo>
                  <a:pt x="249" y="59"/>
                  <a:pt x="232" y="76"/>
                  <a:pt x="232" y="97"/>
                </a:cubicBezTo>
                <a:cubicBezTo>
                  <a:pt x="232" y="115"/>
                  <a:pt x="245" y="131"/>
                  <a:pt x="263" y="134"/>
                </a:cubicBezTo>
                <a:cubicBezTo>
                  <a:pt x="263" y="239"/>
                  <a:pt x="263" y="239"/>
                  <a:pt x="263" y="239"/>
                </a:cubicBezTo>
                <a:cubicBezTo>
                  <a:pt x="202" y="289"/>
                  <a:pt x="202" y="289"/>
                  <a:pt x="202" y="289"/>
                </a:cubicBezTo>
                <a:cubicBezTo>
                  <a:pt x="202" y="332"/>
                  <a:pt x="202" y="332"/>
                  <a:pt x="202" y="332"/>
                </a:cubicBezTo>
                <a:cubicBezTo>
                  <a:pt x="185" y="332"/>
                  <a:pt x="185" y="332"/>
                  <a:pt x="185" y="332"/>
                </a:cubicBezTo>
                <a:cubicBezTo>
                  <a:pt x="185" y="259"/>
                  <a:pt x="185" y="259"/>
                  <a:pt x="185" y="259"/>
                </a:cubicBezTo>
                <a:cubicBezTo>
                  <a:pt x="213" y="235"/>
                  <a:pt x="213" y="235"/>
                  <a:pt x="213" y="235"/>
                </a:cubicBezTo>
                <a:cubicBezTo>
                  <a:pt x="213" y="198"/>
                  <a:pt x="213" y="198"/>
                  <a:pt x="213" y="198"/>
                </a:cubicBezTo>
                <a:cubicBezTo>
                  <a:pt x="230" y="195"/>
                  <a:pt x="244" y="179"/>
                  <a:pt x="244" y="161"/>
                </a:cubicBezTo>
                <a:cubicBezTo>
                  <a:pt x="244" y="140"/>
                  <a:pt x="227" y="123"/>
                  <a:pt x="205" y="123"/>
                </a:cubicBezTo>
                <a:cubicBezTo>
                  <a:pt x="184" y="123"/>
                  <a:pt x="167" y="140"/>
                  <a:pt x="167" y="161"/>
                </a:cubicBezTo>
                <a:cubicBezTo>
                  <a:pt x="167" y="179"/>
                  <a:pt x="181" y="195"/>
                  <a:pt x="198" y="198"/>
                </a:cubicBezTo>
                <a:cubicBezTo>
                  <a:pt x="198" y="228"/>
                  <a:pt x="198" y="228"/>
                  <a:pt x="198" y="228"/>
                </a:cubicBezTo>
                <a:cubicBezTo>
                  <a:pt x="170" y="252"/>
                  <a:pt x="170" y="252"/>
                  <a:pt x="170" y="252"/>
                </a:cubicBezTo>
                <a:cubicBezTo>
                  <a:pt x="170" y="332"/>
                  <a:pt x="170" y="332"/>
                  <a:pt x="170" y="332"/>
                </a:cubicBezTo>
                <a:cubicBezTo>
                  <a:pt x="153" y="332"/>
                  <a:pt x="153" y="332"/>
                  <a:pt x="153" y="332"/>
                </a:cubicBezTo>
                <a:cubicBezTo>
                  <a:pt x="148" y="127"/>
                  <a:pt x="148" y="127"/>
                  <a:pt x="148" y="127"/>
                </a:cubicBezTo>
                <a:cubicBezTo>
                  <a:pt x="166" y="124"/>
                  <a:pt x="179" y="109"/>
                  <a:pt x="179" y="90"/>
                </a:cubicBezTo>
                <a:cubicBezTo>
                  <a:pt x="179" y="69"/>
                  <a:pt x="162" y="52"/>
                  <a:pt x="141" y="52"/>
                </a:cubicBezTo>
                <a:cubicBezTo>
                  <a:pt x="120" y="52"/>
                  <a:pt x="102" y="69"/>
                  <a:pt x="102" y="90"/>
                </a:cubicBezTo>
                <a:cubicBezTo>
                  <a:pt x="102" y="109"/>
                  <a:pt x="116" y="124"/>
                  <a:pt x="133" y="128"/>
                </a:cubicBezTo>
                <a:cubicBezTo>
                  <a:pt x="138" y="332"/>
                  <a:pt x="138" y="332"/>
                  <a:pt x="138" y="332"/>
                </a:cubicBezTo>
                <a:cubicBezTo>
                  <a:pt x="121" y="332"/>
                  <a:pt x="121" y="332"/>
                  <a:pt x="121" y="332"/>
                </a:cubicBezTo>
                <a:cubicBezTo>
                  <a:pt x="121" y="237"/>
                  <a:pt x="121" y="237"/>
                  <a:pt x="121" y="237"/>
                </a:cubicBezTo>
                <a:cubicBezTo>
                  <a:pt x="89" y="199"/>
                  <a:pt x="89" y="199"/>
                  <a:pt x="89" y="199"/>
                </a:cubicBezTo>
                <a:cubicBezTo>
                  <a:pt x="104" y="194"/>
                  <a:pt x="114" y="180"/>
                  <a:pt x="114" y="163"/>
                </a:cubicBezTo>
                <a:cubicBezTo>
                  <a:pt x="114" y="142"/>
                  <a:pt x="97" y="125"/>
                  <a:pt x="76" y="125"/>
                </a:cubicBezTo>
                <a:cubicBezTo>
                  <a:pt x="55" y="125"/>
                  <a:pt x="38" y="142"/>
                  <a:pt x="38" y="163"/>
                </a:cubicBezTo>
                <a:cubicBezTo>
                  <a:pt x="38" y="183"/>
                  <a:pt x="53" y="200"/>
                  <a:pt x="72" y="201"/>
                </a:cubicBezTo>
                <a:cubicBezTo>
                  <a:pt x="106" y="242"/>
                  <a:pt x="106" y="242"/>
                  <a:pt x="106" y="242"/>
                </a:cubicBezTo>
                <a:cubicBezTo>
                  <a:pt x="106" y="332"/>
                  <a:pt x="106" y="332"/>
                  <a:pt x="106" y="332"/>
                </a:cubicBezTo>
                <a:cubicBezTo>
                  <a:pt x="15" y="332"/>
                  <a:pt x="15" y="332"/>
                  <a:pt x="15" y="332"/>
                </a:cubicBezTo>
                <a:cubicBezTo>
                  <a:pt x="15" y="15"/>
                  <a:pt x="15" y="15"/>
                  <a:pt x="15" y="15"/>
                </a:cubicBezTo>
                <a:cubicBezTo>
                  <a:pt x="331" y="15"/>
                  <a:pt x="331" y="15"/>
                  <a:pt x="331" y="15"/>
                </a:cubicBezTo>
                <a:lnTo>
                  <a:pt x="331" y="332"/>
                </a:lnTo>
                <a:close/>
                <a:moveTo>
                  <a:pt x="270" y="120"/>
                </a:moveTo>
                <a:cubicBezTo>
                  <a:pt x="257" y="120"/>
                  <a:pt x="247" y="110"/>
                  <a:pt x="247" y="97"/>
                </a:cubicBezTo>
                <a:cubicBezTo>
                  <a:pt x="247" y="84"/>
                  <a:pt x="257" y="73"/>
                  <a:pt x="270" y="73"/>
                </a:cubicBezTo>
                <a:cubicBezTo>
                  <a:pt x="283" y="73"/>
                  <a:pt x="294" y="84"/>
                  <a:pt x="294" y="97"/>
                </a:cubicBezTo>
                <a:cubicBezTo>
                  <a:pt x="294" y="110"/>
                  <a:pt x="283" y="120"/>
                  <a:pt x="270" y="120"/>
                </a:cubicBezTo>
                <a:close/>
                <a:moveTo>
                  <a:pt x="205" y="184"/>
                </a:moveTo>
                <a:cubicBezTo>
                  <a:pt x="193" y="184"/>
                  <a:pt x="182" y="174"/>
                  <a:pt x="182" y="161"/>
                </a:cubicBezTo>
                <a:cubicBezTo>
                  <a:pt x="182" y="148"/>
                  <a:pt x="193" y="137"/>
                  <a:pt x="205" y="137"/>
                </a:cubicBezTo>
                <a:cubicBezTo>
                  <a:pt x="218" y="137"/>
                  <a:pt x="229" y="148"/>
                  <a:pt x="229" y="161"/>
                </a:cubicBezTo>
                <a:cubicBezTo>
                  <a:pt x="229" y="174"/>
                  <a:pt x="218" y="184"/>
                  <a:pt x="205" y="184"/>
                </a:cubicBezTo>
                <a:close/>
                <a:moveTo>
                  <a:pt x="52" y="163"/>
                </a:moveTo>
                <a:cubicBezTo>
                  <a:pt x="52" y="151"/>
                  <a:pt x="63" y="140"/>
                  <a:pt x="76" y="140"/>
                </a:cubicBezTo>
                <a:cubicBezTo>
                  <a:pt x="89" y="140"/>
                  <a:pt x="99" y="151"/>
                  <a:pt x="99" y="163"/>
                </a:cubicBezTo>
                <a:cubicBezTo>
                  <a:pt x="99" y="176"/>
                  <a:pt x="89" y="187"/>
                  <a:pt x="76" y="187"/>
                </a:cubicBezTo>
                <a:cubicBezTo>
                  <a:pt x="63" y="187"/>
                  <a:pt x="52" y="176"/>
                  <a:pt x="52" y="163"/>
                </a:cubicBezTo>
                <a:close/>
              </a:path>
            </a:pathLst>
          </a:custGeom>
          <a:solidFill>
            <a:schemeClr val="accent2"/>
          </a:solidFill>
          <a:ln>
            <a:noFill/>
          </a:ln>
        </p:spPr>
        <p:txBody>
          <a:bodyPr spcFirstLastPara="1" wrap="square" lIns="91400" tIns="45700" rIns="91400" bIns="45700" anchor="t" anchorCtr="0">
            <a:noAutofit/>
          </a:bodyPr>
          <a:lstStyle/>
          <a:p>
            <a:pPr marL="0" marR="0" lvl="0" indent="0" algn="l" rtl="0">
              <a:lnSpc>
                <a:spcPct val="100000"/>
              </a:lnSpc>
              <a:spcBef>
                <a:spcPts val="0"/>
              </a:spcBef>
              <a:spcAft>
                <a:spcPts val="0"/>
              </a:spcAft>
              <a:buClr>
                <a:srgbClr val="000000"/>
              </a:buClr>
              <a:buSzPts val="1200"/>
              <a:buFont typeface="Arial"/>
              <a:buNone/>
            </a:pPr>
            <a:endParaRPr sz="1000" b="0" i="0" u="none" strike="noStrike" cap="none">
              <a:solidFill>
                <a:srgbClr val="000000"/>
              </a:solidFill>
              <a:latin typeface="Arial"/>
              <a:ea typeface="Arial"/>
              <a:cs typeface="Arial"/>
              <a:sym typeface="Arial"/>
            </a:endParaRPr>
          </a:p>
        </p:txBody>
      </p:sp>
      <p:sp>
        <p:nvSpPr>
          <p:cNvPr id="385" name="Google Shape;385;p65"/>
          <p:cNvSpPr/>
          <p:nvPr/>
        </p:nvSpPr>
        <p:spPr>
          <a:xfrm>
            <a:off x="8949075" y="109856"/>
            <a:ext cx="100626" cy="100626"/>
          </a:xfrm>
          <a:custGeom>
            <a:avLst/>
            <a:gdLst/>
            <a:ahLst/>
            <a:cxnLst/>
            <a:rect l="l" t="t" r="r" b="b"/>
            <a:pathLst>
              <a:path w="346" h="346" extrusionOk="0">
                <a:moveTo>
                  <a:pt x="0" y="0"/>
                </a:moveTo>
                <a:cubicBezTo>
                  <a:pt x="0" y="346"/>
                  <a:pt x="0" y="346"/>
                  <a:pt x="0" y="346"/>
                </a:cubicBezTo>
                <a:cubicBezTo>
                  <a:pt x="346" y="346"/>
                  <a:pt x="346" y="346"/>
                  <a:pt x="346" y="346"/>
                </a:cubicBezTo>
                <a:cubicBezTo>
                  <a:pt x="346" y="0"/>
                  <a:pt x="346" y="0"/>
                  <a:pt x="346" y="0"/>
                </a:cubicBezTo>
                <a:lnTo>
                  <a:pt x="0" y="0"/>
                </a:lnTo>
                <a:close/>
                <a:moveTo>
                  <a:pt x="331" y="331"/>
                </a:moveTo>
                <a:cubicBezTo>
                  <a:pt x="14" y="331"/>
                  <a:pt x="14" y="331"/>
                  <a:pt x="14" y="331"/>
                </a:cubicBezTo>
                <a:cubicBezTo>
                  <a:pt x="14" y="15"/>
                  <a:pt x="14" y="15"/>
                  <a:pt x="14" y="15"/>
                </a:cubicBezTo>
                <a:cubicBezTo>
                  <a:pt x="331" y="15"/>
                  <a:pt x="331" y="15"/>
                  <a:pt x="331" y="15"/>
                </a:cubicBezTo>
                <a:lnTo>
                  <a:pt x="331" y="331"/>
                </a:lnTo>
                <a:close/>
                <a:moveTo>
                  <a:pt x="26" y="207"/>
                </a:moveTo>
                <a:cubicBezTo>
                  <a:pt x="26" y="176"/>
                  <a:pt x="51" y="150"/>
                  <a:pt x="82" y="150"/>
                </a:cubicBezTo>
                <a:cubicBezTo>
                  <a:pt x="95" y="119"/>
                  <a:pt x="125" y="99"/>
                  <a:pt x="159" y="99"/>
                </a:cubicBezTo>
                <a:cubicBezTo>
                  <a:pt x="187" y="99"/>
                  <a:pt x="214" y="114"/>
                  <a:pt x="229" y="138"/>
                </a:cubicBezTo>
                <a:cubicBezTo>
                  <a:pt x="235" y="134"/>
                  <a:pt x="242" y="131"/>
                  <a:pt x="249" y="131"/>
                </a:cubicBezTo>
                <a:cubicBezTo>
                  <a:pt x="269" y="131"/>
                  <a:pt x="285" y="147"/>
                  <a:pt x="285" y="167"/>
                </a:cubicBezTo>
                <a:cubicBezTo>
                  <a:pt x="285" y="169"/>
                  <a:pt x="285" y="171"/>
                  <a:pt x="284" y="173"/>
                </a:cubicBezTo>
                <a:cubicBezTo>
                  <a:pt x="304" y="178"/>
                  <a:pt x="319" y="196"/>
                  <a:pt x="319" y="217"/>
                </a:cubicBezTo>
                <a:cubicBezTo>
                  <a:pt x="319" y="243"/>
                  <a:pt x="298" y="264"/>
                  <a:pt x="273" y="264"/>
                </a:cubicBezTo>
                <a:cubicBezTo>
                  <a:pt x="222" y="264"/>
                  <a:pt x="222" y="264"/>
                  <a:pt x="222" y="264"/>
                </a:cubicBezTo>
                <a:cubicBezTo>
                  <a:pt x="222" y="249"/>
                  <a:pt x="222" y="249"/>
                  <a:pt x="222" y="249"/>
                </a:cubicBezTo>
                <a:cubicBezTo>
                  <a:pt x="273" y="249"/>
                  <a:pt x="273" y="249"/>
                  <a:pt x="273" y="249"/>
                </a:cubicBezTo>
                <a:cubicBezTo>
                  <a:pt x="290" y="249"/>
                  <a:pt x="304" y="235"/>
                  <a:pt x="304" y="217"/>
                </a:cubicBezTo>
                <a:cubicBezTo>
                  <a:pt x="304" y="201"/>
                  <a:pt x="291" y="187"/>
                  <a:pt x="275" y="186"/>
                </a:cubicBezTo>
                <a:cubicBezTo>
                  <a:pt x="264" y="185"/>
                  <a:pt x="264" y="185"/>
                  <a:pt x="264" y="185"/>
                </a:cubicBezTo>
                <a:cubicBezTo>
                  <a:pt x="268" y="176"/>
                  <a:pt x="268" y="176"/>
                  <a:pt x="268" y="176"/>
                </a:cubicBezTo>
                <a:cubicBezTo>
                  <a:pt x="270" y="173"/>
                  <a:pt x="270" y="170"/>
                  <a:pt x="270" y="167"/>
                </a:cubicBezTo>
                <a:cubicBezTo>
                  <a:pt x="270" y="156"/>
                  <a:pt x="261" y="146"/>
                  <a:pt x="249" y="146"/>
                </a:cubicBezTo>
                <a:cubicBezTo>
                  <a:pt x="243" y="146"/>
                  <a:pt x="237" y="149"/>
                  <a:pt x="233" y="154"/>
                </a:cubicBezTo>
                <a:cubicBezTo>
                  <a:pt x="225" y="163"/>
                  <a:pt x="225" y="163"/>
                  <a:pt x="225" y="163"/>
                </a:cubicBezTo>
                <a:cubicBezTo>
                  <a:pt x="220" y="153"/>
                  <a:pt x="220" y="153"/>
                  <a:pt x="220" y="153"/>
                </a:cubicBezTo>
                <a:cubicBezTo>
                  <a:pt x="209" y="129"/>
                  <a:pt x="185" y="113"/>
                  <a:pt x="159" y="113"/>
                </a:cubicBezTo>
                <a:cubicBezTo>
                  <a:pt x="129" y="113"/>
                  <a:pt x="104" y="132"/>
                  <a:pt x="94" y="160"/>
                </a:cubicBezTo>
                <a:cubicBezTo>
                  <a:pt x="93" y="165"/>
                  <a:pt x="93" y="165"/>
                  <a:pt x="93" y="165"/>
                </a:cubicBezTo>
                <a:cubicBezTo>
                  <a:pt x="87" y="165"/>
                  <a:pt x="87" y="165"/>
                  <a:pt x="87" y="165"/>
                </a:cubicBezTo>
                <a:cubicBezTo>
                  <a:pt x="86" y="165"/>
                  <a:pt x="84" y="164"/>
                  <a:pt x="83" y="164"/>
                </a:cubicBezTo>
                <a:cubicBezTo>
                  <a:pt x="60" y="164"/>
                  <a:pt x="41" y="183"/>
                  <a:pt x="41" y="207"/>
                </a:cubicBezTo>
                <a:cubicBezTo>
                  <a:pt x="41" y="230"/>
                  <a:pt x="60" y="249"/>
                  <a:pt x="83" y="249"/>
                </a:cubicBezTo>
                <a:cubicBezTo>
                  <a:pt x="129" y="249"/>
                  <a:pt x="129" y="249"/>
                  <a:pt x="129" y="249"/>
                </a:cubicBezTo>
                <a:cubicBezTo>
                  <a:pt x="129" y="264"/>
                  <a:pt x="129" y="264"/>
                  <a:pt x="129" y="264"/>
                </a:cubicBezTo>
                <a:cubicBezTo>
                  <a:pt x="83" y="264"/>
                  <a:pt x="83" y="264"/>
                  <a:pt x="83" y="264"/>
                </a:cubicBezTo>
                <a:cubicBezTo>
                  <a:pt x="52" y="264"/>
                  <a:pt x="26" y="238"/>
                  <a:pt x="26" y="207"/>
                </a:cubicBezTo>
                <a:close/>
                <a:moveTo>
                  <a:pt x="173" y="184"/>
                </a:moveTo>
                <a:cubicBezTo>
                  <a:pt x="216" y="227"/>
                  <a:pt x="216" y="227"/>
                  <a:pt x="216" y="227"/>
                </a:cubicBezTo>
                <a:cubicBezTo>
                  <a:pt x="206" y="238"/>
                  <a:pt x="206" y="238"/>
                  <a:pt x="206" y="238"/>
                </a:cubicBezTo>
                <a:cubicBezTo>
                  <a:pt x="180" y="212"/>
                  <a:pt x="180" y="212"/>
                  <a:pt x="180" y="212"/>
                </a:cubicBezTo>
                <a:cubicBezTo>
                  <a:pt x="180" y="296"/>
                  <a:pt x="180" y="296"/>
                  <a:pt x="180" y="296"/>
                </a:cubicBezTo>
                <a:cubicBezTo>
                  <a:pt x="165" y="296"/>
                  <a:pt x="165" y="296"/>
                  <a:pt x="165" y="296"/>
                </a:cubicBezTo>
                <a:cubicBezTo>
                  <a:pt x="165" y="212"/>
                  <a:pt x="165" y="212"/>
                  <a:pt x="165" y="212"/>
                </a:cubicBezTo>
                <a:cubicBezTo>
                  <a:pt x="139" y="238"/>
                  <a:pt x="139" y="238"/>
                  <a:pt x="139" y="238"/>
                </a:cubicBezTo>
                <a:cubicBezTo>
                  <a:pt x="129" y="227"/>
                  <a:pt x="129" y="227"/>
                  <a:pt x="129" y="227"/>
                </a:cubicBezTo>
                <a:lnTo>
                  <a:pt x="173" y="184"/>
                </a:lnTo>
                <a:close/>
              </a:path>
            </a:pathLst>
          </a:custGeom>
          <a:solidFill>
            <a:schemeClr val="accent4"/>
          </a:solidFill>
          <a:ln>
            <a:noFill/>
          </a:ln>
        </p:spPr>
        <p:txBody>
          <a:bodyPr spcFirstLastPara="1" wrap="square" lIns="91400" tIns="45700" rIns="91400" bIns="45700" anchor="t" anchorCtr="0">
            <a:noAutofit/>
          </a:bodyPr>
          <a:lstStyle/>
          <a:p>
            <a:pPr marL="0" marR="0" lvl="0" indent="0" algn="l" rtl="0">
              <a:lnSpc>
                <a:spcPct val="100000"/>
              </a:lnSpc>
              <a:spcBef>
                <a:spcPts val="0"/>
              </a:spcBef>
              <a:spcAft>
                <a:spcPts val="0"/>
              </a:spcAft>
              <a:buClr>
                <a:srgbClr val="000000"/>
              </a:buClr>
              <a:buSzPts val="1200"/>
              <a:buFont typeface="Arial"/>
              <a:buNone/>
            </a:pPr>
            <a:endParaRPr sz="1000" b="0" i="0" u="none" strike="noStrike" cap="none">
              <a:solidFill>
                <a:srgbClr val="000000"/>
              </a:solidFill>
              <a:latin typeface="Arial"/>
              <a:ea typeface="Arial"/>
              <a:cs typeface="Arial"/>
              <a:sym typeface="Arial"/>
            </a:endParaRPr>
          </a:p>
        </p:txBody>
      </p:sp>
      <p:sp>
        <p:nvSpPr>
          <p:cNvPr id="386" name="Google Shape;386;p65"/>
          <p:cNvSpPr/>
          <p:nvPr/>
        </p:nvSpPr>
        <p:spPr>
          <a:xfrm>
            <a:off x="8576035" y="765002"/>
            <a:ext cx="100622" cy="100622"/>
          </a:xfrm>
          <a:custGeom>
            <a:avLst/>
            <a:gdLst/>
            <a:ahLst/>
            <a:cxnLst/>
            <a:rect l="l" t="t" r="r" b="b"/>
            <a:pathLst>
              <a:path w="2322" h="2322" extrusionOk="0">
                <a:moveTo>
                  <a:pt x="0" y="0"/>
                </a:moveTo>
                <a:cubicBezTo>
                  <a:pt x="0" y="2322"/>
                  <a:pt x="0" y="2322"/>
                  <a:pt x="0" y="2322"/>
                </a:cubicBezTo>
                <a:cubicBezTo>
                  <a:pt x="2322" y="2322"/>
                  <a:pt x="2322" y="2322"/>
                  <a:pt x="2322" y="2322"/>
                </a:cubicBezTo>
                <a:cubicBezTo>
                  <a:pt x="2322" y="0"/>
                  <a:pt x="2322" y="0"/>
                  <a:pt x="2322" y="0"/>
                </a:cubicBezTo>
                <a:cubicBezTo>
                  <a:pt x="0" y="0"/>
                  <a:pt x="0" y="0"/>
                  <a:pt x="0" y="0"/>
                </a:cubicBezTo>
                <a:cubicBezTo>
                  <a:pt x="0" y="0"/>
                  <a:pt x="0" y="0"/>
                  <a:pt x="0" y="0"/>
                </a:cubicBezTo>
                <a:close/>
                <a:moveTo>
                  <a:pt x="2203" y="2203"/>
                </a:moveTo>
                <a:cubicBezTo>
                  <a:pt x="119" y="2203"/>
                  <a:pt x="119" y="2203"/>
                  <a:pt x="119" y="2203"/>
                </a:cubicBezTo>
                <a:cubicBezTo>
                  <a:pt x="119" y="90"/>
                  <a:pt x="119" y="90"/>
                  <a:pt x="119" y="90"/>
                </a:cubicBezTo>
                <a:cubicBezTo>
                  <a:pt x="2203" y="90"/>
                  <a:pt x="2203" y="90"/>
                  <a:pt x="2203" y="90"/>
                </a:cubicBezTo>
                <a:cubicBezTo>
                  <a:pt x="2203" y="2203"/>
                  <a:pt x="2203" y="2203"/>
                  <a:pt x="2203" y="2203"/>
                </a:cubicBezTo>
                <a:cubicBezTo>
                  <a:pt x="2203" y="2203"/>
                  <a:pt x="2203" y="2203"/>
                  <a:pt x="2203" y="2203"/>
                </a:cubicBezTo>
                <a:close/>
                <a:moveTo>
                  <a:pt x="1474" y="714"/>
                </a:moveTo>
                <a:cubicBezTo>
                  <a:pt x="1527" y="698"/>
                  <a:pt x="1565" y="645"/>
                  <a:pt x="1565" y="585"/>
                </a:cubicBezTo>
                <a:cubicBezTo>
                  <a:pt x="1565" y="508"/>
                  <a:pt x="1508" y="447"/>
                  <a:pt x="1440" y="447"/>
                </a:cubicBezTo>
                <a:cubicBezTo>
                  <a:pt x="1368" y="447"/>
                  <a:pt x="1311" y="508"/>
                  <a:pt x="1311" y="585"/>
                </a:cubicBezTo>
                <a:cubicBezTo>
                  <a:pt x="1311" y="633"/>
                  <a:pt x="1337" y="682"/>
                  <a:pt x="1379" y="702"/>
                </a:cubicBezTo>
                <a:cubicBezTo>
                  <a:pt x="1379" y="964"/>
                  <a:pt x="1379" y="964"/>
                  <a:pt x="1379" y="964"/>
                </a:cubicBezTo>
                <a:cubicBezTo>
                  <a:pt x="1542" y="1090"/>
                  <a:pt x="1542" y="1090"/>
                  <a:pt x="1542" y="1090"/>
                </a:cubicBezTo>
                <a:cubicBezTo>
                  <a:pt x="1542" y="1271"/>
                  <a:pt x="1542" y="1271"/>
                  <a:pt x="1542" y="1271"/>
                </a:cubicBezTo>
                <a:cubicBezTo>
                  <a:pt x="1375" y="1356"/>
                  <a:pt x="1375" y="1356"/>
                  <a:pt x="1375" y="1356"/>
                </a:cubicBezTo>
                <a:cubicBezTo>
                  <a:pt x="1375" y="1591"/>
                  <a:pt x="1375" y="1591"/>
                  <a:pt x="1375" y="1591"/>
                </a:cubicBezTo>
                <a:cubicBezTo>
                  <a:pt x="1333" y="1615"/>
                  <a:pt x="1311" y="1655"/>
                  <a:pt x="1311" y="1708"/>
                </a:cubicBezTo>
                <a:cubicBezTo>
                  <a:pt x="1311" y="1785"/>
                  <a:pt x="1368" y="1845"/>
                  <a:pt x="1436" y="1845"/>
                </a:cubicBezTo>
                <a:cubicBezTo>
                  <a:pt x="1508" y="1845"/>
                  <a:pt x="1565" y="1785"/>
                  <a:pt x="1565" y="1708"/>
                </a:cubicBezTo>
                <a:cubicBezTo>
                  <a:pt x="1565" y="1643"/>
                  <a:pt x="1523" y="1591"/>
                  <a:pt x="1470" y="1574"/>
                </a:cubicBezTo>
                <a:cubicBezTo>
                  <a:pt x="1470" y="1421"/>
                  <a:pt x="1470" y="1421"/>
                  <a:pt x="1470" y="1421"/>
                </a:cubicBezTo>
                <a:cubicBezTo>
                  <a:pt x="1637" y="1336"/>
                  <a:pt x="1637" y="1336"/>
                  <a:pt x="1637" y="1336"/>
                </a:cubicBezTo>
                <a:cubicBezTo>
                  <a:pt x="1637" y="1037"/>
                  <a:pt x="1637" y="1037"/>
                  <a:pt x="1637" y="1037"/>
                </a:cubicBezTo>
                <a:cubicBezTo>
                  <a:pt x="1474" y="912"/>
                  <a:pt x="1474" y="912"/>
                  <a:pt x="1474" y="912"/>
                </a:cubicBezTo>
                <a:cubicBezTo>
                  <a:pt x="1474" y="714"/>
                  <a:pt x="1474" y="714"/>
                  <a:pt x="1474" y="714"/>
                </a:cubicBezTo>
                <a:cubicBezTo>
                  <a:pt x="1474" y="714"/>
                  <a:pt x="1474" y="714"/>
                  <a:pt x="1474" y="714"/>
                </a:cubicBezTo>
                <a:close/>
                <a:moveTo>
                  <a:pt x="1436" y="1756"/>
                </a:moveTo>
                <a:cubicBezTo>
                  <a:pt x="1413" y="1756"/>
                  <a:pt x="1394" y="1732"/>
                  <a:pt x="1394" y="1708"/>
                </a:cubicBezTo>
                <a:cubicBezTo>
                  <a:pt x="1394" y="1684"/>
                  <a:pt x="1413" y="1659"/>
                  <a:pt x="1436" y="1659"/>
                </a:cubicBezTo>
                <a:cubicBezTo>
                  <a:pt x="1462" y="1659"/>
                  <a:pt x="1481" y="1684"/>
                  <a:pt x="1481" y="1708"/>
                </a:cubicBezTo>
                <a:cubicBezTo>
                  <a:pt x="1481" y="1732"/>
                  <a:pt x="1462" y="1756"/>
                  <a:pt x="1436" y="1756"/>
                </a:cubicBezTo>
                <a:close/>
                <a:moveTo>
                  <a:pt x="1440" y="536"/>
                </a:moveTo>
                <a:cubicBezTo>
                  <a:pt x="1462" y="536"/>
                  <a:pt x="1481" y="556"/>
                  <a:pt x="1481" y="585"/>
                </a:cubicBezTo>
                <a:cubicBezTo>
                  <a:pt x="1481" y="609"/>
                  <a:pt x="1462" y="629"/>
                  <a:pt x="1440" y="629"/>
                </a:cubicBezTo>
                <a:cubicBezTo>
                  <a:pt x="1413" y="629"/>
                  <a:pt x="1394" y="609"/>
                  <a:pt x="1394" y="585"/>
                </a:cubicBezTo>
                <a:cubicBezTo>
                  <a:pt x="1394" y="556"/>
                  <a:pt x="1413" y="536"/>
                  <a:pt x="1440" y="536"/>
                </a:cubicBezTo>
                <a:close/>
                <a:moveTo>
                  <a:pt x="1874" y="755"/>
                </a:moveTo>
                <a:cubicBezTo>
                  <a:pt x="1874" y="489"/>
                  <a:pt x="1874" y="489"/>
                  <a:pt x="1874" y="489"/>
                </a:cubicBezTo>
                <a:cubicBezTo>
                  <a:pt x="1375" y="208"/>
                  <a:pt x="1375" y="208"/>
                  <a:pt x="1375" y="208"/>
                </a:cubicBezTo>
                <a:cubicBezTo>
                  <a:pt x="1176" y="336"/>
                  <a:pt x="1176" y="336"/>
                  <a:pt x="1176" y="336"/>
                </a:cubicBezTo>
                <a:cubicBezTo>
                  <a:pt x="973" y="208"/>
                  <a:pt x="973" y="208"/>
                  <a:pt x="973" y="208"/>
                </a:cubicBezTo>
                <a:cubicBezTo>
                  <a:pt x="474" y="489"/>
                  <a:pt x="474" y="489"/>
                  <a:pt x="474" y="489"/>
                </a:cubicBezTo>
                <a:cubicBezTo>
                  <a:pt x="474" y="755"/>
                  <a:pt x="474" y="755"/>
                  <a:pt x="474" y="755"/>
                </a:cubicBezTo>
                <a:cubicBezTo>
                  <a:pt x="239" y="904"/>
                  <a:pt x="239" y="904"/>
                  <a:pt x="239" y="904"/>
                </a:cubicBezTo>
                <a:cubicBezTo>
                  <a:pt x="239" y="1467"/>
                  <a:pt x="239" y="1467"/>
                  <a:pt x="239" y="1467"/>
                </a:cubicBezTo>
                <a:cubicBezTo>
                  <a:pt x="482" y="1616"/>
                  <a:pt x="482" y="1616"/>
                  <a:pt x="482" y="1616"/>
                </a:cubicBezTo>
                <a:cubicBezTo>
                  <a:pt x="482" y="1837"/>
                  <a:pt x="482" y="1837"/>
                  <a:pt x="482" y="1837"/>
                </a:cubicBezTo>
                <a:cubicBezTo>
                  <a:pt x="961" y="2115"/>
                  <a:pt x="961" y="2115"/>
                  <a:pt x="961" y="2115"/>
                </a:cubicBezTo>
                <a:cubicBezTo>
                  <a:pt x="1176" y="1998"/>
                  <a:pt x="1176" y="1998"/>
                  <a:pt x="1176" y="1998"/>
                </a:cubicBezTo>
                <a:cubicBezTo>
                  <a:pt x="1391" y="2115"/>
                  <a:pt x="1391" y="2115"/>
                  <a:pt x="1391" y="2115"/>
                </a:cubicBezTo>
                <a:cubicBezTo>
                  <a:pt x="1870" y="1837"/>
                  <a:pt x="1870" y="1837"/>
                  <a:pt x="1870" y="1837"/>
                </a:cubicBezTo>
                <a:cubicBezTo>
                  <a:pt x="1870" y="1616"/>
                  <a:pt x="1870" y="1616"/>
                  <a:pt x="1870" y="1616"/>
                </a:cubicBezTo>
                <a:cubicBezTo>
                  <a:pt x="2113" y="1467"/>
                  <a:pt x="2113" y="1467"/>
                  <a:pt x="2113" y="1467"/>
                </a:cubicBezTo>
                <a:cubicBezTo>
                  <a:pt x="2113" y="904"/>
                  <a:pt x="2113" y="904"/>
                  <a:pt x="2113" y="904"/>
                </a:cubicBezTo>
                <a:cubicBezTo>
                  <a:pt x="1874" y="755"/>
                  <a:pt x="1874" y="755"/>
                  <a:pt x="1874" y="755"/>
                </a:cubicBezTo>
                <a:cubicBezTo>
                  <a:pt x="1874" y="755"/>
                  <a:pt x="1874" y="755"/>
                  <a:pt x="1874" y="755"/>
                </a:cubicBezTo>
                <a:close/>
                <a:moveTo>
                  <a:pt x="582" y="1777"/>
                </a:moveTo>
                <a:cubicBezTo>
                  <a:pt x="582" y="1612"/>
                  <a:pt x="582" y="1612"/>
                  <a:pt x="582" y="1612"/>
                </a:cubicBezTo>
                <a:cubicBezTo>
                  <a:pt x="642" y="1584"/>
                  <a:pt x="642" y="1584"/>
                  <a:pt x="642" y="1584"/>
                </a:cubicBezTo>
                <a:cubicBezTo>
                  <a:pt x="650" y="1588"/>
                  <a:pt x="662" y="1592"/>
                  <a:pt x="670" y="1592"/>
                </a:cubicBezTo>
                <a:cubicBezTo>
                  <a:pt x="714" y="1592"/>
                  <a:pt x="745" y="1555"/>
                  <a:pt x="745" y="1515"/>
                </a:cubicBezTo>
                <a:cubicBezTo>
                  <a:pt x="745" y="1475"/>
                  <a:pt x="714" y="1439"/>
                  <a:pt x="670" y="1439"/>
                </a:cubicBezTo>
                <a:cubicBezTo>
                  <a:pt x="638" y="1439"/>
                  <a:pt x="610" y="1463"/>
                  <a:pt x="602" y="1491"/>
                </a:cubicBezTo>
                <a:cubicBezTo>
                  <a:pt x="526" y="1523"/>
                  <a:pt x="526" y="1523"/>
                  <a:pt x="526" y="1523"/>
                </a:cubicBezTo>
                <a:cubicBezTo>
                  <a:pt x="339" y="1407"/>
                  <a:pt x="339" y="1407"/>
                  <a:pt x="339" y="1407"/>
                </a:cubicBezTo>
                <a:cubicBezTo>
                  <a:pt x="339" y="1250"/>
                  <a:pt x="339" y="1250"/>
                  <a:pt x="339" y="1250"/>
                </a:cubicBezTo>
                <a:cubicBezTo>
                  <a:pt x="387" y="1250"/>
                  <a:pt x="387" y="1250"/>
                  <a:pt x="387" y="1250"/>
                </a:cubicBezTo>
                <a:cubicBezTo>
                  <a:pt x="407" y="1298"/>
                  <a:pt x="454" y="1334"/>
                  <a:pt x="510" y="1334"/>
                </a:cubicBezTo>
                <a:cubicBezTo>
                  <a:pt x="586" y="1334"/>
                  <a:pt x="646" y="1274"/>
                  <a:pt x="646" y="1201"/>
                </a:cubicBezTo>
                <a:cubicBezTo>
                  <a:pt x="646" y="1125"/>
                  <a:pt x="586" y="1065"/>
                  <a:pt x="510" y="1065"/>
                </a:cubicBezTo>
                <a:cubicBezTo>
                  <a:pt x="454" y="1065"/>
                  <a:pt x="407" y="1097"/>
                  <a:pt x="387" y="1145"/>
                </a:cubicBezTo>
                <a:cubicBezTo>
                  <a:pt x="339" y="1145"/>
                  <a:pt x="339" y="1145"/>
                  <a:pt x="339" y="1145"/>
                </a:cubicBezTo>
                <a:cubicBezTo>
                  <a:pt x="339" y="960"/>
                  <a:pt x="339" y="960"/>
                  <a:pt x="339" y="960"/>
                </a:cubicBezTo>
                <a:cubicBezTo>
                  <a:pt x="526" y="843"/>
                  <a:pt x="526" y="843"/>
                  <a:pt x="526" y="843"/>
                </a:cubicBezTo>
                <a:cubicBezTo>
                  <a:pt x="602" y="884"/>
                  <a:pt x="602" y="884"/>
                  <a:pt x="602" y="884"/>
                </a:cubicBezTo>
                <a:cubicBezTo>
                  <a:pt x="610" y="912"/>
                  <a:pt x="638" y="936"/>
                  <a:pt x="670" y="936"/>
                </a:cubicBezTo>
                <a:cubicBezTo>
                  <a:pt x="714" y="936"/>
                  <a:pt x="745" y="904"/>
                  <a:pt x="745" y="859"/>
                </a:cubicBezTo>
                <a:cubicBezTo>
                  <a:pt x="745" y="819"/>
                  <a:pt x="714" y="787"/>
                  <a:pt x="670" y="787"/>
                </a:cubicBezTo>
                <a:cubicBezTo>
                  <a:pt x="662" y="787"/>
                  <a:pt x="654" y="787"/>
                  <a:pt x="646" y="791"/>
                </a:cubicBezTo>
                <a:cubicBezTo>
                  <a:pt x="578" y="751"/>
                  <a:pt x="578" y="751"/>
                  <a:pt x="578" y="751"/>
                </a:cubicBezTo>
                <a:cubicBezTo>
                  <a:pt x="578" y="550"/>
                  <a:pt x="578" y="550"/>
                  <a:pt x="578" y="550"/>
                </a:cubicBezTo>
                <a:cubicBezTo>
                  <a:pt x="969" y="328"/>
                  <a:pt x="969" y="328"/>
                  <a:pt x="969" y="328"/>
                </a:cubicBezTo>
                <a:cubicBezTo>
                  <a:pt x="1120" y="417"/>
                  <a:pt x="1120" y="417"/>
                  <a:pt x="1120" y="417"/>
                </a:cubicBezTo>
                <a:cubicBezTo>
                  <a:pt x="1120" y="1145"/>
                  <a:pt x="1120" y="1145"/>
                  <a:pt x="1120" y="1145"/>
                </a:cubicBezTo>
                <a:cubicBezTo>
                  <a:pt x="1068" y="1145"/>
                  <a:pt x="1068" y="1145"/>
                  <a:pt x="1068" y="1145"/>
                </a:cubicBezTo>
                <a:cubicBezTo>
                  <a:pt x="1056" y="1133"/>
                  <a:pt x="1037" y="1121"/>
                  <a:pt x="1013" y="1121"/>
                </a:cubicBezTo>
                <a:cubicBezTo>
                  <a:pt x="973" y="1121"/>
                  <a:pt x="937" y="1153"/>
                  <a:pt x="937" y="1197"/>
                </a:cubicBezTo>
                <a:cubicBezTo>
                  <a:pt x="937" y="1238"/>
                  <a:pt x="973" y="1274"/>
                  <a:pt x="1013" y="1274"/>
                </a:cubicBezTo>
                <a:cubicBezTo>
                  <a:pt x="1033" y="1274"/>
                  <a:pt x="1052" y="1262"/>
                  <a:pt x="1068" y="1250"/>
                </a:cubicBezTo>
                <a:cubicBezTo>
                  <a:pt x="1120" y="1250"/>
                  <a:pt x="1120" y="1250"/>
                  <a:pt x="1120" y="1250"/>
                </a:cubicBezTo>
                <a:cubicBezTo>
                  <a:pt x="1120" y="1913"/>
                  <a:pt x="1120" y="1913"/>
                  <a:pt x="1120" y="1913"/>
                </a:cubicBezTo>
                <a:cubicBezTo>
                  <a:pt x="961" y="1998"/>
                  <a:pt x="961" y="1998"/>
                  <a:pt x="961" y="1998"/>
                </a:cubicBezTo>
                <a:cubicBezTo>
                  <a:pt x="582" y="1777"/>
                  <a:pt x="582" y="1777"/>
                  <a:pt x="582" y="1777"/>
                </a:cubicBezTo>
                <a:cubicBezTo>
                  <a:pt x="582" y="1777"/>
                  <a:pt x="582" y="1777"/>
                  <a:pt x="582" y="1777"/>
                </a:cubicBezTo>
                <a:close/>
                <a:moveTo>
                  <a:pt x="466" y="1201"/>
                </a:moveTo>
                <a:cubicBezTo>
                  <a:pt x="466" y="1173"/>
                  <a:pt x="486" y="1153"/>
                  <a:pt x="510" y="1153"/>
                </a:cubicBezTo>
                <a:cubicBezTo>
                  <a:pt x="538" y="1153"/>
                  <a:pt x="558" y="1173"/>
                  <a:pt x="558" y="1201"/>
                </a:cubicBezTo>
                <a:cubicBezTo>
                  <a:pt x="558" y="1226"/>
                  <a:pt x="538" y="1246"/>
                  <a:pt x="510" y="1246"/>
                </a:cubicBezTo>
                <a:cubicBezTo>
                  <a:pt x="486" y="1246"/>
                  <a:pt x="466" y="1226"/>
                  <a:pt x="466" y="1201"/>
                </a:cubicBezTo>
                <a:close/>
                <a:moveTo>
                  <a:pt x="1822" y="1523"/>
                </a:moveTo>
                <a:cubicBezTo>
                  <a:pt x="1750" y="1491"/>
                  <a:pt x="1750" y="1491"/>
                  <a:pt x="1750" y="1491"/>
                </a:cubicBezTo>
                <a:cubicBezTo>
                  <a:pt x="1738" y="1463"/>
                  <a:pt x="1710" y="1439"/>
                  <a:pt x="1678" y="1439"/>
                </a:cubicBezTo>
                <a:cubicBezTo>
                  <a:pt x="1639" y="1439"/>
                  <a:pt x="1603" y="1475"/>
                  <a:pt x="1603" y="1515"/>
                </a:cubicBezTo>
                <a:cubicBezTo>
                  <a:pt x="1603" y="1555"/>
                  <a:pt x="1639" y="1592"/>
                  <a:pt x="1678" y="1592"/>
                </a:cubicBezTo>
                <a:cubicBezTo>
                  <a:pt x="1690" y="1592"/>
                  <a:pt x="1698" y="1588"/>
                  <a:pt x="1706" y="1584"/>
                </a:cubicBezTo>
                <a:cubicBezTo>
                  <a:pt x="1766" y="1612"/>
                  <a:pt x="1766" y="1612"/>
                  <a:pt x="1766" y="1612"/>
                </a:cubicBezTo>
                <a:cubicBezTo>
                  <a:pt x="1766" y="1777"/>
                  <a:pt x="1766" y="1777"/>
                  <a:pt x="1766" y="1777"/>
                </a:cubicBezTo>
                <a:cubicBezTo>
                  <a:pt x="1387" y="1998"/>
                  <a:pt x="1387" y="1998"/>
                  <a:pt x="1387" y="1998"/>
                </a:cubicBezTo>
                <a:cubicBezTo>
                  <a:pt x="1220" y="1905"/>
                  <a:pt x="1220" y="1905"/>
                  <a:pt x="1220" y="1905"/>
                </a:cubicBezTo>
                <a:cubicBezTo>
                  <a:pt x="1220" y="1250"/>
                  <a:pt x="1220" y="1250"/>
                  <a:pt x="1220" y="1250"/>
                </a:cubicBezTo>
                <a:cubicBezTo>
                  <a:pt x="1288" y="1250"/>
                  <a:pt x="1288" y="1250"/>
                  <a:pt x="1288" y="1250"/>
                </a:cubicBezTo>
                <a:cubicBezTo>
                  <a:pt x="1300" y="1262"/>
                  <a:pt x="1320" y="1274"/>
                  <a:pt x="1340" y="1274"/>
                </a:cubicBezTo>
                <a:cubicBezTo>
                  <a:pt x="1383" y="1274"/>
                  <a:pt x="1415" y="1238"/>
                  <a:pt x="1415" y="1197"/>
                </a:cubicBezTo>
                <a:cubicBezTo>
                  <a:pt x="1415" y="1153"/>
                  <a:pt x="1383" y="1121"/>
                  <a:pt x="1340" y="1121"/>
                </a:cubicBezTo>
                <a:cubicBezTo>
                  <a:pt x="1320" y="1121"/>
                  <a:pt x="1300" y="1133"/>
                  <a:pt x="1284" y="1145"/>
                </a:cubicBezTo>
                <a:cubicBezTo>
                  <a:pt x="1220" y="1145"/>
                  <a:pt x="1220" y="1145"/>
                  <a:pt x="1220" y="1145"/>
                </a:cubicBezTo>
                <a:cubicBezTo>
                  <a:pt x="1220" y="425"/>
                  <a:pt x="1220" y="425"/>
                  <a:pt x="1220" y="425"/>
                </a:cubicBezTo>
                <a:cubicBezTo>
                  <a:pt x="1379" y="328"/>
                  <a:pt x="1379" y="328"/>
                  <a:pt x="1379" y="328"/>
                </a:cubicBezTo>
                <a:cubicBezTo>
                  <a:pt x="1774" y="550"/>
                  <a:pt x="1774" y="550"/>
                  <a:pt x="1774" y="550"/>
                </a:cubicBezTo>
                <a:cubicBezTo>
                  <a:pt x="1774" y="751"/>
                  <a:pt x="1774" y="751"/>
                  <a:pt x="1774" y="751"/>
                </a:cubicBezTo>
                <a:cubicBezTo>
                  <a:pt x="1706" y="791"/>
                  <a:pt x="1706" y="791"/>
                  <a:pt x="1706" y="791"/>
                </a:cubicBezTo>
                <a:cubicBezTo>
                  <a:pt x="1698" y="787"/>
                  <a:pt x="1690" y="787"/>
                  <a:pt x="1678" y="787"/>
                </a:cubicBezTo>
                <a:cubicBezTo>
                  <a:pt x="1639" y="787"/>
                  <a:pt x="1603" y="819"/>
                  <a:pt x="1603" y="859"/>
                </a:cubicBezTo>
                <a:cubicBezTo>
                  <a:pt x="1603" y="904"/>
                  <a:pt x="1639" y="936"/>
                  <a:pt x="1678" y="936"/>
                </a:cubicBezTo>
                <a:cubicBezTo>
                  <a:pt x="1714" y="936"/>
                  <a:pt x="1742" y="912"/>
                  <a:pt x="1750" y="884"/>
                </a:cubicBezTo>
                <a:cubicBezTo>
                  <a:pt x="1822" y="843"/>
                  <a:pt x="1822" y="843"/>
                  <a:pt x="1822" y="843"/>
                </a:cubicBezTo>
                <a:cubicBezTo>
                  <a:pt x="2009" y="960"/>
                  <a:pt x="2009" y="960"/>
                  <a:pt x="2009" y="960"/>
                </a:cubicBezTo>
                <a:cubicBezTo>
                  <a:pt x="2009" y="1145"/>
                  <a:pt x="2009" y="1145"/>
                  <a:pt x="2009" y="1145"/>
                </a:cubicBezTo>
                <a:cubicBezTo>
                  <a:pt x="1973" y="1145"/>
                  <a:pt x="1973" y="1145"/>
                  <a:pt x="1973" y="1145"/>
                </a:cubicBezTo>
                <a:cubicBezTo>
                  <a:pt x="1954" y="1097"/>
                  <a:pt x="1906" y="1065"/>
                  <a:pt x="1850" y="1065"/>
                </a:cubicBezTo>
                <a:cubicBezTo>
                  <a:pt x="1774" y="1065"/>
                  <a:pt x="1714" y="1125"/>
                  <a:pt x="1714" y="1201"/>
                </a:cubicBezTo>
                <a:cubicBezTo>
                  <a:pt x="1714" y="1274"/>
                  <a:pt x="1774" y="1334"/>
                  <a:pt x="1850" y="1334"/>
                </a:cubicBezTo>
                <a:cubicBezTo>
                  <a:pt x="1906" y="1334"/>
                  <a:pt x="1958" y="1298"/>
                  <a:pt x="1973" y="1250"/>
                </a:cubicBezTo>
                <a:cubicBezTo>
                  <a:pt x="2009" y="1250"/>
                  <a:pt x="2009" y="1250"/>
                  <a:pt x="2009" y="1250"/>
                </a:cubicBezTo>
                <a:cubicBezTo>
                  <a:pt x="2009" y="1407"/>
                  <a:pt x="2009" y="1407"/>
                  <a:pt x="2009" y="1407"/>
                </a:cubicBezTo>
                <a:cubicBezTo>
                  <a:pt x="1822" y="1523"/>
                  <a:pt x="1822" y="1523"/>
                  <a:pt x="1822" y="1523"/>
                </a:cubicBezTo>
                <a:cubicBezTo>
                  <a:pt x="1822" y="1523"/>
                  <a:pt x="1822" y="1523"/>
                  <a:pt x="1822" y="1523"/>
                </a:cubicBezTo>
                <a:close/>
                <a:moveTo>
                  <a:pt x="1898" y="1201"/>
                </a:moveTo>
                <a:cubicBezTo>
                  <a:pt x="1898" y="1226"/>
                  <a:pt x="1874" y="1246"/>
                  <a:pt x="1850" y="1246"/>
                </a:cubicBezTo>
                <a:cubicBezTo>
                  <a:pt x="1826" y="1246"/>
                  <a:pt x="1802" y="1226"/>
                  <a:pt x="1802" y="1201"/>
                </a:cubicBezTo>
                <a:cubicBezTo>
                  <a:pt x="1802" y="1173"/>
                  <a:pt x="1826" y="1153"/>
                  <a:pt x="1850" y="1153"/>
                </a:cubicBezTo>
                <a:cubicBezTo>
                  <a:pt x="1874" y="1153"/>
                  <a:pt x="1898" y="1173"/>
                  <a:pt x="1898" y="1201"/>
                </a:cubicBezTo>
                <a:close/>
                <a:moveTo>
                  <a:pt x="969" y="1588"/>
                </a:moveTo>
                <a:cubicBezTo>
                  <a:pt x="969" y="1355"/>
                  <a:pt x="969" y="1355"/>
                  <a:pt x="969" y="1355"/>
                </a:cubicBezTo>
                <a:cubicBezTo>
                  <a:pt x="786" y="1271"/>
                  <a:pt x="786" y="1271"/>
                  <a:pt x="786" y="1271"/>
                </a:cubicBezTo>
                <a:cubicBezTo>
                  <a:pt x="786" y="1090"/>
                  <a:pt x="786" y="1090"/>
                  <a:pt x="786" y="1090"/>
                </a:cubicBezTo>
                <a:cubicBezTo>
                  <a:pt x="965" y="965"/>
                  <a:pt x="965" y="965"/>
                  <a:pt x="965" y="965"/>
                </a:cubicBezTo>
                <a:cubicBezTo>
                  <a:pt x="965" y="704"/>
                  <a:pt x="965" y="704"/>
                  <a:pt x="965" y="704"/>
                </a:cubicBezTo>
                <a:cubicBezTo>
                  <a:pt x="1009" y="684"/>
                  <a:pt x="1038" y="636"/>
                  <a:pt x="1038" y="584"/>
                </a:cubicBezTo>
                <a:cubicBezTo>
                  <a:pt x="1038" y="507"/>
                  <a:pt x="977" y="447"/>
                  <a:pt x="904" y="447"/>
                </a:cubicBezTo>
                <a:cubicBezTo>
                  <a:pt x="827" y="447"/>
                  <a:pt x="766" y="507"/>
                  <a:pt x="766" y="584"/>
                </a:cubicBezTo>
                <a:cubicBezTo>
                  <a:pt x="766" y="644"/>
                  <a:pt x="807" y="696"/>
                  <a:pt x="863" y="712"/>
                </a:cubicBezTo>
                <a:cubicBezTo>
                  <a:pt x="859" y="716"/>
                  <a:pt x="859" y="716"/>
                  <a:pt x="859" y="716"/>
                </a:cubicBezTo>
                <a:cubicBezTo>
                  <a:pt x="859" y="913"/>
                  <a:pt x="859" y="913"/>
                  <a:pt x="859" y="913"/>
                </a:cubicBezTo>
                <a:cubicBezTo>
                  <a:pt x="685" y="1038"/>
                  <a:pt x="685" y="1038"/>
                  <a:pt x="685" y="1038"/>
                </a:cubicBezTo>
                <a:cubicBezTo>
                  <a:pt x="685" y="1335"/>
                  <a:pt x="685" y="1335"/>
                  <a:pt x="685" y="1335"/>
                </a:cubicBezTo>
                <a:cubicBezTo>
                  <a:pt x="867" y="1419"/>
                  <a:pt x="867" y="1419"/>
                  <a:pt x="867" y="1419"/>
                </a:cubicBezTo>
                <a:cubicBezTo>
                  <a:pt x="867" y="1580"/>
                  <a:pt x="867" y="1580"/>
                  <a:pt x="867" y="1580"/>
                </a:cubicBezTo>
                <a:cubicBezTo>
                  <a:pt x="811" y="1596"/>
                  <a:pt x="766" y="1648"/>
                  <a:pt x="766" y="1709"/>
                </a:cubicBezTo>
                <a:cubicBezTo>
                  <a:pt x="766" y="1785"/>
                  <a:pt x="827" y="1845"/>
                  <a:pt x="904" y="1845"/>
                </a:cubicBezTo>
                <a:cubicBezTo>
                  <a:pt x="981" y="1845"/>
                  <a:pt x="1042" y="1785"/>
                  <a:pt x="1042" y="1709"/>
                </a:cubicBezTo>
                <a:cubicBezTo>
                  <a:pt x="1042" y="1656"/>
                  <a:pt x="1013" y="1612"/>
                  <a:pt x="969" y="1588"/>
                </a:cubicBezTo>
                <a:close/>
                <a:moveTo>
                  <a:pt x="904" y="536"/>
                </a:moveTo>
                <a:cubicBezTo>
                  <a:pt x="928" y="536"/>
                  <a:pt x="948" y="560"/>
                  <a:pt x="948" y="584"/>
                </a:cubicBezTo>
                <a:cubicBezTo>
                  <a:pt x="948" y="608"/>
                  <a:pt x="928" y="632"/>
                  <a:pt x="904" y="632"/>
                </a:cubicBezTo>
                <a:cubicBezTo>
                  <a:pt x="876" y="632"/>
                  <a:pt x="855" y="608"/>
                  <a:pt x="855" y="584"/>
                </a:cubicBezTo>
                <a:cubicBezTo>
                  <a:pt x="855" y="560"/>
                  <a:pt x="876" y="536"/>
                  <a:pt x="904" y="536"/>
                </a:cubicBezTo>
                <a:close/>
                <a:moveTo>
                  <a:pt x="904" y="1757"/>
                </a:moveTo>
                <a:cubicBezTo>
                  <a:pt x="880" y="1757"/>
                  <a:pt x="855" y="1733"/>
                  <a:pt x="855" y="1709"/>
                </a:cubicBezTo>
                <a:cubicBezTo>
                  <a:pt x="855" y="1684"/>
                  <a:pt x="880" y="1660"/>
                  <a:pt x="904" y="1660"/>
                </a:cubicBezTo>
                <a:cubicBezTo>
                  <a:pt x="928" y="1660"/>
                  <a:pt x="952" y="1684"/>
                  <a:pt x="952" y="1709"/>
                </a:cubicBezTo>
                <a:cubicBezTo>
                  <a:pt x="952" y="1733"/>
                  <a:pt x="928" y="1757"/>
                  <a:pt x="904" y="1757"/>
                </a:cubicBezTo>
                <a:close/>
              </a:path>
            </a:pathLst>
          </a:custGeom>
          <a:solidFill>
            <a:schemeClr val="accent2"/>
          </a:solidFill>
          <a:ln>
            <a:noFill/>
          </a:ln>
        </p:spPr>
        <p:txBody>
          <a:bodyPr spcFirstLastPara="1" wrap="square" lIns="91400" tIns="45700" rIns="91400" bIns="45700" anchor="t" anchorCtr="0">
            <a:noAutofit/>
          </a:bodyPr>
          <a:lstStyle/>
          <a:p>
            <a:pPr marL="0" marR="0" lvl="0" indent="0" algn="l" rtl="0">
              <a:lnSpc>
                <a:spcPct val="100000"/>
              </a:lnSpc>
              <a:spcBef>
                <a:spcPts val="0"/>
              </a:spcBef>
              <a:spcAft>
                <a:spcPts val="0"/>
              </a:spcAft>
              <a:buClr>
                <a:srgbClr val="000000"/>
              </a:buClr>
              <a:buSzPts val="1000"/>
              <a:buFont typeface="Arial"/>
              <a:buNone/>
            </a:pPr>
            <a:endParaRPr sz="1000" b="0" i="0" u="none" strike="noStrike" cap="none">
              <a:solidFill>
                <a:srgbClr val="000000"/>
              </a:solidFill>
              <a:latin typeface="Arial"/>
              <a:ea typeface="Arial"/>
              <a:cs typeface="Arial"/>
              <a:sym typeface="Arial"/>
            </a:endParaRPr>
          </a:p>
        </p:txBody>
      </p:sp>
      <p:sp>
        <p:nvSpPr>
          <p:cNvPr id="387" name="Google Shape;387;p65"/>
          <p:cNvSpPr/>
          <p:nvPr/>
        </p:nvSpPr>
        <p:spPr>
          <a:xfrm>
            <a:off x="8576030" y="339533"/>
            <a:ext cx="100634" cy="100921"/>
          </a:xfrm>
          <a:custGeom>
            <a:avLst/>
            <a:gdLst/>
            <a:ahLst/>
            <a:cxnLst/>
            <a:rect l="l" t="t" r="r" b="b"/>
            <a:pathLst>
              <a:path w="704" h="706" extrusionOk="0">
                <a:moveTo>
                  <a:pt x="522" y="182"/>
                </a:moveTo>
                <a:lnTo>
                  <a:pt x="182" y="182"/>
                </a:lnTo>
                <a:lnTo>
                  <a:pt x="182" y="524"/>
                </a:lnTo>
                <a:lnTo>
                  <a:pt x="522" y="524"/>
                </a:lnTo>
                <a:lnTo>
                  <a:pt x="522" y="182"/>
                </a:lnTo>
                <a:close/>
                <a:moveTo>
                  <a:pt x="492" y="494"/>
                </a:moveTo>
                <a:lnTo>
                  <a:pt x="211" y="494"/>
                </a:lnTo>
                <a:lnTo>
                  <a:pt x="211" y="213"/>
                </a:lnTo>
                <a:lnTo>
                  <a:pt x="492" y="213"/>
                </a:lnTo>
                <a:lnTo>
                  <a:pt x="492" y="494"/>
                </a:lnTo>
                <a:close/>
                <a:moveTo>
                  <a:pt x="704" y="151"/>
                </a:moveTo>
                <a:lnTo>
                  <a:pt x="704" y="121"/>
                </a:lnTo>
                <a:lnTo>
                  <a:pt x="603" y="121"/>
                </a:lnTo>
                <a:lnTo>
                  <a:pt x="603" y="100"/>
                </a:lnTo>
                <a:lnTo>
                  <a:pt x="584" y="100"/>
                </a:lnTo>
                <a:lnTo>
                  <a:pt x="584" y="0"/>
                </a:lnTo>
                <a:lnTo>
                  <a:pt x="553" y="0"/>
                </a:lnTo>
                <a:lnTo>
                  <a:pt x="553" y="100"/>
                </a:lnTo>
                <a:lnTo>
                  <a:pt x="529" y="100"/>
                </a:lnTo>
                <a:lnTo>
                  <a:pt x="529" y="0"/>
                </a:lnTo>
                <a:lnTo>
                  <a:pt x="500" y="0"/>
                </a:lnTo>
                <a:lnTo>
                  <a:pt x="500" y="100"/>
                </a:lnTo>
                <a:lnTo>
                  <a:pt x="475" y="100"/>
                </a:lnTo>
                <a:lnTo>
                  <a:pt x="475" y="0"/>
                </a:lnTo>
                <a:lnTo>
                  <a:pt x="445" y="0"/>
                </a:lnTo>
                <a:lnTo>
                  <a:pt x="445" y="100"/>
                </a:lnTo>
                <a:lnTo>
                  <a:pt x="421" y="100"/>
                </a:lnTo>
                <a:lnTo>
                  <a:pt x="421" y="0"/>
                </a:lnTo>
                <a:lnTo>
                  <a:pt x="391" y="0"/>
                </a:lnTo>
                <a:lnTo>
                  <a:pt x="391" y="100"/>
                </a:lnTo>
                <a:lnTo>
                  <a:pt x="366" y="100"/>
                </a:lnTo>
                <a:lnTo>
                  <a:pt x="366" y="0"/>
                </a:lnTo>
                <a:lnTo>
                  <a:pt x="337" y="0"/>
                </a:lnTo>
                <a:lnTo>
                  <a:pt x="337" y="100"/>
                </a:lnTo>
                <a:lnTo>
                  <a:pt x="313" y="100"/>
                </a:lnTo>
                <a:lnTo>
                  <a:pt x="313" y="0"/>
                </a:lnTo>
                <a:lnTo>
                  <a:pt x="282" y="0"/>
                </a:lnTo>
                <a:lnTo>
                  <a:pt x="282" y="100"/>
                </a:lnTo>
                <a:lnTo>
                  <a:pt x="258" y="100"/>
                </a:lnTo>
                <a:lnTo>
                  <a:pt x="258" y="0"/>
                </a:lnTo>
                <a:lnTo>
                  <a:pt x="228" y="0"/>
                </a:lnTo>
                <a:lnTo>
                  <a:pt x="228" y="100"/>
                </a:lnTo>
                <a:lnTo>
                  <a:pt x="204" y="100"/>
                </a:lnTo>
                <a:lnTo>
                  <a:pt x="204" y="0"/>
                </a:lnTo>
                <a:lnTo>
                  <a:pt x="174" y="0"/>
                </a:lnTo>
                <a:lnTo>
                  <a:pt x="174" y="100"/>
                </a:lnTo>
                <a:lnTo>
                  <a:pt x="150" y="100"/>
                </a:lnTo>
                <a:lnTo>
                  <a:pt x="150" y="0"/>
                </a:lnTo>
                <a:lnTo>
                  <a:pt x="119" y="0"/>
                </a:lnTo>
                <a:lnTo>
                  <a:pt x="119" y="100"/>
                </a:lnTo>
                <a:lnTo>
                  <a:pt x="100" y="100"/>
                </a:lnTo>
                <a:lnTo>
                  <a:pt x="100" y="121"/>
                </a:lnTo>
                <a:lnTo>
                  <a:pt x="0" y="121"/>
                </a:lnTo>
                <a:lnTo>
                  <a:pt x="0" y="151"/>
                </a:lnTo>
                <a:lnTo>
                  <a:pt x="100" y="151"/>
                </a:lnTo>
                <a:lnTo>
                  <a:pt x="100" y="175"/>
                </a:lnTo>
                <a:lnTo>
                  <a:pt x="0" y="175"/>
                </a:lnTo>
                <a:lnTo>
                  <a:pt x="0" y="206"/>
                </a:lnTo>
                <a:lnTo>
                  <a:pt x="100" y="206"/>
                </a:lnTo>
                <a:lnTo>
                  <a:pt x="100" y="230"/>
                </a:lnTo>
                <a:lnTo>
                  <a:pt x="0" y="230"/>
                </a:lnTo>
                <a:lnTo>
                  <a:pt x="0" y="260"/>
                </a:lnTo>
                <a:lnTo>
                  <a:pt x="100" y="260"/>
                </a:lnTo>
                <a:lnTo>
                  <a:pt x="100" y="284"/>
                </a:lnTo>
                <a:lnTo>
                  <a:pt x="0" y="284"/>
                </a:lnTo>
                <a:lnTo>
                  <a:pt x="0" y="314"/>
                </a:lnTo>
                <a:lnTo>
                  <a:pt x="100" y="314"/>
                </a:lnTo>
                <a:lnTo>
                  <a:pt x="100" y="338"/>
                </a:lnTo>
                <a:lnTo>
                  <a:pt x="0" y="338"/>
                </a:lnTo>
                <a:lnTo>
                  <a:pt x="0" y="369"/>
                </a:lnTo>
                <a:lnTo>
                  <a:pt x="100" y="369"/>
                </a:lnTo>
                <a:lnTo>
                  <a:pt x="100" y="393"/>
                </a:lnTo>
                <a:lnTo>
                  <a:pt x="0" y="393"/>
                </a:lnTo>
                <a:lnTo>
                  <a:pt x="0" y="423"/>
                </a:lnTo>
                <a:lnTo>
                  <a:pt x="100" y="423"/>
                </a:lnTo>
                <a:lnTo>
                  <a:pt x="100" y="447"/>
                </a:lnTo>
                <a:lnTo>
                  <a:pt x="0" y="447"/>
                </a:lnTo>
                <a:lnTo>
                  <a:pt x="0" y="477"/>
                </a:lnTo>
                <a:lnTo>
                  <a:pt x="100" y="477"/>
                </a:lnTo>
                <a:lnTo>
                  <a:pt x="100" y="501"/>
                </a:lnTo>
                <a:lnTo>
                  <a:pt x="0" y="501"/>
                </a:lnTo>
                <a:lnTo>
                  <a:pt x="0" y="532"/>
                </a:lnTo>
                <a:lnTo>
                  <a:pt x="100" y="532"/>
                </a:lnTo>
                <a:lnTo>
                  <a:pt x="100" y="556"/>
                </a:lnTo>
                <a:lnTo>
                  <a:pt x="0" y="556"/>
                </a:lnTo>
                <a:lnTo>
                  <a:pt x="0" y="586"/>
                </a:lnTo>
                <a:lnTo>
                  <a:pt x="100" y="586"/>
                </a:lnTo>
                <a:lnTo>
                  <a:pt x="100" y="606"/>
                </a:lnTo>
                <a:lnTo>
                  <a:pt x="119" y="606"/>
                </a:lnTo>
                <a:lnTo>
                  <a:pt x="119" y="706"/>
                </a:lnTo>
                <a:lnTo>
                  <a:pt x="150" y="706"/>
                </a:lnTo>
                <a:lnTo>
                  <a:pt x="150" y="606"/>
                </a:lnTo>
                <a:lnTo>
                  <a:pt x="174" y="606"/>
                </a:lnTo>
                <a:lnTo>
                  <a:pt x="174" y="706"/>
                </a:lnTo>
                <a:lnTo>
                  <a:pt x="204" y="706"/>
                </a:lnTo>
                <a:lnTo>
                  <a:pt x="204" y="606"/>
                </a:lnTo>
                <a:lnTo>
                  <a:pt x="228" y="606"/>
                </a:lnTo>
                <a:lnTo>
                  <a:pt x="228" y="706"/>
                </a:lnTo>
                <a:lnTo>
                  <a:pt x="258" y="706"/>
                </a:lnTo>
                <a:lnTo>
                  <a:pt x="258" y="606"/>
                </a:lnTo>
                <a:lnTo>
                  <a:pt x="282" y="606"/>
                </a:lnTo>
                <a:lnTo>
                  <a:pt x="282" y="706"/>
                </a:lnTo>
                <a:lnTo>
                  <a:pt x="313" y="706"/>
                </a:lnTo>
                <a:lnTo>
                  <a:pt x="313" y="606"/>
                </a:lnTo>
                <a:lnTo>
                  <a:pt x="337" y="606"/>
                </a:lnTo>
                <a:lnTo>
                  <a:pt x="337" y="706"/>
                </a:lnTo>
                <a:lnTo>
                  <a:pt x="366" y="706"/>
                </a:lnTo>
                <a:lnTo>
                  <a:pt x="366" y="606"/>
                </a:lnTo>
                <a:lnTo>
                  <a:pt x="391" y="606"/>
                </a:lnTo>
                <a:lnTo>
                  <a:pt x="391" y="706"/>
                </a:lnTo>
                <a:lnTo>
                  <a:pt x="421" y="706"/>
                </a:lnTo>
                <a:lnTo>
                  <a:pt x="421" y="606"/>
                </a:lnTo>
                <a:lnTo>
                  <a:pt x="445" y="606"/>
                </a:lnTo>
                <a:lnTo>
                  <a:pt x="445" y="706"/>
                </a:lnTo>
                <a:lnTo>
                  <a:pt x="475" y="706"/>
                </a:lnTo>
                <a:lnTo>
                  <a:pt x="475" y="606"/>
                </a:lnTo>
                <a:lnTo>
                  <a:pt x="500" y="606"/>
                </a:lnTo>
                <a:lnTo>
                  <a:pt x="500" y="706"/>
                </a:lnTo>
                <a:lnTo>
                  <a:pt x="529" y="706"/>
                </a:lnTo>
                <a:lnTo>
                  <a:pt x="529" y="606"/>
                </a:lnTo>
                <a:lnTo>
                  <a:pt x="553" y="606"/>
                </a:lnTo>
                <a:lnTo>
                  <a:pt x="553" y="706"/>
                </a:lnTo>
                <a:lnTo>
                  <a:pt x="584" y="706"/>
                </a:lnTo>
                <a:lnTo>
                  <a:pt x="584" y="606"/>
                </a:lnTo>
                <a:lnTo>
                  <a:pt x="603" y="606"/>
                </a:lnTo>
                <a:lnTo>
                  <a:pt x="603" y="586"/>
                </a:lnTo>
                <a:lnTo>
                  <a:pt x="704" y="586"/>
                </a:lnTo>
                <a:lnTo>
                  <a:pt x="704" y="556"/>
                </a:lnTo>
                <a:lnTo>
                  <a:pt x="603" y="556"/>
                </a:lnTo>
                <a:lnTo>
                  <a:pt x="603" y="532"/>
                </a:lnTo>
                <a:lnTo>
                  <a:pt x="704" y="532"/>
                </a:lnTo>
                <a:lnTo>
                  <a:pt x="704" y="501"/>
                </a:lnTo>
                <a:lnTo>
                  <a:pt x="603" y="501"/>
                </a:lnTo>
                <a:lnTo>
                  <a:pt x="603" y="477"/>
                </a:lnTo>
                <a:lnTo>
                  <a:pt x="704" y="477"/>
                </a:lnTo>
                <a:lnTo>
                  <a:pt x="704" y="447"/>
                </a:lnTo>
                <a:lnTo>
                  <a:pt x="603" y="447"/>
                </a:lnTo>
                <a:lnTo>
                  <a:pt x="603" y="423"/>
                </a:lnTo>
                <a:lnTo>
                  <a:pt x="704" y="423"/>
                </a:lnTo>
                <a:lnTo>
                  <a:pt x="704" y="393"/>
                </a:lnTo>
                <a:lnTo>
                  <a:pt x="603" y="393"/>
                </a:lnTo>
                <a:lnTo>
                  <a:pt x="603" y="369"/>
                </a:lnTo>
                <a:lnTo>
                  <a:pt x="704" y="369"/>
                </a:lnTo>
                <a:lnTo>
                  <a:pt x="704" y="338"/>
                </a:lnTo>
                <a:lnTo>
                  <a:pt x="603" y="338"/>
                </a:lnTo>
                <a:lnTo>
                  <a:pt x="603" y="314"/>
                </a:lnTo>
                <a:lnTo>
                  <a:pt x="704" y="314"/>
                </a:lnTo>
                <a:lnTo>
                  <a:pt x="704" y="284"/>
                </a:lnTo>
                <a:lnTo>
                  <a:pt x="603" y="284"/>
                </a:lnTo>
                <a:lnTo>
                  <a:pt x="603" y="260"/>
                </a:lnTo>
                <a:lnTo>
                  <a:pt x="704" y="260"/>
                </a:lnTo>
                <a:lnTo>
                  <a:pt x="704" y="230"/>
                </a:lnTo>
                <a:lnTo>
                  <a:pt x="603" y="230"/>
                </a:lnTo>
                <a:lnTo>
                  <a:pt x="603" y="206"/>
                </a:lnTo>
                <a:lnTo>
                  <a:pt x="704" y="206"/>
                </a:lnTo>
                <a:lnTo>
                  <a:pt x="704" y="175"/>
                </a:lnTo>
                <a:lnTo>
                  <a:pt x="603" y="175"/>
                </a:lnTo>
                <a:lnTo>
                  <a:pt x="603" y="151"/>
                </a:lnTo>
                <a:lnTo>
                  <a:pt x="704" y="151"/>
                </a:lnTo>
                <a:close/>
                <a:moveTo>
                  <a:pt x="574" y="576"/>
                </a:moveTo>
                <a:lnTo>
                  <a:pt x="129" y="576"/>
                </a:lnTo>
                <a:lnTo>
                  <a:pt x="129" y="131"/>
                </a:lnTo>
                <a:lnTo>
                  <a:pt x="574" y="131"/>
                </a:lnTo>
                <a:lnTo>
                  <a:pt x="574" y="576"/>
                </a:lnTo>
                <a:close/>
              </a:path>
            </a:pathLst>
          </a:custGeom>
          <a:solidFill>
            <a:schemeClr val="accent5"/>
          </a:solidFill>
          <a:ln>
            <a:noFill/>
          </a:ln>
        </p:spPr>
        <p:txBody>
          <a:bodyPr spcFirstLastPara="1" wrap="square" lIns="114275" tIns="57150" rIns="114275" bIns="57150" anchor="t"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rgbClr val="D04A02"/>
              </a:solidFill>
              <a:latin typeface="Arial"/>
              <a:ea typeface="Arial"/>
              <a:cs typeface="Arial"/>
              <a:sym typeface="Arial"/>
            </a:endParaRPr>
          </a:p>
        </p:txBody>
      </p:sp>
      <p:sp>
        <p:nvSpPr>
          <p:cNvPr id="388" name="Google Shape;388;p65"/>
          <p:cNvSpPr/>
          <p:nvPr/>
        </p:nvSpPr>
        <p:spPr>
          <a:xfrm>
            <a:off x="8949217" y="554417"/>
            <a:ext cx="100637" cy="100913"/>
          </a:xfrm>
          <a:custGeom>
            <a:avLst/>
            <a:gdLst/>
            <a:ahLst/>
            <a:cxnLst/>
            <a:rect l="l" t="t" r="r" b="b"/>
            <a:pathLst>
              <a:path w="576" h="576" extrusionOk="0">
                <a:moveTo>
                  <a:pt x="0" y="0"/>
                </a:moveTo>
                <a:cubicBezTo>
                  <a:pt x="0" y="576"/>
                  <a:pt x="0" y="576"/>
                  <a:pt x="0" y="576"/>
                </a:cubicBezTo>
                <a:cubicBezTo>
                  <a:pt x="576" y="576"/>
                  <a:pt x="576" y="576"/>
                  <a:pt x="576" y="576"/>
                </a:cubicBezTo>
                <a:cubicBezTo>
                  <a:pt x="576" y="0"/>
                  <a:pt x="576" y="0"/>
                  <a:pt x="576" y="0"/>
                </a:cubicBezTo>
                <a:lnTo>
                  <a:pt x="0" y="0"/>
                </a:lnTo>
                <a:close/>
                <a:moveTo>
                  <a:pt x="552" y="551"/>
                </a:moveTo>
                <a:cubicBezTo>
                  <a:pt x="25" y="551"/>
                  <a:pt x="25" y="551"/>
                  <a:pt x="25" y="551"/>
                </a:cubicBezTo>
                <a:cubicBezTo>
                  <a:pt x="25" y="24"/>
                  <a:pt x="25" y="24"/>
                  <a:pt x="25" y="24"/>
                </a:cubicBezTo>
                <a:cubicBezTo>
                  <a:pt x="552" y="24"/>
                  <a:pt x="552" y="24"/>
                  <a:pt x="552" y="24"/>
                </a:cubicBezTo>
                <a:lnTo>
                  <a:pt x="552" y="551"/>
                </a:lnTo>
                <a:close/>
                <a:moveTo>
                  <a:pt x="97" y="234"/>
                </a:moveTo>
                <a:cubicBezTo>
                  <a:pt x="107" y="234"/>
                  <a:pt x="117" y="230"/>
                  <a:pt x="125" y="223"/>
                </a:cubicBezTo>
                <a:cubicBezTo>
                  <a:pt x="206" y="258"/>
                  <a:pt x="206" y="258"/>
                  <a:pt x="206" y="258"/>
                </a:cubicBezTo>
                <a:cubicBezTo>
                  <a:pt x="204" y="264"/>
                  <a:pt x="203" y="271"/>
                  <a:pt x="203" y="278"/>
                </a:cubicBezTo>
                <a:cubicBezTo>
                  <a:pt x="203" y="293"/>
                  <a:pt x="207" y="306"/>
                  <a:pt x="215" y="318"/>
                </a:cubicBezTo>
                <a:cubicBezTo>
                  <a:pt x="160" y="361"/>
                  <a:pt x="160" y="361"/>
                  <a:pt x="160" y="361"/>
                </a:cubicBezTo>
                <a:cubicBezTo>
                  <a:pt x="154" y="357"/>
                  <a:pt x="147" y="355"/>
                  <a:pt x="140" y="355"/>
                </a:cubicBezTo>
                <a:cubicBezTo>
                  <a:pt x="119" y="355"/>
                  <a:pt x="102" y="372"/>
                  <a:pt x="102" y="393"/>
                </a:cubicBezTo>
                <a:cubicBezTo>
                  <a:pt x="102" y="414"/>
                  <a:pt x="119" y="432"/>
                  <a:pt x="140" y="432"/>
                </a:cubicBezTo>
                <a:cubicBezTo>
                  <a:pt x="161" y="432"/>
                  <a:pt x="179" y="414"/>
                  <a:pt x="179" y="393"/>
                </a:cubicBezTo>
                <a:cubicBezTo>
                  <a:pt x="179" y="389"/>
                  <a:pt x="178" y="385"/>
                  <a:pt x="176" y="380"/>
                </a:cubicBezTo>
                <a:cubicBezTo>
                  <a:pt x="232" y="337"/>
                  <a:pt x="232" y="337"/>
                  <a:pt x="232" y="337"/>
                </a:cubicBezTo>
                <a:cubicBezTo>
                  <a:pt x="244" y="347"/>
                  <a:pt x="260" y="353"/>
                  <a:pt x="278" y="353"/>
                </a:cubicBezTo>
                <a:cubicBezTo>
                  <a:pt x="285" y="353"/>
                  <a:pt x="291" y="352"/>
                  <a:pt x="297" y="350"/>
                </a:cubicBezTo>
                <a:cubicBezTo>
                  <a:pt x="348" y="450"/>
                  <a:pt x="348" y="450"/>
                  <a:pt x="348" y="450"/>
                </a:cubicBezTo>
                <a:cubicBezTo>
                  <a:pt x="342" y="457"/>
                  <a:pt x="338" y="466"/>
                  <a:pt x="338" y="476"/>
                </a:cubicBezTo>
                <a:cubicBezTo>
                  <a:pt x="338" y="497"/>
                  <a:pt x="355" y="514"/>
                  <a:pt x="377" y="514"/>
                </a:cubicBezTo>
                <a:cubicBezTo>
                  <a:pt x="398" y="514"/>
                  <a:pt x="415" y="497"/>
                  <a:pt x="415" y="476"/>
                </a:cubicBezTo>
                <a:cubicBezTo>
                  <a:pt x="415" y="454"/>
                  <a:pt x="398" y="437"/>
                  <a:pt x="377" y="437"/>
                </a:cubicBezTo>
                <a:cubicBezTo>
                  <a:pt x="374" y="437"/>
                  <a:pt x="372" y="437"/>
                  <a:pt x="370" y="438"/>
                </a:cubicBezTo>
                <a:cubicBezTo>
                  <a:pt x="320" y="339"/>
                  <a:pt x="320" y="339"/>
                  <a:pt x="320" y="339"/>
                </a:cubicBezTo>
                <a:cubicBezTo>
                  <a:pt x="340" y="326"/>
                  <a:pt x="353" y="304"/>
                  <a:pt x="353" y="278"/>
                </a:cubicBezTo>
                <a:cubicBezTo>
                  <a:pt x="353" y="278"/>
                  <a:pt x="353" y="278"/>
                  <a:pt x="353" y="277"/>
                </a:cubicBezTo>
                <a:cubicBezTo>
                  <a:pt x="447" y="257"/>
                  <a:pt x="447" y="257"/>
                  <a:pt x="447" y="257"/>
                </a:cubicBezTo>
                <a:cubicBezTo>
                  <a:pt x="454" y="269"/>
                  <a:pt x="466" y="276"/>
                  <a:pt x="480" y="276"/>
                </a:cubicBezTo>
                <a:cubicBezTo>
                  <a:pt x="501" y="276"/>
                  <a:pt x="518" y="258"/>
                  <a:pt x="518" y="237"/>
                </a:cubicBezTo>
                <a:cubicBezTo>
                  <a:pt x="518" y="216"/>
                  <a:pt x="501" y="199"/>
                  <a:pt x="480" y="199"/>
                </a:cubicBezTo>
                <a:cubicBezTo>
                  <a:pt x="460" y="199"/>
                  <a:pt x="444" y="213"/>
                  <a:pt x="442" y="232"/>
                </a:cubicBezTo>
                <a:cubicBezTo>
                  <a:pt x="348" y="252"/>
                  <a:pt x="348" y="252"/>
                  <a:pt x="348" y="252"/>
                </a:cubicBezTo>
                <a:cubicBezTo>
                  <a:pt x="339" y="228"/>
                  <a:pt x="317" y="209"/>
                  <a:pt x="291" y="205"/>
                </a:cubicBezTo>
                <a:cubicBezTo>
                  <a:pt x="291" y="141"/>
                  <a:pt x="291" y="141"/>
                  <a:pt x="291" y="141"/>
                </a:cubicBezTo>
                <a:cubicBezTo>
                  <a:pt x="306" y="136"/>
                  <a:pt x="316" y="121"/>
                  <a:pt x="316" y="105"/>
                </a:cubicBezTo>
                <a:cubicBezTo>
                  <a:pt x="316" y="84"/>
                  <a:pt x="299" y="67"/>
                  <a:pt x="278" y="67"/>
                </a:cubicBezTo>
                <a:cubicBezTo>
                  <a:pt x="257" y="67"/>
                  <a:pt x="239" y="84"/>
                  <a:pt x="239" y="105"/>
                </a:cubicBezTo>
                <a:cubicBezTo>
                  <a:pt x="239" y="121"/>
                  <a:pt x="250" y="136"/>
                  <a:pt x="265" y="141"/>
                </a:cubicBezTo>
                <a:cubicBezTo>
                  <a:pt x="265" y="205"/>
                  <a:pt x="265" y="205"/>
                  <a:pt x="265" y="205"/>
                </a:cubicBezTo>
                <a:cubicBezTo>
                  <a:pt x="245" y="208"/>
                  <a:pt x="228" y="219"/>
                  <a:pt x="217" y="235"/>
                </a:cubicBezTo>
                <a:cubicBezTo>
                  <a:pt x="135" y="199"/>
                  <a:pt x="135" y="199"/>
                  <a:pt x="135" y="199"/>
                </a:cubicBezTo>
                <a:cubicBezTo>
                  <a:pt x="135" y="198"/>
                  <a:pt x="135" y="197"/>
                  <a:pt x="135" y="196"/>
                </a:cubicBezTo>
                <a:cubicBezTo>
                  <a:pt x="135" y="175"/>
                  <a:pt x="118" y="157"/>
                  <a:pt x="97" y="157"/>
                </a:cubicBezTo>
                <a:cubicBezTo>
                  <a:pt x="76" y="157"/>
                  <a:pt x="58" y="175"/>
                  <a:pt x="58" y="196"/>
                </a:cubicBezTo>
                <a:cubicBezTo>
                  <a:pt x="58" y="217"/>
                  <a:pt x="76" y="234"/>
                  <a:pt x="97" y="234"/>
                </a:cubicBezTo>
                <a:close/>
                <a:moveTo>
                  <a:pt x="278" y="235"/>
                </a:moveTo>
                <a:cubicBezTo>
                  <a:pt x="301" y="235"/>
                  <a:pt x="321" y="255"/>
                  <a:pt x="321" y="278"/>
                </a:cubicBezTo>
                <a:cubicBezTo>
                  <a:pt x="321" y="302"/>
                  <a:pt x="301" y="321"/>
                  <a:pt x="278" y="321"/>
                </a:cubicBezTo>
                <a:cubicBezTo>
                  <a:pt x="254" y="321"/>
                  <a:pt x="235" y="302"/>
                  <a:pt x="235" y="278"/>
                </a:cubicBezTo>
                <a:cubicBezTo>
                  <a:pt x="235" y="255"/>
                  <a:pt x="254" y="235"/>
                  <a:pt x="278" y="235"/>
                </a:cubicBezTo>
                <a:close/>
              </a:path>
            </a:pathLst>
          </a:custGeom>
          <a:solidFill>
            <a:schemeClr val="accent3"/>
          </a:solidFill>
          <a:ln>
            <a:noFill/>
          </a:ln>
        </p:spPr>
        <p:txBody>
          <a:bodyPr spcFirstLastPara="1" wrap="square" lIns="114275" tIns="57150" rIns="114275" bIns="57150" anchor="t" anchorCtr="0">
            <a:noAutofit/>
          </a:bodyPr>
          <a:lstStyle/>
          <a:p>
            <a:pPr marL="0" marR="0" lvl="0" indent="0" algn="l" rtl="0">
              <a:lnSpc>
                <a:spcPct val="100000"/>
              </a:lnSpc>
              <a:spcBef>
                <a:spcPts val="0"/>
              </a:spcBef>
              <a:spcAft>
                <a:spcPts val="0"/>
              </a:spcAft>
              <a:buClr>
                <a:srgbClr val="000000"/>
              </a:buClr>
              <a:buSzPts val="900"/>
              <a:buFont typeface="Arial"/>
              <a:buNone/>
            </a:pPr>
            <a:endParaRPr sz="900" b="1" i="0" u="none" strike="noStrike" cap="none">
              <a:solidFill>
                <a:srgbClr val="D04A02"/>
              </a:solidFill>
              <a:latin typeface="Arial"/>
              <a:ea typeface="Arial"/>
              <a:cs typeface="Arial"/>
              <a:sym typeface="Arial"/>
            </a:endParaRPr>
          </a:p>
        </p:txBody>
      </p:sp>
      <p:sp>
        <p:nvSpPr>
          <p:cNvPr id="389" name="Google Shape;389;p65"/>
          <p:cNvSpPr/>
          <p:nvPr/>
        </p:nvSpPr>
        <p:spPr>
          <a:xfrm>
            <a:off x="8200187" y="525497"/>
            <a:ext cx="100038" cy="100163"/>
          </a:xfrm>
          <a:custGeom>
            <a:avLst/>
            <a:gdLst/>
            <a:ahLst/>
            <a:cxnLst/>
            <a:rect l="l" t="t" r="r" b="b"/>
            <a:pathLst>
              <a:path w="571645" h="572356" extrusionOk="0">
                <a:moveTo>
                  <a:pt x="475770" y="499301"/>
                </a:moveTo>
                <a:lnTo>
                  <a:pt x="475746" y="499367"/>
                </a:lnTo>
                <a:lnTo>
                  <a:pt x="475651" y="499460"/>
                </a:lnTo>
                <a:close/>
                <a:moveTo>
                  <a:pt x="50400" y="495611"/>
                </a:moveTo>
                <a:cubicBezTo>
                  <a:pt x="48270" y="495623"/>
                  <a:pt x="46150" y="495905"/>
                  <a:pt x="44090" y="496444"/>
                </a:cubicBezTo>
                <a:cubicBezTo>
                  <a:pt x="42731" y="496746"/>
                  <a:pt x="41403" y="497170"/>
                  <a:pt x="40121" y="497714"/>
                </a:cubicBezTo>
                <a:cubicBezTo>
                  <a:pt x="39069" y="498143"/>
                  <a:pt x="38048" y="498648"/>
                  <a:pt x="37065" y="499223"/>
                </a:cubicBezTo>
                <a:cubicBezTo>
                  <a:pt x="36549" y="499500"/>
                  <a:pt x="36113" y="499858"/>
                  <a:pt x="35636" y="500175"/>
                </a:cubicBezTo>
                <a:cubicBezTo>
                  <a:pt x="34163" y="501159"/>
                  <a:pt x="32791" y="502286"/>
                  <a:pt x="31543" y="503544"/>
                </a:cubicBezTo>
                <a:cubicBezTo>
                  <a:pt x="21209" y="513946"/>
                  <a:pt x="21264" y="530758"/>
                  <a:pt x="31668" y="541093"/>
                </a:cubicBezTo>
                <a:cubicBezTo>
                  <a:pt x="32879" y="542308"/>
                  <a:pt x="34209" y="543399"/>
                  <a:pt x="35636" y="544348"/>
                </a:cubicBezTo>
                <a:lnTo>
                  <a:pt x="50637" y="548824"/>
                </a:lnTo>
                <a:lnTo>
                  <a:pt x="50796" y="548871"/>
                </a:lnTo>
                <a:cubicBezTo>
                  <a:pt x="57969" y="548904"/>
                  <a:pt x="64851" y="546041"/>
                  <a:pt x="69886" y="540934"/>
                </a:cubicBezTo>
                <a:cubicBezTo>
                  <a:pt x="71450" y="539251"/>
                  <a:pt x="72784" y="537370"/>
                  <a:pt x="73855" y="535338"/>
                </a:cubicBezTo>
                <a:cubicBezTo>
                  <a:pt x="75518" y="532409"/>
                  <a:pt x="76609" y="529190"/>
                  <a:pt x="77070" y="525853"/>
                </a:cubicBezTo>
                <a:lnTo>
                  <a:pt x="76951" y="525853"/>
                </a:lnTo>
                <a:cubicBezTo>
                  <a:pt x="77113" y="524670"/>
                  <a:pt x="77193" y="523475"/>
                  <a:pt x="77189" y="522281"/>
                </a:cubicBezTo>
                <a:cubicBezTo>
                  <a:pt x="77183" y="511875"/>
                  <a:pt x="71124" y="502421"/>
                  <a:pt x="61671" y="498071"/>
                </a:cubicBezTo>
                <a:cubicBezTo>
                  <a:pt x="60381" y="497520"/>
                  <a:pt x="59055" y="497055"/>
                  <a:pt x="57703" y="496683"/>
                </a:cubicBezTo>
                <a:cubicBezTo>
                  <a:pt x="55331" y="495984"/>
                  <a:pt x="52873" y="495623"/>
                  <a:pt x="50400" y="495611"/>
                </a:cubicBezTo>
                <a:close/>
                <a:moveTo>
                  <a:pt x="521054" y="495531"/>
                </a:moveTo>
                <a:cubicBezTo>
                  <a:pt x="516795" y="495540"/>
                  <a:pt x="512605" y="496575"/>
                  <a:pt x="508830" y="498548"/>
                </a:cubicBezTo>
                <a:cubicBezTo>
                  <a:pt x="507425" y="499290"/>
                  <a:pt x="506096" y="500168"/>
                  <a:pt x="504861" y="501168"/>
                </a:cubicBezTo>
                <a:cubicBezTo>
                  <a:pt x="502898" y="502711"/>
                  <a:pt x="501146" y="504513"/>
                  <a:pt x="499663" y="506525"/>
                </a:cubicBezTo>
                <a:cubicBezTo>
                  <a:pt x="498683" y="507863"/>
                  <a:pt x="497818" y="509284"/>
                  <a:pt x="497083" y="510771"/>
                </a:cubicBezTo>
                <a:cubicBezTo>
                  <a:pt x="496389" y="512264"/>
                  <a:pt x="495829" y="513820"/>
                  <a:pt x="495416" y="515415"/>
                </a:cubicBezTo>
                <a:cubicBezTo>
                  <a:pt x="494796" y="517625"/>
                  <a:pt x="494475" y="519908"/>
                  <a:pt x="494464" y="522201"/>
                </a:cubicBezTo>
                <a:cubicBezTo>
                  <a:pt x="494495" y="529139"/>
                  <a:pt x="497210" y="535799"/>
                  <a:pt x="502044" y="540775"/>
                </a:cubicBezTo>
                <a:cubicBezTo>
                  <a:pt x="502639" y="541370"/>
                  <a:pt x="503274" y="541966"/>
                  <a:pt x="503949" y="542521"/>
                </a:cubicBezTo>
                <a:lnTo>
                  <a:pt x="504443" y="542905"/>
                </a:lnTo>
                <a:lnTo>
                  <a:pt x="505774" y="543939"/>
                </a:lnTo>
                <a:lnTo>
                  <a:pt x="509665" y="544823"/>
                </a:lnTo>
                <a:lnTo>
                  <a:pt x="525621" y="548446"/>
                </a:lnTo>
                <a:lnTo>
                  <a:pt x="542758" y="537654"/>
                </a:lnTo>
                <a:lnTo>
                  <a:pt x="542724" y="537759"/>
                </a:lnTo>
                <a:lnTo>
                  <a:pt x="542843" y="537600"/>
                </a:lnTo>
                <a:lnTo>
                  <a:pt x="542758" y="537654"/>
                </a:lnTo>
                <a:lnTo>
                  <a:pt x="547684" y="522360"/>
                </a:lnTo>
                <a:cubicBezTo>
                  <a:pt x="547791" y="512319"/>
                  <a:pt x="542191" y="503093"/>
                  <a:pt x="533238" y="498548"/>
                </a:cubicBezTo>
                <a:cubicBezTo>
                  <a:pt x="532469" y="498143"/>
                  <a:pt x="531670" y="497786"/>
                  <a:pt x="530856" y="497476"/>
                </a:cubicBezTo>
                <a:cubicBezTo>
                  <a:pt x="527745" y="496203"/>
                  <a:pt x="524415" y="495544"/>
                  <a:pt x="521054" y="495531"/>
                </a:cubicBezTo>
                <a:close/>
                <a:moveTo>
                  <a:pt x="142595" y="379803"/>
                </a:moveTo>
                <a:lnTo>
                  <a:pt x="142595" y="437747"/>
                </a:lnTo>
                <a:lnTo>
                  <a:pt x="183076" y="408774"/>
                </a:lnTo>
                <a:close/>
                <a:moveTo>
                  <a:pt x="130251" y="354481"/>
                </a:moveTo>
                <a:cubicBezTo>
                  <a:pt x="132940" y="353351"/>
                  <a:pt x="136014" y="353619"/>
                  <a:pt x="138466" y="355196"/>
                </a:cubicBezTo>
                <a:cubicBezTo>
                  <a:pt x="139190" y="355471"/>
                  <a:pt x="139871" y="355845"/>
                  <a:pt x="140491" y="356308"/>
                </a:cubicBezTo>
                <a:lnTo>
                  <a:pt x="198633" y="398059"/>
                </a:lnTo>
                <a:cubicBezTo>
                  <a:pt x="202605" y="400253"/>
                  <a:pt x="205146" y="404361"/>
                  <a:pt x="205340" y="408893"/>
                </a:cubicBezTo>
                <a:cubicBezTo>
                  <a:pt x="205299" y="413287"/>
                  <a:pt x="202843" y="417295"/>
                  <a:pt x="198951" y="419332"/>
                </a:cubicBezTo>
                <a:lnTo>
                  <a:pt x="141325" y="460527"/>
                </a:lnTo>
                <a:lnTo>
                  <a:pt x="140610" y="461003"/>
                </a:lnTo>
                <a:cubicBezTo>
                  <a:pt x="138783" y="462884"/>
                  <a:pt x="136286" y="463968"/>
                  <a:pt x="133665" y="464019"/>
                </a:cubicBezTo>
                <a:cubicBezTo>
                  <a:pt x="128733" y="464019"/>
                  <a:pt x="124735" y="460023"/>
                  <a:pt x="124735" y="455089"/>
                </a:cubicBezTo>
                <a:lnTo>
                  <a:pt x="124735" y="362736"/>
                </a:lnTo>
                <a:cubicBezTo>
                  <a:pt x="124745" y="359125"/>
                  <a:pt x="126919" y="355871"/>
                  <a:pt x="130251" y="354481"/>
                </a:cubicBezTo>
                <a:close/>
                <a:moveTo>
                  <a:pt x="295271" y="294951"/>
                </a:moveTo>
                <a:lnTo>
                  <a:pt x="295271" y="509978"/>
                </a:lnTo>
                <a:lnTo>
                  <a:pt x="471801" y="509978"/>
                </a:lnTo>
                <a:lnTo>
                  <a:pt x="475745" y="499370"/>
                </a:lnTo>
                <a:lnTo>
                  <a:pt x="475746" y="499367"/>
                </a:lnTo>
                <a:lnTo>
                  <a:pt x="475961" y="499154"/>
                </a:lnTo>
                <a:lnTo>
                  <a:pt x="498948" y="476481"/>
                </a:lnTo>
                <a:cubicBezTo>
                  <a:pt x="502104" y="474969"/>
                  <a:pt x="505401" y="473771"/>
                  <a:pt x="508790" y="472910"/>
                </a:cubicBezTo>
                <a:lnTo>
                  <a:pt x="508790" y="411116"/>
                </a:lnTo>
                <a:lnTo>
                  <a:pt x="485020" y="411116"/>
                </a:lnTo>
                <a:cubicBezTo>
                  <a:pt x="481252" y="411096"/>
                  <a:pt x="477900" y="408739"/>
                  <a:pt x="476605" y="405203"/>
                </a:cubicBezTo>
                <a:lnTo>
                  <a:pt x="474542" y="399528"/>
                </a:lnTo>
                <a:lnTo>
                  <a:pt x="461326" y="450844"/>
                </a:lnTo>
                <a:cubicBezTo>
                  <a:pt x="460357" y="454515"/>
                  <a:pt x="457175" y="457174"/>
                  <a:pt x="453389" y="457471"/>
                </a:cubicBezTo>
                <a:lnTo>
                  <a:pt x="452515" y="457471"/>
                </a:lnTo>
                <a:cubicBezTo>
                  <a:pt x="449117" y="457424"/>
                  <a:pt x="446042" y="455455"/>
                  <a:pt x="444577" y="452391"/>
                </a:cubicBezTo>
                <a:lnTo>
                  <a:pt x="422511" y="406235"/>
                </a:lnTo>
                <a:lnTo>
                  <a:pt x="415486" y="418974"/>
                </a:lnTo>
                <a:cubicBezTo>
                  <a:pt x="414573" y="420554"/>
                  <a:pt x="413197" y="421816"/>
                  <a:pt x="411550" y="422590"/>
                </a:cubicBezTo>
                <a:cubicBezTo>
                  <a:pt x="407065" y="424701"/>
                  <a:pt x="401723" y="422780"/>
                  <a:pt x="399611" y="418300"/>
                </a:cubicBezTo>
                <a:lnTo>
                  <a:pt x="379490" y="373175"/>
                </a:lnTo>
                <a:lnTo>
                  <a:pt x="359885" y="450724"/>
                </a:lnTo>
                <a:cubicBezTo>
                  <a:pt x="358928" y="454534"/>
                  <a:pt x="355593" y="457276"/>
                  <a:pt x="351670" y="457471"/>
                </a:cubicBezTo>
                <a:cubicBezTo>
                  <a:pt x="347731" y="457694"/>
                  <a:pt x="344121" y="455280"/>
                  <a:pt x="342818" y="451558"/>
                </a:cubicBezTo>
                <a:lnTo>
                  <a:pt x="328015" y="409965"/>
                </a:lnTo>
                <a:lnTo>
                  <a:pt x="295392" y="409965"/>
                </a:lnTo>
                <a:lnTo>
                  <a:pt x="295392" y="392107"/>
                </a:lnTo>
                <a:lnTo>
                  <a:pt x="334286" y="392107"/>
                </a:lnTo>
                <a:cubicBezTo>
                  <a:pt x="338068" y="392109"/>
                  <a:pt x="341438" y="394493"/>
                  <a:pt x="342700" y="398059"/>
                </a:cubicBezTo>
                <a:lnTo>
                  <a:pt x="349763" y="417903"/>
                </a:lnTo>
                <a:lnTo>
                  <a:pt x="368377" y="343847"/>
                </a:lnTo>
                <a:cubicBezTo>
                  <a:pt x="369038" y="341149"/>
                  <a:pt x="370921" y="338915"/>
                  <a:pt x="373468" y="337808"/>
                </a:cubicBezTo>
                <a:cubicBezTo>
                  <a:pt x="377971" y="335852"/>
                  <a:pt x="383208" y="337914"/>
                  <a:pt x="385165" y="342418"/>
                </a:cubicBezTo>
                <a:lnTo>
                  <a:pt x="408621" y="394765"/>
                </a:lnTo>
                <a:lnTo>
                  <a:pt x="415367" y="382542"/>
                </a:lnTo>
                <a:cubicBezTo>
                  <a:pt x="416265" y="380910"/>
                  <a:pt x="417650" y="379599"/>
                  <a:pt x="419328" y="378793"/>
                </a:cubicBezTo>
                <a:cubicBezTo>
                  <a:pt x="423773" y="376659"/>
                  <a:pt x="429107" y="378533"/>
                  <a:pt x="431242" y="382978"/>
                </a:cubicBezTo>
                <a:lnTo>
                  <a:pt x="450214" y="422665"/>
                </a:lnTo>
                <a:lnTo>
                  <a:pt x="464540" y="367103"/>
                </a:lnTo>
                <a:cubicBezTo>
                  <a:pt x="465529" y="363309"/>
                  <a:pt x="468879" y="360605"/>
                  <a:pt x="472795" y="360435"/>
                </a:cubicBezTo>
                <a:cubicBezTo>
                  <a:pt x="476641" y="360367"/>
                  <a:pt x="480117" y="362717"/>
                  <a:pt x="481487" y="366309"/>
                </a:cubicBezTo>
                <a:lnTo>
                  <a:pt x="491290" y="393257"/>
                </a:lnTo>
                <a:lnTo>
                  <a:pt x="508790" y="393257"/>
                </a:lnTo>
                <a:lnTo>
                  <a:pt x="508790" y="294951"/>
                </a:lnTo>
                <a:close/>
                <a:moveTo>
                  <a:pt x="61711" y="294951"/>
                </a:moveTo>
                <a:lnTo>
                  <a:pt x="61711" y="472553"/>
                </a:lnTo>
                <a:cubicBezTo>
                  <a:pt x="64045" y="473076"/>
                  <a:pt x="66340" y="473766"/>
                  <a:pt x="68576" y="474616"/>
                </a:cubicBezTo>
                <a:cubicBezTo>
                  <a:pt x="70768" y="475474"/>
                  <a:pt x="72903" y="476465"/>
                  <a:pt x="74966" y="477593"/>
                </a:cubicBezTo>
                <a:cubicBezTo>
                  <a:pt x="75999" y="478149"/>
                  <a:pt x="76594" y="478545"/>
                  <a:pt x="77983" y="479419"/>
                </a:cubicBezTo>
                <a:lnTo>
                  <a:pt x="81882" y="482148"/>
                </a:lnTo>
                <a:lnTo>
                  <a:pt x="81951" y="482196"/>
                </a:lnTo>
                <a:cubicBezTo>
                  <a:pt x="89724" y="488329"/>
                  <a:pt x="95521" y="496608"/>
                  <a:pt x="98620" y="506009"/>
                </a:cubicBezTo>
                <a:cubicBezTo>
                  <a:pt x="99096" y="507160"/>
                  <a:pt x="99454" y="508549"/>
                  <a:pt x="99811" y="509978"/>
                </a:cubicBezTo>
                <a:lnTo>
                  <a:pt x="277413" y="510136"/>
                </a:lnTo>
                <a:lnTo>
                  <a:pt x="277413" y="294951"/>
                </a:lnTo>
                <a:close/>
                <a:moveTo>
                  <a:pt x="103702" y="197994"/>
                </a:moveTo>
                <a:lnTo>
                  <a:pt x="164979" y="197994"/>
                </a:lnTo>
                <a:cubicBezTo>
                  <a:pt x="169911" y="197994"/>
                  <a:pt x="173908" y="201992"/>
                  <a:pt x="173908" y="206924"/>
                </a:cubicBezTo>
                <a:cubicBezTo>
                  <a:pt x="173908" y="211856"/>
                  <a:pt x="169911" y="215854"/>
                  <a:pt x="164979" y="215854"/>
                </a:cubicBezTo>
                <a:lnTo>
                  <a:pt x="103702" y="215854"/>
                </a:lnTo>
                <a:cubicBezTo>
                  <a:pt x="98770" y="215854"/>
                  <a:pt x="94772" y="211856"/>
                  <a:pt x="94772" y="206924"/>
                </a:cubicBezTo>
                <a:cubicBezTo>
                  <a:pt x="94772" y="201992"/>
                  <a:pt x="98770" y="197994"/>
                  <a:pt x="103702" y="197994"/>
                </a:cubicBezTo>
                <a:close/>
                <a:moveTo>
                  <a:pt x="103702" y="151442"/>
                </a:moveTo>
                <a:lnTo>
                  <a:pt x="220661" y="151442"/>
                </a:lnTo>
                <a:lnTo>
                  <a:pt x="220780" y="151442"/>
                </a:lnTo>
                <a:cubicBezTo>
                  <a:pt x="225713" y="151442"/>
                  <a:pt x="229710" y="155440"/>
                  <a:pt x="229710" y="160372"/>
                </a:cubicBezTo>
                <a:cubicBezTo>
                  <a:pt x="229710" y="165304"/>
                  <a:pt x="225713" y="169302"/>
                  <a:pt x="220780" y="169302"/>
                </a:cubicBezTo>
                <a:lnTo>
                  <a:pt x="103702" y="169302"/>
                </a:lnTo>
                <a:cubicBezTo>
                  <a:pt x="98770" y="169302"/>
                  <a:pt x="94772" y="165304"/>
                  <a:pt x="94772" y="160372"/>
                </a:cubicBezTo>
                <a:cubicBezTo>
                  <a:pt x="94772" y="155440"/>
                  <a:pt x="98770" y="151442"/>
                  <a:pt x="103702" y="151442"/>
                </a:cubicBezTo>
                <a:close/>
                <a:moveTo>
                  <a:pt x="447435" y="116317"/>
                </a:moveTo>
                <a:cubicBezTo>
                  <a:pt x="443930" y="116342"/>
                  <a:pt x="440585" y="117771"/>
                  <a:pt x="438148" y="120286"/>
                </a:cubicBezTo>
                <a:cubicBezTo>
                  <a:pt x="434905" y="123522"/>
                  <a:pt x="433580" y="128215"/>
                  <a:pt x="434655" y="132668"/>
                </a:cubicBezTo>
                <a:cubicBezTo>
                  <a:pt x="435770" y="137502"/>
                  <a:pt x="439545" y="141276"/>
                  <a:pt x="444379" y="142392"/>
                </a:cubicBezTo>
                <a:cubicBezTo>
                  <a:pt x="446463" y="142882"/>
                  <a:pt x="448629" y="142861"/>
                  <a:pt x="450701" y="142330"/>
                </a:cubicBezTo>
                <a:cubicBezTo>
                  <a:pt x="457793" y="140513"/>
                  <a:pt x="462071" y="133292"/>
                  <a:pt x="460254" y="126200"/>
                </a:cubicBezTo>
                <a:cubicBezTo>
                  <a:pt x="459075" y="121521"/>
                  <a:pt x="455411" y="117873"/>
                  <a:pt x="450729" y="116715"/>
                </a:cubicBezTo>
                <a:cubicBezTo>
                  <a:pt x="449649" y="116448"/>
                  <a:pt x="448546" y="116315"/>
                  <a:pt x="447435" y="116317"/>
                </a:cubicBezTo>
                <a:close/>
                <a:moveTo>
                  <a:pt x="103702" y="104768"/>
                </a:moveTo>
                <a:lnTo>
                  <a:pt x="220661" y="104768"/>
                </a:lnTo>
                <a:lnTo>
                  <a:pt x="220780" y="104768"/>
                </a:lnTo>
                <a:cubicBezTo>
                  <a:pt x="225713" y="104768"/>
                  <a:pt x="229710" y="108766"/>
                  <a:pt x="229710" y="113698"/>
                </a:cubicBezTo>
                <a:cubicBezTo>
                  <a:pt x="229710" y="118630"/>
                  <a:pt x="225713" y="122628"/>
                  <a:pt x="220780" y="122628"/>
                </a:cubicBezTo>
                <a:lnTo>
                  <a:pt x="103702" y="122628"/>
                </a:lnTo>
                <a:cubicBezTo>
                  <a:pt x="98770" y="122628"/>
                  <a:pt x="94772" y="118630"/>
                  <a:pt x="94772" y="113698"/>
                </a:cubicBezTo>
                <a:cubicBezTo>
                  <a:pt x="94772" y="108766"/>
                  <a:pt x="98770" y="104768"/>
                  <a:pt x="103702" y="104768"/>
                </a:cubicBezTo>
                <a:close/>
                <a:moveTo>
                  <a:pt x="454816" y="99490"/>
                </a:moveTo>
                <a:cubicBezTo>
                  <a:pt x="466108" y="102177"/>
                  <a:pt x="474930" y="110983"/>
                  <a:pt x="477636" y="122271"/>
                </a:cubicBezTo>
                <a:cubicBezTo>
                  <a:pt x="478228" y="124692"/>
                  <a:pt x="478526" y="127176"/>
                  <a:pt x="478526" y="129668"/>
                </a:cubicBezTo>
                <a:cubicBezTo>
                  <a:pt x="478518" y="146852"/>
                  <a:pt x="464580" y="160776"/>
                  <a:pt x="447395" y="160767"/>
                </a:cubicBezTo>
                <a:cubicBezTo>
                  <a:pt x="445045" y="160757"/>
                  <a:pt x="442704" y="160491"/>
                  <a:pt x="440410" y="159975"/>
                </a:cubicBezTo>
                <a:cubicBezTo>
                  <a:pt x="423710" y="155996"/>
                  <a:pt x="413395" y="139231"/>
                  <a:pt x="417372" y="122528"/>
                </a:cubicBezTo>
                <a:cubicBezTo>
                  <a:pt x="421348" y="105827"/>
                  <a:pt x="438116" y="95512"/>
                  <a:pt x="454816" y="99490"/>
                </a:cubicBezTo>
                <a:close/>
                <a:moveTo>
                  <a:pt x="295271" y="58810"/>
                </a:moveTo>
                <a:lnTo>
                  <a:pt x="295271" y="277091"/>
                </a:lnTo>
                <a:lnTo>
                  <a:pt x="508751" y="277091"/>
                </a:lnTo>
                <a:lnTo>
                  <a:pt x="508751" y="218560"/>
                </a:lnTo>
                <a:lnTo>
                  <a:pt x="485655" y="200653"/>
                </a:lnTo>
                <a:lnTo>
                  <a:pt x="453310" y="223196"/>
                </a:lnTo>
                <a:lnTo>
                  <a:pt x="466048" y="236016"/>
                </a:lnTo>
                <a:cubicBezTo>
                  <a:pt x="469521" y="239522"/>
                  <a:pt x="469497" y="245182"/>
                  <a:pt x="465990" y="248656"/>
                </a:cubicBezTo>
                <a:cubicBezTo>
                  <a:pt x="462481" y="252129"/>
                  <a:pt x="456821" y="252103"/>
                  <a:pt x="453348" y="248596"/>
                </a:cubicBezTo>
                <a:lnTo>
                  <a:pt x="363019" y="157314"/>
                </a:lnTo>
                <a:lnTo>
                  <a:pt x="295273" y="215973"/>
                </a:lnTo>
                <a:lnTo>
                  <a:pt x="295273" y="192161"/>
                </a:lnTo>
                <a:lnTo>
                  <a:pt x="357702" y="138344"/>
                </a:lnTo>
                <a:cubicBezTo>
                  <a:pt x="361237" y="135297"/>
                  <a:pt x="366518" y="135469"/>
                  <a:pt x="369846" y="138741"/>
                </a:cubicBezTo>
                <a:lnTo>
                  <a:pt x="440569" y="210178"/>
                </a:lnTo>
                <a:lnTo>
                  <a:pt x="480812" y="182119"/>
                </a:lnTo>
                <a:cubicBezTo>
                  <a:pt x="484031" y="179904"/>
                  <a:pt x="488310" y="180017"/>
                  <a:pt x="491410" y="182397"/>
                </a:cubicBezTo>
                <a:lnTo>
                  <a:pt x="508751" y="195939"/>
                </a:lnTo>
                <a:lnTo>
                  <a:pt x="508751" y="99609"/>
                </a:lnTo>
                <a:cubicBezTo>
                  <a:pt x="489245" y="94711"/>
                  <a:pt x="474489" y="78726"/>
                  <a:pt x="471166" y="58890"/>
                </a:cubicBezTo>
                <a:close/>
                <a:moveTo>
                  <a:pt x="100326" y="58770"/>
                </a:moveTo>
                <a:cubicBezTo>
                  <a:pt x="99319" y="64863"/>
                  <a:pt x="97193" y="70716"/>
                  <a:pt x="94056" y="76035"/>
                </a:cubicBezTo>
                <a:cubicBezTo>
                  <a:pt x="93035" y="77744"/>
                  <a:pt x="91909" y="79388"/>
                  <a:pt x="90683" y="80956"/>
                </a:cubicBezTo>
                <a:cubicBezTo>
                  <a:pt x="90008" y="81869"/>
                  <a:pt x="89254" y="82781"/>
                  <a:pt x="88500" y="83615"/>
                </a:cubicBezTo>
                <a:cubicBezTo>
                  <a:pt x="87294" y="85136"/>
                  <a:pt x="85995" y="86581"/>
                  <a:pt x="84610" y="87941"/>
                </a:cubicBezTo>
                <a:cubicBezTo>
                  <a:pt x="78115" y="93838"/>
                  <a:pt x="70195" y="97941"/>
                  <a:pt x="61631" y="99848"/>
                </a:cubicBezTo>
                <a:lnTo>
                  <a:pt x="61631" y="277051"/>
                </a:lnTo>
                <a:lnTo>
                  <a:pt x="277413" y="277051"/>
                </a:lnTo>
                <a:lnTo>
                  <a:pt x="277413" y="58770"/>
                </a:lnTo>
                <a:lnTo>
                  <a:pt x="100328" y="58770"/>
                </a:lnTo>
                <a:close/>
                <a:moveTo>
                  <a:pt x="497519" y="38173"/>
                </a:moveTo>
                <a:lnTo>
                  <a:pt x="497480" y="38371"/>
                </a:lnTo>
                <a:lnTo>
                  <a:pt x="497480" y="38328"/>
                </a:lnTo>
                <a:close/>
                <a:moveTo>
                  <a:pt x="525340" y="24441"/>
                </a:moveTo>
                <a:cubicBezTo>
                  <a:pt x="521800" y="23948"/>
                  <a:pt x="518200" y="24164"/>
                  <a:pt x="514744" y="25076"/>
                </a:cubicBezTo>
                <a:cubicBezTo>
                  <a:pt x="510180" y="26133"/>
                  <a:pt x="505976" y="28378"/>
                  <a:pt x="502560" y="31585"/>
                </a:cubicBezTo>
                <a:cubicBezTo>
                  <a:pt x="501568" y="32490"/>
                  <a:pt x="500663" y="33486"/>
                  <a:pt x="499861" y="34561"/>
                </a:cubicBezTo>
                <a:cubicBezTo>
                  <a:pt x="499119" y="35496"/>
                  <a:pt x="498456" y="36493"/>
                  <a:pt x="497876" y="37538"/>
                </a:cubicBezTo>
                <a:lnTo>
                  <a:pt x="497480" y="38133"/>
                </a:lnTo>
                <a:lnTo>
                  <a:pt x="497480" y="38328"/>
                </a:lnTo>
                <a:lnTo>
                  <a:pt x="494424" y="50595"/>
                </a:lnTo>
                <a:cubicBezTo>
                  <a:pt x="494424" y="51270"/>
                  <a:pt x="494424" y="51905"/>
                  <a:pt x="494424" y="52579"/>
                </a:cubicBezTo>
                <a:cubicBezTo>
                  <a:pt x="494508" y="53645"/>
                  <a:pt x="494654" y="54705"/>
                  <a:pt x="494860" y="55754"/>
                </a:cubicBezTo>
                <a:cubicBezTo>
                  <a:pt x="495059" y="56706"/>
                  <a:pt x="495258" y="57699"/>
                  <a:pt x="495535" y="58651"/>
                </a:cubicBezTo>
                <a:cubicBezTo>
                  <a:pt x="496090" y="60313"/>
                  <a:pt x="496793" y="61920"/>
                  <a:pt x="497639" y="63454"/>
                </a:cubicBezTo>
                <a:cubicBezTo>
                  <a:pt x="499333" y="66514"/>
                  <a:pt x="501611" y="69210"/>
                  <a:pt x="504345" y="71391"/>
                </a:cubicBezTo>
                <a:cubicBezTo>
                  <a:pt x="505703" y="72471"/>
                  <a:pt x="507168" y="73415"/>
                  <a:pt x="508711" y="74209"/>
                </a:cubicBezTo>
                <a:cubicBezTo>
                  <a:pt x="509640" y="74680"/>
                  <a:pt x="510596" y="75104"/>
                  <a:pt x="511569" y="75479"/>
                </a:cubicBezTo>
                <a:cubicBezTo>
                  <a:pt x="518605" y="78136"/>
                  <a:pt x="526444" y="77675"/>
                  <a:pt x="533119" y="74209"/>
                </a:cubicBezTo>
                <a:cubicBezTo>
                  <a:pt x="534615" y="73428"/>
                  <a:pt x="536036" y="72510"/>
                  <a:pt x="537365" y="71470"/>
                </a:cubicBezTo>
                <a:cubicBezTo>
                  <a:pt x="546434" y="64410"/>
                  <a:pt x="549939" y="52324"/>
                  <a:pt x="546058" y="41506"/>
                </a:cubicBezTo>
                <a:cubicBezTo>
                  <a:pt x="543498" y="34050"/>
                  <a:pt x="537640" y="28191"/>
                  <a:pt x="530183" y="25631"/>
                </a:cubicBezTo>
                <a:cubicBezTo>
                  <a:pt x="528603" y="25109"/>
                  <a:pt x="526984" y="24710"/>
                  <a:pt x="525340" y="24441"/>
                </a:cubicBezTo>
                <a:close/>
                <a:moveTo>
                  <a:pt x="54170" y="24441"/>
                </a:moveTo>
                <a:cubicBezTo>
                  <a:pt x="49836" y="23828"/>
                  <a:pt x="45420" y="24235"/>
                  <a:pt x="41271" y="25631"/>
                </a:cubicBezTo>
                <a:cubicBezTo>
                  <a:pt x="40359" y="25949"/>
                  <a:pt x="39446" y="26346"/>
                  <a:pt x="38573" y="26743"/>
                </a:cubicBezTo>
                <a:cubicBezTo>
                  <a:pt x="37006" y="27509"/>
                  <a:pt x="35518" y="28425"/>
                  <a:pt x="34128" y="29481"/>
                </a:cubicBezTo>
                <a:cubicBezTo>
                  <a:pt x="33238" y="30156"/>
                  <a:pt x="32389" y="30885"/>
                  <a:pt x="31588" y="31664"/>
                </a:cubicBezTo>
                <a:cubicBezTo>
                  <a:pt x="28839" y="34368"/>
                  <a:pt x="26748" y="37668"/>
                  <a:pt x="25476" y="41308"/>
                </a:cubicBezTo>
                <a:cubicBezTo>
                  <a:pt x="20974" y="53481"/>
                  <a:pt x="25903" y="67128"/>
                  <a:pt x="37144" y="73614"/>
                </a:cubicBezTo>
                <a:cubicBezTo>
                  <a:pt x="38126" y="74188"/>
                  <a:pt x="39148" y="74691"/>
                  <a:pt x="40200" y="75121"/>
                </a:cubicBezTo>
                <a:cubicBezTo>
                  <a:pt x="43443" y="76481"/>
                  <a:pt x="46924" y="77184"/>
                  <a:pt x="50440" y="77185"/>
                </a:cubicBezTo>
                <a:cubicBezTo>
                  <a:pt x="52243" y="77189"/>
                  <a:pt x="54039" y="76989"/>
                  <a:pt x="55798" y="76590"/>
                </a:cubicBezTo>
                <a:cubicBezTo>
                  <a:pt x="56314" y="76511"/>
                  <a:pt x="56790" y="76233"/>
                  <a:pt x="57266" y="76233"/>
                </a:cubicBezTo>
                <a:cubicBezTo>
                  <a:pt x="58736" y="75856"/>
                  <a:pt x="60170" y="75351"/>
                  <a:pt x="61553" y="74725"/>
                </a:cubicBezTo>
                <a:cubicBezTo>
                  <a:pt x="64505" y="73373"/>
                  <a:pt x="67193" y="71505"/>
                  <a:pt x="69490" y="69209"/>
                </a:cubicBezTo>
                <a:cubicBezTo>
                  <a:pt x="74433" y="64296"/>
                  <a:pt x="77193" y="57603"/>
                  <a:pt x="77149" y="50635"/>
                </a:cubicBezTo>
                <a:cubicBezTo>
                  <a:pt x="77159" y="44731"/>
                  <a:pt x="75173" y="38996"/>
                  <a:pt x="71514" y="34363"/>
                </a:cubicBezTo>
                <a:cubicBezTo>
                  <a:pt x="67256" y="28910"/>
                  <a:pt x="61029" y="25348"/>
                  <a:pt x="54170" y="24441"/>
                </a:cubicBezTo>
                <a:close/>
                <a:moveTo>
                  <a:pt x="54236" y="142"/>
                </a:moveTo>
                <a:cubicBezTo>
                  <a:pt x="73837" y="1623"/>
                  <a:pt x="91597" y="14561"/>
                  <a:pt x="98263" y="34363"/>
                </a:cubicBezTo>
                <a:lnTo>
                  <a:pt x="473270" y="34363"/>
                </a:lnTo>
                <a:cubicBezTo>
                  <a:pt x="481978" y="9259"/>
                  <a:pt x="508613" y="-4846"/>
                  <a:pt x="534270" y="2058"/>
                </a:cubicBezTo>
                <a:cubicBezTo>
                  <a:pt x="551860" y="6605"/>
                  <a:pt x="565555" y="20396"/>
                  <a:pt x="569989" y="38014"/>
                </a:cubicBezTo>
                <a:cubicBezTo>
                  <a:pt x="570016" y="38124"/>
                  <a:pt x="570044" y="38233"/>
                  <a:pt x="570073" y="38343"/>
                </a:cubicBezTo>
                <a:cubicBezTo>
                  <a:pt x="576751" y="65388"/>
                  <a:pt x="560245" y="92729"/>
                  <a:pt x="533199" y="99410"/>
                </a:cubicBezTo>
                <a:lnTo>
                  <a:pt x="533199" y="472910"/>
                </a:lnTo>
                <a:cubicBezTo>
                  <a:pt x="551284" y="477343"/>
                  <a:pt x="565456" y="491376"/>
                  <a:pt x="570064" y="509419"/>
                </a:cubicBezTo>
                <a:cubicBezTo>
                  <a:pt x="576958" y="536414"/>
                  <a:pt x="560666" y="563881"/>
                  <a:pt x="533675" y="570775"/>
                </a:cubicBezTo>
                <a:cubicBezTo>
                  <a:pt x="506684" y="577669"/>
                  <a:pt x="479211" y="561378"/>
                  <a:pt x="472318" y="534385"/>
                </a:cubicBezTo>
                <a:lnTo>
                  <a:pt x="99255" y="534385"/>
                </a:lnTo>
                <a:cubicBezTo>
                  <a:pt x="94653" y="551638"/>
                  <a:pt x="81251" y="565159"/>
                  <a:pt x="64040" y="569918"/>
                </a:cubicBezTo>
                <a:cubicBezTo>
                  <a:pt x="37251" y="577324"/>
                  <a:pt x="9533" y="561611"/>
                  <a:pt x="2128" y="534823"/>
                </a:cubicBezTo>
                <a:cubicBezTo>
                  <a:pt x="-5278" y="508033"/>
                  <a:pt x="10435" y="480315"/>
                  <a:pt x="37224" y="472910"/>
                </a:cubicBezTo>
                <a:lnTo>
                  <a:pt x="37224" y="99133"/>
                </a:lnTo>
                <a:cubicBezTo>
                  <a:pt x="20986" y="94719"/>
                  <a:pt x="8019" y="82498"/>
                  <a:pt x="2650" y="66550"/>
                </a:cubicBezTo>
                <a:cubicBezTo>
                  <a:pt x="-6239" y="40148"/>
                  <a:pt x="7960" y="11539"/>
                  <a:pt x="34363" y="2650"/>
                </a:cubicBezTo>
                <a:cubicBezTo>
                  <a:pt x="40963" y="428"/>
                  <a:pt x="47702" y="-351"/>
                  <a:pt x="54236" y="142"/>
                </a:cubicBezTo>
                <a:close/>
              </a:path>
            </a:pathLst>
          </a:custGeom>
          <a:solidFill>
            <a:schemeClr val="accent1"/>
          </a:solidFill>
          <a:ln>
            <a:noFill/>
          </a:ln>
        </p:spPr>
        <p:txBody>
          <a:bodyPr spcFirstLastPara="1" wrap="square" lIns="91400" tIns="45700" rIns="91400" bIns="45700" anchor="ctr"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rgbClr val="D04A02"/>
              </a:solidFill>
              <a:latin typeface="Arial"/>
              <a:ea typeface="Arial"/>
              <a:cs typeface="Arial"/>
              <a:sym typeface="Arial"/>
            </a:endParaRPr>
          </a:p>
        </p:txBody>
      </p:sp>
      <p:sp>
        <p:nvSpPr>
          <p:cNvPr id="390" name="Google Shape;390;p65"/>
          <p:cNvSpPr/>
          <p:nvPr/>
        </p:nvSpPr>
        <p:spPr>
          <a:xfrm>
            <a:off x="8496986" y="490042"/>
            <a:ext cx="257438" cy="225938"/>
          </a:xfrm>
          <a:custGeom>
            <a:avLst/>
            <a:gdLst/>
            <a:ahLst/>
            <a:cxnLst/>
            <a:rect l="l" t="t" r="r" b="b"/>
            <a:pathLst>
              <a:path w="120000" h="120000" extrusionOk="0">
                <a:moveTo>
                  <a:pt x="89651" y="120000"/>
                </a:moveTo>
                <a:lnTo>
                  <a:pt x="30069" y="120000"/>
                </a:lnTo>
                <a:lnTo>
                  <a:pt x="0" y="59840"/>
                </a:lnTo>
                <a:lnTo>
                  <a:pt x="30069" y="0"/>
                </a:lnTo>
                <a:lnTo>
                  <a:pt x="90208" y="0"/>
                </a:lnTo>
                <a:lnTo>
                  <a:pt x="120000" y="59520"/>
                </a:lnTo>
                <a:lnTo>
                  <a:pt x="118329" y="60480"/>
                </a:lnTo>
                <a:lnTo>
                  <a:pt x="89095" y="2720"/>
                </a:lnTo>
                <a:lnTo>
                  <a:pt x="31600" y="2720"/>
                </a:lnTo>
                <a:lnTo>
                  <a:pt x="2645" y="59840"/>
                </a:lnTo>
                <a:lnTo>
                  <a:pt x="31600" y="117440"/>
                </a:lnTo>
                <a:lnTo>
                  <a:pt x="89651" y="117440"/>
                </a:lnTo>
                <a:lnTo>
                  <a:pt x="89651"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391" name="Google Shape;391;p65"/>
          <p:cNvSpPr/>
          <p:nvPr/>
        </p:nvSpPr>
        <p:spPr>
          <a:xfrm>
            <a:off x="8486537" y="589411"/>
            <a:ext cx="27375" cy="27563"/>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392" name="Google Shape;392;p65"/>
          <p:cNvSpPr/>
          <p:nvPr/>
        </p:nvSpPr>
        <p:spPr>
          <a:xfrm>
            <a:off x="8738813" y="589411"/>
            <a:ext cx="27375" cy="27563"/>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393" name="Google Shape;393;p65"/>
          <p:cNvSpPr/>
          <p:nvPr/>
        </p:nvSpPr>
        <p:spPr>
          <a:xfrm>
            <a:off x="8549829" y="479504"/>
            <a:ext cx="2737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394" name="Google Shape;394;p65"/>
          <p:cNvSpPr/>
          <p:nvPr/>
        </p:nvSpPr>
        <p:spPr>
          <a:xfrm>
            <a:off x="8549829" y="699017"/>
            <a:ext cx="2737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395" name="Google Shape;395;p65"/>
          <p:cNvSpPr/>
          <p:nvPr/>
        </p:nvSpPr>
        <p:spPr>
          <a:xfrm>
            <a:off x="8675519" y="479504"/>
            <a:ext cx="2737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396" name="Google Shape;396;p65"/>
          <p:cNvSpPr/>
          <p:nvPr/>
        </p:nvSpPr>
        <p:spPr>
          <a:xfrm>
            <a:off x="8675519" y="699017"/>
            <a:ext cx="2737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397" name="Google Shape;397;p65"/>
          <p:cNvSpPr/>
          <p:nvPr/>
        </p:nvSpPr>
        <p:spPr>
          <a:xfrm>
            <a:off x="8687462" y="159719"/>
            <a:ext cx="256125" cy="114563"/>
          </a:xfrm>
          <a:custGeom>
            <a:avLst/>
            <a:gdLst/>
            <a:ahLst/>
            <a:cxnLst/>
            <a:rect l="l" t="t" r="r" b="b"/>
            <a:pathLst>
              <a:path w="120000" h="120000" extrusionOk="0">
                <a:moveTo>
                  <a:pt x="118181" y="120000"/>
                </a:moveTo>
                <a:lnTo>
                  <a:pt x="88951" y="5052"/>
                </a:lnTo>
                <a:lnTo>
                  <a:pt x="31048" y="5052"/>
                </a:lnTo>
                <a:lnTo>
                  <a:pt x="1678" y="120000"/>
                </a:lnTo>
                <a:lnTo>
                  <a:pt x="0" y="117473"/>
                </a:lnTo>
                <a:lnTo>
                  <a:pt x="29650" y="0"/>
                </a:lnTo>
                <a:lnTo>
                  <a:pt x="90069" y="0"/>
                </a:lnTo>
                <a:lnTo>
                  <a:pt x="120000" y="117473"/>
                </a:lnTo>
                <a:lnTo>
                  <a:pt x="118181"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398" name="Google Shape;398;p65"/>
          <p:cNvSpPr/>
          <p:nvPr/>
        </p:nvSpPr>
        <p:spPr>
          <a:xfrm>
            <a:off x="8675519" y="259087"/>
            <a:ext cx="27375" cy="27563"/>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399" name="Google Shape;399;p65"/>
          <p:cNvSpPr/>
          <p:nvPr/>
        </p:nvSpPr>
        <p:spPr>
          <a:xfrm>
            <a:off x="8928095" y="259087"/>
            <a:ext cx="27375" cy="27563"/>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00" name="Google Shape;400;p65"/>
          <p:cNvSpPr/>
          <p:nvPr/>
        </p:nvSpPr>
        <p:spPr>
          <a:xfrm>
            <a:off x="8738813" y="149180"/>
            <a:ext cx="2737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01" name="Google Shape;401;p65"/>
          <p:cNvSpPr/>
          <p:nvPr/>
        </p:nvSpPr>
        <p:spPr>
          <a:xfrm>
            <a:off x="8738813" y="369295"/>
            <a:ext cx="27375" cy="2662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02" name="Google Shape;402;p65"/>
          <p:cNvSpPr/>
          <p:nvPr/>
        </p:nvSpPr>
        <p:spPr>
          <a:xfrm>
            <a:off x="8864801" y="149180"/>
            <a:ext cx="2737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03" name="Google Shape;403;p65"/>
          <p:cNvSpPr/>
          <p:nvPr/>
        </p:nvSpPr>
        <p:spPr>
          <a:xfrm>
            <a:off x="8864801" y="369295"/>
            <a:ext cx="27375" cy="2662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04" name="Google Shape;404;p65"/>
          <p:cNvSpPr/>
          <p:nvPr/>
        </p:nvSpPr>
        <p:spPr>
          <a:xfrm>
            <a:off x="8875847" y="50715"/>
            <a:ext cx="67875" cy="112500"/>
          </a:xfrm>
          <a:custGeom>
            <a:avLst/>
            <a:gdLst/>
            <a:ahLst/>
            <a:cxnLst/>
            <a:rect l="l" t="t" r="r" b="b"/>
            <a:pathLst>
              <a:path w="120000" h="120000" extrusionOk="0">
                <a:moveTo>
                  <a:pt x="7929" y="120000"/>
                </a:moveTo>
                <a:lnTo>
                  <a:pt x="0" y="117433"/>
                </a:lnTo>
                <a:lnTo>
                  <a:pt x="112070" y="0"/>
                </a:lnTo>
                <a:lnTo>
                  <a:pt x="120000" y="2887"/>
                </a:lnTo>
                <a:lnTo>
                  <a:pt x="7929"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05" name="Google Shape;405;p65"/>
          <p:cNvSpPr/>
          <p:nvPr/>
        </p:nvSpPr>
        <p:spPr>
          <a:xfrm>
            <a:off x="8928095" y="38369"/>
            <a:ext cx="2737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06" name="Google Shape;406;p65"/>
          <p:cNvSpPr/>
          <p:nvPr/>
        </p:nvSpPr>
        <p:spPr>
          <a:xfrm>
            <a:off x="8119915" y="492452"/>
            <a:ext cx="67125" cy="112500"/>
          </a:xfrm>
          <a:custGeom>
            <a:avLst/>
            <a:gdLst/>
            <a:ahLst/>
            <a:cxnLst/>
            <a:rect l="l" t="t" r="r" b="b"/>
            <a:pathLst>
              <a:path w="120000" h="120000" extrusionOk="0">
                <a:moveTo>
                  <a:pt x="8000" y="120000"/>
                </a:moveTo>
                <a:lnTo>
                  <a:pt x="0" y="117433"/>
                </a:lnTo>
                <a:lnTo>
                  <a:pt x="113066" y="0"/>
                </a:lnTo>
                <a:lnTo>
                  <a:pt x="120000" y="2887"/>
                </a:lnTo>
                <a:lnTo>
                  <a:pt x="8000"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07" name="Google Shape;407;p65"/>
          <p:cNvSpPr/>
          <p:nvPr/>
        </p:nvSpPr>
        <p:spPr>
          <a:xfrm>
            <a:off x="8108868" y="590916"/>
            <a:ext cx="2662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08" name="Google Shape;408;p65"/>
          <p:cNvSpPr/>
          <p:nvPr/>
        </p:nvSpPr>
        <p:spPr>
          <a:xfrm>
            <a:off x="8172161" y="480106"/>
            <a:ext cx="2662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09" name="Google Shape;409;p65"/>
          <p:cNvSpPr/>
          <p:nvPr/>
        </p:nvSpPr>
        <p:spPr>
          <a:xfrm>
            <a:off x="9065129" y="381039"/>
            <a:ext cx="67500" cy="112500"/>
          </a:xfrm>
          <a:custGeom>
            <a:avLst/>
            <a:gdLst/>
            <a:ahLst/>
            <a:cxnLst/>
            <a:rect l="l" t="t" r="r" b="b"/>
            <a:pathLst>
              <a:path w="120000" h="120000" extrusionOk="0">
                <a:moveTo>
                  <a:pt x="7964" y="120000"/>
                </a:moveTo>
                <a:lnTo>
                  <a:pt x="0" y="117433"/>
                </a:lnTo>
                <a:lnTo>
                  <a:pt x="112566" y="0"/>
                </a:lnTo>
                <a:lnTo>
                  <a:pt x="120000" y="2887"/>
                </a:lnTo>
                <a:lnTo>
                  <a:pt x="7964"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10" name="Google Shape;410;p65"/>
          <p:cNvSpPr/>
          <p:nvPr/>
        </p:nvSpPr>
        <p:spPr>
          <a:xfrm>
            <a:off x="9054083" y="479504"/>
            <a:ext cx="2662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11" name="Google Shape;411;p65"/>
          <p:cNvSpPr/>
          <p:nvPr/>
        </p:nvSpPr>
        <p:spPr>
          <a:xfrm>
            <a:off x="9117077" y="368693"/>
            <a:ext cx="2662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12" name="Google Shape;412;p65"/>
          <p:cNvSpPr/>
          <p:nvPr/>
        </p:nvSpPr>
        <p:spPr>
          <a:xfrm>
            <a:off x="8498180" y="50715"/>
            <a:ext cx="67125" cy="112500"/>
          </a:xfrm>
          <a:custGeom>
            <a:avLst/>
            <a:gdLst/>
            <a:ahLst/>
            <a:cxnLst/>
            <a:rect l="l" t="t" r="r" b="b"/>
            <a:pathLst>
              <a:path w="120000" h="120000" extrusionOk="0">
                <a:moveTo>
                  <a:pt x="8000" y="120000"/>
                </a:moveTo>
                <a:lnTo>
                  <a:pt x="0" y="117433"/>
                </a:lnTo>
                <a:lnTo>
                  <a:pt x="113066" y="0"/>
                </a:lnTo>
                <a:lnTo>
                  <a:pt x="120000" y="2887"/>
                </a:lnTo>
                <a:lnTo>
                  <a:pt x="8000"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13" name="Google Shape;413;p65"/>
          <p:cNvSpPr/>
          <p:nvPr/>
        </p:nvSpPr>
        <p:spPr>
          <a:xfrm>
            <a:off x="8486537" y="149180"/>
            <a:ext cx="2737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14" name="Google Shape;414;p65"/>
          <p:cNvSpPr/>
          <p:nvPr/>
        </p:nvSpPr>
        <p:spPr>
          <a:xfrm>
            <a:off x="8549829" y="38369"/>
            <a:ext cx="2737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15" name="Google Shape;415;p65"/>
          <p:cNvSpPr/>
          <p:nvPr/>
        </p:nvSpPr>
        <p:spPr>
          <a:xfrm>
            <a:off x="8119915" y="162128"/>
            <a:ext cx="67875" cy="112500"/>
          </a:xfrm>
          <a:custGeom>
            <a:avLst/>
            <a:gdLst/>
            <a:ahLst/>
            <a:cxnLst/>
            <a:rect l="l" t="t" r="r" b="b"/>
            <a:pathLst>
              <a:path w="120000" h="120000" extrusionOk="0">
                <a:moveTo>
                  <a:pt x="112070" y="120000"/>
                </a:moveTo>
                <a:lnTo>
                  <a:pt x="0" y="2566"/>
                </a:lnTo>
                <a:lnTo>
                  <a:pt x="7929" y="0"/>
                </a:lnTo>
                <a:lnTo>
                  <a:pt x="120000" y="117433"/>
                </a:lnTo>
                <a:lnTo>
                  <a:pt x="112070"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16" name="Google Shape;416;p65"/>
          <p:cNvSpPr/>
          <p:nvPr/>
        </p:nvSpPr>
        <p:spPr>
          <a:xfrm>
            <a:off x="8172161" y="260291"/>
            <a:ext cx="26625" cy="27563"/>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17" name="Google Shape;417;p65"/>
          <p:cNvSpPr/>
          <p:nvPr/>
        </p:nvSpPr>
        <p:spPr>
          <a:xfrm>
            <a:off x="8108868" y="149782"/>
            <a:ext cx="2662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18" name="Google Shape;418;p65"/>
          <p:cNvSpPr/>
          <p:nvPr/>
        </p:nvSpPr>
        <p:spPr>
          <a:xfrm>
            <a:off x="8308599" y="380437"/>
            <a:ext cx="192375" cy="225938"/>
          </a:xfrm>
          <a:custGeom>
            <a:avLst/>
            <a:gdLst/>
            <a:ahLst/>
            <a:cxnLst/>
            <a:rect l="l" t="t" r="r" b="b"/>
            <a:pathLst>
              <a:path w="120000" h="120000" extrusionOk="0">
                <a:moveTo>
                  <a:pt x="120000" y="120000"/>
                </a:moveTo>
                <a:lnTo>
                  <a:pt x="40248" y="120000"/>
                </a:lnTo>
                <a:lnTo>
                  <a:pt x="0" y="60160"/>
                </a:lnTo>
                <a:lnTo>
                  <a:pt x="40248" y="0"/>
                </a:lnTo>
                <a:lnTo>
                  <a:pt x="120000" y="0"/>
                </a:lnTo>
                <a:lnTo>
                  <a:pt x="120000" y="2720"/>
                </a:lnTo>
                <a:lnTo>
                  <a:pt x="41739" y="2720"/>
                </a:lnTo>
                <a:lnTo>
                  <a:pt x="3354" y="60160"/>
                </a:lnTo>
                <a:lnTo>
                  <a:pt x="41739" y="117440"/>
                </a:lnTo>
                <a:lnTo>
                  <a:pt x="120000" y="117440"/>
                </a:lnTo>
                <a:lnTo>
                  <a:pt x="120000"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19" name="Google Shape;419;p65"/>
          <p:cNvSpPr/>
          <p:nvPr/>
        </p:nvSpPr>
        <p:spPr>
          <a:xfrm>
            <a:off x="8297255" y="480106"/>
            <a:ext cx="2737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20" name="Google Shape;420;p65"/>
          <p:cNvSpPr/>
          <p:nvPr/>
        </p:nvSpPr>
        <p:spPr>
          <a:xfrm>
            <a:off x="8361145" y="369898"/>
            <a:ext cx="2662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21" name="Google Shape;421;p65"/>
          <p:cNvSpPr/>
          <p:nvPr/>
        </p:nvSpPr>
        <p:spPr>
          <a:xfrm>
            <a:off x="8361145" y="589411"/>
            <a:ext cx="26625" cy="27563"/>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22" name="Google Shape;422;p65"/>
          <p:cNvSpPr/>
          <p:nvPr/>
        </p:nvSpPr>
        <p:spPr>
          <a:xfrm>
            <a:off x="8486537" y="369898"/>
            <a:ext cx="2737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23" name="Google Shape;423;p65"/>
          <p:cNvSpPr/>
          <p:nvPr/>
        </p:nvSpPr>
        <p:spPr>
          <a:xfrm>
            <a:off x="8497583" y="270530"/>
            <a:ext cx="256875" cy="224063"/>
          </a:xfrm>
          <a:custGeom>
            <a:avLst/>
            <a:gdLst/>
            <a:ahLst/>
            <a:cxnLst/>
            <a:rect l="l" t="t" r="r" b="b"/>
            <a:pathLst>
              <a:path w="120000" h="120000" extrusionOk="0">
                <a:moveTo>
                  <a:pt x="29581" y="120000"/>
                </a:moveTo>
                <a:lnTo>
                  <a:pt x="0" y="60322"/>
                </a:lnTo>
                <a:lnTo>
                  <a:pt x="30139" y="0"/>
                </a:lnTo>
                <a:lnTo>
                  <a:pt x="90418" y="0"/>
                </a:lnTo>
                <a:lnTo>
                  <a:pt x="120000" y="59677"/>
                </a:lnTo>
                <a:lnTo>
                  <a:pt x="118325" y="60967"/>
                </a:lnTo>
                <a:lnTo>
                  <a:pt x="89023" y="2580"/>
                </a:lnTo>
                <a:lnTo>
                  <a:pt x="31395" y="2580"/>
                </a:lnTo>
                <a:lnTo>
                  <a:pt x="2651" y="60322"/>
                </a:lnTo>
                <a:lnTo>
                  <a:pt x="31674" y="118548"/>
                </a:lnTo>
                <a:lnTo>
                  <a:pt x="29581"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24" name="Google Shape;424;p65"/>
          <p:cNvSpPr/>
          <p:nvPr/>
        </p:nvSpPr>
        <p:spPr>
          <a:xfrm>
            <a:off x="8549829" y="259087"/>
            <a:ext cx="27375" cy="27563"/>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25" name="Google Shape;425;p65"/>
          <p:cNvSpPr/>
          <p:nvPr/>
        </p:nvSpPr>
        <p:spPr>
          <a:xfrm>
            <a:off x="8309196" y="159718"/>
            <a:ext cx="191625" cy="113625"/>
          </a:xfrm>
          <a:custGeom>
            <a:avLst/>
            <a:gdLst/>
            <a:ahLst/>
            <a:cxnLst/>
            <a:rect l="l" t="t" r="r" b="b"/>
            <a:pathLst>
              <a:path w="120000" h="120000" extrusionOk="0">
                <a:moveTo>
                  <a:pt x="2616" y="120000"/>
                </a:moveTo>
                <a:lnTo>
                  <a:pt x="0" y="118095"/>
                </a:lnTo>
                <a:lnTo>
                  <a:pt x="40000" y="0"/>
                </a:lnTo>
                <a:lnTo>
                  <a:pt x="120000" y="0"/>
                </a:lnTo>
                <a:lnTo>
                  <a:pt x="120000" y="5079"/>
                </a:lnTo>
                <a:lnTo>
                  <a:pt x="41495" y="5079"/>
                </a:lnTo>
                <a:lnTo>
                  <a:pt x="2616"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26" name="Google Shape;426;p65"/>
          <p:cNvSpPr/>
          <p:nvPr/>
        </p:nvSpPr>
        <p:spPr>
          <a:xfrm>
            <a:off x="8361145" y="149180"/>
            <a:ext cx="2662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27" name="Google Shape;427;p65"/>
          <p:cNvSpPr/>
          <p:nvPr/>
        </p:nvSpPr>
        <p:spPr>
          <a:xfrm>
            <a:off x="8875251" y="490042"/>
            <a:ext cx="257438" cy="225938"/>
          </a:xfrm>
          <a:custGeom>
            <a:avLst/>
            <a:gdLst/>
            <a:ahLst/>
            <a:cxnLst/>
            <a:rect l="l" t="t" r="r" b="b"/>
            <a:pathLst>
              <a:path w="120000" h="120000" extrusionOk="0">
                <a:moveTo>
                  <a:pt x="89651" y="120000"/>
                </a:moveTo>
                <a:lnTo>
                  <a:pt x="30069" y="120000"/>
                </a:lnTo>
                <a:lnTo>
                  <a:pt x="0" y="59840"/>
                </a:lnTo>
                <a:lnTo>
                  <a:pt x="30069" y="0"/>
                </a:lnTo>
                <a:lnTo>
                  <a:pt x="90208" y="0"/>
                </a:lnTo>
                <a:lnTo>
                  <a:pt x="120000" y="59520"/>
                </a:lnTo>
                <a:lnTo>
                  <a:pt x="118051" y="60480"/>
                </a:lnTo>
                <a:lnTo>
                  <a:pt x="89095" y="2720"/>
                </a:lnTo>
                <a:lnTo>
                  <a:pt x="31600" y="2720"/>
                </a:lnTo>
                <a:lnTo>
                  <a:pt x="2645" y="59840"/>
                </a:lnTo>
                <a:lnTo>
                  <a:pt x="31600" y="117440"/>
                </a:lnTo>
                <a:lnTo>
                  <a:pt x="89651" y="117440"/>
                </a:lnTo>
                <a:lnTo>
                  <a:pt x="89651"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28" name="Google Shape;428;p65"/>
          <p:cNvSpPr/>
          <p:nvPr/>
        </p:nvSpPr>
        <p:spPr>
          <a:xfrm>
            <a:off x="8864801" y="589411"/>
            <a:ext cx="26625" cy="27563"/>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29" name="Google Shape;429;p65"/>
          <p:cNvSpPr/>
          <p:nvPr/>
        </p:nvSpPr>
        <p:spPr>
          <a:xfrm>
            <a:off x="9117077" y="589411"/>
            <a:ext cx="26625" cy="27563"/>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30" name="Google Shape;430;p65"/>
          <p:cNvSpPr/>
          <p:nvPr/>
        </p:nvSpPr>
        <p:spPr>
          <a:xfrm>
            <a:off x="8928095" y="479504"/>
            <a:ext cx="2737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31" name="Google Shape;431;p65"/>
          <p:cNvSpPr/>
          <p:nvPr/>
        </p:nvSpPr>
        <p:spPr>
          <a:xfrm>
            <a:off x="8928095" y="699017"/>
            <a:ext cx="2737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32" name="Google Shape;432;p65"/>
          <p:cNvSpPr/>
          <p:nvPr/>
        </p:nvSpPr>
        <p:spPr>
          <a:xfrm>
            <a:off x="9054083" y="699017"/>
            <a:ext cx="2662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33" name="Google Shape;433;p65"/>
          <p:cNvSpPr/>
          <p:nvPr/>
        </p:nvSpPr>
        <p:spPr>
          <a:xfrm>
            <a:off x="8119915" y="271132"/>
            <a:ext cx="256875" cy="114563"/>
          </a:xfrm>
          <a:custGeom>
            <a:avLst/>
            <a:gdLst/>
            <a:ahLst/>
            <a:cxnLst/>
            <a:rect l="l" t="t" r="r" b="b"/>
            <a:pathLst>
              <a:path w="120000" h="120000" extrusionOk="0">
                <a:moveTo>
                  <a:pt x="2093" y="120000"/>
                </a:moveTo>
                <a:lnTo>
                  <a:pt x="0" y="117473"/>
                </a:lnTo>
                <a:lnTo>
                  <a:pt x="29860" y="0"/>
                </a:lnTo>
                <a:lnTo>
                  <a:pt x="90139" y="0"/>
                </a:lnTo>
                <a:lnTo>
                  <a:pt x="120000" y="117473"/>
                </a:lnTo>
                <a:lnTo>
                  <a:pt x="118046" y="120000"/>
                </a:lnTo>
                <a:lnTo>
                  <a:pt x="88744" y="5052"/>
                </a:lnTo>
                <a:lnTo>
                  <a:pt x="31116" y="5052"/>
                </a:lnTo>
                <a:lnTo>
                  <a:pt x="2093"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34" name="Google Shape;434;p65"/>
          <p:cNvSpPr/>
          <p:nvPr/>
        </p:nvSpPr>
        <p:spPr>
          <a:xfrm>
            <a:off x="8184999" y="491849"/>
            <a:ext cx="126563" cy="5063"/>
          </a:xfrm>
          <a:prstGeom prst="rect">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35" name="Google Shape;435;p65"/>
          <p:cNvSpPr/>
          <p:nvPr/>
        </p:nvSpPr>
        <p:spPr>
          <a:xfrm>
            <a:off x="8108868" y="370500"/>
            <a:ext cx="26625" cy="27563"/>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36" name="Google Shape;436;p65"/>
          <p:cNvSpPr/>
          <p:nvPr/>
        </p:nvSpPr>
        <p:spPr>
          <a:xfrm>
            <a:off x="8297255" y="260291"/>
            <a:ext cx="27375" cy="27563"/>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37" name="Google Shape;437;p65"/>
          <p:cNvSpPr/>
          <p:nvPr/>
        </p:nvSpPr>
        <p:spPr>
          <a:xfrm>
            <a:off x="8686865" y="379835"/>
            <a:ext cx="256875" cy="113625"/>
          </a:xfrm>
          <a:custGeom>
            <a:avLst/>
            <a:gdLst/>
            <a:ahLst/>
            <a:cxnLst/>
            <a:rect l="l" t="t" r="r" b="b"/>
            <a:pathLst>
              <a:path w="120000" h="120000" extrusionOk="0">
                <a:moveTo>
                  <a:pt x="117906" y="120000"/>
                </a:moveTo>
                <a:lnTo>
                  <a:pt x="89023" y="5396"/>
                </a:lnTo>
                <a:lnTo>
                  <a:pt x="31255" y="5396"/>
                </a:lnTo>
                <a:lnTo>
                  <a:pt x="1953" y="120000"/>
                </a:lnTo>
                <a:lnTo>
                  <a:pt x="0" y="117460"/>
                </a:lnTo>
                <a:lnTo>
                  <a:pt x="29860" y="0"/>
                </a:lnTo>
                <a:lnTo>
                  <a:pt x="90139" y="0"/>
                </a:lnTo>
                <a:lnTo>
                  <a:pt x="120000" y="117460"/>
                </a:lnTo>
                <a:lnTo>
                  <a:pt x="117906"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38" name="Google Shape;438;p65"/>
          <p:cNvSpPr/>
          <p:nvPr/>
        </p:nvSpPr>
        <p:spPr>
          <a:xfrm>
            <a:off x="8738813" y="809827"/>
            <a:ext cx="2737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39" name="Google Shape;439;p65"/>
          <p:cNvSpPr/>
          <p:nvPr/>
        </p:nvSpPr>
        <p:spPr>
          <a:xfrm>
            <a:off x="8864801" y="809827"/>
            <a:ext cx="2662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40" name="Google Shape;440;p65"/>
          <p:cNvSpPr/>
          <p:nvPr/>
        </p:nvSpPr>
        <p:spPr>
          <a:xfrm>
            <a:off x="8876445" y="712266"/>
            <a:ext cx="67125" cy="112500"/>
          </a:xfrm>
          <a:custGeom>
            <a:avLst/>
            <a:gdLst/>
            <a:ahLst/>
            <a:cxnLst/>
            <a:rect l="l" t="t" r="r" b="b"/>
            <a:pathLst>
              <a:path w="120000" h="120000" extrusionOk="0">
                <a:moveTo>
                  <a:pt x="6933" y="120000"/>
                </a:moveTo>
                <a:lnTo>
                  <a:pt x="0" y="117112"/>
                </a:lnTo>
                <a:lnTo>
                  <a:pt x="112000" y="0"/>
                </a:lnTo>
                <a:lnTo>
                  <a:pt x="120000" y="2566"/>
                </a:lnTo>
                <a:lnTo>
                  <a:pt x="6933"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41" name="Google Shape;441;p65"/>
          <p:cNvSpPr/>
          <p:nvPr/>
        </p:nvSpPr>
        <p:spPr>
          <a:xfrm>
            <a:off x="8496986" y="490042"/>
            <a:ext cx="257438" cy="225938"/>
          </a:xfrm>
          <a:custGeom>
            <a:avLst/>
            <a:gdLst/>
            <a:ahLst/>
            <a:cxnLst/>
            <a:rect l="l" t="t" r="r" b="b"/>
            <a:pathLst>
              <a:path w="120000" h="120000" extrusionOk="0">
                <a:moveTo>
                  <a:pt x="89651" y="120000"/>
                </a:moveTo>
                <a:lnTo>
                  <a:pt x="30069" y="120000"/>
                </a:lnTo>
                <a:lnTo>
                  <a:pt x="0" y="59840"/>
                </a:lnTo>
                <a:lnTo>
                  <a:pt x="30069" y="0"/>
                </a:lnTo>
                <a:lnTo>
                  <a:pt x="90208" y="0"/>
                </a:lnTo>
                <a:lnTo>
                  <a:pt x="120000" y="59520"/>
                </a:lnTo>
                <a:lnTo>
                  <a:pt x="118329" y="60480"/>
                </a:lnTo>
                <a:lnTo>
                  <a:pt x="89095" y="2720"/>
                </a:lnTo>
                <a:lnTo>
                  <a:pt x="31600" y="2720"/>
                </a:lnTo>
                <a:lnTo>
                  <a:pt x="2645" y="59840"/>
                </a:lnTo>
                <a:lnTo>
                  <a:pt x="31600" y="117440"/>
                </a:lnTo>
                <a:lnTo>
                  <a:pt x="89651" y="117440"/>
                </a:lnTo>
                <a:lnTo>
                  <a:pt x="89651"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42" name="Google Shape;442;p65"/>
          <p:cNvSpPr/>
          <p:nvPr/>
        </p:nvSpPr>
        <p:spPr>
          <a:xfrm>
            <a:off x="8486537" y="589411"/>
            <a:ext cx="27375" cy="27563"/>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43" name="Google Shape;443;p65"/>
          <p:cNvSpPr/>
          <p:nvPr/>
        </p:nvSpPr>
        <p:spPr>
          <a:xfrm>
            <a:off x="8738813" y="589411"/>
            <a:ext cx="27375" cy="27563"/>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44" name="Google Shape;444;p65"/>
          <p:cNvSpPr/>
          <p:nvPr/>
        </p:nvSpPr>
        <p:spPr>
          <a:xfrm>
            <a:off x="8549829" y="479504"/>
            <a:ext cx="2737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45" name="Google Shape;445;p65"/>
          <p:cNvSpPr/>
          <p:nvPr/>
        </p:nvSpPr>
        <p:spPr>
          <a:xfrm>
            <a:off x="8549829" y="699017"/>
            <a:ext cx="2737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46" name="Google Shape;446;p65"/>
          <p:cNvSpPr/>
          <p:nvPr/>
        </p:nvSpPr>
        <p:spPr>
          <a:xfrm>
            <a:off x="8675519" y="479504"/>
            <a:ext cx="2737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47" name="Google Shape;447;p65"/>
          <p:cNvSpPr/>
          <p:nvPr/>
        </p:nvSpPr>
        <p:spPr>
          <a:xfrm>
            <a:off x="8675519" y="699017"/>
            <a:ext cx="2737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48" name="Google Shape;448;p65"/>
          <p:cNvSpPr/>
          <p:nvPr/>
        </p:nvSpPr>
        <p:spPr>
          <a:xfrm>
            <a:off x="8687462" y="159719"/>
            <a:ext cx="256125" cy="114563"/>
          </a:xfrm>
          <a:custGeom>
            <a:avLst/>
            <a:gdLst/>
            <a:ahLst/>
            <a:cxnLst/>
            <a:rect l="l" t="t" r="r" b="b"/>
            <a:pathLst>
              <a:path w="120000" h="120000" extrusionOk="0">
                <a:moveTo>
                  <a:pt x="118181" y="120000"/>
                </a:moveTo>
                <a:lnTo>
                  <a:pt x="88951" y="5052"/>
                </a:lnTo>
                <a:lnTo>
                  <a:pt x="31048" y="5052"/>
                </a:lnTo>
                <a:lnTo>
                  <a:pt x="1678" y="120000"/>
                </a:lnTo>
                <a:lnTo>
                  <a:pt x="0" y="117473"/>
                </a:lnTo>
                <a:lnTo>
                  <a:pt x="29650" y="0"/>
                </a:lnTo>
                <a:lnTo>
                  <a:pt x="90069" y="0"/>
                </a:lnTo>
                <a:lnTo>
                  <a:pt x="120000" y="117473"/>
                </a:lnTo>
                <a:lnTo>
                  <a:pt x="118181"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49" name="Google Shape;449;p65"/>
          <p:cNvSpPr/>
          <p:nvPr/>
        </p:nvSpPr>
        <p:spPr>
          <a:xfrm>
            <a:off x="8675519" y="259087"/>
            <a:ext cx="27375" cy="27563"/>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50" name="Google Shape;450;p65"/>
          <p:cNvSpPr/>
          <p:nvPr/>
        </p:nvSpPr>
        <p:spPr>
          <a:xfrm>
            <a:off x="8928095" y="259087"/>
            <a:ext cx="27375" cy="27563"/>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51" name="Google Shape;451;p65"/>
          <p:cNvSpPr/>
          <p:nvPr/>
        </p:nvSpPr>
        <p:spPr>
          <a:xfrm>
            <a:off x="8738813" y="149180"/>
            <a:ext cx="2737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52" name="Google Shape;452;p65"/>
          <p:cNvSpPr/>
          <p:nvPr/>
        </p:nvSpPr>
        <p:spPr>
          <a:xfrm>
            <a:off x="8738813" y="369295"/>
            <a:ext cx="27375" cy="2662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53" name="Google Shape;453;p65"/>
          <p:cNvSpPr/>
          <p:nvPr/>
        </p:nvSpPr>
        <p:spPr>
          <a:xfrm>
            <a:off x="8864801" y="149180"/>
            <a:ext cx="2737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54" name="Google Shape;454;p65"/>
          <p:cNvSpPr/>
          <p:nvPr/>
        </p:nvSpPr>
        <p:spPr>
          <a:xfrm>
            <a:off x="8864801" y="369295"/>
            <a:ext cx="27375" cy="2662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55" name="Google Shape;455;p65"/>
          <p:cNvSpPr/>
          <p:nvPr/>
        </p:nvSpPr>
        <p:spPr>
          <a:xfrm>
            <a:off x="8875847" y="50715"/>
            <a:ext cx="67875" cy="112500"/>
          </a:xfrm>
          <a:custGeom>
            <a:avLst/>
            <a:gdLst/>
            <a:ahLst/>
            <a:cxnLst/>
            <a:rect l="l" t="t" r="r" b="b"/>
            <a:pathLst>
              <a:path w="120000" h="120000" extrusionOk="0">
                <a:moveTo>
                  <a:pt x="7929" y="120000"/>
                </a:moveTo>
                <a:lnTo>
                  <a:pt x="0" y="117433"/>
                </a:lnTo>
                <a:lnTo>
                  <a:pt x="112070" y="0"/>
                </a:lnTo>
                <a:lnTo>
                  <a:pt x="120000" y="2887"/>
                </a:lnTo>
                <a:lnTo>
                  <a:pt x="7929"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56" name="Google Shape;456;p65"/>
          <p:cNvSpPr/>
          <p:nvPr/>
        </p:nvSpPr>
        <p:spPr>
          <a:xfrm>
            <a:off x="8119915" y="492452"/>
            <a:ext cx="67125" cy="112500"/>
          </a:xfrm>
          <a:custGeom>
            <a:avLst/>
            <a:gdLst/>
            <a:ahLst/>
            <a:cxnLst/>
            <a:rect l="l" t="t" r="r" b="b"/>
            <a:pathLst>
              <a:path w="120000" h="120000" extrusionOk="0">
                <a:moveTo>
                  <a:pt x="8000" y="120000"/>
                </a:moveTo>
                <a:lnTo>
                  <a:pt x="0" y="117433"/>
                </a:lnTo>
                <a:lnTo>
                  <a:pt x="113066" y="0"/>
                </a:lnTo>
                <a:lnTo>
                  <a:pt x="120000" y="2887"/>
                </a:lnTo>
                <a:lnTo>
                  <a:pt x="8000"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57" name="Google Shape;457;p65"/>
          <p:cNvSpPr/>
          <p:nvPr/>
        </p:nvSpPr>
        <p:spPr>
          <a:xfrm>
            <a:off x="8108868" y="590916"/>
            <a:ext cx="2662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58" name="Google Shape;458;p65"/>
          <p:cNvSpPr/>
          <p:nvPr/>
        </p:nvSpPr>
        <p:spPr>
          <a:xfrm>
            <a:off x="8172161" y="480106"/>
            <a:ext cx="2662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59" name="Google Shape;459;p65"/>
          <p:cNvSpPr/>
          <p:nvPr/>
        </p:nvSpPr>
        <p:spPr>
          <a:xfrm>
            <a:off x="9065129" y="381039"/>
            <a:ext cx="67500" cy="112500"/>
          </a:xfrm>
          <a:custGeom>
            <a:avLst/>
            <a:gdLst/>
            <a:ahLst/>
            <a:cxnLst/>
            <a:rect l="l" t="t" r="r" b="b"/>
            <a:pathLst>
              <a:path w="120000" h="120000" extrusionOk="0">
                <a:moveTo>
                  <a:pt x="7964" y="120000"/>
                </a:moveTo>
                <a:lnTo>
                  <a:pt x="0" y="117433"/>
                </a:lnTo>
                <a:lnTo>
                  <a:pt x="112566" y="0"/>
                </a:lnTo>
                <a:lnTo>
                  <a:pt x="120000" y="2887"/>
                </a:lnTo>
                <a:lnTo>
                  <a:pt x="7964"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60" name="Google Shape;460;p65"/>
          <p:cNvSpPr/>
          <p:nvPr/>
        </p:nvSpPr>
        <p:spPr>
          <a:xfrm>
            <a:off x="9054083" y="479504"/>
            <a:ext cx="2662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61" name="Google Shape;461;p65"/>
          <p:cNvSpPr/>
          <p:nvPr/>
        </p:nvSpPr>
        <p:spPr>
          <a:xfrm>
            <a:off x="9117077" y="368693"/>
            <a:ext cx="2662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62" name="Google Shape;462;p65"/>
          <p:cNvSpPr/>
          <p:nvPr/>
        </p:nvSpPr>
        <p:spPr>
          <a:xfrm>
            <a:off x="8486537" y="149180"/>
            <a:ext cx="2737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63" name="Google Shape;463;p65"/>
          <p:cNvSpPr/>
          <p:nvPr/>
        </p:nvSpPr>
        <p:spPr>
          <a:xfrm>
            <a:off x="8119915" y="162128"/>
            <a:ext cx="67875" cy="112500"/>
          </a:xfrm>
          <a:custGeom>
            <a:avLst/>
            <a:gdLst/>
            <a:ahLst/>
            <a:cxnLst/>
            <a:rect l="l" t="t" r="r" b="b"/>
            <a:pathLst>
              <a:path w="120000" h="120000" extrusionOk="0">
                <a:moveTo>
                  <a:pt x="112070" y="120000"/>
                </a:moveTo>
                <a:lnTo>
                  <a:pt x="0" y="2566"/>
                </a:lnTo>
                <a:lnTo>
                  <a:pt x="7929" y="0"/>
                </a:lnTo>
                <a:lnTo>
                  <a:pt x="120000" y="117433"/>
                </a:lnTo>
                <a:lnTo>
                  <a:pt x="112070"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64" name="Google Shape;464;p65"/>
          <p:cNvSpPr/>
          <p:nvPr/>
        </p:nvSpPr>
        <p:spPr>
          <a:xfrm>
            <a:off x="8172161" y="260291"/>
            <a:ext cx="26625" cy="27563"/>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65" name="Google Shape;465;p65"/>
          <p:cNvSpPr/>
          <p:nvPr/>
        </p:nvSpPr>
        <p:spPr>
          <a:xfrm>
            <a:off x="8108868" y="149782"/>
            <a:ext cx="2662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66" name="Google Shape;466;p65"/>
          <p:cNvSpPr/>
          <p:nvPr/>
        </p:nvSpPr>
        <p:spPr>
          <a:xfrm>
            <a:off x="8308599" y="380437"/>
            <a:ext cx="192375" cy="225938"/>
          </a:xfrm>
          <a:custGeom>
            <a:avLst/>
            <a:gdLst/>
            <a:ahLst/>
            <a:cxnLst/>
            <a:rect l="l" t="t" r="r" b="b"/>
            <a:pathLst>
              <a:path w="120000" h="120000" extrusionOk="0">
                <a:moveTo>
                  <a:pt x="120000" y="120000"/>
                </a:moveTo>
                <a:lnTo>
                  <a:pt x="40248" y="120000"/>
                </a:lnTo>
                <a:lnTo>
                  <a:pt x="0" y="60160"/>
                </a:lnTo>
                <a:lnTo>
                  <a:pt x="40248" y="0"/>
                </a:lnTo>
                <a:lnTo>
                  <a:pt x="120000" y="0"/>
                </a:lnTo>
                <a:lnTo>
                  <a:pt x="120000" y="2720"/>
                </a:lnTo>
                <a:lnTo>
                  <a:pt x="41739" y="2720"/>
                </a:lnTo>
                <a:lnTo>
                  <a:pt x="3354" y="60160"/>
                </a:lnTo>
                <a:lnTo>
                  <a:pt x="41739" y="117440"/>
                </a:lnTo>
                <a:lnTo>
                  <a:pt x="120000" y="117440"/>
                </a:lnTo>
                <a:lnTo>
                  <a:pt x="120000"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67" name="Google Shape;467;p65"/>
          <p:cNvSpPr/>
          <p:nvPr/>
        </p:nvSpPr>
        <p:spPr>
          <a:xfrm>
            <a:off x="8297255" y="480106"/>
            <a:ext cx="2737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68" name="Google Shape;468;p65"/>
          <p:cNvSpPr/>
          <p:nvPr/>
        </p:nvSpPr>
        <p:spPr>
          <a:xfrm>
            <a:off x="8361145" y="369898"/>
            <a:ext cx="2662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69" name="Google Shape;469;p65"/>
          <p:cNvSpPr/>
          <p:nvPr/>
        </p:nvSpPr>
        <p:spPr>
          <a:xfrm>
            <a:off x="8361145" y="589411"/>
            <a:ext cx="26625" cy="27563"/>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70" name="Google Shape;470;p65"/>
          <p:cNvSpPr/>
          <p:nvPr/>
        </p:nvSpPr>
        <p:spPr>
          <a:xfrm>
            <a:off x="8497583" y="270530"/>
            <a:ext cx="256875" cy="224063"/>
          </a:xfrm>
          <a:custGeom>
            <a:avLst/>
            <a:gdLst/>
            <a:ahLst/>
            <a:cxnLst/>
            <a:rect l="l" t="t" r="r" b="b"/>
            <a:pathLst>
              <a:path w="120000" h="120000" extrusionOk="0">
                <a:moveTo>
                  <a:pt x="29581" y="120000"/>
                </a:moveTo>
                <a:lnTo>
                  <a:pt x="0" y="60322"/>
                </a:lnTo>
                <a:lnTo>
                  <a:pt x="30139" y="0"/>
                </a:lnTo>
                <a:lnTo>
                  <a:pt x="90418" y="0"/>
                </a:lnTo>
                <a:lnTo>
                  <a:pt x="120000" y="59677"/>
                </a:lnTo>
                <a:lnTo>
                  <a:pt x="118325" y="60967"/>
                </a:lnTo>
                <a:lnTo>
                  <a:pt x="89023" y="2580"/>
                </a:lnTo>
                <a:lnTo>
                  <a:pt x="31395" y="2580"/>
                </a:lnTo>
                <a:lnTo>
                  <a:pt x="2651" y="60322"/>
                </a:lnTo>
                <a:lnTo>
                  <a:pt x="31674" y="118548"/>
                </a:lnTo>
                <a:lnTo>
                  <a:pt x="29581"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71" name="Google Shape;471;p65"/>
          <p:cNvSpPr/>
          <p:nvPr/>
        </p:nvSpPr>
        <p:spPr>
          <a:xfrm>
            <a:off x="8549829" y="259087"/>
            <a:ext cx="27375" cy="27563"/>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72" name="Google Shape;472;p65"/>
          <p:cNvSpPr/>
          <p:nvPr/>
        </p:nvSpPr>
        <p:spPr>
          <a:xfrm>
            <a:off x="8309196" y="159718"/>
            <a:ext cx="191625" cy="113625"/>
          </a:xfrm>
          <a:custGeom>
            <a:avLst/>
            <a:gdLst/>
            <a:ahLst/>
            <a:cxnLst/>
            <a:rect l="l" t="t" r="r" b="b"/>
            <a:pathLst>
              <a:path w="120000" h="120000" extrusionOk="0">
                <a:moveTo>
                  <a:pt x="2616" y="120000"/>
                </a:moveTo>
                <a:lnTo>
                  <a:pt x="0" y="118095"/>
                </a:lnTo>
                <a:lnTo>
                  <a:pt x="40000" y="0"/>
                </a:lnTo>
                <a:lnTo>
                  <a:pt x="120000" y="0"/>
                </a:lnTo>
                <a:lnTo>
                  <a:pt x="120000" y="5079"/>
                </a:lnTo>
                <a:lnTo>
                  <a:pt x="41495" y="5079"/>
                </a:lnTo>
                <a:lnTo>
                  <a:pt x="2616"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73" name="Google Shape;473;p65"/>
          <p:cNvSpPr/>
          <p:nvPr/>
        </p:nvSpPr>
        <p:spPr>
          <a:xfrm>
            <a:off x="8361145" y="149180"/>
            <a:ext cx="2662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74" name="Google Shape;474;p65"/>
          <p:cNvSpPr/>
          <p:nvPr/>
        </p:nvSpPr>
        <p:spPr>
          <a:xfrm>
            <a:off x="8875251" y="490042"/>
            <a:ext cx="257438" cy="225938"/>
          </a:xfrm>
          <a:custGeom>
            <a:avLst/>
            <a:gdLst/>
            <a:ahLst/>
            <a:cxnLst/>
            <a:rect l="l" t="t" r="r" b="b"/>
            <a:pathLst>
              <a:path w="120000" h="120000" extrusionOk="0">
                <a:moveTo>
                  <a:pt x="89651" y="120000"/>
                </a:moveTo>
                <a:lnTo>
                  <a:pt x="30069" y="120000"/>
                </a:lnTo>
                <a:lnTo>
                  <a:pt x="0" y="59840"/>
                </a:lnTo>
                <a:lnTo>
                  <a:pt x="30069" y="0"/>
                </a:lnTo>
                <a:lnTo>
                  <a:pt x="90208" y="0"/>
                </a:lnTo>
                <a:lnTo>
                  <a:pt x="120000" y="59520"/>
                </a:lnTo>
                <a:lnTo>
                  <a:pt x="118051" y="60480"/>
                </a:lnTo>
                <a:lnTo>
                  <a:pt x="89095" y="2720"/>
                </a:lnTo>
                <a:lnTo>
                  <a:pt x="31600" y="2720"/>
                </a:lnTo>
                <a:lnTo>
                  <a:pt x="2645" y="59840"/>
                </a:lnTo>
                <a:lnTo>
                  <a:pt x="31600" y="117440"/>
                </a:lnTo>
                <a:lnTo>
                  <a:pt x="89651" y="117440"/>
                </a:lnTo>
                <a:lnTo>
                  <a:pt x="89651"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75" name="Google Shape;475;p65"/>
          <p:cNvSpPr/>
          <p:nvPr/>
        </p:nvSpPr>
        <p:spPr>
          <a:xfrm>
            <a:off x="8864801" y="589411"/>
            <a:ext cx="26625" cy="27563"/>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76" name="Google Shape;476;p65"/>
          <p:cNvSpPr/>
          <p:nvPr/>
        </p:nvSpPr>
        <p:spPr>
          <a:xfrm>
            <a:off x="9117077" y="589411"/>
            <a:ext cx="26625" cy="27563"/>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77" name="Google Shape;477;p65"/>
          <p:cNvSpPr/>
          <p:nvPr/>
        </p:nvSpPr>
        <p:spPr>
          <a:xfrm>
            <a:off x="8928095" y="479504"/>
            <a:ext cx="2737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78" name="Google Shape;478;p65"/>
          <p:cNvSpPr/>
          <p:nvPr/>
        </p:nvSpPr>
        <p:spPr>
          <a:xfrm>
            <a:off x="8928095" y="699017"/>
            <a:ext cx="2737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79" name="Google Shape;479;p65"/>
          <p:cNvSpPr/>
          <p:nvPr/>
        </p:nvSpPr>
        <p:spPr>
          <a:xfrm>
            <a:off x="9054083" y="699017"/>
            <a:ext cx="2662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80" name="Google Shape;480;p65"/>
          <p:cNvSpPr/>
          <p:nvPr/>
        </p:nvSpPr>
        <p:spPr>
          <a:xfrm>
            <a:off x="8119915" y="271132"/>
            <a:ext cx="256875" cy="114563"/>
          </a:xfrm>
          <a:custGeom>
            <a:avLst/>
            <a:gdLst/>
            <a:ahLst/>
            <a:cxnLst/>
            <a:rect l="l" t="t" r="r" b="b"/>
            <a:pathLst>
              <a:path w="120000" h="120000" extrusionOk="0">
                <a:moveTo>
                  <a:pt x="2093" y="120000"/>
                </a:moveTo>
                <a:lnTo>
                  <a:pt x="0" y="117473"/>
                </a:lnTo>
                <a:lnTo>
                  <a:pt x="29860" y="0"/>
                </a:lnTo>
                <a:lnTo>
                  <a:pt x="90139" y="0"/>
                </a:lnTo>
                <a:lnTo>
                  <a:pt x="120000" y="117473"/>
                </a:lnTo>
                <a:lnTo>
                  <a:pt x="118046" y="120000"/>
                </a:lnTo>
                <a:lnTo>
                  <a:pt x="88744" y="5052"/>
                </a:lnTo>
                <a:lnTo>
                  <a:pt x="31116" y="5052"/>
                </a:lnTo>
                <a:lnTo>
                  <a:pt x="2093"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81" name="Google Shape;481;p65"/>
          <p:cNvSpPr/>
          <p:nvPr/>
        </p:nvSpPr>
        <p:spPr>
          <a:xfrm>
            <a:off x="8184999" y="491849"/>
            <a:ext cx="126563" cy="5063"/>
          </a:xfrm>
          <a:prstGeom prst="rect">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82" name="Google Shape;482;p65"/>
          <p:cNvSpPr/>
          <p:nvPr/>
        </p:nvSpPr>
        <p:spPr>
          <a:xfrm>
            <a:off x="8108868" y="370500"/>
            <a:ext cx="26625" cy="27563"/>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83" name="Google Shape;483;p65"/>
          <p:cNvSpPr/>
          <p:nvPr/>
        </p:nvSpPr>
        <p:spPr>
          <a:xfrm>
            <a:off x="8297255" y="260291"/>
            <a:ext cx="27375" cy="27563"/>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84" name="Google Shape;484;p65"/>
          <p:cNvSpPr/>
          <p:nvPr/>
        </p:nvSpPr>
        <p:spPr>
          <a:xfrm>
            <a:off x="8686865" y="379835"/>
            <a:ext cx="256875" cy="113625"/>
          </a:xfrm>
          <a:custGeom>
            <a:avLst/>
            <a:gdLst/>
            <a:ahLst/>
            <a:cxnLst/>
            <a:rect l="l" t="t" r="r" b="b"/>
            <a:pathLst>
              <a:path w="120000" h="120000" extrusionOk="0">
                <a:moveTo>
                  <a:pt x="117906" y="120000"/>
                </a:moveTo>
                <a:lnTo>
                  <a:pt x="89023" y="5396"/>
                </a:lnTo>
                <a:lnTo>
                  <a:pt x="31255" y="5396"/>
                </a:lnTo>
                <a:lnTo>
                  <a:pt x="1953" y="120000"/>
                </a:lnTo>
                <a:lnTo>
                  <a:pt x="0" y="117460"/>
                </a:lnTo>
                <a:lnTo>
                  <a:pt x="29860" y="0"/>
                </a:lnTo>
                <a:lnTo>
                  <a:pt x="90139" y="0"/>
                </a:lnTo>
                <a:lnTo>
                  <a:pt x="120000" y="117460"/>
                </a:lnTo>
                <a:lnTo>
                  <a:pt x="117906"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85" name="Google Shape;485;p65"/>
          <p:cNvSpPr/>
          <p:nvPr/>
        </p:nvSpPr>
        <p:spPr>
          <a:xfrm>
            <a:off x="8738813" y="809827"/>
            <a:ext cx="2737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86" name="Google Shape;486;p65"/>
          <p:cNvSpPr/>
          <p:nvPr/>
        </p:nvSpPr>
        <p:spPr>
          <a:xfrm>
            <a:off x="8864801" y="809827"/>
            <a:ext cx="2662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87" name="Google Shape;487;p65"/>
          <p:cNvSpPr/>
          <p:nvPr/>
        </p:nvSpPr>
        <p:spPr>
          <a:xfrm>
            <a:off x="8876445" y="712266"/>
            <a:ext cx="67125" cy="112500"/>
          </a:xfrm>
          <a:custGeom>
            <a:avLst/>
            <a:gdLst/>
            <a:ahLst/>
            <a:cxnLst/>
            <a:rect l="l" t="t" r="r" b="b"/>
            <a:pathLst>
              <a:path w="120000" h="120000" extrusionOk="0">
                <a:moveTo>
                  <a:pt x="6933" y="120000"/>
                </a:moveTo>
                <a:lnTo>
                  <a:pt x="0" y="117112"/>
                </a:lnTo>
                <a:lnTo>
                  <a:pt x="112000" y="0"/>
                </a:lnTo>
                <a:lnTo>
                  <a:pt x="120000" y="2566"/>
                </a:lnTo>
                <a:lnTo>
                  <a:pt x="6933"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88" name="Google Shape;488;p65"/>
          <p:cNvSpPr/>
          <p:nvPr/>
        </p:nvSpPr>
        <p:spPr>
          <a:xfrm>
            <a:off x="8686267" y="600854"/>
            <a:ext cx="192375" cy="224063"/>
          </a:xfrm>
          <a:custGeom>
            <a:avLst/>
            <a:gdLst/>
            <a:ahLst/>
            <a:cxnLst/>
            <a:rect l="l" t="t" r="r" b="b"/>
            <a:pathLst>
              <a:path w="120000" h="120000" extrusionOk="0">
                <a:moveTo>
                  <a:pt x="39875" y="120000"/>
                </a:moveTo>
                <a:lnTo>
                  <a:pt x="0" y="60322"/>
                </a:lnTo>
                <a:lnTo>
                  <a:pt x="40248" y="0"/>
                </a:lnTo>
                <a:lnTo>
                  <a:pt x="120000" y="0"/>
                </a:lnTo>
                <a:lnTo>
                  <a:pt x="120000" y="2580"/>
                </a:lnTo>
                <a:lnTo>
                  <a:pt x="42111" y="2580"/>
                </a:lnTo>
                <a:lnTo>
                  <a:pt x="3354" y="60322"/>
                </a:lnTo>
                <a:lnTo>
                  <a:pt x="42484" y="118548"/>
                </a:lnTo>
                <a:lnTo>
                  <a:pt x="39875"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89" name="Google Shape;489;p65"/>
          <p:cNvSpPr/>
          <p:nvPr/>
        </p:nvSpPr>
        <p:spPr>
          <a:xfrm>
            <a:off x="8549829" y="38369"/>
            <a:ext cx="2737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90" name="Google Shape;490;p65"/>
          <p:cNvSpPr/>
          <p:nvPr/>
        </p:nvSpPr>
        <p:spPr>
          <a:xfrm>
            <a:off x="8498180" y="50715"/>
            <a:ext cx="67125" cy="112500"/>
          </a:xfrm>
          <a:custGeom>
            <a:avLst/>
            <a:gdLst/>
            <a:ahLst/>
            <a:cxnLst/>
            <a:rect l="l" t="t" r="r" b="b"/>
            <a:pathLst>
              <a:path w="120000" h="120000" extrusionOk="0">
                <a:moveTo>
                  <a:pt x="8000" y="120000"/>
                </a:moveTo>
                <a:lnTo>
                  <a:pt x="0" y="117433"/>
                </a:lnTo>
                <a:lnTo>
                  <a:pt x="113066" y="0"/>
                </a:lnTo>
                <a:lnTo>
                  <a:pt x="120000" y="2887"/>
                </a:lnTo>
                <a:lnTo>
                  <a:pt x="8000"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91" name="Google Shape;491;p65"/>
          <p:cNvSpPr/>
          <p:nvPr/>
        </p:nvSpPr>
        <p:spPr>
          <a:xfrm>
            <a:off x="0" y="831725"/>
            <a:ext cx="9144000" cy="61125"/>
          </a:xfrm>
          <a:prstGeom prst="rect">
            <a:avLst/>
          </a:prstGeom>
          <a:solidFill>
            <a:schemeClr val="accent2"/>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rgbClr val="000000"/>
              </a:solidFill>
              <a:latin typeface="Arial"/>
              <a:ea typeface="Arial"/>
              <a:cs typeface="Arial"/>
              <a:sym typeface="Arial"/>
            </a:endParaRPr>
          </a:p>
        </p:txBody>
      </p:sp>
      <p:sp>
        <p:nvSpPr>
          <p:cNvPr id="492" name="Google Shape;492;p65"/>
          <p:cNvSpPr txBox="1">
            <a:spLocks noGrp="1"/>
          </p:cNvSpPr>
          <p:nvPr>
            <p:ph type="sldNum" idx="12"/>
          </p:nvPr>
        </p:nvSpPr>
        <p:spPr>
          <a:xfrm>
            <a:off x="7488222" y="4916995"/>
            <a:ext cx="1323563"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Title Only 4">
  <p:cSld name="Title Only 4">
    <p:spTree>
      <p:nvGrpSpPr>
        <p:cNvPr id="1" name="Shape 493"/>
        <p:cNvGrpSpPr/>
        <p:nvPr/>
      </p:nvGrpSpPr>
      <p:grpSpPr>
        <a:xfrm>
          <a:off x="0" y="0"/>
          <a:ext cx="0" cy="0"/>
          <a:chOff x="0" y="0"/>
          <a:chExt cx="0" cy="0"/>
        </a:xfrm>
      </p:grpSpPr>
      <p:sp>
        <p:nvSpPr>
          <p:cNvPr id="494" name="Google Shape;494;p66"/>
          <p:cNvSpPr txBox="1">
            <a:spLocks noGrp="1"/>
          </p:cNvSpPr>
          <p:nvPr>
            <p:ph type="sldNum" idx="12"/>
          </p:nvPr>
        </p:nvSpPr>
        <p:spPr>
          <a:xfrm>
            <a:off x="7406649" y="4869180"/>
            <a:ext cx="1280438" cy="10275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
        <p:nvSpPr>
          <p:cNvPr id="495" name="Google Shape;495;p66"/>
          <p:cNvSpPr txBox="1">
            <a:spLocks noGrp="1"/>
          </p:cNvSpPr>
          <p:nvPr>
            <p:ph type="dt" idx="10"/>
          </p:nvPr>
        </p:nvSpPr>
        <p:spPr>
          <a:xfrm>
            <a:off x="7406649" y="4766310"/>
            <a:ext cx="1280438" cy="102750"/>
          </a:xfrm>
          <a:prstGeom prst="rect">
            <a:avLst/>
          </a:prstGeom>
          <a:noFill/>
          <a:ln>
            <a:noFill/>
          </a:ln>
        </p:spPr>
        <p:txBody>
          <a:bodyPr spcFirstLastPara="1" wrap="square" lIns="0" tIns="0" rIns="0" bIns="0" anchor="b" anchorCtr="0">
            <a:noAutofit/>
          </a:bodyPr>
          <a:lstStyle>
            <a:lvl1pPr marR="0" lvl="0" algn="r" rtl="0">
              <a:lnSpc>
                <a:spcPct val="100000"/>
              </a:lnSpc>
              <a:spcBef>
                <a:spcPts val="0"/>
              </a:spcBef>
              <a:spcAft>
                <a:spcPts val="0"/>
              </a:spcAft>
              <a:buClr>
                <a:srgbClr val="000000"/>
              </a:buClr>
              <a:buSzPts val="1400"/>
              <a:buFont typeface="Arial"/>
              <a:buNone/>
              <a:defRPr sz="6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9pPr>
          </a:lstStyle>
          <a:p>
            <a:endParaRPr/>
          </a:p>
        </p:txBody>
      </p:sp>
      <p:sp>
        <p:nvSpPr>
          <p:cNvPr id="496" name="Google Shape;496;p66"/>
          <p:cNvSpPr txBox="1">
            <a:spLocks noGrp="1"/>
          </p:cNvSpPr>
          <p:nvPr>
            <p:ph type="ftr" idx="11"/>
          </p:nvPr>
        </p:nvSpPr>
        <p:spPr>
          <a:xfrm>
            <a:off x="455296" y="4766310"/>
            <a:ext cx="3981563" cy="102750"/>
          </a:xfrm>
          <a:prstGeom prst="rect">
            <a:avLst/>
          </a:prstGeom>
          <a:noFill/>
          <a:ln>
            <a:noFill/>
          </a:ln>
        </p:spPr>
        <p:txBody>
          <a:bodyPr spcFirstLastPara="1" wrap="square" lIns="0" tIns="0" rIns="0" bIns="0" anchor="b" anchorCtr="0">
            <a:noAutofit/>
          </a:bodyPr>
          <a:lstStyle>
            <a:lvl1pPr marR="0" lvl="0" algn="l" rtl="0">
              <a:lnSpc>
                <a:spcPct val="100000"/>
              </a:lnSpc>
              <a:spcBef>
                <a:spcPts val="0"/>
              </a:spcBef>
              <a:spcAft>
                <a:spcPts val="0"/>
              </a:spcAft>
              <a:buClr>
                <a:srgbClr val="000000"/>
              </a:buClr>
              <a:buSzPts val="1400"/>
              <a:buFont typeface="Arial"/>
              <a:buNone/>
              <a:defRPr sz="6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Agenda 1">
  <p:cSld name="Agenda 1">
    <p:spTree>
      <p:nvGrpSpPr>
        <p:cNvPr id="1" name="Shape 497"/>
        <p:cNvGrpSpPr/>
        <p:nvPr/>
      </p:nvGrpSpPr>
      <p:grpSpPr>
        <a:xfrm>
          <a:off x="0" y="0"/>
          <a:ext cx="0" cy="0"/>
          <a:chOff x="0" y="0"/>
          <a:chExt cx="0" cy="0"/>
        </a:xfrm>
      </p:grpSpPr>
      <p:sp>
        <p:nvSpPr>
          <p:cNvPr id="498" name="Google Shape;498;p67"/>
          <p:cNvSpPr txBox="1">
            <a:spLocks noGrp="1"/>
          </p:cNvSpPr>
          <p:nvPr>
            <p:ph type="title"/>
          </p:nvPr>
        </p:nvSpPr>
        <p:spPr>
          <a:xfrm>
            <a:off x="345188" y="314325"/>
            <a:ext cx="8456063" cy="579375"/>
          </a:xfrm>
          <a:prstGeom prst="rect">
            <a:avLst/>
          </a:prstGeom>
          <a:noFill/>
          <a:ln>
            <a:noFill/>
          </a:ln>
        </p:spPr>
        <p:txBody>
          <a:bodyPr spcFirstLastPara="1" wrap="square" lIns="0" tIns="0" rIns="0" bIns="0" anchor="t" anchorCtr="0">
            <a:noAutofit/>
          </a:bodyPr>
          <a:lstStyle>
            <a:lvl1pPr marR="0" lvl="0" algn="l">
              <a:lnSpc>
                <a:spcPct val="100000"/>
              </a:lnSpc>
              <a:spcBef>
                <a:spcPts val="0"/>
              </a:spcBef>
              <a:spcAft>
                <a:spcPts val="0"/>
              </a:spcAft>
              <a:buClr>
                <a:schemeClr val="dk1"/>
              </a:buClr>
              <a:buSzPts val="2900"/>
              <a:buFont typeface="Georgia"/>
              <a:buNone/>
              <a:defRPr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300"/>
              <a:buNone/>
              <a:defRPr/>
            </a:lvl2pPr>
            <a:lvl3pPr lvl="2" algn="l">
              <a:lnSpc>
                <a:spcPct val="100000"/>
              </a:lnSpc>
              <a:spcBef>
                <a:spcPts val="0"/>
              </a:spcBef>
              <a:spcAft>
                <a:spcPts val="0"/>
              </a:spcAft>
              <a:buSzPts val="1300"/>
              <a:buNone/>
              <a:defRPr/>
            </a:lvl3pPr>
            <a:lvl4pPr lvl="3" algn="l">
              <a:lnSpc>
                <a:spcPct val="100000"/>
              </a:lnSpc>
              <a:spcBef>
                <a:spcPts val="0"/>
              </a:spcBef>
              <a:spcAft>
                <a:spcPts val="0"/>
              </a:spcAft>
              <a:buSzPts val="1300"/>
              <a:buNone/>
              <a:defRPr/>
            </a:lvl4pPr>
            <a:lvl5pPr lvl="4" algn="l">
              <a:lnSpc>
                <a:spcPct val="100000"/>
              </a:lnSpc>
              <a:spcBef>
                <a:spcPts val="0"/>
              </a:spcBef>
              <a:spcAft>
                <a:spcPts val="0"/>
              </a:spcAft>
              <a:buSzPts val="1300"/>
              <a:buNone/>
              <a:defRPr/>
            </a:lvl5pPr>
            <a:lvl6pPr lvl="5" algn="l">
              <a:lnSpc>
                <a:spcPct val="100000"/>
              </a:lnSpc>
              <a:spcBef>
                <a:spcPts val="0"/>
              </a:spcBef>
              <a:spcAft>
                <a:spcPts val="0"/>
              </a:spcAft>
              <a:buSzPts val="1300"/>
              <a:buNone/>
              <a:defRPr/>
            </a:lvl6pPr>
            <a:lvl7pPr lvl="6" algn="l">
              <a:lnSpc>
                <a:spcPct val="100000"/>
              </a:lnSpc>
              <a:spcBef>
                <a:spcPts val="0"/>
              </a:spcBef>
              <a:spcAft>
                <a:spcPts val="0"/>
              </a:spcAft>
              <a:buSzPts val="1300"/>
              <a:buNone/>
              <a:defRPr/>
            </a:lvl7pPr>
            <a:lvl8pPr lvl="7" algn="l">
              <a:lnSpc>
                <a:spcPct val="100000"/>
              </a:lnSpc>
              <a:spcBef>
                <a:spcPts val="0"/>
              </a:spcBef>
              <a:spcAft>
                <a:spcPts val="0"/>
              </a:spcAft>
              <a:buSzPts val="1300"/>
              <a:buNone/>
              <a:defRPr/>
            </a:lvl8pPr>
            <a:lvl9pPr lvl="8" algn="l">
              <a:lnSpc>
                <a:spcPct val="100000"/>
              </a:lnSpc>
              <a:spcBef>
                <a:spcPts val="0"/>
              </a:spcBef>
              <a:spcAft>
                <a:spcPts val="0"/>
              </a:spcAft>
              <a:buSzPts val="1300"/>
              <a:buNone/>
              <a:defRPr/>
            </a:lvl9pPr>
          </a:lstStyle>
          <a:p>
            <a:endParaRPr/>
          </a:p>
        </p:txBody>
      </p:sp>
      <p:sp>
        <p:nvSpPr>
          <p:cNvPr id="499" name="Google Shape;499;p67"/>
          <p:cNvSpPr txBox="1">
            <a:spLocks noGrp="1"/>
          </p:cNvSpPr>
          <p:nvPr>
            <p:ph type="sldNum" idx="12"/>
          </p:nvPr>
        </p:nvSpPr>
        <p:spPr>
          <a:xfrm>
            <a:off x="8242889" y="4845094"/>
            <a:ext cx="548625" cy="86625"/>
          </a:xfrm>
          <a:prstGeom prst="rect">
            <a:avLst/>
          </a:prstGeom>
          <a:noFill/>
          <a:ln>
            <a:noFill/>
          </a:ln>
        </p:spPr>
        <p:txBody>
          <a:bodyPr spcFirstLastPara="1" wrap="square" lIns="0" tIns="0" rIns="0" bIns="0" anchor="t"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Agenda 1 1">
  <p:cSld name="Agenda 1 1">
    <p:spTree>
      <p:nvGrpSpPr>
        <p:cNvPr id="1" name="Shape 500"/>
        <p:cNvGrpSpPr/>
        <p:nvPr/>
      </p:nvGrpSpPr>
      <p:grpSpPr>
        <a:xfrm>
          <a:off x="0" y="0"/>
          <a:ext cx="0" cy="0"/>
          <a:chOff x="0" y="0"/>
          <a:chExt cx="0" cy="0"/>
        </a:xfrm>
      </p:grpSpPr>
      <p:sp>
        <p:nvSpPr>
          <p:cNvPr id="501" name="Google Shape;501;p68"/>
          <p:cNvSpPr txBox="1">
            <a:spLocks noGrp="1"/>
          </p:cNvSpPr>
          <p:nvPr>
            <p:ph type="body" idx="1"/>
          </p:nvPr>
        </p:nvSpPr>
        <p:spPr>
          <a:xfrm>
            <a:off x="332184" y="1577340"/>
            <a:ext cx="8479500" cy="3055125"/>
          </a:xfrm>
          <a:prstGeom prst="rect">
            <a:avLst/>
          </a:prstGeom>
          <a:noFill/>
          <a:ln>
            <a:noFill/>
          </a:ln>
        </p:spPr>
        <p:txBody>
          <a:bodyPr spcFirstLastPara="1" wrap="square" lIns="0" tIns="0" rIns="0" bIns="0" anchor="t" anchorCtr="0">
            <a:noAutofit/>
          </a:bodyPr>
          <a:lstStyle>
            <a:lvl1pPr marL="457200" lvl="0" indent="-393700" algn="l">
              <a:lnSpc>
                <a:spcPct val="90000"/>
              </a:lnSpc>
              <a:spcBef>
                <a:spcPts val="0"/>
              </a:spcBef>
              <a:spcAft>
                <a:spcPts val="0"/>
              </a:spcAft>
              <a:buClr>
                <a:schemeClr val="accent1"/>
              </a:buClr>
              <a:buSzPts val="2600"/>
              <a:buFont typeface="Georgia"/>
              <a:buAutoNum type="arabicPeriod"/>
              <a:defRPr sz="2100" b="0">
                <a:solidFill>
                  <a:schemeClr val="dk1"/>
                </a:solidFill>
              </a:defRPr>
            </a:lvl1pPr>
            <a:lvl2pPr marL="914400" lvl="1" indent="-228600" algn="l">
              <a:lnSpc>
                <a:spcPct val="100000"/>
              </a:lnSpc>
              <a:spcBef>
                <a:spcPts val="500"/>
              </a:spcBef>
              <a:spcAft>
                <a:spcPts val="0"/>
              </a:spcAft>
              <a:buClr>
                <a:schemeClr val="accent4"/>
              </a:buClr>
              <a:buSzPts val="1400"/>
              <a:buFont typeface="Georgia"/>
              <a:buNone/>
              <a:defRPr sz="1200"/>
            </a:lvl2pPr>
            <a:lvl3pPr marL="1371600" lvl="2" indent="-317500" algn="l">
              <a:lnSpc>
                <a:spcPct val="100000"/>
              </a:lnSpc>
              <a:spcBef>
                <a:spcPts val="500"/>
              </a:spcBef>
              <a:spcAft>
                <a:spcPts val="0"/>
              </a:spcAft>
              <a:buClr>
                <a:schemeClr val="dk1"/>
              </a:buClr>
              <a:buSzPts val="1400"/>
              <a:buChar char="•"/>
              <a:defRPr/>
            </a:lvl3pPr>
            <a:lvl4pPr marL="1828800" lvl="3" indent="-317500" algn="l">
              <a:lnSpc>
                <a:spcPct val="100000"/>
              </a:lnSpc>
              <a:spcBef>
                <a:spcPts val="500"/>
              </a:spcBef>
              <a:spcAft>
                <a:spcPts val="0"/>
              </a:spcAft>
              <a:buClr>
                <a:schemeClr val="dk1"/>
              </a:buClr>
              <a:buSzPts val="1400"/>
              <a:buChar char="–"/>
              <a:defRPr/>
            </a:lvl4pPr>
            <a:lvl5pPr marL="2286000" lvl="4" indent="-317500" algn="l">
              <a:lnSpc>
                <a:spcPct val="100000"/>
              </a:lnSpc>
              <a:spcBef>
                <a:spcPts val="500"/>
              </a:spcBef>
              <a:spcAft>
                <a:spcPts val="0"/>
              </a:spcAft>
              <a:buClr>
                <a:schemeClr val="dk1"/>
              </a:buClr>
              <a:buSzPts val="1400"/>
              <a:buChar char="•"/>
              <a:defRPr/>
            </a:lvl5pPr>
            <a:lvl6pPr marL="2743200" lvl="5" indent="-317500" algn="l">
              <a:lnSpc>
                <a:spcPct val="100000"/>
              </a:lnSpc>
              <a:spcBef>
                <a:spcPts val="500"/>
              </a:spcBef>
              <a:spcAft>
                <a:spcPts val="0"/>
              </a:spcAft>
              <a:buClr>
                <a:schemeClr val="dk1"/>
              </a:buClr>
              <a:buSzPts val="1400"/>
              <a:buChar char="–"/>
              <a:defRPr/>
            </a:lvl6pPr>
            <a:lvl7pPr marL="3200400" lvl="6" indent="-317500" algn="l">
              <a:lnSpc>
                <a:spcPct val="100000"/>
              </a:lnSpc>
              <a:spcBef>
                <a:spcPts val="500"/>
              </a:spcBef>
              <a:spcAft>
                <a:spcPts val="0"/>
              </a:spcAft>
              <a:buClr>
                <a:schemeClr val="dk1"/>
              </a:buClr>
              <a:buSzPts val="1400"/>
              <a:buChar char="•"/>
              <a:defRPr/>
            </a:lvl7pPr>
            <a:lvl8pPr marL="3657600" lvl="7" indent="-317500" algn="l">
              <a:lnSpc>
                <a:spcPct val="100000"/>
              </a:lnSpc>
              <a:spcBef>
                <a:spcPts val="500"/>
              </a:spcBef>
              <a:spcAft>
                <a:spcPts val="0"/>
              </a:spcAft>
              <a:buClr>
                <a:schemeClr val="dk1"/>
              </a:buClr>
              <a:buSzPts val="1400"/>
              <a:buChar char="–"/>
              <a:defRPr/>
            </a:lvl8pPr>
            <a:lvl9pPr marL="4114800" lvl="8" indent="-317500" algn="l">
              <a:lnSpc>
                <a:spcPct val="100000"/>
              </a:lnSpc>
              <a:spcBef>
                <a:spcPts val="500"/>
              </a:spcBef>
              <a:spcAft>
                <a:spcPts val="500"/>
              </a:spcAft>
              <a:buClr>
                <a:schemeClr val="dk1"/>
              </a:buClr>
              <a:buSzPts val="1400"/>
              <a:buChar char="•"/>
              <a:defRPr/>
            </a:lvl9pPr>
          </a:lstStyle>
          <a:p>
            <a:endParaRPr/>
          </a:p>
        </p:txBody>
      </p:sp>
      <p:sp>
        <p:nvSpPr>
          <p:cNvPr id="502" name="Google Shape;502;p68"/>
          <p:cNvSpPr txBox="1">
            <a:spLocks noGrp="1"/>
          </p:cNvSpPr>
          <p:nvPr>
            <p:ph type="title"/>
          </p:nvPr>
        </p:nvSpPr>
        <p:spPr>
          <a:xfrm>
            <a:off x="332185" y="324000"/>
            <a:ext cx="8479500" cy="1040437"/>
          </a:xfrm>
          <a:prstGeom prst="rect">
            <a:avLst/>
          </a:prstGeom>
          <a:noFill/>
          <a:ln>
            <a:noFill/>
          </a:ln>
        </p:spPr>
        <p:txBody>
          <a:bodyPr spcFirstLastPara="1" wrap="square" lIns="0" tIns="0" rIns="0" bIns="0" anchor="t" anchorCtr="0">
            <a:noAutofit/>
          </a:bodyPr>
          <a:lstStyle>
            <a:lvl1pPr lvl="0" algn="l">
              <a:lnSpc>
                <a:spcPct val="85000"/>
              </a:lnSpc>
              <a:spcBef>
                <a:spcPts val="0"/>
              </a:spcBef>
              <a:spcAft>
                <a:spcPts val="0"/>
              </a:spcAft>
              <a:buClr>
                <a:schemeClr val="dk1"/>
              </a:buClr>
              <a:buSzPts val="2900"/>
              <a:buFont typeface="Georgia"/>
              <a:buNone/>
              <a:defRPr/>
            </a:lvl1pPr>
            <a:lvl2pPr lvl="1" algn="l">
              <a:lnSpc>
                <a:spcPct val="100000"/>
              </a:lnSpc>
              <a:spcBef>
                <a:spcPts val="0"/>
              </a:spcBef>
              <a:spcAft>
                <a:spcPts val="0"/>
              </a:spcAft>
              <a:buSzPts val="1300"/>
              <a:buNone/>
              <a:defRPr/>
            </a:lvl2pPr>
            <a:lvl3pPr lvl="2" algn="l">
              <a:lnSpc>
                <a:spcPct val="100000"/>
              </a:lnSpc>
              <a:spcBef>
                <a:spcPts val="0"/>
              </a:spcBef>
              <a:spcAft>
                <a:spcPts val="0"/>
              </a:spcAft>
              <a:buSzPts val="1300"/>
              <a:buNone/>
              <a:defRPr/>
            </a:lvl3pPr>
            <a:lvl4pPr lvl="3" algn="l">
              <a:lnSpc>
                <a:spcPct val="100000"/>
              </a:lnSpc>
              <a:spcBef>
                <a:spcPts val="0"/>
              </a:spcBef>
              <a:spcAft>
                <a:spcPts val="0"/>
              </a:spcAft>
              <a:buSzPts val="1300"/>
              <a:buNone/>
              <a:defRPr/>
            </a:lvl4pPr>
            <a:lvl5pPr lvl="4" algn="l">
              <a:lnSpc>
                <a:spcPct val="100000"/>
              </a:lnSpc>
              <a:spcBef>
                <a:spcPts val="0"/>
              </a:spcBef>
              <a:spcAft>
                <a:spcPts val="0"/>
              </a:spcAft>
              <a:buSzPts val="1300"/>
              <a:buNone/>
              <a:defRPr/>
            </a:lvl5pPr>
            <a:lvl6pPr lvl="5" algn="l">
              <a:lnSpc>
                <a:spcPct val="100000"/>
              </a:lnSpc>
              <a:spcBef>
                <a:spcPts val="0"/>
              </a:spcBef>
              <a:spcAft>
                <a:spcPts val="0"/>
              </a:spcAft>
              <a:buSzPts val="1300"/>
              <a:buNone/>
              <a:defRPr/>
            </a:lvl6pPr>
            <a:lvl7pPr lvl="6" algn="l">
              <a:lnSpc>
                <a:spcPct val="100000"/>
              </a:lnSpc>
              <a:spcBef>
                <a:spcPts val="0"/>
              </a:spcBef>
              <a:spcAft>
                <a:spcPts val="0"/>
              </a:spcAft>
              <a:buSzPts val="1300"/>
              <a:buNone/>
              <a:defRPr/>
            </a:lvl7pPr>
            <a:lvl8pPr lvl="7" algn="l">
              <a:lnSpc>
                <a:spcPct val="100000"/>
              </a:lnSpc>
              <a:spcBef>
                <a:spcPts val="0"/>
              </a:spcBef>
              <a:spcAft>
                <a:spcPts val="0"/>
              </a:spcAft>
              <a:buSzPts val="1300"/>
              <a:buNone/>
              <a:defRPr/>
            </a:lvl8pPr>
            <a:lvl9pPr lvl="8" algn="l">
              <a:lnSpc>
                <a:spcPct val="100000"/>
              </a:lnSpc>
              <a:spcBef>
                <a:spcPts val="0"/>
              </a:spcBef>
              <a:spcAft>
                <a:spcPts val="0"/>
              </a:spcAft>
              <a:buSzPts val="1300"/>
              <a:buNone/>
              <a:defRPr/>
            </a:lvl9pPr>
          </a:lstStyle>
          <a:p>
            <a:endParaRPr/>
          </a:p>
        </p:txBody>
      </p:sp>
      <p:sp>
        <p:nvSpPr>
          <p:cNvPr id="503" name="Google Shape;503;p68"/>
          <p:cNvSpPr txBox="1">
            <a:spLocks noGrp="1"/>
          </p:cNvSpPr>
          <p:nvPr>
            <p:ph type="sldNum" idx="12"/>
          </p:nvPr>
        </p:nvSpPr>
        <p:spPr>
          <a:xfrm>
            <a:off x="7488222" y="4903516"/>
            <a:ext cx="1323563"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Title Only 3">
  <p:cSld name="Title Only 3">
    <p:spTree>
      <p:nvGrpSpPr>
        <p:cNvPr id="1" name="Shape 504"/>
        <p:cNvGrpSpPr/>
        <p:nvPr/>
      </p:nvGrpSpPr>
      <p:grpSpPr>
        <a:xfrm>
          <a:off x="0" y="0"/>
          <a:ext cx="0" cy="0"/>
          <a:chOff x="0" y="0"/>
          <a:chExt cx="0" cy="0"/>
        </a:xfrm>
      </p:grpSpPr>
      <p:sp>
        <p:nvSpPr>
          <p:cNvPr id="505" name="Google Shape;505;p69"/>
          <p:cNvSpPr/>
          <p:nvPr/>
        </p:nvSpPr>
        <p:spPr>
          <a:xfrm>
            <a:off x="0" y="0"/>
            <a:ext cx="9143625" cy="1004438"/>
          </a:xfrm>
          <a:prstGeom prst="rect">
            <a:avLst/>
          </a:prstGeom>
          <a:solidFill>
            <a:schemeClr val="accent3"/>
          </a:solidFill>
          <a:ln>
            <a:noFill/>
          </a:ln>
        </p:spPr>
        <p:txBody>
          <a:bodyPr spcFirstLastPara="1" wrap="square" lIns="72875" tIns="36425" rIns="72875" bIns="3642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p:txBody>
      </p:sp>
      <p:sp>
        <p:nvSpPr>
          <p:cNvPr id="506" name="Google Shape;506;p69"/>
          <p:cNvSpPr txBox="1">
            <a:spLocks noGrp="1"/>
          </p:cNvSpPr>
          <p:nvPr>
            <p:ph type="title"/>
          </p:nvPr>
        </p:nvSpPr>
        <p:spPr>
          <a:xfrm>
            <a:off x="457201" y="342901"/>
            <a:ext cx="8229375" cy="786563"/>
          </a:xfrm>
          <a:prstGeom prst="rect">
            <a:avLst/>
          </a:prstGeom>
          <a:noFill/>
          <a:ln>
            <a:noFill/>
          </a:ln>
        </p:spPr>
        <p:txBody>
          <a:bodyPr spcFirstLastPara="1" wrap="square" lIns="0" tIns="0" rIns="0" bIns="0" anchor="t" anchorCtr="0">
            <a:normAutofit/>
          </a:bodyPr>
          <a:lstStyle>
            <a:lvl1pPr lvl="0" algn="l">
              <a:lnSpc>
                <a:spcPct val="100000"/>
              </a:lnSpc>
              <a:spcBef>
                <a:spcPts val="0"/>
              </a:spcBef>
              <a:spcAft>
                <a:spcPts val="0"/>
              </a:spcAft>
              <a:buClr>
                <a:schemeClr val="lt1"/>
              </a:buClr>
              <a:buSzPts val="2600"/>
              <a:buFont typeface="Georgia"/>
              <a:buNone/>
              <a:defRPr>
                <a:solidFill>
                  <a:schemeClr val="lt1"/>
                </a:solidFill>
              </a:defRPr>
            </a:lvl1pPr>
            <a:lvl2pPr lvl="1" algn="l">
              <a:lnSpc>
                <a:spcPct val="100000"/>
              </a:lnSpc>
              <a:spcBef>
                <a:spcPts val="0"/>
              </a:spcBef>
              <a:spcAft>
                <a:spcPts val="0"/>
              </a:spcAft>
              <a:buSzPts val="1300"/>
              <a:buNone/>
              <a:defRPr/>
            </a:lvl2pPr>
            <a:lvl3pPr lvl="2" algn="l">
              <a:lnSpc>
                <a:spcPct val="100000"/>
              </a:lnSpc>
              <a:spcBef>
                <a:spcPts val="0"/>
              </a:spcBef>
              <a:spcAft>
                <a:spcPts val="0"/>
              </a:spcAft>
              <a:buSzPts val="1300"/>
              <a:buNone/>
              <a:defRPr/>
            </a:lvl3pPr>
            <a:lvl4pPr lvl="3" algn="l">
              <a:lnSpc>
                <a:spcPct val="100000"/>
              </a:lnSpc>
              <a:spcBef>
                <a:spcPts val="0"/>
              </a:spcBef>
              <a:spcAft>
                <a:spcPts val="0"/>
              </a:spcAft>
              <a:buSzPts val="1300"/>
              <a:buNone/>
              <a:defRPr/>
            </a:lvl4pPr>
            <a:lvl5pPr lvl="4" algn="l">
              <a:lnSpc>
                <a:spcPct val="100000"/>
              </a:lnSpc>
              <a:spcBef>
                <a:spcPts val="0"/>
              </a:spcBef>
              <a:spcAft>
                <a:spcPts val="0"/>
              </a:spcAft>
              <a:buSzPts val="1300"/>
              <a:buNone/>
              <a:defRPr/>
            </a:lvl5pPr>
            <a:lvl6pPr lvl="5" algn="l">
              <a:lnSpc>
                <a:spcPct val="100000"/>
              </a:lnSpc>
              <a:spcBef>
                <a:spcPts val="0"/>
              </a:spcBef>
              <a:spcAft>
                <a:spcPts val="0"/>
              </a:spcAft>
              <a:buSzPts val="1300"/>
              <a:buNone/>
              <a:defRPr/>
            </a:lvl6pPr>
            <a:lvl7pPr lvl="6" algn="l">
              <a:lnSpc>
                <a:spcPct val="100000"/>
              </a:lnSpc>
              <a:spcBef>
                <a:spcPts val="0"/>
              </a:spcBef>
              <a:spcAft>
                <a:spcPts val="0"/>
              </a:spcAft>
              <a:buSzPts val="1300"/>
              <a:buNone/>
              <a:defRPr/>
            </a:lvl7pPr>
            <a:lvl8pPr lvl="7" algn="l">
              <a:lnSpc>
                <a:spcPct val="100000"/>
              </a:lnSpc>
              <a:spcBef>
                <a:spcPts val="0"/>
              </a:spcBef>
              <a:spcAft>
                <a:spcPts val="0"/>
              </a:spcAft>
              <a:buSzPts val="1300"/>
              <a:buNone/>
              <a:defRPr/>
            </a:lvl8pPr>
            <a:lvl9pPr lvl="8" algn="l">
              <a:lnSpc>
                <a:spcPct val="100000"/>
              </a:lnSpc>
              <a:spcBef>
                <a:spcPts val="0"/>
              </a:spcBef>
              <a:spcAft>
                <a:spcPts val="0"/>
              </a:spcAft>
              <a:buSzPts val="1300"/>
              <a:buNone/>
              <a:defRPr/>
            </a:lvl9pPr>
          </a:lstStyle>
          <a:p>
            <a:endParaRPr/>
          </a:p>
        </p:txBody>
      </p:sp>
      <p:sp>
        <p:nvSpPr>
          <p:cNvPr id="507" name="Google Shape;507;p69"/>
          <p:cNvSpPr txBox="1">
            <a:spLocks noGrp="1"/>
          </p:cNvSpPr>
          <p:nvPr>
            <p:ph type="sldNum" idx="12"/>
          </p:nvPr>
        </p:nvSpPr>
        <p:spPr>
          <a:xfrm>
            <a:off x="7406649" y="4869180"/>
            <a:ext cx="1280438"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
        <p:nvSpPr>
          <p:cNvPr id="508" name="Google Shape;508;p69"/>
          <p:cNvSpPr txBox="1"/>
          <p:nvPr/>
        </p:nvSpPr>
        <p:spPr>
          <a:xfrm>
            <a:off x="455296" y="4869180"/>
            <a:ext cx="3981563" cy="102938"/>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600"/>
              <a:buFont typeface="Arial"/>
              <a:buNone/>
            </a:pPr>
            <a:r>
              <a:rPr lang="en" sz="600" b="0" i="0" u="none" strike="noStrike" cap="none">
                <a:solidFill>
                  <a:schemeClr val="dk1"/>
                </a:solidFill>
                <a:latin typeface="Arial"/>
                <a:ea typeface="Arial"/>
                <a:cs typeface="Arial"/>
                <a:sym typeface="Arial"/>
              </a:rPr>
              <a:t>PwC</a:t>
            </a:r>
            <a:endParaRPr sz="1100" b="0" i="0" u="none" strike="noStrike" cap="none">
              <a:solidFill>
                <a:srgbClr val="000000"/>
              </a:solidFill>
              <a:latin typeface="Arial"/>
              <a:ea typeface="Arial"/>
              <a:cs typeface="Arial"/>
              <a:sym typeface="Arial"/>
            </a:endParaRPr>
          </a:p>
        </p:txBody>
      </p:sp>
      <p:sp>
        <p:nvSpPr>
          <p:cNvPr id="509" name="Google Shape;509;p69"/>
          <p:cNvSpPr txBox="1">
            <a:spLocks noGrp="1"/>
          </p:cNvSpPr>
          <p:nvPr>
            <p:ph type="dt" idx="10"/>
          </p:nvPr>
        </p:nvSpPr>
        <p:spPr>
          <a:xfrm>
            <a:off x="7406649" y="4766310"/>
            <a:ext cx="1280438" cy="102938"/>
          </a:xfrm>
          <a:prstGeom prst="rect">
            <a:avLst/>
          </a:prstGeom>
          <a:noFill/>
          <a:ln>
            <a:noFill/>
          </a:ln>
        </p:spPr>
        <p:txBody>
          <a:bodyPr spcFirstLastPara="1" wrap="square" lIns="0" tIns="0" rIns="0" bIns="0" anchor="b" anchorCtr="0">
            <a:noAutofit/>
          </a:bodyPr>
          <a:lstStyle>
            <a:lvl1pPr marR="0" lvl="0" algn="r" rtl="0">
              <a:lnSpc>
                <a:spcPct val="100000"/>
              </a:lnSpc>
              <a:spcBef>
                <a:spcPts val="0"/>
              </a:spcBef>
              <a:spcAft>
                <a:spcPts val="0"/>
              </a:spcAft>
              <a:buClr>
                <a:srgbClr val="000000"/>
              </a:buClr>
              <a:buSzPts val="1400"/>
              <a:buFont typeface="Arial"/>
              <a:buNone/>
              <a:defRPr sz="6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9pPr>
          </a:lstStyle>
          <a:p>
            <a:endParaRPr/>
          </a:p>
        </p:txBody>
      </p:sp>
      <p:sp>
        <p:nvSpPr>
          <p:cNvPr id="510" name="Google Shape;510;p69"/>
          <p:cNvSpPr txBox="1">
            <a:spLocks noGrp="1"/>
          </p:cNvSpPr>
          <p:nvPr>
            <p:ph type="ftr" idx="11"/>
          </p:nvPr>
        </p:nvSpPr>
        <p:spPr>
          <a:xfrm>
            <a:off x="455296" y="4766310"/>
            <a:ext cx="3981563" cy="102938"/>
          </a:xfrm>
          <a:prstGeom prst="rect">
            <a:avLst/>
          </a:prstGeom>
          <a:noFill/>
          <a:ln>
            <a:noFill/>
          </a:ln>
        </p:spPr>
        <p:txBody>
          <a:bodyPr spcFirstLastPara="1" wrap="square" lIns="0" tIns="0" rIns="0" bIns="0" anchor="b" anchorCtr="0">
            <a:noAutofit/>
          </a:bodyPr>
          <a:lstStyle>
            <a:lvl1pPr marR="0" lvl="0" algn="l" rtl="0">
              <a:lnSpc>
                <a:spcPct val="100000"/>
              </a:lnSpc>
              <a:spcBef>
                <a:spcPts val="0"/>
              </a:spcBef>
              <a:spcAft>
                <a:spcPts val="0"/>
              </a:spcAft>
              <a:buClr>
                <a:srgbClr val="000000"/>
              </a:buClr>
              <a:buSzPts val="1400"/>
              <a:buFont typeface="Arial"/>
              <a:buNone/>
              <a:defRPr sz="6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9pPr>
          </a:lstStyle>
          <a:p>
            <a:endParaRPr/>
          </a:p>
        </p:txBody>
      </p:sp>
      <p:cxnSp>
        <p:nvCxnSpPr>
          <p:cNvPr id="511" name="Google Shape;511;p69"/>
          <p:cNvCxnSpPr/>
          <p:nvPr/>
        </p:nvCxnSpPr>
        <p:spPr>
          <a:xfrm>
            <a:off x="457540" y="90730"/>
            <a:ext cx="2001375" cy="0"/>
          </a:xfrm>
          <a:prstGeom prst="straightConnector1">
            <a:avLst/>
          </a:prstGeom>
          <a:noFill/>
          <a:ln w="19050" cap="flat" cmpd="sng">
            <a:solidFill>
              <a:srgbClr val="F3AAA2"/>
            </a:solidFill>
            <a:prstDash val="solid"/>
            <a:round/>
            <a:headEnd type="none" w="sm" len="sm"/>
            <a:tailEnd type="none" w="sm" len="sm"/>
          </a:ln>
        </p:spPr>
      </p:cxnSp>
      <p:sp>
        <p:nvSpPr>
          <p:cNvPr id="512" name="Google Shape;512;p69"/>
          <p:cNvSpPr txBox="1"/>
          <p:nvPr/>
        </p:nvSpPr>
        <p:spPr>
          <a:xfrm>
            <a:off x="457540" y="137836"/>
            <a:ext cx="2001375" cy="9613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968C6D"/>
              </a:buClr>
              <a:buSzPts val="1000"/>
              <a:buFont typeface="Georgia"/>
              <a:buNone/>
            </a:pPr>
            <a:r>
              <a:rPr lang="en" sz="600" b="0" i="0" u="none" strike="noStrike" cap="none">
                <a:solidFill>
                  <a:srgbClr val="F3AAA2"/>
                </a:solidFill>
                <a:latin typeface="Arial"/>
                <a:ea typeface="Arial"/>
                <a:cs typeface="Arial"/>
                <a:sym typeface="Arial"/>
              </a:rPr>
              <a:t>Introduction</a:t>
            </a:r>
            <a:endParaRPr sz="600" b="0" i="0" u="none" strike="noStrike" cap="none">
              <a:solidFill>
                <a:srgbClr val="F3AAA2"/>
              </a:solidFill>
              <a:latin typeface="Arial"/>
              <a:ea typeface="Arial"/>
              <a:cs typeface="Arial"/>
              <a:sym typeface="Arial"/>
            </a:endParaRPr>
          </a:p>
        </p:txBody>
      </p:sp>
      <p:cxnSp>
        <p:nvCxnSpPr>
          <p:cNvPr id="513" name="Google Shape;513;p69"/>
          <p:cNvCxnSpPr/>
          <p:nvPr/>
        </p:nvCxnSpPr>
        <p:spPr>
          <a:xfrm>
            <a:off x="2533434" y="90730"/>
            <a:ext cx="2001375" cy="0"/>
          </a:xfrm>
          <a:prstGeom prst="straightConnector1">
            <a:avLst/>
          </a:prstGeom>
          <a:noFill/>
          <a:ln w="19050" cap="flat" cmpd="sng">
            <a:solidFill>
              <a:srgbClr val="F3AAA2"/>
            </a:solidFill>
            <a:prstDash val="solid"/>
            <a:round/>
            <a:headEnd type="none" w="sm" len="sm"/>
            <a:tailEnd type="none" w="sm" len="sm"/>
          </a:ln>
        </p:spPr>
      </p:cxnSp>
      <p:sp>
        <p:nvSpPr>
          <p:cNvPr id="514" name="Google Shape;514;p69"/>
          <p:cNvSpPr txBox="1"/>
          <p:nvPr/>
        </p:nvSpPr>
        <p:spPr>
          <a:xfrm>
            <a:off x="2533434" y="137836"/>
            <a:ext cx="2001375" cy="9613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968C6D"/>
              </a:buClr>
              <a:buSzPts val="1000"/>
              <a:buFont typeface="Georgia"/>
              <a:buNone/>
            </a:pPr>
            <a:r>
              <a:rPr lang="en" sz="600" b="0" i="0" u="none" strike="noStrike" cap="none">
                <a:solidFill>
                  <a:srgbClr val="F3AAA2"/>
                </a:solidFill>
                <a:latin typeface="Arial"/>
                <a:ea typeface="Arial"/>
                <a:cs typeface="Arial"/>
                <a:sym typeface="Arial"/>
              </a:rPr>
              <a:t>Essential links</a:t>
            </a:r>
            <a:endParaRPr sz="600" b="0" i="0" u="none" strike="noStrike" cap="none">
              <a:solidFill>
                <a:srgbClr val="F3AAA2"/>
              </a:solidFill>
              <a:latin typeface="Arial"/>
              <a:ea typeface="Arial"/>
              <a:cs typeface="Arial"/>
              <a:sym typeface="Arial"/>
            </a:endParaRPr>
          </a:p>
        </p:txBody>
      </p:sp>
      <p:cxnSp>
        <p:nvCxnSpPr>
          <p:cNvPr id="515" name="Google Shape;515;p69"/>
          <p:cNvCxnSpPr/>
          <p:nvPr/>
        </p:nvCxnSpPr>
        <p:spPr>
          <a:xfrm>
            <a:off x="4609327" y="90730"/>
            <a:ext cx="2001375" cy="0"/>
          </a:xfrm>
          <a:prstGeom prst="straightConnector1">
            <a:avLst/>
          </a:prstGeom>
          <a:noFill/>
          <a:ln w="19050" cap="flat" cmpd="sng">
            <a:solidFill>
              <a:srgbClr val="F3AAA2"/>
            </a:solidFill>
            <a:prstDash val="solid"/>
            <a:round/>
            <a:headEnd type="none" w="sm" len="sm"/>
            <a:tailEnd type="none" w="sm" len="sm"/>
          </a:ln>
        </p:spPr>
      </p:cxnSp>
      <p:sp>
        <p:nvSpPr>
          <p:cNvPr id="516" name="Google Shape;516;p69"/>
          <p:cNvSpPr txBox="1"/>
          <p:nvPr/>
        </p:nvSpPr>
        <p:spPr>
          <a:xfrm>
            <a:off x="4609327" y="137836"/>
            <a:ext cx="2001375" cy="9613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968C6D"/>
              </a:buClr>
              <a:buSzPts val="1000"/>
              <a:buFont typeface="Georgia"/>
              <a:buNone/>
            </a:pPr>
            <a:r>
              <a:rPr lang="en" sz="600" b="0" i="0" u="none" strike="noStrike" cap="none">
                <a:solidFill>
                  <a:srgbClr val="F3AAA2"/>
                </a:solidFill>
                <a:latin typeface="Arial"/>
                <a:ea typeface="Arial"/>
                <a:cs typeface="Arial"/>
                <a:sym typeface="Arial"/>
              </a:rPr>
              <a:t>Accolades by theme/competency</a:t>
            </a:r>
            <a:endParaRPr sz="600" b="0" i="0" u="none" strike="noStrike" cap="none">
              <a:solidFill>
                <a:srgbClr val="F3AAA2"/>
              </a:solidFill>
              <a:latin typeface="Arial"/>
              <a:ea typeface="Arial"/>
              <a:cs typeface="Arial"/>
              <a:sym typeface="Arial"/>
            </a:endParaRPr>
          </a:p>
        </p:txBody>
      </p:sp>
      <p:cxnSp>
        <p:nvCxnSpPr>
          <p:cNvPr id="517" name="Google Shape;517;p69"/>
          <p:cNvCxnSpPr/>
          <p:nvPr/>
        </p:nvCxnSpPr>
        <p:spPr>
          <a:xfrm>
            <a:off x="6685221" y="90730"/>
            <a:ext cx="2001375" cy="0"/>
          </a:xfrm>
          <a:prstGeom prst="straightConnector1">
            <a:avLst/>
          </a:prstGeom>
          <a:noFill/>
          <a:ln w="19050" cap="flat" cmpd="sng">
            <a:solidFill>
              <a:srgbClr val="F3AAA2"/>
            </a:solidFill>
            <a:prstDash val="solid"/>
            <a:round/>
            <a:headEnd type="none" w="sm" len="sm"/>
            <a:tailEnd type="none" w="sm" len="sm"/>
          </a:ln>
        </p:spPr>
      </p:cxnSp>
      <p:sp>
        <p:nvSpPr>
          <p:cNvPr id="518" name="Google Shape;518;p69"/>
          <p:cNvSpPr txBox="1"/>
          <p:nvPr/>
        </p:nvSpPr>
        <p:spPr>
          <a:xfrm>
            <a:off x="6685221" y="137836"/>
            <a:ext cx="2001375" cy="9613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968C6D"/>
              </a:buClr>
              <a:buSzPts val="1000"/>
              <a:buFont typeface="Georgia"/>
              <a:buNone/>
            </a:pPr>
            <a:r>
              <a:rPr lang="en" sz="600" b="0" i="0" u="none" strike="noStrike" cap="none">
                <a:solidFill>
                  <a:srgbClr val="F3AAA2"/>
                </a:solidFill>
                <a:latin typeface="Arial"/>
                <a:ea typeface="Arial"/>
                <a:cs typeface="Arial"/>
                <a:sym typeface="Arial"/>
              </a:rPr>
              <a:t>PwC Analyst Relations</a:t>
            </a:r>
            <a:endParaRPr sz="600" b="0" i="0" u="none" strike="noStrike" cap="none">
              <a:solidFill>
                <a:srgbClr val="F3AAA2"/>
              </a:solidFill>
              <a:latin typeface="Arial"/>
              <a:ea typeface="Arial"/>
              <a:cs typeface="Arial"/>
              <a:sym typeface="Arial"/>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Title Only 1">
  <p:cSld name="Title Only 1">
    <p:spTree>
      <p:nvGrpSpPr>
        <p:cNvPr id="1" name="Shape 519"/>
        <p:cNvGrpSpPr/>
        <p:nvPr/>
      </p:nvGrpSpPr>
      <p:grpSpPr>
        <a:xfrm>
          <a:off x="0" y="0"/>
          <a:ext cx="0" cy="0"/>
          <a:chOff x="0" y="0"/>
          <a:chExt cx="0" cy="0"/>
        </a:xfrm>
      </p:grpSpPr>
      <p:sp>
        <p:nvSpPr>
          <p:cNvPr id="520" name="Google Shape;520;p70"/>
          <p:cNvSpPr/>
          <p:nvPr/>
        </p:nvSpPr>
        <p:spPr>
          <a:xfrm>
            <a:off x="0" y="0"/>
            <a:ext cx="9143625" cy="1004438"/>
          </a:xfrm>
          <a:prstGeom prst="rect">
            <a:avLst/>
          </a:prstGeom>
          <a:solidFill>
            <a:schemeClr val="accent3"/>
          </a:solidFill>
          <a:ln>
            <a:noFill/>
          </a:ln>
        </p:spPr>
        <p:txBody>
          <a:bodyPr spcFirstLastPara="1" wrap="square" lIns="72875" tIns="36425" rIns="72875" bIns="3642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p:txBody>
      </p:sp>
      <p:sp>
        <p:nvSpPr>
          <p:cNvPr id="521" name="Google Shape;521;p70"/>
          <p:cNvSpPr txBox="1">
            <a:spLocks noGrp="1"/>
          </p:cNvSpPr>
          <p:nvPr>
            <p:ph type="title"/>
          </p:nvPr>
        </p:nvSpPr>
        <p:spPr>
          <a:xfrm>
            <a:off x="457201" y="342901"/>
            <a:ext cx="8229375" cy="786563"/>
          </a:xfrm>
          <a:prstGeom prst="rect">
            <a:avLst/>
          </a:prstGeom>
          <a:noFill/>
          <a:ln>
            <a:noFill/>
          </a:ln>
        </p:spPr>
        <p:txBody>
          <a:bodyPr spcFirstLastPara="1" wrap="square" lIns="0" tIns="0" rIns="0" bIns="0" anchor="t" anchorCtr="0">
            <a:normAutofit/>
          </a:bodyPr>
          <a:lstStyle>
            <a:lvl1pPr lvl="0" algn="l">
              <a:lnSpc>
                <a:spcPct val="100000"/>
              </a:lnSpc>
              <a:spcBef>
                <a:spcPts val="0"/>
              </a:spcBef>
              <a:spcAft>
                <a:spcPts val="0"/>
              </a:spcAft>
              <a:buClr>
                <a:schemeClr val="lt1"/>
              </a:buClr>
              <a:buSzPts val="2600"/>
              <a:buFont typeface="Georgia"/>
              <a:buNone/>
              <a:defRPr>
                <a:solidFill>
                  <a:schemeClr val="lt1"/>
                </a:solidFill>
              </a:defRPr>
            </a:lvl1pPr>
            <a:lvl2pPr lvl="1" algn="l">
              <a:lnSpc>
                <a:spcPct val="100000"/>
              </a:lnSpc>
              <a:spcBef>
                <a:spcPts val="0"/>
              </a:spcBef>
              <a:spcAft>
                <a:spcPts val="0"/>
              </a:spcAft>
              <a:buSzPts val="1300"/>
              <a:buNone/>
              <a:defRPr/>
            </a:lvl2pPr>
            <a:lvl3pPr lvl="2" algn="l">
              <a:lnSpc>
                <a:spcPct val="100000"/>
              </a:lnSpc>
              <a:spcBef>
                <a:spcPts val="0"/>
              </a:spcBef>
              <a:spcAft>
                <a:spcPts val="0"/>
              </a:spcAft>
              <a:buSzPts val="1300"/>
              <a:buNone/>
              <a:defRPr/>
            </a:lvl3pPr>
            <a:lvl4pPr lvl="3" algn="l">
              <a:lnSpc>
                <a:spcPct val="100000"/>
              </a:lnSpc>
              <a:spcBef>
                <a:spcPts val="0"/>
              </a:spcBef>
              <a:spcAft>
                <a:spcPts val="0"/>
              </a:spcAft>
              <a:buSzPts val="1300"/>
              <a:buNone/>
              <a:defRPr/>
            </a:lvl4pPr>
            <a:lvl5pPr lvl="4" algn="l">
              <a:lnSpc>
                <a:spcPct val="100000"/>
              </a:lnSpc>
              <a:spcBef>
                <a:spcPts val="0"/>
              </a:spcBef>
              <a:spcAft>
                <a:spcPts val="0"/>
              </a:spcAft>
              <a:buSzPts val="1300"/>
              <a:buNone/>
              <a:defRPr/>
            </a:lvl5pPr>
            <a:lvl6pPr lvl="5" algn="l">
              <a:lnSpc>
                <a:spcPct val="100000"/>
              </a:lnSpc>
              <a:spcBef>
                <a:spcPts val="0"/>
              </a:spcBef>
              <a:spcAft>
                <a:spcPts val="0"/>
              </a:spcAft>
              <a:buSzPts val="1300"/>
              <a:buNone/>
              <a:defRPr/>
            </a:lvl6pPr>
            <a:lvl7pPr lvl="6" algn="l">
              <a:lnSpc>
                <a:spcPct val="100000"/>
              </a:lnSpc>
              <a:spcBef>
                <a:spcPts val="0"/>
              </a:spcBef>
              <a:spcAft>
                <a:spcPts val="0"/>
              </a:spcAft>
              <a:buSzPts val="1300"/>
              <a:buNone/>
              <a:defRPr/>
            </a:lvl7pPr>
            <a:lvl8pPr lvl="7" algn="l">
              <a:lnSpc>
                <a:spcPct val="100000"/>
              </a:lnSpc>
              <a:spcBef>
                <a:spcPts val="0"/>
              </a:spcBef>
              <a:spcAft>
                <a:spcPts val="0"/>
              </a:spcAft>
              <a:buSzPts val="1300"/>
              <a:buNone/>
              <a:defRPr/>
            </a:lvl8pPr>
            <a:lvl9pPr lvl="8" algn="l">
              <a:lnSpc>
                <a:spcPct val="100000"/>
              </a:lnSpc>
              <a:spcBef>
                <a:spcPts val="0"/>
              </a:spcBef>
              <a:spcAft>
                <a:spcPts val="0"/>
              </a:spcAft>
              <a:buSzPts val="1300"/>
              <a:buNone/>
              <a:defRPr/>
            </a:lvl9pPr>
          </a:lstStyle>
          <a:p>
            <a:endParaRPr/>
          </a:p>
        </p:txBody>
      </p:sp>
      <p:sp>
        <p:nvSpPr>
          <p:cNvPr id="522" name="Google Shape;522;p70"/>
          <p:cNvSpPr txBox="1">
            <a:spLocks noGrp="1"/>
          </p:cNvSpPr>
          <p:nvPr>
            <p:ph type="sldNum" idx="12"/>
          </p:nvPr>
        </p:nvSpPr>
        <p:spPr>
          <a:xfrm>
            <a:off x="7406649" y="4869180"/>
            <a:ext cx="1280438"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
        <p:nvSpPr>
          <p:cNvPr id="523" name="Google Shape;523;p70"/>
          <p:cNvSpPr txBox="1"/>
          <p:nvPr/>
        </p:nvSpPr>
        <p:spPr>
          <a:xfrm>
            <a:off x="455296" y="4869180"/>
            <a:ext cx="3981563" cy="102938"/>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600"/>
              <a:buFont typeface="Arial"/>
              <a:buNone/>
            </a:pPr>
            <a:r>
              <a:rPr lang="en" sz="600" b="0" i="0" u="none" strike="noStrike" cap="none">
                <a:solidFill>
                  <a:schemeClr val="dk1"/>
                </a:solidFill>
                <a:latin typeface="Arial"/>
                <a:ea typeface="Arial"/>
                <a:cs typeface="Arial"/>
                <a:sym typeface="Arial"/>
              </a:rPr>
              <a:t>PwC</a:t>
            </a:r>
            <a:endParaRPr sz="1100" b="0" i="0" u="none" strike="noStrike" cap="none">
              <a:solidFill>
                <a:srgbClr val="000000"/>
              </a:solidFill>
              <a:latin typeface="Arial"/>
              <a:ea typeface="Arial"/>
              <a:cs typeface="Arial"/>
              <a:sym typeface="Arial"/>
            </a:endParaRPr>
          </a:p>
        </p:txBody>
      </p:sp>
      <p:sp>
        <p:nvSpPr>
          <p:cNvPr id="524" name="Google Shape;524;p70"/>
          <p:cNvSpPr txBox="1">
            <a:spLocks noGrp="1"/>
          </p:cNvSpPr>
          <p:nvPr>
            <p:ph type="dt" idx="10"/>
          </p:nvPr>
        </p:nvSpPr>
        <p:spPr>
          <a:xfrm>
            <a:off x="7406649" y="4766310"/>
            <a:ext cx="1280438" cy="102938"/>
          </a:xfrm>
          <a:prstGeom prst="rect">
            <a:avLst/>
          </a:prstGeom>
          <a:noFill/>
          <a:ln>
            <a:noFill/>
          </a:ln>
        </p:spPr>
        <p:txBody>
          <a:bodyPr spcFirstLastPara="1" wrap="square" lIns="0" tIns="0" rIns="0" bIns="0" anchor="b" anchorCtr="0">
            <a:noAutofit/>
          </a:bodyPr>
          <a:lstStyle>
            <a:lvl1pPr marR="0" lvl="0" algn="r" rtl="0">
              <a:lnSpc>
                <a:spcPct val="100000"/>
              </a:lnSpc>
              <a:spcBef>
                <a:spcPts val="0"/>
              </a:spcBef>
              <a:spcAft>
                <a:spcPts val="0"/>
              </a:spcAft>
              <a:buClr>
                <a:srgbClr val="000000"/>
              </a:buClr>
              <a:buSzPts val="1400"/>
              <a:buFont typeface="Arial"/>
              <a:buNone/>
              <a:defRPr sz="6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9pPr>
          </a:lstStyle>
          <a:p>
            <a:endParaRPr/>
          </a:p>
        </p:txBody>
      </p:sp>
      <p:sp>
        <p:nvSpPr>
          <p:cNvPr id="525" name="Google Shape;525;p70"/>
          <p:cNvSpPr txBox="1">
            <a:spLocks noGrp="1"/>
          </p:cNvSpPr>
          <p:nvPr>
            <p:ph type="ftr" idx="11"/>
          </p:nvPr>
        </p:nvSpPr>
        <p:spPr>
          <a:xfrm>
            <a:off x="455296" y="4766310"/>
            <a:ext cx="3981563" cy="102938"/>
          </a:xfrm>
          <a:prstGeom prst="rect">
            <a:avLst/>
          </a:prstGeom>
          <a:noFill/>
          <a:ln>
            <a:noFill/>
          </a:ln>
        </p:spPr>
        <p:txBody>
          <a:bodyPr spcFirstLastPara="1" wrap="square" lIns="0" tIns="0" rIns="0" bIns="0" anchor="b" anchorCtr="0">
            <a:noAutofit/>
          </a:bodyPr>
          <a:lstStyle>
            <a:lvl1pPr marR="0" lvl="0" algn="l" rtl="0">
              <a:lnSpc>
                <a:spcPct val="100000"/>
              </a:lnSpc>
              <a:spcBef>
                <a:spcPts val="0"/>
              </a:spcBef>
              <a:spcAft>
                <a:spcPts val="0"/>
              </a:spcAft>
              <a:buClr>
                <a:srgbClr val="000000"/>
              </a:buClr>
              <a:buSzPts val="1400"/>
              <a:buFont typeface="Arial"/>
              <a:buNone/>
              <a:defRPr sz="6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9pPr>
          </a:lstStyle>
          <a:p>
            <a:endParaRPr/>
          </a:p>
        </p:txBody>
      </p:sp>
      <p:cxnSp>
        <p:nvCxnSpPr>
          <p:cNvPr id="526" name="Google Shape;526;p70"/>
          <p:cNvCxnSpPr/>
          <p:nvPr/>
        </p:nvCxnSpPr>
        <p:spPr>
          <a:xfrm>
            <a:off x="457540" y="90730"/>
            <a:ext cx="2001375" cy="0"/>
          </a:xfrm>
          <a:prstGeom prst="straightConnector1">
            <a:avLst/>
          </a:prstGeom>
          <a:noFill/>
          <a:ln w="19050" cap="flat" cmpd="sng">
            <a:solidFill>
              <a:srgbClr val="F3AAA2"/>
            </a:solidFill>
            <a:prstDash val="solid"/>
            <a:round/>
            <a:headEnd type="none" w="sm" len="sm"/>
            <a:tailEnd type="none" w="sm" len="sm"/>
          </a:ln>
        </p:spPr>
      </p:cxnSp>
      <p:sp>
        <p:nvSpPr>
          <p:cNvPr id="527" name="Google Shape;527;p70"/>
          <p:cNvSpPr txBox="1"/>
          <p:nvPr/>
        </p:nvSpPr>
        <p:spPr>
          <a:xfrm>
            <a:off x="457540" y="137836"/>
            <a:ext cx="2001375" cy="9613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968C6D"/>
              </a:buClr>
              <a:buSzPts val="1000"/>
              <a:buFont typeface="Georgia"/>
              <a:buNone/>
            </a:pPr>
            <a:r>
              <a:rPr lang="en" sz="600" b="0" i="0" u="none" strike="noStrike" cap="none">
                <a:solidFill>
                  <a:srgbClr val="F3AAA2"/>
                </a:solidFill>
                <a:latin typeface="Arial"/>
                <a:ea typeface="Arial"/>
                <a:cs typeface="Arial"/>
                <a:sym typeface="Arial"/>
              </a:rPr>
              <a:t>Introduction</a:t>
            </a:r>
            <a:endParaRPr sz="1100" b="0" i="0" u="none" strike="noStrike" cap="none">
              <a:solidFill>
                <a:srgbClr val="000000"/>
              </a:solidFill>
              <a:latin typeface="Arial"/>
              <a:ea typeface="Arial"/>
              <a:cs typeface="Arial"/>
              <a:sym typeface="Arial"/>
            </a:endParaRPr>
          </a:p>
        </p:txBody>
      </p:sp>
      <p:cxnSp>
        <p:nvCxnSpPr>
          <p:cNvPr id="528" name="Google Shape;528;p70"/>
          <p:cNvCxnSpPr/>
          <p:nvPr/>
        </p:nvCxnSpPr>
        <p:spPr>
          <a:xfrm>
            <a:off x="2533434" y="90730"/>
            <a:ext cx="2001375" cy="0"/>
          </a:xfrm>
          <a:prstGeom prst="straightConnector1">
            <a:avLst/>
          </a:prstGeom>
          <a:noFill/>
          <a:ln w="19050" cap="flat" cmpd="sng">
            <a:solidFill>
              <a:srgbClr val="F3AAA2"/>
            </a:solidFill>
            <a:prstDash val="solid"/>
            <a:round/>
            <a:headEnd type="none" w="sm" len="sm"/>
            <a:tailEnd type="none" w="sm" len="sm"/>
          </a:ln>
        </p:spPr>
      </p:cxnSp>
      <p:sp>
        <p:nvSpPr>
          <p:cNvPr id="529" name="Google Shape;529;p70"/>
          <p:cNvSpPr txBox="1"/>
          <p:nvPr/>
        </p:nvSpPr>
        <p:spPr>
          <a:xfrm>
            <a:off x="2533434" y="137836"/>
            <a:ext cx="2001375" cy="9613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968C6D"/>
              </a:buClr>
              <a:buSzPts val="1000"/>
              <a:buFont typeface="Georgia"/>
              <a:buNone/>
            </a:pPr>
            <a:r>
              <a:rPr lang="en" sz="600" b="0" i="0" u="none" strike="noStrike" cap="none">
                <a:solidFill>
                  <a:srgbClr val="F3AAA2"/>
                </a:solidFill>
                <a:latin typeface="Arial"/>
                <a:ea typeface="Arial"/>
                <a:cs typeface="Arial"/>
                <a:sym typeface="Arial"/>
              </a:rPr>
              <a:t>Essential links</a:t>
            </a:r>
            <a:endParaRPr sz="1100" b="0" i="0" u="none" strike="noStrike" cap="none">
              <a:solidFill>
                <a:srgbClr val="000000"/>
              </a:solidFill>
              <a:latin typeface="Arial"/>
              <a:ea typeface="Arial"/>
              <a:cs typeface="Arial"/>
              <a:sym typeface="Arial"/>
            </a:endParaRPr>
          </a:p>
        </p:txBody>
      </p:sp>
      <p:cxnSp>
        <p:nvCxnSpPr>
          <p:cNvPr id="530" name="Google Shape;530;p70"/>
          <p:cNvCxnSpPr/>
          <p:nvPr/>
        </p:nvCxnSpPr>
        <p:spPr>
          <a:xfrm>
            <a:off x="4609327" y="90730"/>
            <a:ext cx="2001375" cy="0"/>
          </a:xfrm>
          <a:prstGeom prst="straightConnector1">
            <a:avLst/>
          </a:prstGeom>
          <a:noFill/>
          <a:ln w="19050" cap="flat" cmpd="sng">
            <a:solidFill>
              <a:srgbClr val="F3AAA2"/>
            </a:solidFill>
            <a:prstDash val="solid"/>
            <a:round/>
            <a:headEnd type="none" w="sm" len="sm"/>
            <a:tailEnd type="none" w="sm" len="sm"/>
          </a:ln>
        </p:spPr>
      </p:cxnSp>
      <p:sp>
        <p:nvSpPr>
          <p:cNvPr id="531" name="Google Shape;531;p70"/>
          <p:cNvSpPr txBox="1"/>
          <p:nvPr/>
        </p:nvSpPr>
        <p:spPr>
          <a:xfrm>
            <a:off x="4609327" y="137836"/>
            <a:ext cx="2001375" cy="9613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968C6D"/>
              </a:buClr>
              <a:buSzPts val="1000"/>
              <a:buFont typeface="Georgia"/>
              <a:buNone/>
            </a:pPr>
            <a:r>
              <a:rPr lang="en" sz="600" b="0" i="0" u="none" strike="noStrike" cap="none">
                <a:solidFill>
                  <a:srgbClr val="F3AAA2"/>
                </a:solidFill>
                <a:latin typeface="Arial"/>
                <a:ea typeface="Arial"/>
                <a:cs typeface="Arial"/>
                <a:sym typeface="Arial"/>
              </a:rPr>
              <a:t>Accolades by theme/competency</a:t>
            </a:r>
            <a:endParaRPr sz="1100" b="0" i="0" u="none" strike="noStrike" cap="none">
              <a:solidFill>
                <a:srgbClr val="000000"/>
              </a:solidFill>
              <a:latin typeface="Arial"/>
              <a:ea typeface="Arial"/>
              <a:cs typeface="Arial"/>
              <a:sym typeface="Arial"/>
            </a:endParaRPr>
          </a:p>
        </p:txBody>
      </p:sp>
      <p:cxnSp>
        <p:nvCxnSpPr>
          <p:cNvPr id="532" name="Google Shape;532;p70"/>
          <p:cNvCxnSpPr/>
          <p:nvPr/>
        </p:nvCxnSpPr>
        <p:spPr>
          <a:xfrm>
            <a:off x="6685221" y="90730"/>
            <a:ext cx="2001375" cy="0"/>
          </a:xfrm>
          <a:prstGeom prst="straightConnector1">
            <a:avLst/>
          </a:prstGeom>
          <a:noFill/>
          <a:ln w="19050" cap="flat" cmpd="sng">
            <a:solidFill>
              <a:srgbClr val="F3AAA2"/>
            </a:solidFill>
            <a:prstDash val="solid"/>
            <a:round/>
            <a:headEnd type="none" w="sm" len="sm"/>
            <a:tailEnd type="none" w="sm" len="sm"/>
          </a:ln>
        </p:spPr>
      </p:cxnSp>
      <p:sp>
        <p:nvSpPr>
          <p:cNvPr id="533" name="Google Shape;533;p70"/>
          <p:cNvSpPr txBox="1"/>
          <p:nvPr/>
        </p:nvSpPr>
        <p:spPr>
          <a:xfrm>
            <a:off x="6685221" y="137836"/>
            <a:ext cx="2001375" cy="9613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968C6D"/>
              </a:buClr>
              <a:buSzPts val="1000"/>
              <a:buFont typeface="Georgia"/>
              <a:buNone/>
            </a:pPr>
            <a:r>
              <a:rPr lang="en" sz="600" b="0" i="0" u="none" strike="noStrike" cap="none">
                <a:solidFill>
                  <a:srgbClr val="F3AAA2"/>
                </a:solidFill>
                <a:latin typeface="Arial"/>
                <a:ea typeface="Arial"/>
                <a:cs typeface="Arial"/>
                <a:sym typeface="Arial"/>
              </a:rPr>
              <a:t>PwC Analyst Relations</a:t>
            </a:r>
            <a:endParaRPr sz="11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matchingName="Thank You Light 1">
  <p:cSld name="Thank You Light 1">
    <p:bg>
      <p:bgPr>
        <a:solidFill>
          <a:schemeClr val="lt2"/>
        </a:solidFill>
        <a:effectLst/>
      </p:bgPr>
    </p:bg>
    <p:spTree>
      <p:nvGrpSpPr>
        <p:cNvPr id="1" name="Shape 534"/>
        <p:cNvGrpSpPr/>
        <p:nvPr/>
      </p:nvGrpSpPr>
      <p:grpSpPr>
        <a:xfrm>
          <a:off x="0" y="0"/>
          <a:ext cx="0" cy="0"/>
          <a:chOff x="0" y="0"/>
          <a:chExt cx="0" cy="0"/>
        </a:xfrm>
      </p:grpSpPr>
      <p:sp>
        <p:nvSpPr>
          <p:cNvPr id="535" name="Google Shape;535;p71"/>
          <p:cNvSpPr/>
          <p:nvPr/>
        </p:nvSpPr>
        <p:spPr>
          <a:xfrm>
            <a:off x="4000500" y="0"/>
            <a:ext cx="5143500" cy="5143500"/>
          </a:xfrm>
          <a:prstGeom prst="rect">
            <a:avLst/>
          </a:prstGeom>
          <a:noFill/>
          <a:ln>
            <a:noFill/>
          </a:ln>
        </p:spPr>
        <p:txBody>
          <a:bodyPr spcFirstLastPara="1" wrap="square" lIns="68550" tIns="34275" rIns="68550" bIns="342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36" name="Google Shape;536;p71"/>
          <p:cNvSpPr txBox="1">
            <a:spLocks noGrp="1"/>
          </p:cNvSpPr>
          <p:nvPr>
            <p:ph type="ctrTitle"/>
          </p:nvPr>
        </p:nvSpPr>
        <p:spPr>
          <a:xfrm>
            <a:off x="332185" y="321469"/>
            <a:ext cx="4105313" cy="1821563"/>
          </a:xfrm>
          <a:prstGeom prst="rect">
            <a:avLst/>
          </a:prstGeom>
          <a:noFill/>
          <a:ln>
            <a:noFill/>
          </a:ln>
        </p:spPr>
        <p:txBody>
          <a:bodyPr spcFirstLastPara="1" wrap="square" lIns="0" tIns="0" rIns="0" bIns="0" anchor="b" anchorCtr="0">
            <a:noAutofit/>
          </a:bodyPr>
          <a:lstStyle>
            <a:lvl1pPr marR="0" lvl="0" algn="l">
              <a:lnSpc>
                <a:spcPct val="85000"/>
              </a:lnSpc>
              <a:spcBef>
                <a:spcPts val="0"/>
              </a:spcBef>
              <a:spcAft>
                <a:spcPts val="0"/>
              </a:spcAft>
              <a:buSzPts val="5300"/>
              <a:buFont typeface="Georgia"/>
              <a:buNone/>
              <a:defRPr sz="4400" b="0" i="0" u="none" strike="noStrike" cap="none">
                <a:latin typeface="Georgia"/>
                <a:ea typeface="Georgia"/>
                <a:cs typeface="Georgia"/>
                <a:sym typeface="Georgia"/>
              </a:defRPr>
            </a:lvl1pPr>
            <a:lvl2pPr lvl="1" algn="l">
              <a:lnSpc>
                <a:spcPct val="100000"/>
              </a:lnSpc>
              <a:spcBef>
                <a:spcPts val="0"/>
              </a:spcBef>
              <a:spcAft>
                <a:spcPts val="0"/>
              </a:spcAft>
              <a:buClr>
                <a:schemeClr val="dk1"/>
              </a:buClr>
              <a:buSzPts val="1300"/>
              <a:buNone/>
              <a:defRPr sz="1400">
                <a:solidFill>
                  <a:schemeClr val="dk1"/>
                </a:solidFill>
              </a:defRPr>
            </a:lvl2pPr>
            <a:lvl3pPr lvl="2" algn="l">
              <a:lnSpc>
                <a:spcPct val="100000"/>
              </a:lnSpc>
              <a:spcBef>
                <a:spcPts val="0"/>
              </a:spcBef>
              <a:spcAft>
                <a:spcPts val="0"/>
              </a:spcAft>
              <a:buClr>
                <a:schemeClr val="dk1"/>
              </a:buClr>
              <a:buSzPts val="1300"/>
              <a:buNone/>
              <a:defRPr sz="1400">
                <a:solidFill>
                  <a:schemeClr val="dk1"/>
                </a:solidFill>
              </a:defRPr>
            </a:lvl3pPr>
            <a:lvl4pPr lvl="3" algn="l">
              <a:lnSpc>
                <a:spcPct val="100000"/>
              </a:lnSpc>
              <a:spcBef>
                <a:spcPts val="0"/>
              </a:spcBef>
              <a:spcAft>
                <a:spcPts val="0"/>
              </a:spcAft>
              <a:buClr>
                <a:schemeClr val="dk1"/>
              </a:buClr>
              <a:buSzPts val="1300"/>
              <a:buNone/>
              <a:defRPr sz="1400">
                <a:solidFill>
                  <a:schemeClr val="dk1"/>
                </a:solidFill>
              </a:defRPr>
            </a:lvl4pPr>
            <a:lvl5pPr lvl="4" algn="l">
              <a:lnSpc>
                <a:spcPct val="100000"/>
              </a:lnSpc>
              <a:spcBef>
                <a:spcPts val="0"/>
              </a:spcBef>
              <a:spcAft>
                <a:spcPts val="0"/>
              </a:spcAft>
              <a:buClr>
                <a:schemeClr val="dk1"/>
              </a:buClr>
              <a:buSzPts val="1300"/>
              <a:buNone/>
              <a:defRPr sz="1400">
                <a:solidFill>
                  <a:schemeClr val="dk1"/>
                </a:solidFill>
              </a:defRPr>
            </a:lvl5pPr>
            <a:lvl6pPr lvl="5" algn="l">
              <a:lnSpc>
                <a:spcPct val="100000"/>
              </a:lnSpc>
              <a:spcBef>
                <a:spcPts val="0"/>
              </a:spcBef>
              <a:spcAft>
                <a:spcPts val="0"/>
              </a:spcAft>
              <a:buClr>
                <a:schemeClr val="dk1"/>
              </a:buClr>
              <a:buSzPts val="1300"/>
              <a:buNone/>
              <a:defRPr sz="1400">
                <a:solidFill>
                  <a:schemeClr val="dk1"/>
                </a:solidFill>
              </a:defRPr>
            </a:lvl6pPr>
            <a:lvl7pPr lvl="6" algn="l">
              <a:lnSpc>
                <a:spcPct val="100000"/>
              </a:lnSpc>
              <a:spcBef>
                <a:spcPts val="0"/>
              </a:spcBef>
              <a:spcAft>
                <a:spcPts val="0"/>
              </a:spcAft>
              <a:buClr>
                <a:schemeClr val="dk1"/>
              </a:buClr>
              <a:buSzPts val="1300"/>
              <a:buNone/>
              <a:defRPr sz="1400">
                <a:solidFill>
                  <a:schemeClr val="dk1"/>
                </a:solidFill>
              </a:defRPr>
            </a:lvl7pPr>
            <a:lvl8pPr lvl="7" algn="l">
              <a:lnSpc>
                <a:spcPct val="100000"/>
              </a:lnSpc>
              <a:spcBef>
                <a:spcPts val="0"/>
              </a:spcBef>
              <a:spcAft>
                <a:spcPts val="0"/>
              </a:spcAft>
              <a:buClr>
                <a:schemeClr val="dk1"/>
              </a:buClr>
              <a:buSzPts val="1300"/>
              <a:buNone/>
              <a:defRPr sz="1400">
                <a:solidFill>
                  <a:schemeClr val="dk1"/>
                </a:solidFill>
              </a:defRPr>
            </a:lvl8pPr>
            <a:lvl9pPr lvl="8" algn="l">
              <a:lnSpc>
                <a:spcPct val="100000"/>
              </a:lnSpc>
              <a:spcBef>
                <a:spcPts val="0"/>
              </a:spcBef>
              <a:spcAft>
                <a:spcPts val="0"/>
              </a:spcAft>
              <a:buClr>
                <a:schemeClr val="dk1"/>
              </a:buClr>
              <a:buSzPts val="1300"/>
              <a:buNone/>
              <a:defRPr sz="1400">
                <a:solidFill>
                  <a:schemeClr val="dk1"/>
                </a:solidFill>
              </a:defRPr>
            </a:lvl9pPr>
          </a:lstStyle>
          <a:p>
            <a:endParaRPr/>
          </a:p>
        </p:txBody>
      </p:sp>
      <p:sp>
        <p:nvSpPr>
          <p:cNvPr id="537" name="Google Shape;537;p71"/>
          <p:cNvSpPr txBox="1">
            <a:spLocks noGrp="1"/>
          </p:cNvSpPr>
          <p:nvPr>
            <p:ph type="body" idx="1"/>
          </p:nvPr>
        </p:nvSpPr>
        <p:spPr>
          <a:xfrm>
            <a:off x="332177" y="4173300"/>
            <a:ext cx="5831813" cy="1088813"/>
          </a:xfrm>
          <a:prstGeom prst="rect">
            <a:avLst/>
          </a:prstGeom>
          <a:noFill/>
          <a:ln>
            <a:noFill/>
          </a:ln>
        </p:spPr>
        <p:txBody>
          <a:bodyPr spcFirstLastPara="1" wrap="square" lIns="0" tIns="0" rIns="0" bIns="0" anchor="t" anchorCtr="0">
            <a:noAutofit/>
          </a:bodyPr>
          <a:lstStyle>
            <a:lvl1pPr marL="457200" marR="0" lvl="0" indent="-228600" algn="l">
              <a:lnSpc>
                <a:spcPct val="100000"/>
              </a:lnSpc>
              <a:spcBef>
                <a:spcPts val="0"/>
              </a:spcBef>
              <a:spcAft>
                <a:spcPts val="0"/>
              </a:spcAft>
              <a:buSzPts val="800"/>
              <a:buFont typeface="Arial"/>
              <a:buNone/>
              <a:defRPr sz="700" b="0" i="0" u="none" strike="noStrike" cap="none">
                <a:latin typeface="Arial"/>
                <a:ea typeface="Arial"/>
                <a:cs typeface="Arial"/>
                <a:sym typeface="Arial"/>
              </a:defRPr>
            </a:lvl1pPr>
            <a:lvl2pPr marL="914400" marR="0" lvl="1" indent="-228600" algn="l">
              <a:lnSpc>
                <a:spcPct val="100000"/>
              </a:lnSpc>
              <a:spcBef>
                <a:spcPts val="0"/>
              </a:spcBef>
              <a:spcAft>
                <a:spcPts val="0"/>
              </a:spcAft>
              <a:buSzPts val="800"/>
              <a:buFont typeface="Arial"/>
              <a:buNone/>
              <a:defRPr sz="700" b="0" i="0" u="none" strike="noStrike" cap="none">
                <a:latin typeface="Arial"/>
                <a:ea typeface="Arial"/>
                <a:cs typeface="Arial"/>
                <a:sym typeface="Arial"/>
              </a:defRPr>
            </a:lvl2pPr>
            <a:lvl3pPr marL="1371600" marR="0" lvl="2" indent="-228600" algn="l">
              <a:lnSpc>
                <a:spcPct val="100000"/>
              </a:lnSpc>
              <a:spcBef>
                <a:spcPts val="0"/>
              </a:spcBef>
              <a:spcAft>
                <a:spcPts val="0"/>
              </a:spcAft>
              <a:buSzPts val="800"/>
              <a:buFont typeface="Arial"/>
              <a:buNone/>
              <a:defRPr sz="700" b="0" i="0" u="none" strike="noStrike" cap="none">
                <a:latin typeface="Arial"/>
                <a:ea typeface="Arial"/>
                <a:cs typeface="Arial"/>
                <a:sym typeface="Arial"/>
              </a:defRPr>
            </a:lvl3pPr>
            <a:lvl4pPr marL="1828800" marR="0" lvl="3" indent="-228600" algn="l">
              <a:lnSpc>
                <a:spcPct val="100000"/>
              </a:lnSpc>
              <a:spcBef>
                <a:spcPts val="0"/>
              </a:spcBef>
              <a:spcAft>
                <a:spcPts val="0"/>
              </a:spcAft>
              <a:buSzPts val="800"/>
              <a:buFont typeface="Arial"/>
              <a:buNone/>
              <a:defRPr sz="700" b="0" i="0" u="none" strike="noStrike" cap="none">
                <a:latin typeface="Arial"/>
                <a:ea typeface="Arial"/>
                <a:cs typeface="Arial"/>
                <a:sym typeface="Arial"/>
              </a:defRPr>
            </a:lvl4pPr>
            <a:lvl5pPr marL="2286000" marR="0" lvl="4" indent="-228600" algn="l">
              <a:lnSpc>
                <a:spcPct val="100000"/>
              </a:lnSpc>
              <a:spcBef>
                <a:spcPts val="0"/>
              </a:spcBef>
              <a:spcAft>
                <a:spcPts val="0"/>
              </a:spcAft>
              <a:buSzPts val="800"/>
              <a:buFont typeface="Arial"/>
              <a:buNone/>
              <a:defRPr sz="700" b="0" i="0" u="none" strike="noStrike" cap="none">
                <a:latin typeface="Arial"/>
                <a:ea typeface="Arial"/>
                <a:cs typeface="Arial"/>
                <a:sym typeface="Arial"/>
              </a:defRPr>
            </a:lvl5pPr>
            <a:lvl6pPr marL="2743200" marR="0" lvl="5" indent="-228600" algn="l">
              <a:lnSpc>
                <a:spcPct val="100000"/>
              </a:lnSpc>
              <a:spcBef>
                <a:spcPts val="0"/>
              </a:spcBef>
              <a:spcAft>
                <a:spcPts val="0"/>
              </a:spcAft>
              <a:buSzPts val="800"/>
              <a:buFont typeface="Arial"/>
              <a:buNone/>
              <a:defRPr sz="700" b="0" i="0" u="none" strike="noStrike" cap="none">
                <a:latin typeface="Arial"/>
                <a:ea typeface="Arial"/>
                <a:cs typeface="Arial"/>
                <a:sym typeface="Arial"/>
              </a:defRPr>
            </a:lvl6pPr>
            <a:lvl7pPr marL="3200400" marR="0" lvl="6" indent="-228600" algn="l">
              <a:lnSpc>
                <a:spcPct val="100000"/>
              </a:lnSpc>
              <a:spcBef>
                <a:spcPts val="0"/>
              </a:spcBef>
              <a:spcAft>
                <a:spcPts val="0"/>
              </a:spcAft>
              <a:buSzPts val="800"/>
              <a:buFont typeface="Arial"/>
              <a:buNone/>
              <a:defRPr sz="700" b="0" i="0" u="none" strike="noStrike" cap="none">
                <a:latin typeface="Arial"/>
                <a:ea typeface="Arial"/>
                <a:cs typeface="Arial"/>
                <a:sym typeface="Arial"/>
              </a:defRPr>
            </a:lvl7pPr>
            <a:lvl8pPr marL="3657600" marR="0" lvl="7" indent="-228600" algn="l">
              <a:lnSpc>
                <a:spcPct val="100000"/>
              </a:lnSpc>
              <a:spcBef>
                <a:spcPts val="0"/>
              </a:spcBef>
              <a:spcAft>
                <a:spcPts val="0"/>
              </a:spcAft>
              <a:buSzPts val="800"/>
              <a:buFont typeface="Arial"/>
              <a:buNone/>
              <a:defRPr sz="700" b="0" i="0" u="none" strike="noStrike" cap="none">
                <a:latin typeface="Arial"/>
                <a:ea typeface="Arial"/>
                <a:cs typeface="Arial"/>
                <a:sym typeface="Arial"/>
              </a:defRPr>
            </a:lvl8pPr>
            <a:lvl9pPr marL="4114800" marR="0" lvl="8" indent="-228600" algn="l">
              <a:lnSpc>
                <a:spcPct val="100000"/>
              </a:lnSpc>
              <a:spcBef>
                <a:spcPts val="0"/>
              </a:spcBef>
              <a:spcAft>
                <a:spcPts val="0"/>
              </a:spcAft>
              <a:buSzPts val="800"/>
              <a:buFont typeface="Arial"/>
              <a:buNone/>
              <a:defRPr sz="700" b="0" i="0" u="none" strike="noStrike" cap="none">
                <a:latin typeface="Arial"/>
                <a:ea typeface="Arial"/>
                <a:cs typeface="Arial"/>
                <a:sym typeface="Arial"/>
              </a:defRPr>
            </a:lvl9pPr>
          </a:lstStyle>
          <a:p>
            <a:endParaRPr/>
          </a:p>
        </p:txBody>
      </p:sp>
      <p:sp>
        <p:nvSpPr>
          <p:cNvPr id="538" name="Google Shape;538;p71"/>
          <p:cNvSpPr txBox="1"/>
          <p:nvPr/>
        </p:nvSpPr>
        <p:spPr>
          <a:xfrm>
            <a:off x="332185" y="3300411"/>
            <a:ext cx="4105313" cy="25537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lt1"/>
              </a:buClr>
              <a:buSzPts val="1100"/>
              <a:buFont typeface="Arial"/>
              <a:buNone/>
            </a:pPr>
            <a:r>
              <a:rPr lang="en" sz="900" b="0" i="0" u="none" strike="noStrike" cap="none">
                <a:solidFill>
                  <a:schemeClr val="dk1"/>
                </a:solidFill>
                <a:latin typeface="Arial"/>
                <a:ea typeface="Arial"/>
                <a:cs typeface="Arial"/>
                <a:sym typeface="Arial"/>
              </a:rPr>
              <a:t>pwc.com</a:t>
            </a:r>
            <a:endParaRPr sz="900" b="0" i="0" u="none" strike="noStrike" cap="none">
              <a:solidFill>
                <a:schemeClr val="dk1"/>
              </a:solidFill>
              <a:latin typeface="Arial"/>
              <a:ea typeface="Arial"/>
              <a:cs typeface="Arial"/>
              <a:sym typeface="Arial"/>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Title and Content 1">
  <p:cSld name="Title and Content 1">
    <p:spTree>
      <p:nvGrpSpPr>
        <p:cNvPr id="1" name="Shape 539"/>
        <p:cNvGrpSpPr/>
        <p:nvPr/>
      </p:nvGrpSpPr>
      <p:grpSpPr>
        <a:xfrm>
          <a:off x="0" y="0"/>
          <a:ext cx="0" cy="0"/>
          <a:chOff x="0" y="0"/>
          <a:chExt cx="0" cy="0"/>
        </a:xfrm>
      </p:grpSpPr>
      <p:sp>
        <p:nvSpPr>
          <p:cNvPr id="540" name="Google Shape;540;p72"/>
          <p:cNvSpPr txBox="1">
            <a:spLocks noGrp="1"/>
          </p:cNvSpPr>
          <p:nvPr>
            <p:ph type="body" idx="1"/>
          </p:nvPr>
        </p:nvSpPr>
        <p:spPr>
          <a:xfrm>
            <a:off x="448888" y="947671"/>
            <a:ext cx="8229563" cy="3681750"/>
          </a:xfrm>
          <a:prstGeom prst="rect">
            <a:avLst/>
          </a:prstGeom>
          <a:noFill/>
          <a:ln>
            <a:noFill/>
          </a:ln>
        </p:spPr>
        <p:txBody>
          <a:bodyPr spcFirstLastPara="1" wrap="square" lIns="0" tIns="0" rIns="0" bIns="0" anchor="t" anchorCtr="0">
            <a:noAutofit/>
          </a:bodyPr>
          <a:lstStyle>
            <a:lvl1pPr marL="457200" marR="0" lvl="0" indent="-292100" algn="l">
              <a:lnSpc>
                <a:spcPct val="100000"/>
              </a:lnSpc>
              <a:spcBef>
                <a:spcPts val="0"/>
              </a:spcBef>
              <a:spcAft>
                <a:spcPts val="0"/>
              </a:spcAft>
              <a:buClr>
                <a:schemeClr val="dk1"/>
              </a:buClr>
              <a:buSzPts val="1000"/>
              <a:buFont typeface="Arial"/>
              <a:buChar char="•"/>
              <a:defRPr sz="800" b="0" i="0" u="none" strike="noStrike" cap="none">
                <a:solidFill>
                  <a:schemeClr val="dk1"/>
                </a:solidFill>
                <a:latin typeface="Arial"/>
                <a:ea typeface="Arial"/>
                <a:cs typeface="Arial"/>
                <a:sym typeface="Arial"/>
              </a:defRPr>
            </a:lvl1pPr>
            <a:lvl2pPr marL="914400" marR="0" lvl="1" indent="-292100" algn="l">
              <a:lnSpc>
                <a:spcPct val="100000"/>
              </a:lnSpc>
              <a:spcBef>
                <a:spcPts val="600"/>
              </a:spcBef>
              <a:spcAft>
                <a:spcPts val="0"/>
              </a:spcAft>
              <a:buClr>
                <a:schemeClr val="dk1"/>
              </a:buClr>
              <a:buSzPts val="1000"/>
              <a:buFont typeface="Arial"/>
              <a:buChar char="–"/>
              <a:defRPr sz="800" b="0" i="0" u="none" strike="noStrike" cap="none">
                <a:solidFill>
                  <a:schemeClr val="dk1"/>
                </a:solidFill>
                <a:latin typeface="Arial"/>
                <a:ea typeface="Arial"/>
                <a:cs typeface="Arial"/>
                <a:sym typeface="Arial"/>
              </a:defRPr>
            </a:lvl2pPr>
            <a:lvl3pPr marL="1371600" marR="0" lvl="2" indent="-292100" algn="l">
              <a:lnSpc>
                <a:spcPct val="100000"/>
              </a:lnSpc>
              <a:spcBef>
                <a:spcPts val="600"/>
              </a:spcBef>
              <a:spcAft>
                <a:spcPts val="0"/>
              </a:spcAft>
              <a:buClr>
                <a:schemeClr val="dk1"/>
              </a:buClr>
              <a:buSzPts val="1000"/>
              <a:buFont typeface="Arial"/>
              <a:buChar char="•"/>
              <a:defRPr sz="800" b="0" i="0" u="none" strike="noStrike" cap="none">
                <a:solidFill>
                  <a:schemeClr val="dk1"/>
                </a:solidFill>
                <a:latin typeface="Arial"/>
                <a:ea typeface="Arial"/>
                <a:cs typeface="Arial"/>
                <a:sym typeface="Arial"/>
              </a:defRPr>
            </a:lvl3pPr>
            <a:lvl4pPr marL="1828800" marR="0" lvl="3" indent="-292100" algn="l">
              <a:lnSpc>
                <a:spcPct val="100000"/>
              </a:lnSpc>
              <a:spcBef>
                <a:spcPts val="600"/>
              </a:spcBef>
              <a:spcAft>
                <a:spcPts val="0"/>
              </a:spcAft>
              <a:buClr>
                <a:schemeClr val="dk1"/>
              </a:buClr>
              <a:buSzPts val="1000"/>
              <a:buFont typeface="Arial"/>
              <a:buChar char="–"/>
              <a:defRPr sz="800" b="0" i="0" u="none" strike="noStrike" cap="none">
                <a:solidFill>
                  <a:schemeClr val="dk1"/>
                </a:solidFill>
                <a:latin typeface="Arial"/>
                <a:ea typeface="Arial"/>
                <a:cs typeface="Arial"/>
                <a:sym typeface="Arial"/>
              </a:defRPr>
            </a:lvl4pPr>
            <a:lvl5pPr marL="2286000" marR="0" lvl="4" indent="-292100" algn="l">
              <a:lnSpc>
                <a:spcPct val="100000"/>
              </a:lnSpc>
              <a:spcBef>
                <a:spcPts val="600"/>
              </a:spcBef>
              <a:spcAft>
                <a:spcPts val="0"/>
              </a:spcAft>
              <a:buClr>
                <a:schemeClr val="dk1"/>
              </a:buClr>
              <a:buSzPts val="1000"/>
              <a:buFont typeface="Arial"/>
              <a:buChar char="•"/>
              <a:defRPr sz="800" b="0" i="0" u="none" strike="noStrike" cap="none">
                <a:solidFill>
                  <a:schemeClr val="dk1"/>
                </a:solidFill>
                <a:latin typeface="Arial"/>
                <a:ea typeface="Arial"/>
                <a:cs typeface="Arial"/>
                <a:sym typeface="Arial"/>
              </a:defRPr>
            </a:lvl5pPr>
            <a:lvl6pPr marL="2743200" marR="0" lvl="5" indent="-292100" algn="l">
              <a:lnSpc>
                <a:spcPct val="100000"/>
              </a:lnSpc>
              <a:spcBef>
                <a:spcPts val="600"/>
              </a:spcBef>
              <a:spcAft>
                <a:spcPts val="0"/>
              </a:spcAft>
              <a:buClr>
                <a:schemeClr val="dk1"/>
              </a:buClr>
              <a:buSzPts val="1000"/>
              <a:buFont typeface="Arial"/>
              <a:buChar char="–"/>
              <a:defRPr sz="800" b="0" i="0" u="none" strike="noStrike" cap="none">
                <a:solidFill>
                  <a:schemeClr val="dk1"/>
                </a:solidFill>
                <a:latin typeface="Arial"/>
                <a:ea typeface="Arial"/>
                <a:cs typeface="Arial"/>
                <a:sym typeface="Arial"/>
              </a:defRPr>
            </a:lvl6pPr>
            <a:lvl7pPr marL="3200400" marR="0" lvl="6" indent="-292100" algn="l">
              <a:lnSpc>
                <a:spcPct val="100000"/>
              </a:lnSpc>
              <a:spcBef>
                <a:spcPts val="600"/>
              </a:spcBef>
              <a:spcAft>
                <a:spcPts val="0"/>
              </a:spcAft>
              <a:buClr>
                <a:schemeClr val="dk1"/>
              </a:buClr>
              <a:buSzPts val="1000"/>
              <a:buFont typeface="Arial"/>
              <a:buChar char="•"/>
              <a:defRPr sz="800" b="0" i="0" u="none" strike="noStrike" cap="none">
                <a:solidFill>
                  <a:schemeClr val="dk1"/>
                </a:solidFill>
                <a:latin typeface="Arial"/>
                <a:ea typeface="Arial"/>
                <a:cs typeface="Arial"/>
                <a:sym typeface="Arial"/>
              </a:defRPr>
            </a:lvl7pPr>
            <a:lvl8pPr marL="3657600" marR="0" lvl="7" indent="-292100" algn="l">
              <a:lnSpc>
                <a:spcPct val="100000"/>
              </a:lnSpc>
              <a:spcBef>
                <a:spcPts val="600"/>
              </a:spcBef>
              <a:spcAft>
                <a:spcPts val="0"/>
              </a:spcAft>
              <a:buClr>
                <a:schemeClr val="dk1"/>
              </a:buClr>
              <a:buSzPts val="1000"/>
              <a:buFont typeface="Arial"/>
              <a:buChar char="–"/>
              <a:defRPr sz="800" b="0" i="0" u="none" strike="noStrike" cap="none">
                <a:solidFill>
                  <a:schemeClr val="dk1"/>
                </a:solidFill>
                <a:latin typeface="Arial"/>
                <a:ea typeface="Arial"/>
                <a:cs typeface="Arial"/>
                <a:sym typeface="Arial"/>
              </a:defRPr>
            </a:lvl8pPr>
            <a:lvl9pPr marL="4114800" marR="0" lvl="8" indent="-292100" algn="l">
              <a:lnSpc>
                <a:spcPct val="100000"/>
              </a:lnSpc>
              <a:spcBef>
                <a:spcPts val="600"/>
              </a:spcBef>
              <a:spcAft>
                <a:spcPts val="600"/>
              </a:spcAft>
              <a:buClr>
                <a:schemeClr val="dk1"/>
              </a:buClr>
              <a:buSzPts val="1000"/>
              <a:buFont typeface="Arial"/>
              <a:buChar char="•"/>
              <a:defRPr sz="800" b="0" i="0" u="none" strike="noStrike" cap="none">
                <a:solidFill>
                  <a:schemeClr val="dk1"/>
                </a:solidFill>
                <a:latin typeface="Arial"/>
                <a:ea typeface="Arial"/>
                <a:cs typeface="Arial"/>
                <a:sym typeface="Arial"/>
              </a:defRPr>
            </a:lvl9pPr>
          </a:lstStyle>
          <a:p>
            <a:endParaRPr/>
          </a:p>
        </p:txBody>
      </p:sp>
      <p:sp>
        <p:nvSpPr>
          <p:cNvPr id="541" name="Google Shape;541;p72"/>
          <p:cNvSpPr txBox="1">
            <a:spLocks noGrp="1"/>
          </p:cNvSpPr>
          <p:nvPr>
            <p:ph type="title"/>
          </p:nvPr>
        </p:nvSpPr>
        <p:spPr>
          <a:xfrm>
            <a:off x="448888" y="308610"/>
            <a:ext cx="8229563" cy="556875"/>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800"/>
              <a:buFont typeface="Georgia"/>
              <a:buNone/>
              <a:defRPr sz="23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3200"/>
              <a:buNone/>
              <a:defRPr sz="2600"/>
            </a:lvl2pPr>
            <a:lvl3pPr lvl="2" algn="l">
              <a:lnSpc>
                <a:spcPct val="100000"/>
              </a:lnSpc>
              <a:spcBef>
                <a:spcPts val="0"/>
              </a:spcBef>
              <a:spcAft>
                <a:spcPts val="0"/>
              </a:spcAft>
              <a:buSzPts val="3200"/>
              <a:buNone/>
              <a:defRPr sz="2600"/>
            </a:lvl3pPr>
            <a:lvl4pPr lvl="3" algn="l">
              <a:lnSpc>
                <a:spcPct val="100000"/>
              </a:lnSpc>
              <a:spcBef>
                <a:spcPts val="0"/>
              </a:spcBef>
              <a:spcAft>
                <a:spcPts val="0"/>
              </a:spcAft>
              <a:buSzPts val="3200"/>
              <a:buNone/>
              <a:defRPr sz="2600"/>
            </a:lvl4pPr>
            <a:lvl5pPr lvl="4" algn="l">
              <a:lnSpc>
                <a:spcPct val="100000"/>
              </a:lnSpc>
              <a:spcBef>
                <a:spcPts val="0"/>
              </a:spcBef>
              <a:spcAft>
                <a:spcPts val="0"/>
              </a:spcAft>
              <a:buSzPts val="3200"/>
              <a:buNone/>
              <a:defRPr sz="2600"/>
            </a:lvl5pPr>
            <a:lvl6pPr lvl="5" algn="l">
              <a:lnSpc>
                <a:spcPct val="100000"/>
              </a:lnSpc>
              <a:spcBef>
                <a:spcPts val="0"/>
              </a:spcBef>
              <a:spcAft>
                <a:spcPts val="0"/>
              </a:spcAft>
              <a:buSzPts val="3200"/>
              <a:buNone/>
              <a:defRPr sz="2600"/>
            </a:lvl6pPr>
            <a:lvl7pPr lvl="6" algn="l">
              <a:lnSpc>
                <a:spcPct val="100000"/>
              </a:lnSpc>
              <a:spcBef>
                <a:spcPts val="0"/>
              </a:spcBef>
              <a:spcAft>
                <a:spcPts val="0"/>
              </a:spcAft>
              <a:buSzPts val="3200"/>
              <a:buNone/>
              <a:defRPr sz="2600"/>
            </a:lvl7pPr>
            <a:lvl8pPr lvl="7" algn="l">
              <a:lnSpc>
                <a:spcPct val="100000"/>
              </a:lnSpc>
              <a:spcBef>
                <a:spcPts val="0"/>
              </a:spcBef>
              <a:spcAft>
                <a:spcPts val="0"/>
              </a:spcAft>
              <a:buSzPts val="3200"/>
              <a:buNone/>
              <a:defRPr sz="2600"/>
            </a:lvl8pPr>
            <a:lvl9pPr lvl="8" algn="l">
              <a:lnSpc>
                <a:spcPct val="100000"/>
              </a:lnSpc>
              <a:spcBef>
                <a:spcPts val="0"/>
              </a:spcBef>
              <a:spcAft>
                <a:spcPts val="0"/>
              </a:spcAft>
              <a:buSzPts val="3200"/>
              <a:buNone/>
              <a:defRPr sz="2600"/>
            </a:lvl9pPr>
          </a:lstStyle>
          <a:p>
            <a:endParaRPr/>
          </a:p>
        </p:txBody>
      </p:sp>
      <p:sp>
        <p:nvSpPr>
          <p:cNvPr id="542" name="Google Shape;542;p72"/>
          <p:cNvSpPr txBox="1">
            <a:spLocks noGrp="1"/>
          </p:cNvSpPr>
          <p:nvPr>
            <p:ph type="sldNum" idx="12"/>
          </p:nvPr>
        </p:nvSpPr>
        <p:spPr>
          <a:xfrm>
            <a:off x="8143270" y="4926725"/>
            <a:ext cx="855750" cy="10275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800"/>
              <a:buFont typeface="Arial"/>
              <a:buNone/>
              <a:defRPr sz="10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800"/>
              <a:buFont typeface="Arial"/>
              <a:buNone/>
              <a:defRPr sz="10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800"/>
              <a:buFont typeface="Arial"/>
              <a:buNone/>
              <a:defRPr sz="10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800"/>
              <a:buFont typeface="Arial"/>
              <a:buNone/>
              <a:defRPr sz="10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800"/>
              <a:buFont typeface="Arial"/>
              <a:buNone/>
              <a:defRPr sz="10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800"/>
              <a:buFont typeface="Arial"/>
              <a:buNone/>
              <a:defRPr sz="10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800"/>
              <a:buFont typeface="Arial"/>
              <a:buNone/>
              <a:defRPr sz="10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800"/>
              <a:buFont typeface="Arial"/>
              <a:buNone/>
              <a:defRPr sz="10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800"/>
              <a:buFont typeface="Arial"/>
              <a:buNone/>
              <a:defRPr sz="10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userDrawn="1">
  <p:cSld name="Diapositive de titre">
    <p:spTree>
      <p:nvGrpSpPr>
        <p:cNvPr id="1" name=""/>
        <p:cNvGrpSpPr/>
        <p:nvPr/>
      </p:nvGrpSpPr>
      <p:grpSpPr>
        <a:xfrm>
          <a:off x="0" y="0"/>
          <a:ext cx="0" cy="0"/>
          <a:chOff x="0" y="0"/>
          <a:chExt cx="0" cy="0"/>
        </a:xfrm>
      </p:grpSpPr>
      <p:pic>
        <p:nvPicPr>
          <p:cNvPr id="3" name="object 2">
            <a:extLst>
              <a:ext uri="{FF2B5EF4-FFF2-40B4-BE49-F238E27FC236}">
                <a16:creationId xmlns:a16="http://schemas.microsoft.com/office/drawing/2014/main" id="{8C4C564F-54DF-8C5F-8208-487AC945D740}"/>
              </a:ext>
            </a:extLst>
          </p:cNvPr>
          <p:cNvPicPr/>
          <p:nvPr userDrawn="1"/>
        </p:nvPicPr>
        <p:blipFill>
          <a:blip r:embed="rId2" cstate="print">
            <a:extLst>
              <a:ext uri="{28A0092B-C50C-407E-A947-70E740481C1C}">
                <a14:useLocalDpi xmlns:a14="http://schemas.microsoft.com/office/drawing/2010/main"/>
              </a:ext>
            </a:extLst>
          </a:blip>
          <a:srcRect/>
          <a:stretch/>
        </p:blipFill>
        <p:spPr>
          <a:xfrm>
            <a:off x="2287" y="1287"/>
            <a:ext cx="9141713" cy="5142214"/>
          </a:xfrm>
          <a:prstGeom prst="rect">
            <a:avLst/>
          </a:prstGeom>
        </p:spPr>
      </p:pic>
      <p:sp>
        <p:nvSpPr>
          <p:cNvPr id="2" name="Title 1">
            <a:extLst>
              <a:ext uri="{FF2B5EF4-FFF2-40B4-BE49-F238E27FC236}">
                <a16:creationId xmlns:a16="http://schemas.microsoft.com/office/drawing/2014/main" id="{5AEF2F32-23D2-85EF-3071-5C6939DCE4A4}"/>
              </a:ext>
            </a:extLst>
          </p:cNvPr>
          <p:cNvSpPr>
            <a:spLocks noGrp="1"/>
          </p:cNvSpPr>
          <p:nvPr>
            <p:ph type="ctrTitle"/>
          </p:nvPr>
        </p:nvSpPr>
        <p:spPr>
          <a:xfrm>
            <a:off x="301429" y="1472621"/>
            <a:ext cx="4248416" cy="1371600"/>
          </a:xfrm>
        </p:spPr>
        <p:txBody>
          <a:bodyPr anchor="t" anchorCtr="0"/>
          <a:lstStyle>
            <a:lvl1pPr algn="l">
              <a:lnSpc>
                <a:spcPct val="80000"/>
              </a:lnSpc>
              <a:spcBef>
                <a:spcPts val="1050"/>
              </a:spcBef>
              <a:defRPr sz="3600" b="0"/>
            </a:lvl1pPr>
          </a:lstStyle>
          <a:p>
            <a:r>
              <a:rPr lang="fr-FR"/>
              <a:t>Modifiez le style du titre</a:t>
            </a:r>
            <a:endParaRPr lang="en-US"/>
          </a:p>
        </p:txBody>
      </p:sp>
      <p:sp>
        <p:nvSpPr>
          <p:cNvPr id="5" name="Subtitle 2">
            <a:extLst>
              <a:ext uri="{FF2B5EF4-FFF2-40B4-BE49-F238E27FC236}">
                <a16:creationId xmlns:a16="http://schemas.microsoft.com/office/drawing/2014/main" id="{98AB6ED3-C5F6-877C-DAED-BEF7F304594B}"/>
              </a:ext>
            </a:extLst>
          </p:cNvPr>
          <p:cNvSpPr>
            <a:spLocks noGrp="1"/>
          </p:cNvSpPr>
          <p:nvPr>
            <p:ph type="subTitle" idx="1" hasCustomPrompt="1"/>
          </p:nvPr>
        </p:nvSpPr>
        <p:spPr>
          <a:xfrm>
            <a:off x="301428" y="4540865"/>
            <a:ext cx="3513335" cy="339921"/>
          </a:xfrm>
        </p:spPr>
        <p:txBody>
          <a:bodyPr/>
          <a:lstStyle>
            <a:lvl1pPr marL="0" indent="0" algn="l">
              <a:lnSpc>
                <a:spcPct val="100000"/>
              </a:lnSpc>
              <a:spcBef>
                <a:spcPts val="75"/>
              </a:spcBef>
              <a:spcAft>
                <a:spcPts val="0"/>
              </a:spcAft>
              <a:buNone/>
              <a:defRPr sz="1050" b="0"/>
            </a:lvl1pPr>
            <a:lvl2pPr marL="0" indent="0" algn="l">
              <a:lnSpc>
                <a:spcPct val="100000"/>
              </a:lnSpc>
              <a:spcBef>
                <a:spcPts val="75"/>
              </a:spcBef>
              <a:buNone/>
              <a:defRPr sz="1050" b="1">
                <a:latin typeface="+mn-lt"/>
              </a:defRPr>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subtitle style</a:t>
            </a:r>
          </a:p>
        </p:txBody>
      </p:sp>
      <p:pic>
        <p:nvPicPr>
          <p:cNvPr id="14" name="Graphic 13">
            <a:extLst>
              <a:ext uri="{FF2B5EF4-FFF2-40B4-BE49-F238E27FC236}">
                <a16:creationId xmlns:a16="http://schemas.microsoft.com/office/drawing/2014/main" id="{FB11A3AB-4A69-E082-016E-71E34537136A}"/>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02544" y="287536"/>
            <a:ext cx="798005" cy="388427"/>
          </a:xfrm>
          <a:prstGeom prst="rect">
            <a:avLst/>
          </a:prstGeom>
        </p:spPr>
      </p:pic>
    </p:spTree>
    <p:extLst>
      <p:ext uri="{BB962C8B-B14F-4D97-AF65-F5344CB8AC3E}">
        <p14:creationId xmlns:p14="http://schemas.microsoft.com/office/powerpoint/2010/main" val="2589418058"/>
      </p:ext>
    </p:extLst>
  </p:cSld>
  <p:clrMapOvr>
    <a:masterClrMapping/>
  </p:clrMapOvr>
  <p:extLst>
    <p:ext uri="{DCECCB84-F9BA-43D5-87BE-67443E8EF086}">
      <p15:sldGuideLst xmlns:p15="http://schemas.microsoft.com/office/powerpoint/2012/main">
        <p15:guide id="9" orient="horz" pos="2160">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Diapositive de titre">
  <p:cSld name="Diapositive de titre">
    <p:spTree>
      <p:nvGrpSpPr>
        <p:cNvPr id="1" name="Shape 554"/>
        <p:cNvGrpSpPr/>
        <p:nvPr/>
      </p:nvGrpSpPr>
      <p:grpSpPr>
        <a:xfrm>
          <a:off x="0" y="0"/>
          <a:ext cx="0" cy="0"/>
          <a:chOff x="0" y="0"/>
          <a:chExt cx="0" cy="0"/>
        </a:xfrm>
      </p:grpSpPr>
      <p:grpSp>
        <p:nvGrpSpPr>
          <p:cNvPr id="555" name="Google Shape;555;p75"/>
          <p:cNvGrpSpPr/>
          <p:nvPr/>
        </p:nvGrpSpPr>
        <p:grpSpPr>
          <a:xfrm>
            <a:off x="1" y="894"/>
            <a:ext cx="9143999" cy="3401112"/>
            <a:chOff x="0" y="-1850"/>
            <a:chExt cx="10058399" cy="5139458"/>
          </a:xfrm>
        </p:grpSpPr>
        <p:sp>
          <p:nvSpPr>
            <p:cNvPr id="556" name="Google Shape;556;p75"/>
            <p:cNvSpPr/>
            <p:nvPr/>
          </p:nvSpPr>
          <p:spPr>
            <a:xfrm>
              <a:off x="0" y="-1850"/>
              <a:ext cx="6738778" cy="3854593"/>
            </a:xfrm>
            <a:prstGeom prst="rect">
              <a:avLst/>
            </a:prstGeom>
            <a:solidFill>
              <a:srgbClr val="464646"/>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chemeClr val="lt1"/>
                </a:solidFill>
                <a:latin typeface="Arial"/>
                <a:ea typeface="Arial"/>
                <a:cs typeface="Arial"/>
                <a:sym typeface="Arial"/>
              </a:endParaRPr>
            </a:p>
          </p:txBody>
        </p:sp>
        <p:sp>
          <p:nvSpPr>
            <p:cNvPr id="557" name="Google Shape;557;p75"/>
            <p:cNvSpPr/>
            <p:nvPr/>
          </p:nvSpPr>
          <p:spPr>
            <a:xfrm>
              <a:off x="0" y="3852743"/>
              <a:ext cx="6738778" cy="1284865"/>
            </a:xfrm>
            <a:prstGeom prst="rect">
              <a:avLst/>
            </a:prstGeom>
            <a:solidFill>
              <a:srgbClr val="D04A02"/>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chemeClr val="lt1"/>
                </a:solidFill>
                <a:latin typeface="Arial"/>
                <a:ea typeface="Arial"/>
                <a:cs typeface="Arial"/>
                <a:sym typeface="Arial"/>
              </a:endParaRPr>
            </a:p>
          </p:txBody>
        </p:sp>
        <p:sp>
          <p:nvSpPr>
            <p:cNvPr id="558" name="Google Shape;558;p75"/>
            <p:cNvSpPr/>
            <p:nvPr/>
          </p:nvSpPr>
          <p:spPr>
            <a:xfrm>
              <a:off x="6738779" y="-1850"/>
              <a:ext cx="3319620" cy="3854593"/>
            </a:xfrm>
            <a:prstGeom prst="rect">
              <a:avLst/>
            </a:prstGeom>
            <a:solidFill>
              <a:srgbClr val="EB8C0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chemeClr val="lt1"/>
                </a:solidFill>
                <a:latin typeface="Arial"/>
                <a:ea typeface="Arial"/>
                <a:cs typeface="Arial"/>
                <a:sym typeface="Arial"/>
              </a:endParaRPr>
            </a:p>
          </p:txBody>
        </p:sp>
      </p:grpSp>
      <p:pic>
        <p:nvPicPr>
          <p:cNvPr id="559" name="Google Shape;559;p75"/>
          <p:cNvPicPr preferRelativeResize="0"/>
          <p:nvPr/>
        </p:nvPicPr>
        <p:blipFill rotWithShape="1">
          <a:blip r:embed="rId2">
            <a:alphaModFix/>
          </a:blip>
          <a:srcRect/>
          <a:stretch/>
        </p:blipFill>
        <p:spPr>
          <a:xfrm>
            <a:off x="258897" y="4058099"/>
            <a:ext cx="1636775" cy="983583"/>
          </a:xfrm>
          <a:prstGeom prst="rect">
            <a:avLst/>
          </a:prstGeom>
          <a:noFill/>
          <a:ln>
            <a:noFill/>
          </a:ln>
        </p:spPr>
      </p:pic>
      <p:sp>
        <p:nvSpPr>
          <p:cNvPr id="560" name="Google Shape;560;p75"/>
          <p:cNvSpPr txBox="1">
            <a:spLocks noGrp="1"/>
          </p:cNvSpPr>
          <p:nvPr>
            <p:ph type="ctrTitle"/>
          </p:nvPr>
        </p:nvSpPr>
        <p:spPr>
          <a:xfrm>
            <a:off x="452126" y="1592669"/>
            <a:ext cx="5522076" cy="415162"/>
          </a:xfrm>
          <a:prstGeom prst="rect">
            <a:avLst/>
          </a:prstGeom>
          <a:noFill/>
          <a:ln>
            <a:noFill/>
          </a:ln>
        </p:spPr>
        <p:txBody>
          <a:bodyPr spcFirstLastPara="1" wrap="square" lIns="0" tIns="0" rIns="0" bIns="48000" anchor="t" anchorCtr="0">
            <a:spAutoFit/>
          </a:bodyPr>
          <a:lstStyle>
            <a:lvl1pPr lvl="0" algn="l">
              <a:lnSpc>
                <a:spcPct val="90000"/>
              </a:lnSpc>
              <a:spcBef>
                <a:spcPts val="0"/>
              </a:spcBef>
              <a:spcAft>
                <a:spcPts val="0"/>
              </a:spcAft>
              <a:buClr>
                <a:schemeClr val="lt1"/>
              </a:buClr>
              <a:buSzPts val="2600"/>
              <a:buFont typeface="Georgia"/>
              <a:buNone/>
              <a:defRPr sz="2600" b="0" i="0">
                <a:solidFill>
                  <a:schemeClr val="lt1"/>
                </a:solidFill>
                <a:latin typeface="Georgia"/>
                <a:ea typeface="Georgia"/>
                <a:cs typeface="Georgia"/>
                <a:sym typeface="Georgia"/>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561" name="Google Shape;561;p75"/>
          <p:cNvSpPr txBox="1">
            <a:spLocks noGrp="1"/>
          </p:cNvSpPr>
          <p:nvPr>
            <p:ph type="subTitle" idx="1"/>
          </p:nvPr>
        </p:nvSpPr>
        <p:spPr>
          <a:xfrm>
            <a:off x="452126" y="2606680"/>
            <a:ext cx="5522076" cy="137481"/>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SzPts val="1000"/>
              <a:buNone/>
              <a:defRPr sz="1000">
                <a:solidFill>
                  <a:schemeClr val="lt1"/>
                </a:solidFill>
                <a:latin typeface="Arial"/>
                <a:ea typeface="Arial"/>
                <a:cs typeface="Arial"/>
                <a:sym typeface="Arial"/>
              </a:defRPr>
            </a:lvl1pPr>
            <a:lvl2pPr lvl="1" algn="ctr">
              <a:lnSpc>
                <a:spcPct val="100000"/>
              </a:lnSpc>
              <a:spcBef>
                <a:spcPts val="0"/>
              </a:spcBef>
              <a:spcAft>
                <a:spcPts val="0"/>
              </a:spcAft>
              <a:buSzPts val="700"/>
              <a:buNone/>
              <a:defRPr>
                <a:solidFill>
                  <a:srgbClr val="888888"/>
                </a:solidFill>
              </a:defRPr>
            </a:lvl2pPr>
            <a:lvl3pPr lvl="2" algn="ctr">
              <a:lnSpc>
                <a:spcPct val="100000"/>
              </a:lnSpc>
              <a:spcBef>
                <a:spcPts val="400"/>
              </a:spcBef>
              <a:spcAft>
                <a:spcPts val="0"/>
              </a:spcAft>
              <a:buSzPts val="700"/>
              <a:buNone/>
              <a:defRPr>
                <a:solidFill>
                  <a:srgbClr val="888888"/>
                </a:solidFill>
              </a:defRPr>
            </a:lvl3pPr>
            <a:lvl4pPr lvl="3" algn="ctr">
              <a:lnSpc>
                <a:spcPct val="100000"/>
              </a:lnSpc>
              <a:spcBef>
                <a:spcPts val="400"/>
              </a:spcBef>
              <a:spcAft>
                <a:spcPts val="0"/>
              </a:spcAft>
              <a:buSzPts val="700"/>
              <a:buNone/>
              <a:defRPr>
                <a:solidFill>
                  <a:srgbClr val="888888"/>
                </a:solidFill>
              </a:defRPr>
            </a:lvl4pPr>
            <a:lvl5pPr lvl="4" algn="ctr">
              <a:lnSpc>
                <a:spcPct val="100000"/>
              </a:lnSpc>
              <a:spcBef>
                <a:spcPts val="400"/>
              </a:spcBef>
              <a:spcAft>
                <a:spcPts val="0"/>
              </a:spcAft>
              <a:buSzPts val="700"/>
              <a:buNone/>
              <a:defRPr>
                <a:solidFill>
                  <a:srgbClr val="888888"/>
                </a:solidFill>
              </a:defRPr>
            </a:lvl5pPr>
            <a:lvl6pPr lvl="5" algn="ctr">
              <a:lnSpc>
                <a:spcPct val="100000"/>
              </a:lnSpc>
              <a:spcBef>
                <a:spcPts val="400"/>
              </a:spcBef>
              <a:spcAft>
                <a:spcPts val="0"/>
              </a:spcAft>
              <a:buClr>
                <a:srgbClr val="888888"/>
              </a:buClr>
              <a:buSzPts val="700"/>
              <a:buNone/>
              <a:defRPr>
                <a:solidFill>
                  <a:srgbClr val="888888"/>
                </a:solidFill>
              </a:defRPr>
            </a:lvl6pPr>
            <a:lvl7pPr lvl="6" algn="ctr">
              <a:lnSpc>
                <a:spcPct val="100000"/>
              </a:lnSpc>
              <a:spcBef>
                <a:spcPts val="400"/>
              </a:spcBef>
              <a:spcAft>
                <a:spcPts val="0"/>
              </a:spcAft>
              <a:buClr>
                <a:srgbClr val="888888"/>
              </a:buClr>
              <a:buSzPts val="700"/>
              <a:buNone/>
              <a:defRPr>
                <a:solidFill>
                  <a:srgbClr val="888888"/>
                </a:solidFill>
              </a:defRPr>
            </a:lvl7pPr>
            <a:lvl8pPr lvl="7" algn="ctr">
              <a:lnSpc>
                <a:spcPct val="100000"/>
              </a:lnSpc>
              <a:spcBef>
                <a:spcPts val="400"/>
              </a:spcBef>
              <a:spcAft>
                <a:spcPts val="0"/>
              </a:spcAft>
              <a:buClr>
                <a:srgbClr val="888888"/>
              </a:buClr>
              <a:buSzPts val="700"/>
              <a:buNone/>
              <a:defRPr>
                <a:solidFill>
                  <a:srgbClr val="888888"/>
                </a:solidFill>
              </a:defRPr>
            </a:lvl8pPr>
            <a:lvl9pPr lvl="8" algn="ctr">
              <a:lnSpc>
                <a:spcPct val="100000"/>
              </a:lnSpc>
              <a:spcBef>
                <a:spcPts val="400"/>
              </a:spcBef>
              <a:spcAft>
                <a:spcPts val="400"/>
              </a:spcAft>
              <a:buClr>
                <a:srgbClr val="888888"/>
              </a:buClr>
              <a:buSzPts val="700"/>
              <a:buNone/>
              <a:defRPr>
                <a:solidFill>
                  <a:srgbClr val="888888"/>
                </a:solidFill>
              </a:defRPr>
            </a:lvl9pPr>
          </a:lstStyle>
          <a:p>
            <a:endParaRPr/>
          </a:p>
        </p:txBody>
      </p:sp>
      <p:sp>
        <p:nvSpPr>
          <p:cNvPr id="562" name="Google Shape;562;p75"/>
          <p:cNvSpPr txBox="1"/>
          <p:nvPr/>
        </p:nvSpPr>
        <p:spPr>
          <a:xfrm>
            <a:off x="452126" y="3253912"/>
            <a:ext cx="4680989" cy="10180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700"/>
              <a:buFont typeface="Arial"/>
              <a:buNone/>
            </a:pPr>
            <a:r>
              <a:rPr lang="en" sz="700" b="0" i="0" u="none" strike="noStrike" cap="none">
                <a:solidFill>
                  <a:schemeClr val="lt1"/>
                </a:solidFill>
                <a:latin typeface="Arial"/>
                <a:ea typeface="Arial"/>
                <a:cs typeface="Arial"/>
                <a:sym typeface="Arial"/>
              </a:rPr>
              <a:t> </a:t>
            </a:r>
            <a:endParaRPr sz="1100" b="0" i="0" u="none" strike="noStrike" cap="none">
              <a:solidFill>
                <a:srgbClr val="000000"/>
              </a:solidFill>
              <a:latin typeface="Arial"/>
              <a:ea typeface="Arial"/>
              <a:cs typeface="Arial"/>
              <a:sym typeface="Arial"/>
            </a:endParaRPr>
          </a:p>
        </p:txBody>
      </p:sp>
      <p:sp>
        <p:nvSpPr>
          <p:cNvPr id="563" name="Google Shape;563;p75"/>
          <p:cNvSpPr txBox="1"/>
          <p:nvPr/>
        </p:nvSpPr>
        <p:spPr>
          <a:xfrm>
            <a:off x="452126" y="3114781"/>
            <a:ext cx="2002444" cy="131043"/>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Arial"/>
              <a:ea typeface="Arial"/>
              <a:cs typeface="Arial"/>
              <a:sym typeface="Arial"/>
            </a:endParaRPr>
          </a:p>
        </p:txBody>
      </p:sp>
      <p:sp>
        <p:nvSpPr>
          <p:cNvPr id="564" name="Google Shape;564;p75"/>
          <p:cNvSpPr txBox="1"/>
          <p:nvPr/>
        </p:nvSpPr>
        <p:spPr>
          <a:xfrm>
            <a:off x="452126" y="2775792"/>
            <a:ext cx="1727657" cy="15283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000"/>
              <a:buFont typeface="Arial"/>
              <a:buNone/>
            </a:pPr>
            <a:endParaRPr sz="10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Cover Letter">
  <p:cSld name="Cover Letter">
    <p:spTree>
      <p:nvGrpSpPr>
        <p:cNvPr id="1" name="Shape 565"/>
        <p:cNvGrpSpPr/>
        <p:nvPr/>
      </p:nvGrpSpPr>
      <p:grpSpPr>
        <a:xfrm>
          <a:off x="0" y="0"/>
          <a:ext cx="0" cy="0"/>
          <a:chOff x="0" y="0"/>
          <a:chExt cx="0" cy="0"/>
        </a:xfrm>
      </p:grpSpPr>
      <p:sp>
        <p:nvSpPr>
          <p:cNvPr id="566" name="Google Shape;566;p76"/>
          <p:cNvSpPr/>
          <p:nvPr/>
        </p:nvSpPr>
        <p:spPr>
          <a:xfrm>
            <a:off x="0" y="0"/>
            <a:ext cx="2360815" cy="5143500"/>
          </a:xfrm>
          <a:prstGeom prst="rect">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chemeClr val="lt1"/>
              </a:solidFill>
              <a:latin typeface="Arial"/>
              <a:ea typeface="Arial"/>
              <a:cs typeface="Arial"/>
              <a:sym typeface="Arial"/>
            </a:endParaRPr>
          </a:p>
        </p:txBody>
      </p:sp>
      <p:pic>
        <p:nvPicPr>
          <p:cNvPr id="567" name="Google Shape;567;p76"/>
          <p:cNvPicPr preferRelativeResize="0"/>
          <p:nvPr/>
        </p:nvPicPr>
        <p:blipFill rotWithShape="1">
          <a:blip r:embed="rId2">
            <a:alphaModFix/>
          </a:blip>
          <a:srcRect l="32575" t="30898" r="32576" b="30525"/>
          <a:stretch/>
        </p:blipFill>
        <p:spPr>
          <a:xfrm>
            <a:off x="407418" y="705970"/>
            <a:ext cx="881272" cy="502055"/>
          </a:xfrm>
          <a:prstGeom prst="rect">
            <a:avLst/>
          </a:prstGeom>
          <a:noFill/>
          <a:ln>
            <a:noFill/>
          </a:ln>
        </p:spPr>
      </p:pic>
      <p:sp>
        <p:nvSpPr>
          <p:cNvPr id="568" name="Google Shape;568;p76"/>
          <p:cNvSpPr txBox="1">
            <a:spLocks noGrp="1"/>
          </p:cNvSpPr>
          <p:nvPr>
            <p:ph type="body" idx="1"/>
          </p:nvPr>
        </p:nvSpPr>
        <p:spPr>
          <a:xfrm>
            <a:off x="407419" y="1361515"/>
            <a:ext cx="1807385" cy="112022"/>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700"/>
              <a:buNone/>
              <a:defRPr>
                <a:solidFill>
                  <a:schemeClr val="lt1"/>
                </a:solidFill>
              </a:defRPr>
            </a:lvl1pPr>
            <a:lvl2pPr marL="914400" lvl="1" indent="-273050" algn="l">
              <a:lnSpc>
                <a:spcPct val="100000"/>
              </a:lnSpc>
              <a:spcBef>
                <a:spcPts val="400"/>
              </a:spcBef>
              <a:spcAft>
                <a:spcPts val="0"/>
              </a:spcAft>
              <a:buSzPts val="700"/>
              <a:buChar char="•"/>
              <a:defRPr>
                <a:solidFill>
                  <a:schemeClr val="lt1"/>
                </a:solidFill>
              </a:defRPr>
            </a:lvl2pPr>
            <a:lvl3pPr marL="1371600" lvl="2" indent="-273050" algn="l">
              <a:lnSpc>
                <a:spcPct val="100000"/>
              </a:lnSpc>
              <a:spcBef>
                <a:spcPts val="400"/>
              </a:spcBef>
              <a:spcAft>
                <a:spcPts val="0"/>
              </a:spcAft>
              <a:buSzPts val="700"/>
              <a:buChar char="-"/>
              <a:defRPr>
                <a:solidFill>
                  <a:schemeClr val="lt1"/>
                </a:solidFill>
              </a:defRPr>
            </a:lvl3pPr>
            <a:lvl4pPr marL="1828800" lvl="3" indent="-273050" algn="l">
              <a:lnSpc>
                <a:spcPct val="100000"/>
              </a:lnSpc>
              <a:spcBef>
                <a:spcPts val="400"/>
              </a:spcBef>
              <a:spcAft>
                <a:spcPts val="0"/>
              </a:spcAft>
              <a:buSzPts val="700"/>
              <a:buChar char="◦"/>
              <a:defRPr>
                <a:solidFill>
                  <a:schemeClr val="lt1"/>
                </a:solidFill>
              </a:defRPr>
            </a:lvl4pPr>
            <a:lvl5pPr marL="2286000" lvl="4" indent="-273050" algn="l">
              <a:lnSpc>
                <a:spcPct val="100000"/>
              </a:lnSpc>
              <a:spcBef>
                <a:spcPts val="400"/>
              </a:spcBef>
              <a:spcAft>
                <a:spcPts val="0"/>
              </a:spcAft>
              <a:buSzPts val="700"/>
              <a:buChar char="›"/>
              <a:defRPr>
                <a:solidFill>
                  <a:schemeClr val="lt1"/>
                </a:solidFil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569" name="Google Shape;569;p76"/>
          <p:cNvSpPr txBox="1">
            <a:spLocks noGrp="1"/>
          </p:cNvSpPr>
          <p:nvPr>
            <p:ph type="body" idx="2"/>
          </p:nvPr>
        </p:nvSpPr>
        <p:spPr>
          <a:xfrm>
            <a:off x="407419" y="4017453"/>
            <a:ext cx="1807385" cy="112021"/>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700"/>
              <a:buNone/>
              <a:defRPr>
                <a:solidFill>
                  <a:schemeClr val="lt1"/>
                </a:solidFill>
              </a:defRPr>
            </a:lvl1pPr>
            <a:lvl2pPr marL="914400" lvl="1" indent="-273050" algn="l">
              <a:lnSpc>
                <a:spcPct val="100000"/>
              </a:lnSpc>
              <a:spcBef>
                <a:spcPts val="400"/>
              </a:spcBef>
              <a:spcAft>
                <a:spcPts val="0"/>
              </a:spcAft>
              <a:buSzPts val="700"/>
              <a:buChar char="•"/>
              <a:defRPr>
                <a:solidFill>
                  <a:schemeClr val="lt1"/>
                </a:solidFill>
              </a:defRPr>
            </a:lvl2pPr>
            <a:lvl3pPr marL="1371600" lvl="2" indent="-273050" algn="l">
              <a:lnSpc>
                <a:spcPct val="100000"/>
              </a:lnSpc>
              <a:spcBef>
                <a:spcPts val="400"/>
              </a:spcBef>
              <a:spcAft>
                <a:spcPts val="0"/>
              </a:spcAft>
              <a:buSzPts val="700"/>
              <a:buChar char="-"/>
              <a:defRPr>
                <a:solidFill>
                  <a:schemeClr val="lt1"/>
                </a:solidFill>
              </a:defRPr>
            </a:lvl3pPr>
            <a:lvl4pPr marL="1828800" lvl="3" indent="-273050" algn="l">
              <a:lnSpc>
                <a:spcPct val="100000"/>
              </a:lnSpc>
              <a:spcBef>
                <a:spcPts val="400"/>
              </a:spcBef>
              <a:spcAft>
                <a:spcPts val="0"/>
              </a:spcAft>
              <a:buSzPts val="700"/>
              <a:buChar char="◦"/>
              <a:defRPr>
                <a:solidFill>
                  <a:schemeClr val="lt1"/>
                </a:solidFill>
              </a:defRPr>
            </a:lvl4pPr>
            <a:lvl5pPr marL="2286000" lvl="4" indent="-273050" algn="l">
              <a:lnSpc>
                <a:spcPct val="100000"/>
              </a:lnSpc>
              <a:spcBef>
                <a:spcPts val="400"/>
              </a:spcBef>
              <a:spcAft>
                <a:spcPts val="0"/>
              </a:spcAft>
              <a:buSzPts val="700"/>
              <a:buChar char="›"/>
              <a:defRPr>
                <a:solidFill>
                  <a:schemeClr val="lt1"/>
                </a:solidFil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cxnSp>
        <p:nvCxnSpPr>
          <p:cNvPr id="570" name="Google Shape;570;p76"/>
          <p:cNvCxnSpPr/>
          <p:nvPr/>
        </p:nvCxnSpPr>
        <p:spPr>
          <a:xfrm>
            <a:off x="2689261" y="1311089"/>
            <a:ext cx="5976851" cy="0"/>
          </a:xfrm>
          <a:prstGeom prst="straightConnector1">
            <a:avLst/>
          </a:prstGeom>
          <a:noFill/>
          <a:ln w="12700" cap="rnd" cmpd="sng">
            <a:solidFill>
              <a:schemeClr val="accent1"/>
            </a:solidFill>
            <a:prstDash val="dot"/>
            <a:round/>
            <a:headEnd type="none" w="sm" len="sm"/>
            <a:tailEnd type="none" w="sm" len="sm"/>
          </a:ln>
        </p:spPr>
      </p:cxnSp>
      <p:sp>
        <p:nvSpPr>
          <p:cNvPr id="571" name="Google Shape;571;p76"/>
          <p:cNvSpPr txBox="1">
            <a:spLocks noGrp="1"/>
          </p:cNvSpPr>
          <p:nvPr>
            <p:ph type="body" idx="3"/>
          </p:nvPr>
        </p:nvSpPr>
        <p:spPr>
          <a:xfrm>
            <a:off x="2689262" y="705971"/>
            <a:ext cx="2410201" cy="112022"/>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700"/>
              <a:buNone/>
              <a:defRPr/>
            </a:lvl1pPr>
            <a:lvl2pPr marL="914400" lvl="1" indent="-317500" algn="l">
              <a:lnSpc>
                <a:spcPct val="100000"/>
              </a:lnSpc>
              <a:spcBef>
                <a:spcPts val="400"/>
              </a:spcBef>
              <a:spcAft>
                <a:spcPts val="0"/>
              </a:spcAft>
              <a:buSzPts val="1400"/>
              <a:buChar char="•"/>
              <a:defRPr/>
            </a:lvl2pPr>
            <a:lvl3pPr marL="1371600" lvl="2" indent="-317500" algn="l">
              <a:lnSpc>
                <a:spcPct val="100000"/>
              </a:lnSpc>
              <a:spcBef>
                <a:spcPts val="400"/>
              </a:spcBef>
              <a:spcAft>
                <a:spcPts val="0"/>
              </a:spcAft>
              <a:buSzPts val="1400"/>
              <a:buChar char="-"/>
              <a:defRPr/>
            </a:lvl3pPr>
            <a:lvl4pPr marL="1828800" lvl="3" indent="-317500" algn="l">
              <a:lnSpc>
                <a:spcPct val="100000"/>
              </a:lnSpc>
              <a:spcBef>
                <a:spcPts val="400"/>
              </a:spcBef>
              <a:spcAft>
                <a:spcPts val="0"/>
              </a:spcAft>
              <a:buSzPts val="1400"/>
              <a:buChar char="◦"/>
              <a:defRPr/>
            </a:lvl4pPr>
            <a:lvl5pPr marL="2286000" lvl="4" indent="-317500" algn="l">
              <a:lnSpc>
                <a:spcPct val="100000"/>
              </a:lnSpc>
              <a:spcBef>
                <a:spcPts val="400"/>
              </a:spcBef>
              <a:spcAft>
                <a:spcPts val="0"/>
              </a:spcAft>
              <a:buSzPts val="1400"/>
              <a:buChar char="›"/>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572" name="Google Shape;572;p76"/>
          <p:cNvSpPr txBox="1">
            <a:spLocks noGrp="1"/>
          </p:cNvSpPr>
          <p:nvPr>
            <p:ph type="body" idx="4"/>
          </p:nvPr>
        </p:nvSpPr>
        <p:spPr>
          <a:xfrm>
            <a:off x="2689262" y="1361515"/>
            <a:ext cx="5972599" cy="2714015"/>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700"/>
              <a:buNone/>
              <a:defRPr/>
            </a:lvl1pPr>
            <a:lvl2pPr marL="914400" lvl="1" indent="-317500" algn="l">
              <a:lnSpc>
                <a:spcPct val="100000"/>
              </a:lnSpc>
              <a:spcBef>
                <a:spcPts val="400"/>
              </a:spcBef>
              <a:spcAft>
                <a:spcPts val="0"/>
              </a:spcAft>
              <a:buSzPts val="1400"/>
              <a:buChar char="•"/>
              <a:defRPr/>
            </a:lvl2pPr>
            <a:lvl3pPr marL="1371600" lvl="2" indent="-317500" algn="l">
              <a:lnSpc>
                <a:spcPct val="100000"/>
              </a:lnSpc>
              <a:spcBef>
                <a:spcPts val="400"/>
              </a:spcBef>
              <a:spcAft>
                <a:spcPts val="0"/>
              </a:spcAft>
              <a:buSzPts val="1400"/>
              <a:buChar char="-"/>
              <a:defRPr/>
            </a:lvl3pPr>
            <a:lvl4pPr marL="1828800" lvl="3" indent="-317500" algn="l">
              <a:lnSpc>
                <a:spcPct val="100000"/>
              </a:lnSpc>
              <a:spcBef>
                <a:spcPts val="400"/>
              </a:spcBef>
              <a:spcAft>
                <a:spcPts val="0"/>
              </a:spcAft>
              <a:buSzPts val="1400"/>
              <a:buChar char="◦"/>
              <a:defRPr/>
            </a:lvl4pPr>
            <a:lvl5pPr marL="2286000" lvl="4" indent="-317500" algn="l">
              <a:lnSpc>
                <a:spcPct val="100000"/>
              </a:lnSpc>
              <a:spcBef>
                <a:spcPts val="400"/>
              </a:spcBef>
              <a:spcAft>
                <a:spcPts val="0"/>
              </a:spcAft>
              <a:buSzPts val="1400"/>
              <a:buChar char="›"/>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573" name="Google Shape;573;p76"/>
          <p:cNvSpPr txBox="1"/>
          <p:nvPr/>
        </p:nvSpPr>
        <p:spPr>
          <a:xfrm>
            <a:off x="8661814" y="4738072"/>
            <a:ext cx="48" cy="81464"/>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sp>
        <p:nvSpPr>
          <p:cNvPr id="574" name="Google Shape;574;p76"/>
          <p:cNvSpPr txBox="1"/>
          <p:nvPr/>
        </p:nvSpPr>
        <p:spPr>
          <a:xfrm>
            <a:off x="8370917" y="4840058"/>
            <a:ext cx="290945" cy="92911"/>
          </a:xfrm>
          <a:prstGeom prst="rect">
            <a:avLst/>
          </a:prstGeom>
          <a:noFill/>
          <a:ln>
            <a:noFill/>
          </a:ln>
        </p:spPr>
        <p:txBody>
          <a:bodyPr spcFirstLastPara="1" wrap="square" lIns="0" tIns="0" rIns="0" bIns="0" anchor="t" anchorCtr="0">
            <a:noAutofit/>
          </a:bodyPr>
          <a:lstStyle/>
          <a:p>
            <a:pPr marL="0" marR="0" lvl="0" indent="0" algn="r" rtl="0">
              <a:lnSpc>
                <a:spcPct val="124929"/>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575" name="Google Shape;575;p76"/>
          <p:cNvSpPr txBox="1"/>
          <p:nvPr/>
        </p:nvSpPr>
        <p:spPr>
          <a:xfrm>
            <a:off x="698873" y="4851506"/>
            <a:ext cx="2085891"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576" name="Google Shape;576;p76"/>
          <p:cNvSpPr txBox="1"/>
          <p:nvPr/>
        </p:nvSpPr>
        <p:spPr>
          <a:xfrm>
            <a:off x="407418" y="4851506"/>
            <a:ext cx="21208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r>
              <a:rPr lang="en" sz="500" b="0" i="0" u="none" strike="noStrike" cap="none">
                <a:solidFill>
                  <a:schemeClr val="lt1"/>
                </a:solidFill>
                <a:latin typeface="Arial"/>
                <a:ea typeface="Arial"/>
                <a:cs typeface="Arial"/>
                <a:sym typeface="Arial"/>
              </a:rPr>
              <a:t>PwC</a:t>
            </a:r>
            <a:endParaRPr sz="1100" b="0" i="0" u="none" strike="noStrike" cap="none">
              <a:solidFill>
                <a:srgbClr val="000000"/>
              </a:solidFill>
              <a:latin typeface="Arial"/>
              <a:ea typeface="Arial"/>
              <a:cs typeface="Arial"/>
              <a:sym typeface="Arial"/>
            </a:endParaRPr>
          </a:p>
        </p:txBody>
      </p:sp>
      <p:cxnSp>
        <p:nvCxnSpPr>
          <p:cNvPr id="577" name="Google Shape;577;p76"/>
          <p:cNvCxnSpPr/>
          <p:nvPr/>
        </p:nvCxnSpPr>
        <p:spPr>
          <a:xfrm>
            <a:off x="652260" y="4858952"/>
            <a:ext cx="0" cy="66563"/>
          </a:xfrm>
          <a:prstGeom prst="straightConnector1">
            <a:avLst/>
          </a:prstGeom>
          <a:noFill/>
          <a:ln w="9525" cap="flat" cmpd="sng">
            <a:solidFill>
              <a:schemeClr val="lt1"/>
            </a:solidFill>
            <a:prstDash val="solid"/>
            <a:round/>
            <a:headEnd type="none" w="sm" len="sm"/>
            <a:tailEnd type="none" w="sm" len="sm"/>
          </a:ln>
        </p:spPr>
      </p:cxnSp>
      <p:sp>
        <p:nvSpPr>
          <p:cNvPr id="578" name="Google Shape;578;p76"/>
          <p:cNvSpPr txBox="1"/>
          <p:nvPr/>
        </p:nvSpPr>
        <p:spPr>
          <a:xfrm>
            <a:off x="3255818" y="465941"/>
            <a:ext cx="5399467" cy="9166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dk1"/>
              </a:solidFill>
              <a:latin typeface="Arial"/>
              <a:ea typeface="Arial"/>
              <a:cs typeface="Arial"/>
              <a:sym typeface="Arial"/>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Cover Letter US">
  <p:cSld name="Cover Letter US">
    <p:spTree>
      <p:nvGrpSpPr>
        <p:cNvPr id="1" name="Shape 579"/>
        <p:cNvGrpSpPr/>
        <p:nvPr/>
      </p:nvGrpSpPr>
      <p:grpSpPr>
        <a:xfrm>
          <a:off x="0" y="0"/>
          <a:ext cx="0" cy="0"/>
          <a:chOff x="0" y="0"/>
          <a:chExt cx="0" cy="0"/>
        </a:xfrm>
      </p:grpSpPr>
      <p:sp>
        <p:nvSpPr>
          <p:cNvPr id="580" name="Google Shape;580;p77"/>
          <p:cNvSpPr txBox="1"/>
          <p:nvPr/>
        </p:nvSpPr>
        <p:spPr>
          <a:xfrm>
            <a:off x="8661814" y="4738072"/>
            <a:ext cx="48" cy="81464"/>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sp>
        <p:nvSpPr>
          <p:cNvPr id="581" name="Google Shape;581;p77"/>
          <p:cNvSpPr txBox="1">
            <a:spLocks noGrp="1"/>
          </p:cNvSpPr>
          <p:nvPr>
            <p:ph type="body" idx="1"/>
          </p:nvPr>
        </p:nvSpPr>
        <p:spPr>
          <a:xfrm>
            <a:off x="2631979" y="961818"/>
            <a:ext cx="2928581" cy="3458517"/>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600"/>
              <a:buNone/>
              <a:defRPr sz="600"/>
            </a:lvl1pPr>
            <a:lvl2pPr marL="914400" lvl="1" indent="-317500" algn="l">
              <a:lnSpc>
                <a:spcPct val="100000"/>
              </a:lnSpc>
              <a:spcBef>
                <a:spcPts val="400"/>
              </a:spcBef>
              <a:spcAft>
                <a:spcPts val="0"/>
              </a:spcAft>
              <a:buSzPts val="1400"/>
              <a:buChar char="•"/>
              <a:defRPr/>
            </a:lvl2pPr>
            <a:lvl3pPr marL="1371600" lvl="2" indent="-317500" algn="l">
              <a:lnSpc>
                <a:spcPct val="100000"/>
              </a:lnSpc>
              <a:spcBef>
                <a:spcPts val="400"/>
              </a:spcBef>
              <a:spcAft>
                <a:spcPts val="0"/>
              </a:spcAft>
              <a:buSzPts val="1400"/>
              <a:buChar char="-"/>
              <a:defRPr/>
            </a:lvl3pPr>
            <a:lvl4pPr marL="1828800" lvl="3" indent="-317500" algn="l">
              <a:lnSpc>
                <a:spcPct val="100000"/>
              </a:lnSpc>
              <a:spcBef>
                <a:spcPts val="400"/>
              </a:spcBef>
              <a:spcAft>
                <a:spcPts val="0"/>
              </a:spcAft>
              <a:buSzPts val="1400"/>
              <a:buChar char="◦"/>
              <a:defRPr/>
            </a:lvl4pPr>
            <a:lvl5pPr marL="2286000" lvl="4" indent="-317500" algn="l">
              <a:lnSpc>
                <a:spcPct val="100000"/>
              </a:lnSpc>
              <a:spcBef>
                <a:spcPts val="400"/>
              </a:spcBef>
              <a:spcAft>
                <a:spcPts val="0"/>
              </a:spcAft>
              <a:buSzPts val="1400"/>
              <a:buChar char="›"/>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582" name="Google Shape;582;p77"/>
          <p:cNvSpPr txBox="1">
            <a:spLocks noGrp="1"/>
          </p:cNvSpPr>
          <p:nvPr>
            <p:ph type="body" idx="2"/>
          </p:nvPr>
        </p:nvSpPr>
        <p:spPr>
          <a:xfrm>
            <a:off x="5733281" y="961818"/>
            <a:ext cx="2928581" cy="3458517"/>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600"/>
              <a:buNone/>
              <a:defRPr sz="600"/>
            </a:lvl1pPr>
            <a:lvl2pPr marL="914400" lvl="1" indent="-317500" algn="l">
              <a:lnSpc>
                <a:spcPct val="100000"/>
              </a:lnSpc>
              <a:spcBef>
                <a:spcPts val="400"/>
              </a:spcBef>
              <a:spcAft>
                <a:spcPts val="0"/>
              </a:spcAft>
              <a:buSzPts val="1400"/>
              <a:buChar char="•"/>
              <a:defRPr/>
            </a:lvl2pPr>
            <a:lvl3pPr marL="1371600" lvl="2" indent="-317500" algn="l">
              <a:lnSpc>
                <a:spcPct val="100000"/>
              </a:lnSpc>
              <a:spcBef>
                <a:spcPts val="400"/>
              </a:spcBef>
              <a:spcAft>
                <a:spcPts val="0"/>
              </a:spcAft>
              <a:buSzPts val="1400"/>
              <a:buChar char="-"/>
              <a:defRPr/>
            </a:lvl3pPr>
            <a:lvl4pPr marL="1828800" lvl="3" indent="-317500" algn="l">
              <a:lnSpc>
                <a:spcPct val="100000"/>
              </a:lnSpc>
              <a:spcBef>
                <a:spcPts val="400"/>
              </a:spcBef>
              <a:spcAft>
                <a:spcPts val="0"/>
              </a:spcAft>
              <a:buSzPts val="1400"/>
              <a:buChar char="◦"/>
              <a:defRPr/>
            </a:lvl4pPr>
            <a:lvl5pPr marL="2286000" lvl="4" indent="-317500" algn="l">
              <a:lnSpc>
                <a:spcPct val="100000"/>
              </a:lnSpc>
              <a:spcBef>
                <a:spcPts val="400"/>
              </a:spcBef>
              <a:spcAft>
                <a:spcPts val="0"/>
              </a:spcAft>
              <a:buSzPts val="1400"/>
              <a:buChar char="›"/>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583" name="Google Shape;583;p77"/>
          <p:cNvSpPr/>
          <p:nvPr/>
        </p:nvSpPr>
        <p:spPr>
          <a:xfrm>
            <a:off x="1" y="0"/>
            <a:ext cx="2362565" cy="5143500"/>
          </a:xfrm>
          <a:prstGeom prst="rect">
            <a:avLst/>
          </a:prstGeom>
          <a:solidFill>
            <a:schemeClr val="accent6"/>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chemeClr val="lt1"/>
              </a:solidFill>
              <a:latin typeface="Arial"/>
              <a:ea typeface="Arial"/>
              <a:cs typeface="Arial"/>
              <a:sym typeface="Arial"/>
            </a:endParaRPr>
          </a:p>
        </p:txBody>
      </p:sp>
      <p:pic>
        <p:nvPicPr>
          <p:cNvPr id="584" name="Google Shape;584;p77"/>
          <p:cNvPicPr preferRelativeResize="0"/>
          <p:nvPr/>
        </p:nvPicPr>
        <p:blipFill rotWithShape="1">
          <a:blip r:embed="rId2">
            <a:alphaModFix/>
          </a:blip>
          <a:srcRect l="32575" t="30898" r="32576" b="30525"/>
          <a:stretch/>
        </p:blipFill>
        <p:spPr>
          <a:xfrm>
            <a:off x="407418" y="705970"/>
            <a:ext cx="881272" cy="502055"/>
          </a:xfrm>
          <a:prstGeom prst="rect">
            <a:avLst/>
          </a:prstGeom>
          <a:noFill/>
          <a:ln>
            <a:noFill/>
          </a:ln>
        </p:spPr>
      </p:pic>
      <p:sp>
        <p:nvSpPr>
          <p:cNvPr id="585" name="Google Shape;585;p77"/>
          <p:cNvSpPr txBox="1">
            <a:spLocks noGrp="1"/>
          </p:cNvSpPr>
          <p:nvPr>
            <p:ph type="body" idx="3"/>
          </p:nvPr>
        </p:nvSpPr>
        <p:spPr>
          <a:xfrm>
            <a:off x="407419" y="1361515"/>
            <a:ext cx="1782425" cy="112022"/>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700"/>
              <a:buNone/>
              <a:defRPr>
                <a:solidFill>
                  <a:schemeClr val="lt1"/>
                </a:solidFill>
              </a:defRPr>
            </a:lvl1pPr>
            <a:lvl2pPr marL="914400" lvl="1" indent="-273050" algn="l">
              <a:lnSpc>
                <a:spcPct val="100000"/>
              </a:lnSpc>
              <a:spcBef>
                <a:spcPts val="400"/>
              </a:spcBef>
              <a:spcAft>
                <a:spcPts val="0"/>
              </a:spcAft>
              <a:buSzPts val="700"/>
              <a:buChar char="•"/>
              <a:defRPr>
                <a:solidFill>
                  <a:schemeClr val="lt1"/>
                </a:solidFill>
              </a:defRPr>
            </a:lvl2pPr>
            <a:lvl3pPr marL="1371600" lvl="2" indent="-273050" algn="l">
              <a:lnSpc>
                <a:spcPct val="100000"/>
              </a:lnSpc>
              <a:spcBef>
                <a:spcPts val="400"/>
              </a:spcBef>
              <a:spcAft>
                <a:spcPts val="0"/>
              </a:spcAft>
              <a:buSzPts val="700"/>
              <a:buChar char="-"/>
              <a:defRPr>
                <a:solidFill>
                  <a:schemeClr val="lt1"/>
                </a:solidFill>
              </a:defRPr>
            </a:lvl3pPr>
            <a:lvl4pPr marL="1828800" lvl="3" indent="-273050" algn="l">
              <a:lnSpc>
                <a:spcPct val="100000"/>
              </a:lnSpc>
              <a:spcBef>
                <a:spcPts val="400"/>
              </a:spcBef>
              <a:spcAft>
                <a:spcPts val="0"/>
              </a:spcAft>
              <a:buSzPts val="700"/>
              <a:buChar char="◦"/>
              <a:defRPr>
                <a:solidFill>
                  <a:schemeClr val="lt1"/>
                </a:solidFill>
              </a:defRPr>
            </a:lvl4pPr>
            <a:lvl5pPr marL="2286000" lvl="4" indent="-273050" algn="l">
              <a:lnSpc>
                <a:spcPct val="100000"/>
              </a:lnSpc>
              <a:spcBef>
                <a:spcPts val="400"/>
              </a:spcBef>
              <a:spcAft>
                <a:spcPts val="0"/>
              </a:spcAft>
              <a:buSzPts val="700"/>
              <a:buChar char="›"/>
              <a:defRPr>
                <a:solidFill>
                  <a:schemeClr val="lt1"/>
                </a:solidFil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586" name="Google Shape;586;p77"/>
          <p:cNvSpPr txBox="1">
            <a:spLocks noGrp="1"/>
          </p:cNvSpPr>
          <p:nvPr>
            <p:ph type="body" idx="4"/>
          </p:nvPr>
        </p:nvSpPr>
        <p:spPr>
          <a:xfrm>
            <a:off x="407419" y="3922635"/>
            <a:ext cx="1782425" cy="112021"/>
          </a:xfrm>
          <a:prstGeom prst="rect">
            <a:avLst/>
          </a:prstGeom>
          <a:noFill/>
          <a:ln>
            <a:noFill/>
          </a:ln>
        </p:spPr>
        <p:txBody>
          <a:bodyPr spcFirstLastPara="1" wrap="square" lIns="0" tIns="0" rIns="0" bIns="0" anchor="b" anchorCtr="0">
            <a:spAutoFit/>
          </a:bodyPr>
          <a:lstStyle>
            <a:lvl1pPr marL="457200" lvl="0" indent="-228600" algn="l">
              <a:lnSpc>
                <a:spcPct val="100000"/>
              </a:lnSpc>
              <a:spcBef>
                <a:spcPts val="0"/>
              </a:spcBef>
              <a:spcAft>
                <a:spcPts val="0"/>
              </a:spcAft>
              <a:buSzPts val="700"/>
              <a:buNone/>
              <a:defRPr>
                <a:solidFill>
                  <a:schemeClr val="lt1"/>
                </a:solidFill>
              </a:defRPr>
            </a:lvl1pPr>
            <a:lvl2pPr marL="914400" lvl="1" indent="-273050" algn="l">
              <a:lnSpc>
                <a:spcPct val="100000"/>
              </a:lnSpc>
              <a:spcBef>
                <a:spcPts val="400"/>
              </a:spcBef>
              <a:spcAft>
                <a:spcPts val="0"/>
              </a:spcAft>
              <a:buSzPts val="700"/>
              <a:buChar char="•"/>
              <a:defRPr>
                <a:solidFill>
                  <a:schemeClr val="lt1"/>
                </a:solidFill>
              </a:defRPr>
            </a:lvl2pPr>
            <a:lvl3pPr marL="1371600" lvl="2" indent="-273050" algn="l">
              <a:lnSpc>
                <a:spcPct val="100000"/>
              </a:lnSpc>
              <a:spcBef>
                <a:spcPts val="400"/>
              </a:spcBef>
              <a:spcAft>
                <a:spcPts val="0"/>
              </a:spcAft>
              <a:buSzPts val="700"/>
              <a:buChar char="-"/>
              <a:defRPr>
                <a:solidFill>
                  <a:schemeClr val="lt1"/>
                </a:solidFill>
              </a:defRPr>
            </a:lvl3pPr>
            <a:lvl4pPr marL="1828800" lvl="3" indent="-273050" algn="l">
              <a:lnSpc>
                <a:spcPct val="100000"/>
              </a:lnSpc>
              <a:spcBef>
                <a:spcPts val="400"/>
              </a:spcBef>
              <a:spcAft>
                <a:spcPts val="0"/>
              </a:spcAft>
              <a:buSzPts val="700"/>
              <a:buChar char="◦"/>
              <a:defRPr>
                <a:solidFill>
                  <a:schemeClr val="lt1"/>
                </a:solidFill>
              </a:defRPr>
            </a:lvl4pPr>
            <a:lvl5pPr marL="2286000" lvl="4" indent="-273050" algn="l">
              <a:lnSpc>
                <a:spcPct val="100000"/>
              </a:lnSpc>
              <a:spcBef>
                <a:spcPts val="400"/>
              </a:spcBef>
              <a:spcAft>
                <a:spcPts val="0"/>
              </a:spcAft>
              <a:buSzPts val="700"/>
              <a:buChar char="›"/>
              <a:defRPr>
                <a:solidFill>
                  <a:schemeClr val="lt1"/>
                </a:solidFil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587" name="Google Shape;587;p77"/>
          <p:cNvSpPr txBox="1"/>
          <p:nvPr/>
        </p:nvSpPr>
        <p:spPr>
          <a:xfrm>
            <a:off x="8370917" y="4840058"/>
            <a:ext cx="290945" cy="92911"/>
          </a:xfrm>
          <a:prstGeom prst="rect">
            <a:avLst/>
          </a:prstGeom>
          <a:noFill/>
          <a:ln>
            <a:noFill/>
          </a:ln>
        </p:spPr>
        <p:txBody>
          <a:bodyPr spcFirstLastPara="1" wrap="square" lIns="0" tIns="0" rIns="0" bIns="0" anchor="t" anchorCtr="0">
            <a:noAutofit/>
          </a:bodyPr>
          <a:lstStyle/>
          <a:p>
            <a:pPr marL="0" marR="0" lvl="0" indent="0" algn="r" rtl="0">
              <a:lnSpc>
                <a:spcPct val="124929"/>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588" name="Google Shape;588;p77"/>
          <p:cNvSpPr txBox="1"/>
          <p:nvPr/>
        </p:nvSpPr>
        <p:spPr>
          <a:xfrm>
            <a:off x="698873" y="4851506"/>
            <a:ext cx="2085891"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589" name="Google Shape;589;p77"/>
          <p:cNvSpPr txBox="1"/>
          <p:nvPr/>
        </p:nvSpPr>
        <p:spPr>
          <a:xfrm>
            <a:off x="407418" y="4851506"/>
            <a:ext cx="21208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r>
              <a:rPr lang="en" sz="500" b="0" i="0" u="none" strike="noStrike" cap="none">
                <a:solidFill>
                  <a:schemeClr val="lt1"/>
                </a:solidFill>
                <a:latin typeface="Arial"/>
                <a:ea typeface="Arial"/>
                <a:cs typeface="Arial"/>
                <a:sym typeface="Arial"/>
              </a:rPr>
              <a:t>PwC</a:t>
            </a:r>
            <a:endParaRPr sz="1100" b="0" i="0" u="none" strike="noStrike" cap="none">
              <a:solidFill>
                <a:srgbClr val="000000"/>
              </a:solidFill>
              <a:latin typeface="Arial"/>
              <a:ea typeface="Arial"/>
              <a:cs typeface="Arial"/>
              <a:sym typeface="Arial"/>
            </a:endParaRPr>
          </a:p>
        </p:txBody>
      </p:sp>
      <p:cxnSp>
        <p:nvCxnSpPr>
          <p:cNvPr id="590" name="Google Shape;590;p77"/>
          <p:cNvCxnSpPr/>
          <p:nvPr/>
        </p:nvCxnSpPr>
        <p:spPr>
          <a:xfrm>
            <a:off x="652260" y="4858952"/>
            <a:ext cx="0" cy="66563"/>
          </a:xfrm>
          <a:prstGeom prst="straightConnector1">
            <a:avLst/>
          </a:prstGeom>
          <a:noFill/>
          <a:ln w="9525" cap="flat" cmpd="sng">
            <a:solidFill>
              <a:schemeClr val="lt1"/>
            </a:solidFill>
            <a:prstDash val="solid"/>
            <a:round/>
            <a:headEnd type="none" w="sm" len="sm"/>
            <a:tailEnd type="none" w="sm" len="sm"/>
          </a:ln>
        </p:spPr>
      </p:cxnSp>
      <p:sp>
        <p:nvSpPr>
          <p:cNvPr id="591" name="Google Shape;591;p77"/>
          <p:cNvSpPr txBox="1"/>
          <p:nvPr/>
        </p:nvSpPr>
        <p:spPr>
          <a:xfrm>
            <a:off x="2533985" y="465941"/>
            <a:ext cx="5399467" cy="9166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dk1"/>
              </a:solidFill>
              <a:latin typeface="Arial"/>
              <a:ea typeface="Arial"/>
              <a:cs typeface="Arial"/>
              <a:sym typeface="Arial"/>
            </a:endParaRPr>
          </a:p>
        </p:txBody>
      </p:sp>
      <p:sp>
        <p:nvSpPr>
          <p:cNvPr id="592" name="Google Shape;592;p77"/>
          <p:cNvSpPr txBox="1"/>
          <p:nvPr/>
        </p:nvSpPr>
        <p:spPr>
          <a:xfrm>
            <a:off x="3255818" y="465941"/>
            <a:ext cx="5399467" cy="9166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dk1"/>
              </a:solidFill>
              <a:latin typeface="Arial"/>
              <a:ea typeface="Arial"/>
              <a:cs typeface="Arial"/>
              <a:sym typeface="Arial"/>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ER: One">
  <p:cSld name="ER: One">
    <p:spTree>
      <p:nvGrpSpPr>
        <p:cNvPr id="1" name="Shape 593"/>
        <p:cNvGrpSpPr/>
        <p:nvPr/>
      </p:nvGrpSpPr>
      <p:grpSpPr>
        <a:xfrm>
          <a:off x="0" y="0"/>
          <a:ext cx="0" cy="0"/>
          <a:chOff x="0" y="0"/>
          <a:chExt cx="0" cy="0"/>
        </a:xfrm>
      </p:grpSpPr>
      <p:sp>
        <p:nvSpPr>
          <p:cNvPr id="594" name="Google Shape;594;p78"/>
          <p:cNvSpPr txBox="1">
            <a:spLocks noGrp="1"/>
          </p:cNvSpPr>
          <p:nvPr>
            <p:ph type="title"/>
          </p:nvPr>
        </p:nvSpPr>
        <p:spPr>
          <a:xfrm>
            <a:off x="482138" y="707987"/>
            <a:ext cx="8179723" cy="556709"/>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1900"/>
              <a:buFont typeface="Georgia"/>
              <a:buNone/>
              <a:defRPr sz="1900" b="0" i="0">
                <a:solidFill>
                  <a:schemeClr val="dk1"/>
                </a:solidFill>
                <a:latin typeface="Georgia"/>
                <a:ea typeface="Georgia"/>
                <a:cs typeface="Georgia"/>
                <a:sym typeface="Georgia"/>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595" name="Google Shape;595;p78"/>
          <p:cNvSpPr txBox="1">
            <a:spLocks noGrp="1"/>
          </p:cNvSpPr>
          <p:nvPr>
            <p:ph type="body" idx="1"/>
          </p:nvPr>
        </p:nvSpPr>
        <p:spPr>
          <a:xfrm>
            <a:off x="482138" y="1912171"/>
            <a:ext cx="8179723" cy="2680671"/>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600"/>
              <a:buNone/>
              <a:defRPr sz="600">
                <a:latin typeface="Arial"/>
                <a:ea typeface="Arial"/>
                <a:cs typeface="Arial"/>
                <a:sym typeface="Arial"/>
              </a:defRPr>
            </a:lvl1pPr>
            <a:lvl2pPr marL="914400" lvl="1" indent="-266700" algn="l">
              <a:lnSpc>
                <a:spcPct val="100000"/>
              </a:lnSpc>
              <a:spcBef>
                <a:spcPts val="400"/>
              </a:spcBef>
              <a:spcAft>
                <a:spcPts val="0"/>
              </a:spcAft>
              <a:buSzPts val="600"/>
              <a:buChar char="•"/>
              <a:defRPr sz="600">
                <a:latin typeface="Arial"/>
                <a:ea typeface="Arial"/>
                <a:cs typeface="Arial"/>
                <a:sym typeface="Arial"/>
              </a:defRPr>
            </a:lvl2pPr>
            <a:lvl3pPr marL="1371600" lvl="2" indent="-266700" algn="l">
              <a:lnSpc>
                <a:spcPct val="100000"/>
              </a:lnSpc>
              <a:spcBef>
                <a:spcPts val="400"/>
              </a:spcBef>
              <a:spcAft>
                <a:spcPts val="0"/>
              </a:spcAft>
              <a:buSzPts val="600"/>
              <a:buChar char="-"/>
              <a:defRPr sz="600">
                <a:latin typeface="Arial"/>
                <a:ea typeface="Arial"/>
                <a:cs typeface="Arial"/>
                <a:sym typeface="Arial"/>
              </a:defRPr>
            </a:lvl3pPr>
            <a:lvl4pPr marL="1828800" lvl="3" indent="-266700" algn="l">
              <a:lnSpc>
                <a:spcPct val="100000"/>
              </a:lnSpc>
              <a:spcBef>
                <a:spcPts val="400"/>
              </a:spcBef>
              <a:spcAft>
                <a:spcPts val="0"/>
              </a:spcAft>
              <a:buSzPts val="600"/>
              <a:buChar char="◦"/>
              <a:defRPr sz="600">
                <a:latin typeface="Arial"/>
                <a:ea typeface="Arial"/>
                <a:cs typeface="Arial"/>
                <a:sym typeface="Arial"/>
              </a:defRPr>
            </a:lvl4pPr>
            <a:lvl5pPr marL="2286000" lvl="4" indent="-266700" algn="l">
              <a:lnSpc>
                <a:spcPct val="100000"/>
              </a:lnSpc>
              <a:spcBef>
                <a:spcPts val="400"/>
              </a:spcBef>
              <a:spcAft>
                <a:spcPts val="0"/>
              </a:spcAft>
              <a:buSzPts val="600"/>
              <a:buChar char="›"/>
              <a:defRPr sz="600">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596" name="Google Shape;596;p78"/>
          <p:cNvSpPr txBox="1"/>
          <p:nvPr/>
        </p:nvSpPr>
        <p:spPr>
          <a:xfrm>
            <a:off x="3255818" y="465941"/>
            <a:ext cx="5399467" cy="9166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dk1"/>
              </a:solidFill>
              <a:latin typeface="Arial"/>
              <a:ea typeface="Arial"/>
              <a:cs typeface="Arial"/>
              <a:sym typeface="Arial"/>
            </a:endParaRPr>
          </a:p>
        </p:txBody>
      </p:sp>
      <p:sp>
        <p:nvSpPr>
          <p:cNvPr id="597" name="Google Shape;597;p78"/>
          <p:cNvSpPr txBox="1">
            <a:spLocks noGrp="1"/>
          </p:cNvSpPr>
          <p:nvPr>
            <p:ph type="body" idx="2"/>
          </p:nvPr>
        </p:nvSpPr>
        <p:spPr>
          <a:xfrm>
            <a:off x="482138" y="1324199"/>
            <a:ext cx="4023360" cy="490145"/>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600"/>
              <a:buNone/>
              <a:defRPr sz="600" i="1">
                <a:solidFill>
                  <a:schemeClr val="accent1"/>
                </a:solidFill>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598" name="Google Shape;598;p78"/>
          <p:cNvSpPr txBox="1">
            <a:spLocks noGrp="1"/>
          </p:cNvSpPr>
          <p:nvPr>
            <p:ph type="body" idx="3"/>
          </p:nvPr>
        </p:nvSpPr>
        <p:spPr>
          <a:xfrm>
            <a:off x="4638502" y="1324199"/>
            <a:ext cx="4023360" cy="490145"/>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600"/>
              <a:buNone/>
              <a:defRPr sz="600" i="1">
                <a:solidFill>
                  <a:schemeClr val="accent1"/>
                </a:solidFill>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599" name="Google Shape;599;p78"/>
          <p:cNvSpPr txBox="1"/>
          <p:nvPr/>
        </p:nvSpPr>
        <p:spPr>
          <a:xfrm>
            <a:off x="482138" y="465941"/>
            <a:ext cx="2758526" cy="90768"/>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00" name="Google Shape;600;p78"/>
          <p:cNvSpPr txBox="1"/>
          <p:nvPr/>
        </p:nvSpPr>
        <p:spPr>
          <a:xfrm>
            <a:off x="8661814" y="4738072"/>
            <a:ext cx="48" cy="81464"/>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01" name="Google Shape;601;p78"/>
          <p:cNvSpPr txBox="1"/>
          <p:nvPr/>
        </p:nvSpPr>
        <p:spPr>
          <a:xfrm>
            <a:off x="8370917" y="4840058"/>
            <a:ext cx="290945" cy="92911"/>
          </a:xfrm>
          <a:prstGeom prst="rect">
            <a:avLst/>
          </a:prstGeom>
          <a:noFill/>
          <a:ln>
            <a:noFill/>
          </a:ln>
        </p:spPr>
        <p:txBody>
          <a:bodyPr spcFirstLastPara="1" wrap="square" lIns="0" tIns="0" rIns="0" bIns="0" anchor="t" anchorCtr="0">
            <a:noAutofit/>
          </a:bodyPr>
          <a:lstStyle/>
          <a:p>
            <a:pPr marL="0" marR="0" lvl="0" indent="0" algn="r" rtl="0">
              <a:lnSpc>
                <a:spcPct val="124929"/>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02" name="Google Shape;602;p78"/>
          <p:cNvSpPr txBox="1"/>
          <p:nvPr/>
        </p:nvSpPr>
        <p:spPr>
          <a:xfrm>
            <a:off x="773593" y="4851506"/>
            <a:ext cx="222582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03" name="Google Shape;603;p78"/>
          <p:cNvSpPr txBox="1"/>
          <p:nvPr/>
        </p:nvSpPr>
        <p:spPr>
          <a:xfrm>
            <a:off x="482138" y="4851506"/>
            <a:ext cx="21208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r>
              <a:rPr lang="en" sz="500" b="0" i="0" u="none" strike="noStrike" cap="none">
                <a:solidFill>
                  <a:schemeClr val="dk1"/>
                </a:solidFill>
                <a:latin typeface="Arial"/>
                <a:ea typeface="Arial"/>
                <a:cs typeface="Arial"/>
                <a:sym typeface="Arial"/>
              </a:rPr>
              <a:t>PwC</a:t>
            </a:r>
            <a:endParaRPr sz="1100" b="0" i="0" u="none" strike="noStrike" cap="none">
              <a:solidFill>
                <a:srgbClr val="000000"/>
              </a:solidFill>
              <a:latin typeface="Arial"/>
              <a:ea typeface="Arial"/>
              <a:cs typeface="Arial"/>
              <a:sym typeface="Arial"/>
            </a:endParaRPr>
          </a:p>
        </p:txBody>
      </p:sp>
      <p:cxnSp>
        <p:nvCxnSpPr>
          <p:cNvPr id="604" name="Google Shape;604;p78"/>
          <p:cNvCxnSpPr/>
          <p:nvPr/>
        </p:nvCxnSpPr>
        <p:spPr>
          <a:xfrm>
            <a:off x="726980" y="4858952"/>
            <a:ext cx="0" cy="66563"/>
          </a:xfrm>
          <a:prstGeom prst="straightConnector1">
            <a:avLst/>
          </a:prstGeom>
          <a:noFill/>
          <a:ln w="9525" cap="flat" cmpd="sng">
            <a:solidFill>
              <a:schemeClr val="accent1"/>
            </a:solidFill>
            <a:prstDash val="solid"/>
            <a:round/>
            <a:headEnd type="none" w="sm" len="sm"/>
            <a:tailEnd type="none" w="sm" len="sm"/>
          </a:ln>
        </p:spPr>
      </p:cxn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ER: Two">
  <p:cSld name="ER: Two">
    <p:spTree>
      <p:nvGrpSpPr>
        <p:cNvPr id="1" name="Shape 605"/>
        <p:cNvGrpSpPr/>
        <p:nvPr/>
      </p:nvGrpSpPr>
      <p:grpSpPr>
        <a:xfrm>
          <a:off x="0" y="0"/>
          <a:ext cx="0" cy="0"/>
          <a:chOff x="0" y="0"/>
          <a:chExt cx="0" cy="0"/>
        </a:xfrm>
      </p:grpSpPr>
      <p:sp>
        <p:nvSpPr>
          <p:cNvPr id="606" name="Google Shape;606;p79"/>
          <p:cNvSpPr txBox="1">
            <a:spLocks noGrp="1"/>
          </p:cNvSpPr>
          <p:nvPr>
            <p:ph type="title"/>
          </p:nvPr>
        </p:nvSpPr>
        <p:spPr>
          <a:xfrm>
            <a:off x="482138" y="707987"/>
            <a:ext cx="8179723" cy="556709"/>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1900"/>
              <a:buFont typeface="Georgia"/>
              <a:buNone/>
              <a:defRPr sz="1900" b="0" i="0">
                <a:solidFill>
                  <a:schemeClr val="dk1"/>
                </a:solidFill>
                <a:latin typeface="Georgia"/>
                <a:ea typeface="Georgia"/>
                <a:cs typeface="Georgia"/>
                <a:sym typeface="Georgia"/>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07" name="Google Shape;607;p79"/>
          <p:cNvSpPr txBox="1">
            <a:spLocks noGrp="1"/>
          </p:cNvSpPr>
          <p:nvPr>
            <p:ph type="body" idx="1"/>
          </p:nvPr>
        </p:nvSpPr>
        <p:spPr>
          <a:xfrm>
            <a:off x="482138" y="1912171"/>
            <a:ext cx="4023360" cy="2680671"/>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600"/>
              <a:buNone/>
              <a:defRPr sz="600">
                <a:latin typeface="Arial"/>
                <a:ea typeface="Arial"/>
                <a:cs typeface="Arial"/>
                <a:sym typeface="Arial"/>
              </a:defRPr>
            </a:lvl1pPr>
            <a:lvl2pPr marL="914400" lvl="1" indent="-266700" algn="l">
              <a:lnSpc>
                <a:spcPct val="100000"/>
              </a:lnSpc>
              <a:spcBef>
                <a:spcPts val="400"/>
              </a:spcBef>
              <a:spcAft>
                <a:spcPts val="0"/>
              </a:spcAft>
              <a:buSzPts val="600"/>
              <a:buChar char="•"/>
              <a:defRPr sz="600">
                <a:latin typeface="Arial"/>
                <a:ea typeface="Arial"/>
                <a:cs typeface="Arial"/>
                <a:sym typeface="Arial"/>
              </a:defRPr>
            </a:lvl2pPr>
            <a:lvl3pPr marL="1371600" lvl="2" indent="-266700" algn="l">
              <a:lnSpc>
                <a:spcPct val="100000"/>
              </a:lnSpc>
              <a:spcBef>
                <a:spcPts val="400"/>
              </a:spcBef>
              <a:spcAft>
                <a:spcPts val="0"/>
              </a:spcAft>
              <a:buSzPts val="600"/>
              <a:buChar char="-"/>
              <a:defRPr sz="600">
                <a:latin typeface="Arial"/>
                <a:ea typeface="Arial"/>
                <a:cs typeface="Arial"/>
                <a:sym typeface="Arial"/>
              </a:defRPr>
            </a:lvl3pPr>
            <a:lvl4pPr marL="1828800" lvl="3" indent="-266700" algn="l">
              <a:lnSpc>
                <a:spcPct val="100000"/>
              </a:lnSpc>
              <a:spcBef>
                <a:spcPts val="400"/>
              </a:spcBef>
              <a:spcAft>
                <a:spcPts val="0"/>
              </a:spcAft>
              <a:buSzPts val="600"/>
              <a:buChar char="◦"/>
              <a:defRPr sz="600">
                <a:latin typeface="Arial"/>
                <a:ea typeface="Arial"/>
                <a:cs typeface="Arial"/>
                <a:sym typeface="Arial"/>
              </a:defRPr>
            </a:lvl4pPr>
            <a:lvl5pPr marL="2286000" lvl="4" indent="-266700" algn="l">
              <a:lnSpc>
                <a:spcPct val="100000"/>
              </a:lnSpc>
              <a:spcBef>
                <a:spcPts val="400"/>
              </a:spcBef>
              <a:spcAft>
                <a:spcPts val="0"/>
              </a:spcAft>
              <a:buSzPts val="600"/>
              <a:buChar char="›"/>
              <a:defRPr sz="600">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608" name="Google Shape;608;p79"/>
          <p:cNvSpPr txBox="1">
            <a:spLocks noGrp="1"/>
          </p:cNvSpPr>
          <p:nvPr>
            <p:ph type="body" idx="2"/>
          </p:nvPr>
        </p:nvSpPr>
        <p:spPr>
          <a:xfrm>
            <a:off x="4638502" y="1912171"/>
            <a:ext cx="4023360" cy="2680671"/>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600"/>
              <a:buNone/>
              <a:defRPr sz="600">
                <a:latin typeface="Arial"/>
                <a:ea typeface="Arial"/>
                <a:cs typeface="Arial"/>
                <a:sym typeface="Arial"/>
              </a:defRPr>
            </a:lvl1pPr>
            <a:lvl2pPr marL="914400" lvl="1" indent="-266700" algn="l">
              <a:lnSpc>
                <a:spcPct val="100000"/>
              </a:lnSpc>
              <a:spcBef>
                <a:spcPts val="400"/>
              </a:spcBef>
              <a:spcAft>
                <a:spcPts val="0"/>
              </a:spcAft>
              <a:buSzPts val="600"/>
              <a:buChar char="•"/>
              <a:defRPr sz="600">
                <a:latin typeface="Arial"/>
                <a:ea typeface="Arial"/>
                <a:cs typeface="Arial"/>
                <a:sym typeface="Arial"/>
              </a:defRPr>
            </a:lvl2pPr>
            <a:lvl3pPr marL="1371600" lvl="2" indent="-266700" algn="l">
              <a:lnSpc>
                <a:spcPct val="100000"/>
              </a:lnSpc>
              <a:spcBef>
                <a:spcPts val="400"/>
              </a:spcBef>
              <a:spcAft>
                <a:spcPts val="0"/>
              </a:spcAft>
              <a:buSzPts val="600"/>
              <a:buChar char="-"/>
              <a:defRPr sz="600">
                <a:latin typeface="Arial"/>
                <a:ea typeface="Arial"/>
                <a:cs typeface="Arial"/>
                <a:sym typeface="Arial"/>
              </a:defRPr>
            </a:lvl3pPr>
            <a:lvl4pPr marL="1828800" lvl="3" indent="-266700" algn="l">
              <a:lnSpc>
                <a:spcPct val="100000"/>
              </a:lnSpc>
              <a:spcBef>
                <a:spcPts val="400"/>
              </a:spcBef>
              <a:spcAft>
                <a:spcPts val="0"/>
              </a:spcAft>
              <a:buSzPts val="600"/>
              <a:buChar char="◦"/>
              <a:defRPr sz="600">
                <a:latin typeface="Arial"/>
                <a:ea typeface="Arial"/>
                <a:cs typeface="Arial"/>
                <a:sym typeface="Arial"/>
              </a:defRPr>
            </a:lvl4pPr>
            <a:lvl5pPr marL="2286000" lvl="4" indent="-266700" algn="l">
              <a:lnSpc>
                <a:spcPct val="100000"/>
              </a:lnSpc>
              <a:spcBef>
                <a:spcPts val="400"/>
              </a:spcBef>
              <a:spcAft>
                <a:spcPts val="0"/>
              </a:spcAft>
              <a:buSzPts val="600"/>
              <a:buChar char="›"/>
              <a:defRPr sz="600">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609" name="Google Shape;609;p79"/>
          <p:cNvSpPr txBox="1"/>
          <p:nvPr/>
        </p:nvSpPr>
        <p:spPr>
          <a:xfrm>
            <a:off x="3255818" y="465941"/>
            <a:ext cx="5399467" cy="9166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dk1"/>
              </a:solidFill>
              <a:latin typeface="Arial"/>
              <a:ea typeface="Arial"/>
              <a:cs typeface="Arial"/>
              <a:sym typeface="Arial"/>
            </a:endParaRPr>
          </a:p>
        </p:txBody>
      </p:sp>
      <p:sp>
        <p:nvSpPr>
          <p:cNvPr id="610" name="Google Shape;610;p79"/>
          <p:cNvSpPr txBox="1">
            <a:spLocks noGrp="1"/>
          </p:cNvSpPr>
          <p:nvPr>
            <p:ph type="body" idx="3"/>
          </p:nvPr>
        </p:nvSpPr>
        <p:spPr>
          <a:xfrm>
            <a:off x="482138" y="1324199"/>
            <a:ext cx="4023360" cy="490145"/>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600"/>
              <a:buNone/>
              <a:defRPr sz="600" i="1">
                <a:solidFill>
                  <a:schemeClr val="accent1"/>
                </a:solidFill>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611" name="Google Shape;611;p79"/>
          <p:cNvSpPr txBox="1">
            <a:spLocks noGrp="1"/>
          </p:cNvSpPr>
          <p:nvPr>
            <p:ph type="body" idx="4"/>
          </p:nvPr>
        </p:nvSpPr>
        <p:spPr>
          <a:xfrm>
            <a:off x="4638502" y="1324199"/>
            <a:ext cx="4023360" cy="490145"/>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600"/>
              <a:buNone/>
              <a:defRPr sz="600" i="1">
                <a:solidFill>
                  <a:schemeClr val="accent1"/>
                </a:solidFill>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612" name="Google Shape;612;p79"/>
          <p:cNvSpPr txBox="1"/>
          <p:nvPr/>
        </p:nvSpPr>
        <p:spPr>
          <a:xfrm>
            <a:off x="482138" y="465941"/>
            <a:ext cx="2758526" cy="90768"/>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13" name="Google Shape;613;p79"/>
          <p:cNvSpPr txBox="1"/>
          <p:nvPr/>
        </p:nvSpPr>
        <p:spPr>
          <a:xfrm>
            <a:off x="8661814" y="4738072"/>
            <a:ext cx="48" cy="81464"/>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14" name="Google Shape;614;p79"/>
          <p:cNvSpPr txBox="1"/>
          <p:nvPr/>
        </p:nvSpPr>
        <p:spPr>
          <a:xfrm>
            <a:off x="8370917" y="4840058"/>
            <a:ext cx="290945" cy="92911"/>
          </a:xfrm>
          <a:prstGeom prst="rect">
            <a:avLst/>
          </a:prstGeom>
          <a:noFill/>
          <a:ln>
            <a:noFill/>
          </a:ln>
        </p:spPr>
        <p:txBody>
          <a:bodyPr spcFirstLastPara="1" wrap="square" lIns="0" tIns="0" rIns="0" bIns="0" anchor="t" anchorCtr="0">
            <a:noAutofit/>
          </a:bodyPr>
          <a:lstStyle/>
          <a:p>
            <a:pPr marL="0" marR="0" lvl="0" indent="0" algn="r" rtl="0">
              <a:lnSpc>
                <a:spcPct val="124929"/>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15" name="Google Shape;615;p79"/>
          <p:cNvSpPr txBox="1"/>
          <p:nvPr/>
        </p:nvSpPr>
        <p:spPr>
          <a:xfrm>
            <a:off x="773593" y="4851506"/>
            <a:ext cx="222582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16" name="Google Shape;616;p79"/>
          <p:cNvSpPr txBox="1"/>
          <p:nvPr/>
        </p:nvSpPr>
        <p:spPr>
          <a:xfrm>
            <a:off x="482138" y="4851506"/>
            <a:ext cx="21208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r>
              <a:rPr lang="en" sz="500" b="0" i="0" u="none" strike="noStrike" cap="none">
                <a:solidFill>
                  <a:schemeClr val="dk1"/>
                </a:solidFill>
                <a:latin typeface="Arial"/>
                <a:ea typeface="Arial"/>
                <a:cs typeface="Arial"/>
                <a:sym typeface="Arial"/>
              </a:rPr>
              <a:t>PwC</a:t>
            </a:r>
            <a:endParaRPr sz="1100" b="0" i="0" u="none" strike="noStrike" cap="none">
              <a:solidFill>
                <a:srgbClr val="000000"/>
              </a:solidFill>
              <a:latin typeface="Arial"/>
              <a:ea typeface="Arial"/>
              <a:cs typeface="Arial"/>
              <a:sym typeface="Arial"/>
            </a:endParaRPr>
          </a:p>
        </p:txBody>
      </p:sp>
      <p:cxnSp>
        <p:nvCxnSpPr>
          <p:cNvPr id="617" name="Google Shape;617;p79"/>
          <p:cNvCxnSpPr/>
          <p:nvPr/>
        </p:nvCxnSpPr>
        <p:spPr>
          <a:xfrm>
            <a:off x="726980" y="4858952"/>
            <a:ext cx="0" cy="66563"/>
          </a:xfrm>
          <a:prstGeom prst="straightConnector1">
            <a:avLst/>
          </a:prstGeom>
          <a:noFill/>
          <a:ln w="9525" cap="flat" cmpd="sng">
            <a:solidFill>
              <a:schemeClr val="accent1"/>
            </a:solidFill>
            <a:prstDash val="solid"/>
            <a:round/>
            <a:headEnd type="none" w="sm" len="sm"/>
            <a:tailEnd type="none" w="sm" len="sm"/>
          </a:ln>
        </p:spPr>
      </p:cxn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Content: One">
  <p:cSld name="Content: One">
    <p:spTree>
      <p:nvGrpSpPr>
        <p:cNvPr id="1" name="Shape 618"/>
        <p:cNvGrpSpPr/>
        <p:nvPr/>
      </p:nvGrpSpPr>
      <p:grpSpPr>
        <a:xfrm>
          <a:off x="0" y="0"/>
          <a:ext cx="0" cy="0"/>
          <a:chOff x="0" y="0"/>
          <a:chExt cx="0" cy="0"/>
        </a:xfrm>
      </p:grpSpPr>
      <p:sp>
        <p:nvSpPr>
          <p:cNvPr id="619" name="Google Shape;619;p80"/>
          <p:cNvSpPr txBox="1">
            <a:spLocks noGrp="1"/>
          </p:cNvSpPr>
          <p:nvPr>
            <p:ph type="title"/>
          </p:nvPr>
        </p:nvSpPr>
        <p:spPr>
          <a:xfrm>
            <a:off x="482138" y="707987"/>
            <a:ext cx="8179723" cy="556709"/>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1900"/>
              <a:buFont typeface="Georgia"/>
              <a:buNone/>
              <a:defRPr sz="1900" b="0" i="0">
                <a:solidFill>
                  <a:schemeClr val="dk1"/>
                </a:solidFill>
                <a:latin typeface="Georgia"/>
                <a:ea typeface="Georgia"/>
                <a:cs typeface="Georgia"/>
                <a:sym typeface="Georgia"/>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20" name="Google Shape;620;p80"/>
          <p:cNvSpPr txBox="1">
            <a:spLocks noGrp="1"/>
          </p:cNvSpPr>
          <p:nvPr>
            <p:ph type="body" idx="1"/>
          </p:nvPr>
        </p:nvSpPr>
        <p:spPr>
          <a:xfrm>
            <a:off x="482138" y="1361515"/>
            <a:ext cx="8179723" cy="3231328"/>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700"/>
              <a:buNone/>
              <a:defRPr>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marR="0" lvl="5" indent="-273050" algn="l">
              <a:lnSpc>
                <a:spcPct val="100000"/>
              </a:lnSpc>
              <a:spcBef>
                <a:spcPts val="400"/>
              </a:spcBef>
              <a:spcAft>
                <a:spcPts val="0"/>
              </a:spcAft>
              <a:buClr>
                <a:schemeClr val="dk1"/>
              </a:buClr>
              <a:buSzPts val="700"/>
              <a:buFont typeface="Georgia"/>
              <a:buAutoNum type="arabicPeriod"/>
              <a:defRPr/>
            </a:lvl6pPr>
            <a:lvl7pPr marL="3200400" marR="0" lvl="6" indent="-273050" algn="l">
              <a:lnSpc>
                <a:spcPct val="100000"/>
              </a:lnSpc>
              <a:spcBef>
                <a:spcPts val="400"/>
              </a:spcBef>
              <a:spcAft>
                <a:spcPts val="0"/>
              </a:spcAft>
              <a:buClr>
                <a:schemeClr val="dk1"/>
              </a:buClr>
              <a:buSzPts val="700"/>
              <a:buFont typeface="Georgia"/>
              <a:buAutoNum type="alphaLcPeriod"/>
              <a:defRPr/>
            </a:lvl7pPr>
            <a:lvl8pPr marL="3657600" marR="0" lvl="7" indent="-273050" algn="l">
              <a:lnSpc>
                <a:spcPct val="100000"/>
              </a:lnSpc>
              <a:spcBef>
                <a:spcPts val="400"/>
              </a:spcBef>
              <a:spcAft>
                <a:spcPts val="0"/>
              </a:spcAft>
              <a:buClr>
                <a:schemeClr val="dk1"/>
              </a:buClr>
              <a:buSzPts val="700"/>
              <a:buFont typeface="Georgia"/>
              <a:buAutoNum type="romanLcPeriod"/>
              <a:defRPr/>
            </a:lvl8pPr>
            <a:lvl9pPr marL="4114800" marR="0" lvl="8" indent="-228600" algn="l">
              <a:lnSpc>
                <a:spcPct val="100000"/>
              </a:lnSpc>
              <a:spcBef>
                <a:spcPts val="400"/>
              </a:spcBef>
              <a:spcAft>
                <a:spcPts val="400"/>
              </a:spcAft>
              <a:buClr>
                <a:schemeClr val="dk2"/>
              </a:buClr>
              <a:buSzPts val="700"/>
              <a:buFont typeface="Arial"/>
              <a:buNone/>
              <a:defRPr/>
            </a:lvl9pPr>
          </a:lstStyle>
          <a:p>
            <a:endParaRPr/>
          </a:p>
        </p:txBody>
      </p:sp>
      <p:sp>
        <p:nvSpPr>
          <p:cNvPr id="621" name="Google Shape;621;p80"/>
          <p:cNvSpPr txBox="1"/>
          <p:nvPr/>
        </p:nvSpPr>
        <p:spPr>
          <a:xfrm>
            <a:off x="3255818" y="465941"/>
            <a:ext cx="5399467" cy="9166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dk1"/>
              </a:solidFill>
              <a:latin typeface="Arial"/>
              <a:ea typeface="Arial"/>
              <a:cs typeface="Arial"/>
              <a:sym typeface="Arial"/>
            </a:endParaRPr>
          </a:p>
        </p:txBody>
      </p:sp>
      <p:sp>
        <p:nvSpPr>
          <p:cNvPr id="622" name="Google Shape;622;p80"/>
          <p:cNvSpPr txBox="1"/>
          <p:nvPr/>
        </p:nvSpPr>
        <p:spPr>
          <a:xfrm>
            <a:off x="482138" y="465941"/>
            <a:ext cx="2758526" cy="90768"/>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23" name="Google Shape;623;p80"/>
          <p:cNvSpPr txBox="1"/>
          <p:nvPr/>
        </p:nvSpPr>
        <p:spPr>
          <a:xfrm>
            <a:off x="8661814" y="4738072"/>
            <a:ext cx="48" cy="81464"/>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24" name="Google Shape;624;p80"/>
          <p:cNvSpPr txBox="1"/>
          <p:nvPr/>
        </p:nvSpPr>
        <p:spPr>
          <a:xfrm>
            <a:off x="8370917" y="4840058"/>
            <a:ext cx="290945" cy="92911"/>
          </a:xfrm>
          <a:prstGeom prst="rect">
            <a:avLst/>
          </a:prstGeom>
          <a:noFill/>
          <a:ln>
            <a:noFill/>
          </a:ln>
        </p:spPr>
        <p:txBody>
          <a:bodyPr spcFirstLastPara="1" wrap="square" lIns="0" tIns="0" rIns="0" bIns="0" anchor="t" anchorCtr="0">
            <a:noAutofit/>
          </a:bodyPr>
          <a:lstStyle/>
          <a:p>
            <a:pPr marL="0" marR="0" lvl="0" indent="0" algn="r" rtl="0">
              <a:lnSpc>
                <a:spcPct val="124929"/>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25" name="Google Shape;625;p80"/>
          <p:cNvSpPr txBox="1"/>
          <p:nvPr/>
        </p:nvSpPr>
        <p:spPr>
          <a:xfrm>
            <a:off x="773593" y="4851506"/>
            <a:ext cx="222582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26" name="Google Shape;626;p80"/>
          <p:cNvSpPr txBox="1"/>
          <p:nvPr/>
        </p:nvSpPr>
        <p:spPr>
          <a:xfrm>
            <a:off x="482138" y="4851506"/>
            <a:ext cx="21208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r>
              <a:rPr lang="en" sz="500" b="0" i="0" u="none" strike="noStrike" cap="none">
                <a:solidFill>
                  <a:schemeClr val="dk1"/>
                </a:solidFill>
                <a:latin typeface="Arial"/>
                <a:ea typeface="Arial"/>
                <a:cs typeface="Arial"/>
                <a:sym typeface="Arial"/>
              </a:rPr>
              <a:t>PwC</a:t>
            </a:r>
            <a:endParaRPr sz="1100" b="0" i="0" u="none" strike="noStrike" cap="none">
              <a:solidFill>
                <a:srgbClr val="000000"/>
              </a:solidFill>
              <a:latin typeface="Arial"/>
              <a:ea typeface="Arial"/>
              <a:cs typeface="Arial"/>
              <a:sym typeface="Arial"/>
            </a:endParaRPr>
          </a:p>
        </p:txBody>
      </p:sp>
      <p:cxnSp>
        <p:nvCxnSpPr>
          <p:cNvPr id="627" name="Google Shape;627;p80"/>
          <p:cNvCxnSpPr/>
          <p:nvPr/>
        </p:nvCxnSpPr>
        <p:spPr>
          <a:xfrm>
            <a:off x="726980" y="4858952"/>
            <a:ext cx="0" cy="66563"/>
          </a:xfrm>
          <a:prstGeom prst="straightConnector1">
            <a:avLst/>
          </a:prstGeom>
          <a:noFill/>
          <a:ln w="9525" cap="flat" cmpd="sng">
            <a:solidFill>
              <a:schemeClr val="accent1"/>
            </a:solidFill>
            <a:prstDash val="solid"/>
            <a:round/>
            <a:headEnd type="none" w="sm" len="sm"/>
            <a:tailEnd type="none" w="sm" len="sm"/>
          </a:ln>
        </p:spPr>
      </p:cxn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Content: Two">
  <p:cSld name="Content: Two">
    <p:spTree>
      <p:nvGrpSpPr>
        <p:cNvPr id="1" name="Shape 628"/>
        <p:cNvGrpSpPr/>
        <p:nvPr/>
      </p:nvGrpSpPr>
      <p:grpSpPr>
        <a:xfrm>
          <a:off x="0" y="0"/>
          <a:ext cx="0" cy="0"/>
          <a:chOff x="0" y="0"/>
          <a:chExt cx="0" cy="0"/>
        </a:xfrm>
      </p:grpSpPr>
      <p:sp>
        <p:nvSpPr>
          <p:cNvPr id="629" name="Google Shape;629;p81"/>
          <p:cNvSpPr txBox="1">
            <a:spLocks noGrp="1"/>
          </p:cNvSpPr>
          <p:nvPr>
            <p:ph type="title"/>
          </p:nvPr>
        </p:nvSpPr>
        <p:spPr>
          <a:xfrm>
            <a:off x="482138" y="707987"/>
            <a:ext cx="8179723" cy="556709"/>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1900"/>
              <a:buFont typeface="Georgia"/>
              <a:buNone/>
              <a:defRPr sz="1900" b="0" i="0">
                <a:solidFill>
                  <a:schemeClr val="dk1"/>
                </a:solidFill>
                <a:latin typeface="Georgia"/>
                <a:ea typeface="Georgia"/>
                <a:cs typeface="Georgia"/>
                <a:sym typeface="Georgia"/>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30" name="Google Shape;630;p81"/>
          <p:cNvSpPr txBox="1">
            <a:spLocks noGrp="1"/>
          </p:cNvSpPr>
          <p:nvPr>
            <p:ph type="body" idx="1"/>
          </p:nvPr>
        </p:nvSpPr>
        <p:spPr>
          <a:xfrm>
            <a:off x="482138" y="1361515"/>
            <a:ext cx="4023360" cy="3231328"/>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700"/>
              <a:buNone/>
              <a:defRPr>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631" name="Google Shape;631;p81"/>
          <p:cNvSpPr txBox="1">
            <a:spLocks noGrp="1"/>
          </p:cNvSpPr>
          <p:nvPr>
            <p:ph type="body" idx="2"/>
          </p:nvPr>
        </p:nvSpPr>
        <p:spPr>
          <a:xfrm>
            <a:off x="4638502" y="1361515"/>
            <a:ext cx="4023360" cy="3231328"/>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700"/>
              <a:buNone/>
              <a:defRPr>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632" name="Google Shape;632;p81"/>
          <p:cNvSpPr txBox="1"/>
          <p:nvPr/>
        </p:nvSpPr>
        <p:spPr>
          <a:xfrm>
            <a:off x="3255818" y="465941"/>
            <a:ext cx="5399467" cy="9166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dk1"/>
              </a:solidFill>
              <a:latin typeface="Arial"/>
              <a:ea typeface="Arial"/>
              <a:cs typeface="Arial"/>
              <a:sym typeface="Arial"/>
            </a:endParaRPr>
          </a:p>
        </p:txBody>
      </p:sp>
      <p:sp>
        <p:nvSpPr>
          <p:cNvPr id="633" name="Google Shape;633;p81"/>
          <p:cNvSpPr txBox="1"/>
          <p:nvPr/>
        </p:nvSpPr>
        <p:spPr>
          <a:xfrm>
            <a:off x="482138" y="465941"/>
            <a:ext cx="2758526" cy="90768"/>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34" name="Google Shape;634;p81"/>
          <p:cNvSpPr txBox="1"/>
          <p:nvPr/>
        </p:nvSpPr>
        <p:spPr>
          <a:xfrm>
            <a:off x="8661814" y="4738072"/>
            <a:ext cx="48" cy="81464"/>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35" name="Google Shape;635;p81"/>
          <p:cNvSpPr txBox="1"/>
          <p:nvPr/>
        </p:nvSpPr>
        <p:spPr>
          <a:xfrm>
            <a:off x="8370917" y="4840058"/>
            <a:ext cx="290945" cy="92911"/>
          </a:xfrm>
          <a:prstGeom prst="rect">
            <a:avLst/>
          </a:prstGeom>
          <a:noFill/>
          <a:ln>
            <a:noFill/>
          </a:ln>
        </p:spPr>
        <p:txBody>
          <a:bodyPr spcFirstLastPara="1" wrap="square" lIns="0" tIns="0" rIns="0" bIns="0" anchor="t" anchorCtr="0">
            <a:noAutofit/>
          </a:bodyPr>
          <a:lstStyle/>
          <a:p>
            <a:pPr marL="0" marR="0" lvl="0" indent="0" algn="r" rtl="0">
              <a:lnSpc>
                <a:spcPct val="124929"/>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36" name="Google Shape;636;p81"/>
          <p:cNvSpPr txBox="1"/>
          <p:nvPr/>
        </p:nvSpPr>
        <p:spPr>
          <a:xfrm>
            <a:off x="773593" y="4851506"/>
            <a:ext cx="222582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37" name="Google Shape;637;p81"/>
          <p:cNvSpPr txBox="1"/>
          <p:nvPr/>
        </p:nvSpPr>
        <p:spPr>
          <a:xfrm>
            <a:off x="482138" y="4851506"/>
            <a:ext cx="21208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r>
              <a:rPr lang="en" sz="500" b="0" i="0" u="none" strike="noStrike" cap="none">
                <a:solidFill>
                  <a:schemeClr val="dk1"/>
                </a:solidFill>
                <a:latin typeface="Arial"/>
                <a:ea typeface="Arial"/>
                <a:cs typeface="Arial"/>
                <a:sym typeface="Arial"/>
              </a:rPr>
              <a:t>PwC</a:t>
            </a:r>
            <a:endParaRPr sz="1100" b="0" i="0" u="none" strike="noStrike" cap="none">
              <a:solidFill>
                <a:srgbClr val="000000"/>
              </a:solidFill>
              <a:latin typeface="Arial"/>
              <a:ea typeface="Arial"/>
              <a:cs typeface="Arial"/>
              <a:sym typeface="Arial"/>
            </a:endParaRPr>
          </a:p>
        </p:txBody>
      </p:sp>
      <p:cxnSp>
        <p:nvCxnSpPr>
          <p:cNvPr id="638" name="Google Shape;638;p81"/>
          <p:cNvCxnSpPr/>
          <p:nvPr/>
        </p:nvCxnSpPr>
        <p:spPr>
          <a:xfrm>
            <a:off x="726980" y="4858952"/>
            <a:ext cx="0" cy="66563"/>
          </a:xfrm>
          <a:prstGeom prst="straightConnector1">
            <a:avLst/>
          </a:prstGeom>
          <a:noFill/>
          <a:ln w="9525" cap="flat" cmpd="sng">
            <a:solidFill>
              <a:schemeClr val="accent1"/>
            </a:solidFill>
            <a:prstDash val="solid"/>
            <a:round/>
            <a:headEnd type="none" w="sm" len="sm"/>
            <a:tailEnd type="none" w="sm" len="sm"/>
          </a:ln>
        </p:spPr>
      </p:cxn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Content: Large left">
  <p:cSld name="Content: Large left">
    <p:spTree>
      <p:nvGrpSpPr>
        <p:cNvPr id="1" name="Shape 639"/>
        <p:cNvGrpSpPr/>
        <p:nvPr/>
      </p:nvGrpSpPr>
      <p:grpSpPr>
        <a:xfrm>
          <a:off x="0" y="0"/>
          <a:ext cx="0" cy="0"/>
          <a:chOff x="0" y="0"/>
          <a:chExt cx="0" cy="0"/>
        </a:xfrm>
      </p:grpSpPr>
      <p:sp>
        <p:nvSpPr>
          <p:cNvPr id="640" name="Google Shape;640;p82"/>
          <p:cNvSpPr txBox="1">
            <a:spLocks noGrp="1"/>
          </p:cNvSpPr>
          <p:nvPr>
            <p:ph type="title"/>
          </p:nvPr>
        </p:nvSpPr>
        <p:spPr>
          <a:xfrm>
            <a:off x="482138" y="707987"/>
            <a:ext cx="8179723" cy="556709"/>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1900"/>
              <a:buFont typeface="Georgia"/>
              <a:buNone/>
              <a:defRPr sz="1900" b="0" i="0">
                <a:solidFill>
                  <a:schemeClr val="dk1"/>
                </a:solidFill>
                <a:latin typeface="Georgia"/>
                <a:ea typeface="Georgia"/>
                <a:cs typeface="Georgia"/>
                <a:sym typeface="Georgia"/>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41" name="Google Shape;641;p82"/>
          <p:cNvSpPr txBox="1">
            <a:spLocks noGrp="1"/>
          </p:cNvSpPr>
          <p:nvPr>
            <p:ph type="body" idx="1"/>
          </p:nvPr>
        </p:nvSpPr>
        <p:spPr>
          <a:xfrm>
            <a:off x="482138" y="1361515"/>
            <a:ext cx="5414819" cy="3231328"/>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700"/>
              <a:buNone/>
              <a:defRPr>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642" name="Google Shape;642;p82"/>
          <p:cNvSpPr txBox="1">
            <a:spLocks noGrp="1"/>
          </p:cNvSpPr>
          <p:nvPr>
            <p:ph type="body" idx="2"/>
          </p:nvPr>
        </p:nvSpPr>
        <p:spPr>
          <a:xfrm>
            <a:off x="6026728" y="1361515"/>
            <a:ext cx="2629593" cy="3231328"/>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700"/>
              <a:buNone/>
              <a:defRPr>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643" name="Google Shape;643;p82"/>
          <p:cNvSpPr txBox="1"/>
          <p:nvPr/>
        </p:nvSpPr>
        <p:spPr>
          <a:xfrm>
            <a:off x="3255818" y="465941"/>
            <a:ext cx="5399467" cy="9166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dk1"/>
              </a:solidFill>
              <a:latin typeface="Arial"/>
              <a:ea typeface="Arial"/>
              <a:cs typeface="Arial"/>
              <a:sym typeface="Arial"/>
            </a:endParaRPr>
          </a:p>
        </p:txBody>
      </p:sp>
      <p:sp>
        <p:nvSpPr>
          <p:cNvPr id="644" name="Google Shape;644;p82"/>
          <p:cNvSpPr txBox="1"/>
          <p:nvPr/>
        </p:nvSpPr>
        <p:spPr>
          <a:xfrm>
            <a:off x="482138" y="465941"/>
            <a:ext cx="2758526" cy="90768"/>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45" name="Google Shape;645;p82"/>
          <p:cNvSpPr txBox="1"/>
          <p:nvPr/>
        </p:nvSpPr>
        <p:spPr>
          <a:xfrm>
            <a:off x="8661814" y="4738072"/>
            <a:ext cx="48" cy="81464"/>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46" name="Google Shape;646;p82"/>
          <p:cNvSpPr txBox="1"/>
          <p:nvPr/>
        </p:nvSpPr>
        <p:spPr>
          <a:xfrm>
            <a:off x="8370917" y="4840058"/>
            <a:ext cx="290945" cy="92911"/>
          </a:xfrm>
          <a:prstGeom prst="rect">
            <a:avLst/>
          </a:prstGeom>
          <a:noFill/>
          <a:ln>
            <a:noFill/>
          </a:ln>
        </p:spPr>
        <p:txBody>
          <a:bodyPr spcFirstLastPara="1" wrap="square" lIns="0" tIns="0" rIns="0" bIns="0" anchor="t" anchorCtr="0">
            <a:noAutofit/>
          </a:bodyPr>
          <a:lstStyle/>
          <a:p>
            <a:pPr marL="0" marR="0" lvl="0" indent="0" algn="r" rtl="0">
              <a:lnSpc>
                <a:spcPct val="124929"/>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47" name="Google Shape;647;p82"/>
          <p:cNvSpPr txBox="1"/>
          <p:nvPr/>
        </p:nvSpPr>
        <p:spPr>
          <a:xfrm>
            <a:off x="773593" y="4851506"/>
            <a:ext cx="222582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48" name="Google Shape;648;p82"/>
          <p:cNvSpPr txBox="1"/>
          <p:nvPr/>
        </p:nvSpPr>
        <p:spPr>
          <a:xfrm>
            <a:off x="482138" y="4851506"/>
            <a:ext cx="21208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r>
              <a:rPr lang="en" sz="500" b="0" i="0" u="none" strike="noStrike" cap="none">
                <a:solidFill>
                  <a:schemeClr val="dk1"/>
                </a:solidFill>
                <a:latin typeface="Arial"/>
                <a:ea typeface="Arial"/>
                <a:cs typeface="Arial"/>
                <a:sym typeface="Arial"/>
              </a:rPr>
              <a:t>PwC</a:t>
            </a:r>
            <a:endParaRPr sz="1100" b="0" i="0" u="none" strike="noStrike" cap="none">
              <a:solidFill>
                <a:srgbClr val="000000"/>
              </a:solidFill>
              <a:latin typeface="Arial"/>
              <a:ea typeface="Arial"/>
              <a:cs typeface="Arial"/>
              <a:sym typeface="Arial"/>
            </a:endParaRPr>
          </a:p>
        </p:txBody>
      </p:sp>
      <p:cxnSp>
        <p:nvCxnSpPr>
          <p:cNvPr id="649" name="Google Shape;649;p82"/>
          <p:cNvCxnSpPr/>
          <p:nvPr/>
        </p:nvCxnSpPr>
        <p:spPr>
          <a:xfrm>
            <a:off x="726980" y="4858952"/>
            <a:ext cx="0" cy="66563"/>
          </a:xfrm>
          <a:prstGeom prst="straightConnector1">
            <a:avLst/>
          </a:prstGeom>
          <a:noFill/>
          <a:ln w="9525" cap="flat" cmpd="sng">
            <a:solidFill>
              <a:schemeClr val="accent1"/>
            </a:solidFill>
            <a:prstDash val="solid"/>
            <a:round/>
            <a:headEnd type="none" w="sm" len="sm"/>
            <a:tailEnd type="none" w="sm" len="sm"/>
          </a:ln>
        </p:spPr>
      </p:cxn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Content: Two Left">
  <p:cSld name="Content: Two Left">
    <p:spTree>
      <p:nvGrpSpPr>
        <p:cNvPr id="1" name="Shape 650"/>
        <p:cNvGrpSpPr/>
        <p:nvPr/>
      </p:nvGrpSpPr>
      <p:grpSpPr>
        <a:xfrm>
          <a:off x="0" y="0"/>
          <a:ext cx="0" cy="0"/>
          <a:chOff x="0" y="0"/>
          <a:chExt cx="0" cy="0"/>
        </a:xfrm>
      </p:grpSpPr>
      <p:sp>
        <p:nvSpPr>
          <p:cNvPr id="651" name="Google Shape;651;p83"/>
          <p:cNvSpPr txBox="1">
            <a:spLocks noGrp="1"/>
          </p:cNvSpPr>
          <p:nvPr>
            <p:ph type="title"/>
          </p:nvPr>
        </p:nvSpPr>
        <p:spPr>
          <a:xfrm>
            <a:off x="482138" y="707987"/>
            <a:ext cx="8179723" cy="556709"/>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1900"/>
              <a:buFont typeface="Georgia"/>
              <a:buNone/>
              <a:defRPr sz="1900" b="0" i="0">
                <a:solidFill>
                  <a:schemeClr val="dk1"/>
                </a:solidFill>
                <a:latin typeface="Georgia"/>
                <a:ea typeface="Georgia"/>
                <a:cs typeface="Georgia"/>
                <a:sym typeface="Georgia"/>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52" name="Google Shape;652;p83"/>
          <p:cNvSpPr txBox="1">
            <a:spLocks noGrp="1"/>
          </p:cNvSpPr>
          <p:nvPr>
            <p:ph type="body" idx="1"/>
          </p:nvPr>
        </p:nvSpPr>
        <p:spPr>
          <a:xfrm>
            <a:off x="482138" y="1361515"/>
            <a:ext cx="4020590" cy="156322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700"/>
              <a:buNone/>
              <a:defRPr>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653" name="Google Shape;653;p83"/>
          <p:cNvSpPr txBox="1">
            <a:spLocks noGrp="1"/>
          </p:cNvSpPr>
          <p:nvPr>
            <p:ph type="body" idx="2"/>
          </p:nvPr>
        </p:nvSpPr>
        <p:spPr>
          <a:xfrm>
            <a:off x="482138" y="3031640"/>
            <a:ext cx="4020590" cy="1561204"/>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700"/>
              <a:buNone/>
              <a:defRPr>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654" name="Google Shape;654;p83"/>
          <p:cNvSpPr txBox="1">
            <a:spLocks noGrp="1"/>
          </p:cNvSpPr>
          <p:nvPr>
            <p:ph type="body" idx="3"/>
          </p:nvPr>
        </p:nvSpPr>
        <p:spPr>
          <a:xfrm>
            <a:off x="4641273" y="1361515"/>
            <a:ext cx="4023360" cy="3231328"/>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700"/>
              <a:buNone/>
              <a:defRPr>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655" name="Google Shape;655;p83"/>
          <p:cNvSpPr txBox="1"/>
          <p:nvPr/>
        </p:nvSpPr>
        <p:spPr>
          <a:xfrm>
            <a:off x="3255818" y="465941"/>
            <a:ext cx="5399467" cy="9166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dk1"/>
              </a:solidFill>
              <a:latin typeface="Arial"/>
              <a:ea typeface="Arial"/>
              <a:cs typeface="Arial"/>
              <a:sym typeface="Arial"/>
            </a:endParaRPr>
          </a:p>
        </p:txBody>
      </p:sp>
      <p:sp>
        <p:nvSpPr>
          <p:cNvPr id="656" name="Google Shape;656;p83"/>
          <p:cNvSpPr txBox="1"/>
          <p:nvPr/>
        </p:nvSpPr>
        <p:spPr>
          <a:xfrm>
            <a:off x="482138" y="465941"/>
            <a:ext cx="2758526" cy="90768"/>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57" name="Google Shape;657;p83"/>
          <p:cNvSpPr txBox="1"/>
          <p:nvPr/>
        </p:nvSpPr>
        <p:spPr>
          <a:xfrm>
            <a:off x="8661814" y="4738072"/>
            <a:ext cx="48" cy="81464"/>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58" name="Google Shape;658;p83"/>
          <p:cNvSpPr txBox="1"/>
          <p:nvPr/>
        </p:nvSpPr>
        <p:spPr>
          <a:xfrm>
            <a:off x="8370917" y="4840058"/>
            <a:ext cx="290945" cy="92911"/>
          </a:xfrm>
          <a:prstGeom prst="rect">
            <a:avLst/>
          </a:prstGeom>
          <a:noFill/>
          <a:ln>
            <a:noFill/>
          </a:ln>
        </p:spPr>
        <p:txBody>
          <a:bodyPr spcFirstLastPara="1" wrap="square" lIns="0" tIns="0" rIns="0" bIns="0" anchor="t" anchorCtr="0">
            <a:noAutofit/>
          </a:bodyPr>
          <a:lstStyle/>
          <a:p>
            <a:pPr marL="0" marR="0" lvl="0" indent="0" algn="r" rtl="0">
              <a:lnSpc>
                <a:spcPct val="124929"/>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59" name="Google Shape;659;p83"/>
          <p:cNvSpPr txBox="1"/>
          <p:nvPr/>
        </p:nvSpPr>
        <p:spPr>
          <a:xfrm>
            <a:off x="773593" y="4851506"/>
            <a:ext cx="222582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60" name="Google Shape;660;p83"/>
          <p:cNvSpPr txBox="1"/>
          <p:nvPr/>
        </p:nvSpPr>
        <p:spPr>
          <a:xfrm>
            <a:off x="482138" y="4851506"/>
            <a:ext cx="21208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r>
              <a:rPr lang="en" sz="500" b="0" i="0" u="none" strike="noStrike" cap="none">
                <a:solidFill>
                  <a:schemeClr val="dk1"/>
                </a:solidFill>
                <a:latin typeface="Arial"/>
                <a:ea typeface="Arial"/>
                <a:cs typeface="Arial"/>
                <a:sym typeface="Arial"/>
              </a:rPr>
              <a:t>PwC</a:t>
            </a:r>
            <a:endParaRPr sz="1100" b="0" i="0" u="none" strike="noStrike" cap="none">
              <a:solidFill>
                <a:srgbClr val="000000"/>
              </a:solidFill>
              <a:latin typeface="Arial"/>
              <a:ea typeface="Arial"/>
              <a:cs typeface="Arial"/>
              <a:sym typeface="Arial"/>
            </a:endParaRPr>
          </a:p>
        </p:txBody>
      </p:sp>
      <p:cxnSp>
        <p:nvCxnSpPr>
          <p:cNvPr id="661" name="Google Shape;661;p83"/>
          <p:cNvCxnSpPr/>
          <p:nvPr/>
        </p:nvCxnSpPr>
        <p:spPr>
          <a:xfrm>
            <a:off x="726980" y="4858952"/>
            <a:ext cx="0" cy="66563"/>
          </a:xfrm>
          <a:prstGeom prst="straightConnector1">
            <a:avLst/>
          </a:prstGeom>
          <a:noFill/>
          <a:ln w="9525" cap="flat" cmpd="sng">
            <a:solidFill>
              <a:schemeClr val="accent1"/>
            </a:solidFill>
            <a:prstDash val="solid"/>
            <a:round/>
            <a:headEnd type="none" w="sm" len="sm"/>
            <a:tailEnd type="none" w="sm" len="sm"/>
          </a:ln>
        </p:spPr>
      </p:cxn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Content: Two top ">
  <p:cSld name="Content: Two top ">
    <p:spTree>
      <p:nvGrpSpPr>
        <p:cNvPr id="1" name="Shape 662"/>
        <p:cNvGrpSpPr/>
        <p:nvPr/>
      </p:nvGrpSpPr>
      <p:grpSpPr>
        <a:xfrm>
          <a:off x="0" y="0"/>
          <a:ext cx="0" cy="0"/>
          <a:chOff x="0" y="0"/>
          <a:chExt cx="0" cy="0"/>
        </a:xfrm>
      </p:grpSpPr>
      <p:sp>
        <p:nvSpPr>
          <p:cNvPr id="663" name="Google Shape;663;p84"/>
          <p:cNvSpPr txBox="1">
            <a:spLocks noGrp="1"/>
          </p:cNvSpPr>
          <p:nvPr>
            <p:ph type="title"/>
          </p:nvPr>
        </p:nvSpPr>
        <p:spPr>
          <a:xfrm>
            <a:off x="482138" y="707987"/>
            <a:ext cx="8179723" cy="556709"/>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1900"/>
              <a:buFont typeface="Georgia"/>
              <a:buNone/>
              <a:defRPr sz="1900" b="0" i="0">
                <a:solidFill>
                  <a:schemeClr val="dk1"/>
                </a:solidFill>
                <a:latin typeface="Georgia"/>
                <a:ea typeface="Georgia"/>
                <a:cs typeface="Georgia"/>
                <a:sym typeface="Georgia"/>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64" name="Google Shape;664;p84"/>
          <p:cNvSpPr txBox="1"/>
          <p:nvPr/>
        </p:nvSpPr>
        <p:spPr>
          <a:xfrm>
            <a:off x="3255818" y="465941"/>
            <a:ext cx="5399467" cy="9166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dk1"/>
              </a:solidFill>
              <a:latin typeface="Arial"/>
              <a:ea typeface="Arial"/>
              <a:cs typeface="Arial"/>
              <a:sym typeface="Arial"/>
            </a:endParaRPr>
          </a:p>
        </p:txBody>
      </p:sp>
      <p:sp>
        <p:nvSpPr>
          <p:cNvPr id="665" name="Google Shape;665;p84"/>
          <p:cNvSpPr txBox="1"/>
          <p:nvPr/>
        </p:nvSpPr>
        <p:spPr>
          <a:xfrm>
            <a:off x="482138" y="465941"/>
            <a:ext cx="2758526" cy="90768"/>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66" name="Google Shape;666;p84"/>
          <p:cNvSpPr txBox="1">
            <a:spLocks noGrp="1"/>
          </p:cNvSpPr>
          <p:nvPr>
            <p:ph type="body" idx="1"/>
          </p:nvPr>
        </p:nvSpPr>
        <p:spPr>
          <a:xfrm>
            <a:off x="482138" y="1361515"/>
            <a:ext cx="4023360" cy="1560441"/>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700"/>
              <a:buNone/>
              <a:defRPr>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667" name="Google Shape;667;p84"/>
          <p:cNvSpPr txBox="1">
            <a:spLocks noGrp="1"/>
          </p:cNvSpPr>
          <p:nvPr>
            <p:ph type="body" idx="2"/>
          </p:nvPr>
        </p:nvSpPr>
        <p:spPr>
          <a:xfrm>
            <a:off x="4638502" y="1361515"/>
            <a:ext cx="4023360" cy="1560441"/>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700"/>
              <a:buNone/>
              <a:defRPr>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668" name="Google Shape;668;p84"/>
          <p:cNvSpPr txBox="1">
            <a:spLocks noGrp="1"/>
          </p:cNvSpPr>
          <p:nvPr>
            <p:ph type="body" idx="3"/>
          </p:nvPr>
        </p:nvSpPr>
        <p:spPr>
          <a:xfrm>
            <a:off x="482138" y="3032402"/>
            <a:ext cx="8179723" cy="1560441"/>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700"/>
              <a:buNone/>
              <a:defRPr>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669" name="Google Shape;669;p84"/>
          <p:cNvSpPr txBox="1"/>
          <p:nvPr/>
        </p:nvSpPr>
        <p:spPr>
          <a:xfrm>
            <a:off x="8661814" y="4738072"/>
            <a:ext cx="48" cy="81464"/>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70" name="Google Shape;670;p84"/>
          <p:cNvSpPr txBox="1"/>
          <p:nvPr/>
        </p:nvSpPr>
        <p:spPr>
          <a:xfrm>
            <a:off x="8370917" y="4840058"/>
            <a:ext cx="290945" cy="92911"/>
          </a:xfrm>
          <a:prstGeom prst="rect">
            <a:avLst/>
          </a:prstGeom>
          <a:noFill/>
          <a:ln>
            <a:noFill/>
          </a:ln>
        </p:spPr>
        <p:txBody>
          <a:bodyPr spcFirstLastPara="1" wrap="square" lIns="0" tIns="0" rIns="0" bIns="0" anchor="t" anchorCtr="0">
            <a:noAutofit/>
          </a:bodyPr>
          <a:lstStyle/>
          <a:p>
            <a:pPr marL="0" marR="0" lvl="0" indent="0" algn="r" rtl="0">
              <a:lnSpc>
                <a:spcPct val="124929"/>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71" name="Google Shape;671;p84"/>
          <p:cNvSpPr txBox="1"/>
          <p:nvPr/>
        </p:nvSpPr>
        <p:spPr>
          <a:xfrm>
            <a:off x="773593" y="4851506"/>
            <a:ext cx="222582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72" name="Google Shape;672;p84"/>
          <p:cNvSpPr txBox="1"/>
          <p:nvPr/>
        </p:nvSpPr>
        <p:spPr>
          <a:xfrm>
            <a:off x="482138" y="4851506"/>
            <a:ext cx="21208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r>
              <a:rPr lang="en" sz="500" b="0" i="0" u="none" strike="noStrike" cap="none">
                <a:solidFill>
                  <a:schemeClr val="dk1"/>
                </a:solidFill>
                <a:latin typeface="Arial"/>
                <a:ea typeface="Arial"/>
                <a:cs typeface="Arial"/>
                <a:sym typeface="Arial"/>
              </a:rPr>
              <a:t>PwC</a:t>
            </a:r>
            <a:endParaRPr sz="1100" b="0" i="0" u="none" strike="noStrike" cap="none">
              <a:solidFill>
                <a:srgbClr val="000000"/>
              </a:solidFill>
              <a:latin typeface="Arial"/>
              <a:ea typeface="Arial"/>
              <a:cs typeface="Arial"/>
              <a:sym typeface="Arial"/>
            </a:endParaRPr>
          </a:p>
        </p:txBody>
      </p:sp>
      <p:cxnSp>
        <p:nvCxnSpPr>
          <p:cNvPr id="673" name="Google Shape;673;p84"/>
          <p:cNvCxnSpPr/>
          <p:nvPr/>
        </p:nvCxnSpPr>
        <p:spPr>
          <a:xfrm>
            <a:off x="726980" y="4858952"/>
            <a:ext cx="0" cy="66563"/>
          </a:xfrm>
          <a:prstGeom prst="straightConnector1">
            <a:avLst/>
          </a:prstGeom>
          <a:noFill/>
          <a:ln w="9525" cap="flat" cmpd="sng">
            <a:solidFill>
              <a:schemeClr val="accent1"/>
            </a:solidFill>
            <a:prstDash val="solid"/>
            <a:round/>
            <a:headEnd type="none" w="sm" len="sm"/>
            <a:tailEnd type="none" w="sm" len="sm"/>
          </a:ln>
        </p:spPr>
      </p:cxn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Content: Three">
  <p:cSld name="Content: Three">
    <p:spTree>
      <p:nvGrpSpPr>
        <p:cNvPr id="1" name="Shape 674"/>
        <p:cNvGrpSpPr/>
        <p:nvPr/>
      </p:nvGrpSpPr>
      <p:grpSpPr>
        <a:xfrm>
          <a:off x="0" y="0"/>
          <a:ext cx="0" cy="0"/>
          <a:chOff x="0" y="0"/>
          <a:chExt cx="0" cy="0"/>
        </a:xfrm>
      </p:grpSpPr>
      <p:sp>
        <p:nvSpPr>
          <p:cNvPr id="675" name="Google Shape;675;p85"/>
          <p:cNvSpPr txBox="1">
            <a:spLocks noGrp="1"/>
          </p:cNvSpPr>
          <p:nvPr>
            <p:ph type="title"/>
          </p:nvPr>
        </p:nvSpPr>
        <p:spPr>
          <a:xfrm>
            <a:off x="482138" y="707987"/>
            <a:ext cx="8179723" cy="556709"/>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1900"/>
              <a:buFont typeface="Georgia"/>
              <a:buNone/>
              <a:defRPr sz="1900" b="0" i="0">
                <a:solidFill>
                  <a:schemeClr val="dk1"/>
                </a:solidFill>
                <a:latin typeface="Georgia"/>
                <a:ea typeface="Georgia"/>
                <a:cs typeface="Georgia"/>
                <a:sym typeface="Georgia"/>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76" name="Google Shape;676;p85"/>
          <p:cNvSpPr txBox="1">
            <a:spLocks noGrp="1"/>
          </p:cNvSpPr>
          <p:nvPr>
            <p:ph type="body" idx="1"/>
          </p:nvPr>
        </p:nvSpPr>
        <p:spPr>
          <a:xfrm>
            <a:off x="482138" y="1361515"/>
            <a:ext cx="2635135" cy="3169004"/>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700"/>
              <a:buNone/>
              <a:defRPr>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677" name="Google Shape;677;p85"/>
          <p:cNvSpPr txBox="1"/>
          <p:nvPr/>
        </p:nvSpPr>
        <p:spPr>
          <a:xfrm>
            <a:off x="3255818" y="465941"/>
            <a:ext cx="5399467" cy="9166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dk1"/>
              </a:solidFill>
              <a:latin typeface="Arial"/>
              <a:ea typeface="Arial"/>
              <a:cs typeface="Arial"/>
              <a:sym typeface="Arial"/>
            </a:endParaRPr>
          </a:p>
        </p:txBody>
      </p:sp>
      <p:sp>
        <p:nvSpPr>
          <p:cNvPr id="678" name="Google Shape;678;p85"/>
          <p:cNvSpPr txBox="1"/>
          <p:nvPr/>
        </p:nvSpPr>
        <p:spPr>
          <a:xfrm>
            <a:off x="482138" y="465941"/>
            <a:ext cx="2758526" cy="90768"/>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79" name="Google Shape;679;p85"/>
          <p:cNvSpPr txBox="1">
            <a:spLocks noGrp="1"/>
          </p:cNvSpPr>
          <p:nvPr>
            <p:ph type="body" idx="2"/>
          </p:nvPr>
        </p:nvSpPr>
        <p:spPr>
          <a:xfrm>
            <a:off x="3254433" y="1361515"/>
            <a:ext cx="2635135" cy="3169004"/>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700"/>
              <a:buNone/>
              <a:defRPr>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680" name="Google Shape;680;p85"/>
          <p:cNvSpPr txBox="1">
            <a:spLocks noGrp="1"/>
          </p:cNvSpPr>
          <p:nvPr>
            <p:ph type="body" idx="3"/>
          </p:nvPr>
        </p:nvSpPr>
        <p:spPr>
          <a:xfrm>
            <a:off x="6026727" y="1361515"/>
            <a:ext cx="2635135" cy="3169004"/>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700"/>
              <a:buNone/>
              <a:defRPr>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681" name="Google Shape;681;p85"/>
          <p:cNvSpPr txBox="1"/>
          <p:nvPr/>
        </p:nvSpPr>
        <p:spPr>
          <a:xfrm>
            <a:off x="8661814" y="4738072"/>
            <a:ext cx="48" cy="81464"/>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82" name="Google Shape;682;p85"/>
          <p:cNvSpPr txBox="1"/>
          <p:nvPr/>
        </p:nvSpPr>
        <p:spPr>
          <a:xfrm>
            <a:off x="8370917" y="4840058"/>
            <a:ext cx="290945" cy="92911"/>
          </a:xfrm>
          <a:prstGeom prst="rect">
            <a:avLst/>
          </a:prstGeom>
          <a:noFill/>
          <a:ln>
            <a:noFill/>
          </a:ln>
        </p:spPr>
        <p:txBody>
          <a:bodyPr spcFirstLastPara="1" wrap="square" lIns="0" tIns="0" rIns="0" bIns="0" anchor="t" anchorCtr="0">
            <a:noAutofit/>
          </a:bodyPr>
          <a:lstStyle/>
          <a:p>
            <a:pPr marL="0" marR="0" lvl="0" indent="0" algn="r" rtl="0">
              <a:lnSpc>
                <a:spcPct val="124929"/>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83" name="Google Shape;683;p85"/>
          <p:cNvSpPr txBox="1"/>
          <p:nvPr/>
        </p:nvSpPr>
        <p:spPr>
          <a:xfrm>
            <a:off x="773593" y="4851506"/>
            <a:ext cx="222582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84" name="Google Shape;684;p85"/>
          <p:cNvSpPr txBox="1"/>
          <p:nvPr/>
        </p:nvSpPr>
        <p:spPr>
          <a:xfrm>
            <a:off x="482138" y="4851506"/>
            <a:ext cx="21208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r>
              <a:rPr lang="en" sz="500" b="0" i="0" u="none" strike="noStrike" cap="none">
                <a:solidFill>
                  <a:schemeClr val="dk1"/>
                </a:solidFill>
                <a:latin typeface="Arial"/>
                <a:ea typeface="Arial"/>
                <a:cs typeface="Arial"/>
                <a:sym typeface="Arial"/>
              </a:rPr>
              <a:t>PwC</a:t>
            </a:r>
            <a:endParaRPr sz="1100" b="0" i="0" u="none" strike="noStrike" cap="none">
              <a:solidFill>
                <a:srgbClr val="000000"/>
              </a:solidFill>
              <a:latin typeface="Arial"/>
              <a:ea typeface="Arial"/>
              <a:cs typeface="Arial"/>
              <a:sym typeface="Arial"/>
            </a:endParaRPr>
          </a:p>
        </p:txBody>
      </p:sp>
      <p:cxnSp>
        <p:nvCxnSpPr>
          <p:cNvPr id="685" name="Google Shape;685;p85"/>
          <p:cNvCxnSpPr/>
          <p:nvPr/>
        </p:nvCxnSpPr>
        <p:spPr>
          <a:xfrm>
            <a:off x="726980" y="4858952"/>
            <a:ext cx="0" cy="66563"/>
          </a:xfrm>
          <a:prstGeom prst="straightConnector1">
            <a:avLst/>
          </a:prstGeom>
          <a:noFill/>
          <a:ln w="9525" cap="flat" cmpd="sng">
            <a:solidFill>
              <a:schemeClr val="accent1"/>
            </a:solidFill>
            <a:prstDash val="solid"/>
            <a:round/>
            <a:headEnd type="none" w="sm" len="sm"/>
            <a:tailEnd type="none" w="sm" len="sm"/>
          </a:ln>
        </p:spPr>
      </p:cxn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Content: Four">
  <p:cSld name="Content: Four">
    <p:spTree>
      <p:nvGrpSpPr>
        <p:cNvPr id="1" name="Shape 686"/>
        <p:cNvGrpSpPr/>
        <p:nvPr/>
      </p:nvGrpSpPr>
      <p:grpSpPr>
        <a:xfrm>
          <a:off x="0" y="0"/>
          <a:ext cx="0" cy="0"/>
          <a:chOff x="0" y="0"/>
          <a:chExt cx="0" cy="0"/>
        </a:xfrm>
      </p:grpSpPr>
      <p:sp>
        <p:nvSpPr>
          <p:cNvPr id="687" name="Google Shape;687;p86"/>
          <p:cNvSpPr txBox="1">
            <a:spLocks noGrp="1"/>
          </p:cNvSpPr>
          <p:nvPr>
            <p:ph type="title"/>
          </p:nvPr>
        </p:nvSpPr>
        <p:spPr>
          <a:xfrm>
            <a:off x="482138" y="707987"/>
            <a:ext cx="8179723" cy="556709"/>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1900"/>
              <a:buFont typeface="Georgia"/>
              <a:buNone/>
              <a:defRPr sz="1900" b="0" i="0">
                <a:solidFill>
                  <a:schemeClr val="dk1"/>
                </a:solidFill>
                <a:latin typeface="Georgia"/>
                <a:ea typeface="Georgia"/>
                <a:cs typeface="Georgia"/>
                <a:sym typeface="Georgia"/>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88" name="Google Shape;688;p86"/>
          <p:cNvSpPr txBox="1">
            <a:spLocks noGrp="1"/>
          </p:cNvSpPr>
          <p:nvPr>
            <p:ph type="body" idx="1"/>
          </p:nvPr>
        </p:nvSpPr>
        <p:spPr>
          <a:xfrm>
            <a:off x="482138" y="1361515"/>
            <a:ext cx="4023360" cy="1561204"/>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700"/>
              <a:buNone/>
              <a:defRPr>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689" name="Google Shape;689;p86"/>
          <p:cNvSpPr txBox="1">
            <a:spLocks noGrp="1"/>
          </p:cNvSpPr>
          <p:nvPr>
            <p:ph type="body" idx="2"/>
          </p:nvPr>
        </p:nvSpPr>
        <p:spPr>
          <a:xfrm>
            <a:off x="4638502" y="1361515"/>
            <a:ext cx="4023360" cy="1561204"/>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700"/>
              <a:buNone/>
              <a:defRPr>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690" name="Google Shape;690;p86"/>
          <p:cNvSpPr txBox="1">
            <a:spLocks noGrp="1"/>
          </p:cNvSpPr>
          <p:nvPr>
            <p:ph type="body" idx="3"/>
          </p:nvPr>
        </p:nvSpPr>
        <p:spPr>
          <a:xfrm>
            <a:off x="482138" y="3031640"/>
            <a:ext cx="4023360" cy="1561204"/>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700"/>
              <a:buNone/>
              <a:defRPr>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691" name="Google Shape;691;p86"/>
          <p:cNvSpPr txBox="1">
            <a:spLocks noGrp="1"/>
          </p:cNvSpPr>
          <p:nvPr>
            <p:ph type="body" idx="4"/>
          </p:nvPr>
        </p:nvSpPr>
        <p:spPr>
          <a:xfrm>
            <a:off x="4638502" y="3031640"/>
            <a:ext cx="4023360" cy="1561204"/>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700"/>
              <a:buNone/>
              <a:defRPr>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692" name="Google Shape;692;p86"/>
          <p:cNvSpPr txBox="1"/>
          <p:nvPr/>
        </p:nvSpPr>
        <p:spPr>
          <a:xfrm>
            <a:off x="3255818" y="465941"/>
            <a:ext cx="5399467" cy="9166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dk1"/>
              </a:solidFill>
              <a:latin typeface="Arial"/>
              <a:ea typeface="Arial"/>
              <a:cs typeface="Arial"/>
              <a:sym typeface="Arial"/>
            </a:endParaRPr>
          </a:p>
        </p:txBody>
      </p:sp>
      <p:sp>
        <p:nvSpPr>
          <p:cNvPr id="693" name="Google Shape;693;p86"/>
          <p:cNvSpPr txBox="1"/>
          <p:nvPr/>
        </p:nvSpPr>
        <p:spPr>
          <a:xfrm>
            <a:off x="482138" y="465941"/>
            <a:ext cx="2758526" cy="90768"/>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94" name="Google Shape;694;p86"/>
          <p:cNvSpPr txBox="1"/>
          <p:nvPr/>
        </p:nvSpPr>
        <p:spPr>
          <a:xfrm>
            <a:off x="8661814" y="4738072"/>
            <a:ext cx="48" cy="81464"/>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95" name="Google Shape;695;p86"/>
          <p:cNvSpPr txBox="1"/>
          <p:nvPr/>
        </p:nvSpPr>
        <p:spPr>
          <a:xfrm>
            <a:off x="8370917" y="4840058"/>
            <a:ext cx="290945" cy="92911"/>
          </a:xfrm>
          <a:prstGeom prst="rect">
            <a:avLst/>
          </a:prstGeom>
          <a:noFill/>
          <a:ln>
            <a:noFill/>
          </a:ln>
        </p:spPr>
        <p:txBody>
          <a:bodyPr spcFirstLastPara="1" wrap="square" lIns="0" tIns="0" rIns="0" bIns="0" anchor="t" anchorCtr="0">
            <a:noAutofit/>
          </a:bodyPr>
          <a:lstStyle/>
          <a:p>
            <a:pPr marL="0" marR="0" lvl="0" indent="0" algn="r" rtl="0">
              <a:lnSpc>
                <a:spcPct val="124929"/>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96" name="Google Shape;696;p86"/>
          <p:cNvSpPr txBox="1"/>
          <p:nvPr/>
        </p:nvSpPr>
        <p:spPr>
          <a:xfrm>
            <a:off x="773593" y="4851506"/>
            <a:ext cx="222582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97" name="Google Shape;697;p86"/>
          <p:cNvSpPr txBox="1"/>
          <p:nvPr/>
        </p:nvSpPr>
        <p:spPr>
          <a:xfrm>
            <a:off x="482138" y="4851506"/>
            <a:ext cx="21208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r>
              <a:rPr lang="en" sz="500" b="0" i="0" u="none" strike="noStrike" cap="none">
                <a:solidFill>
                  <a:schemeClr val="dk1"/>
                </a:solidFill>
                <a:latin typeface="Arial"/>
                <a:ea typeface="Arial"/>
                <a:cs typeface="Arial"/>
                <a:sym typeface="Arial"/>
              </a:rPr>
              <a:t>PwC</a:t>
            </a:r>
            <a:endParaRPr sz="1100" b="0" i="0" u="none" strike="noStrike" cap="none">
              <a:solidFill>
                <a:srgbClr val="000000"/>
              </a:solidFill>
              <a:latin typeface="Arial"/>
              <a:ea typeface="Arial"/>
              <a:cs typeface="Arial"/>
              <a:sym typeface="Arial"/>
            </a:endParaRPr>
          </a:p>
        </p:txBody>
      </p:sp>
      <p:cxnSp>
        <p:nvCxnSpPr>
          <p:cNvPr id="698" name="Google Shape;698;p86"/>
          <p:cNvCxnSpPr/>
          <p:nvPr/>
        </p:nvCxnSpPr>
        <p:spPr>
          <a:xfrm>
            <a:off x="726980" y="4858952"/>
            <a:ext cx="0" cy="66563"/>
          </a:xfrm>
          <a:prstGeom prst="straightConnector1">
            <a:avLst/>
          </a:prstGeom>
          <a:noFill/>
          <a:ln w="9525" cap="flat" cmpd="sng">
            <a:solidFill>
              <a:schemeClr val="accent1"/>
            </a:solidFill>
            <a:prstDash val="solid"/>
            <a:round/>
            <a:headEnd type="none" w="sm" len="sm"/>
            <a:tailEnd type="none" w="sm" len="sm"/>
          </a:ln>
        </p:spPr>
      </p:cxn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Empty" type="blank">
  <p:cSld name="BLANK">
    <p:spTree>
      <p:nvGrpSpPr>
        <p:cNvPr id="1" name="Shape 699"/>
        <p:cNvGrpSpPr/>
        <p:nvPr/>
      </p:nvGrpSpPr>
      <p:grpSpPr>
        <a:xfrm>
          <a:off x="0" y="0"/>
          <a:ext cx="0" cy="0"/>
          <a:chOff x="0" y="0"/>
          <a:chExt cx="0" cy="0"/>
        </a:xfrm>
      </p:grpSpPr>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Content: Title Only ">
  <p:cSld name="Content: Title Only ">
    <p:spTree>
      <p:nvGrpSpPr>
        <p:cNvPr id="1" name="Shape 700"/>
        <p:cNvGrpSpPr/>
        <p:nvPr/>
      </p:nvGrpSpPr>
      <p:grpSpPr>
        <a:xfrm>
          <a:off x="0" y="0"/>
          <a:ext cx="0" cy="0"/>
          <a:chOff x="0" y="0"/>
          <a:chExt cx="0" cy="0"/>
        </a:xfrm>
      </p:grpSpPr>
      <p:sp>
        <p:nvSpPr>
          <p:cNvPr id="701" name="Google Shape;701;p88"/>
          <p:cNvSpPr txBox="1">
            <a:spLocks noGrp="1"/>
          </p:cNvSpPr>
          <p:nvPr>
            <p:ph type="title"/>
          </p:nvPr>
        </p:nvSpPr>
        <p:spPr>
          <a:xfrm>
            <a:off x="482138" y="707987"/>
            <a:ext cx="8179723" cy="556709"/>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1900"/>
              <a:buFont typeface="Georgia"/>
              <a:buNone/>
              <a:defRPr sz="1900" b="0" i="0">
                <a:solidFill>
                  <a:schemeClr val="dk1"/>
                </a:solidFill>
                <a:latin typeface="Georgia"/>
                <a:ea typeface="Georgia"/>
                <a:cs typeface="Georgia"/>
                <a:sym typeface="Georgia"/>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02" name="Google Shape;702;p88"/>
          <p:cNvSpPr txBox="1"/>
          <p:nvPr/>
        </p:nvSpPr>
        <p:spPr>
          <a:xfrm>
            <a:off x="3255818" y="465941"/>
            <a:ext cx="5403273" cy="9166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dk1"/>
              </a:solidFill>
              <a:latin typeface="Arial"/>
              <a:ea typeface="Arial"/>
              <a:cs typeface="Arial"/>
              <a:sym typeface="Arial"/>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Content: Header Footer Only">
  <p:cSld name="Content: Header Footer Only">
    <p:spTree>
      <p:nvGrpSpPr>
        <p:cNvPr id="1" name="Shape 703"/>
        <p:cNvGrpSpPr/>
        <p:nvPr/>
      </p:nvGrpSpPr>
      <p:grpSpPr>
        <a:xfrm>
          <a:off x="0" y="0"/>
          <a:ext cx="0" cy="0"/>
          <a:chOff x="0" y="0"/>
          <a:chExt cx="0" cy="0"/>
        </a:xfrm>
      </p:grpSpPr>
      <p:sp>
        <p:nvSpPr>
          <p:cNvPr id="704" name="Google Shape;704;p89"/>
          <p:cNvSpPr txBox="1"/>
          <p:nvPr/>
        </p:nvSpPr>
        <p:spPr>
          <a:xfrm>
            <a:off x="3255818" y="465941"/>
            <a:ext cx="5403273" cy="9166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dk1"/>
              </a:solidFill>
              <a:latin typeface="Arial"/>
              <a:ea typeface="Arial"/>
              <a:cs typeface="Arial"/>
              <a:sym typeface="Arial"/>
            </a:endParaRPr>
          </a:p>
        </p:txBody>
      </p:sp>
      <p:sp>
        <p:nvSpPr>
          <p:cNvPr id="705" name="Google Shape;705;p89"/>
          <p:cNvSpPr txBox="1"/>
          <p:nvPr/>
        </p:nvSpPr>
        <p:spPr>
          <a:xfrm>
            <a:off x="482138" y="465941"/>
            <a:ext cx="2758526" cy="90768"/>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706" name="Google Shape;706;p89"/>
          <p:cNvSpPr txBox="1"/>
          <p:nvPr/>
        </p:nvSpPr>
        <p:spPr>
          <a:xfrm>
            <a:off x="8661814" y="4738072"/>
            <a:ext cx="48" cy="81464"/>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707" name="Google Shape;707;p89"/>
          <p:cNvSpPr txBox="1"/>
          <p:nvPr/>
        </p:nvSpPr>
        <p:spPr>
          <a:xfrm>
            <a:off x="8370917" y="4840058"/>
            <a:ext cx="290945" cy="92911"/>
          </a:xfrm>
          <a:prstGeom prst="rect">
            <a:avLst/>
          </a:prstGeom>
          <a:noFill/>
          <a:ln>
            <a:noFill/>
          </a:ln>
        </p:spPr>
        <p:txBody>
          <a:bodyPr spcFirstLastPara="1" wrap="square" lIns="0" tIns="0" rIns="0" bIns="0" anchor="t" anchorCtr="0">
            <a:noAutofit/>
          </a:bodyPr>
          <a:lstStyle/>
          <a:p>
            <a:pPr marL="0" marR="0" lvl="0" indent="0" algn="r" rtl="0">
              <a:lnSpc>
                <a:spcPct val="124929"/>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708" name="Google Shape;708;p89"/>
          <p:cNvSpPr txBox="1"/>
          <p:nvPr/>
        </p:nvSpPr>
        <p:spPr>
          <a:xfrm>
            <a:off x="773593" y="4851506"/>
            <a:ext cx="222582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709" name="Google Shape;709;p89"/>
          <p:cNvSpPr txBox="1"/>
          <p:nvPr/>
        </p:nvSpPr>
        <p:spPr>
          <a:xfrm>
            <a:off x="482138" y="4851506"/>
            <a:ext cx="21208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r>
              <a:rPr lang="en" sz="500" b="0" i="0" u="none" strike="noStrike" cap="none">
                <a:solidFill>
                  <a:schemeClr val="dk1"/>
                </a:solidFill>
                <a:latin typeface="Arial"/>
                <a:ea typeface="Arial"/>
                <a:cs typeface="Arial"/>
                <a:sym typeface="Arial"/>
              </a:rPr>
              <a:t>PwC</a:t>
            </a:r>
            <a:endParaRPr sz="1100" b="0" i="0" u="none" strike="noStrike" cap="none">
              <a:solidFill>
                <a:srgbClr val="000000"/>
              </a:solidFill>
              <a:latin typeface="Arial"/>
              <a:ea typeface="Arial"/>
              <a:cs typeface="Arial"/>
              <a:sym typeface="Arial"/>
            </a:endParaRPr>
          </a:p>
        </p:txBody>
      </p:sp>
      <p:cxnSp>
        <p:nvCxnSpPr>
          <p:cNvPr id="710" name="Google Shape;710;p89"/>
          <p:cNvCxnSpPr/>
          <p:nvPr/>
        </p:nvCxnSpPr>
        <p:spPr>
          <a:xfrm>
            <a:off x="726980" y="4858952"/>
            <a:ext cx="0" cy="66563"/>
          </a:xfrm>
          <a:prstGeom prst="straightConnector1">
            <a:avLst/>
          </a:prstGeom>
          <a:noFill/>
          <a:ln w="9525" cap="flat" cmpd="sng">
            <a:solidFill>
              <a:schemeClr val="accent1"/>
            </a:solidFill>
            <a:prstDash val="solid"/>
            <a:round/>
            <a:headEnd type="none" w="sm" len="sm"/>
            <a:tailEnd type="none" w="sm" len="sm"/>
          </a:ln>
        </p:spPr>
      </p:cxn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matchingName="Intro Only">
  <p:cSld name="Intro Only">
    <p:spTree>
      <p:nvGrpSpPr>
        <p:cNvPr id="1" name="Shape 711"/>
        <p:cNvGrpSpPr/>
        <p:nvPr/>
      </p:nvGrpSpPr>
      <p:grpSpPr>
        <a:xfrm>
          <a:off x="0" y="0"/>
          <a:ext cx="0" cy="0"/>
          <a:chOff x="0" y="0"/>
          <a:chExt cx="0" cy="0"/>
        </a:xfrm>
      </p:grpSpPr>
      <p:sp>
        <p:nvSpPr>
          <p:cNvPr id="712" name="Google Shape;712;p90"/>
          <p:cNvSpPr txBox="1"/>
          <p:nvPr/>
        </p:nvSpPr>
        <p:spPr>
          <a:xfrm>
            <a:off x="3255818" y="465941"/>
            <a:ext cx="5403273" cy="9166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dk1"/>
              </a:solidFill>
              <a:latin typeface="Arial"/>
              <a:ea typeface="Arial"/>
              <a:cs typeface="Arial"/>
              <a:sym typeface="Arial"/>
            </a:endParaRPr>
          </a:p>
        </p:txBody>
      </p:sp>
      <p:sp>
        <p:nvSpPr>
          <p:cNvPr id="713" name="Google Shape;713;p90"/>
          <p:cNvSpPr txBox="1"/>
          <p:nvPr/>
        </p:nvSpPr>
        <p:spPr>
          <a:xfrm>
            <a:off x="8661814" y="4738072"/>
            <a:ext cx="48" cy="81464"/>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714" name="Google Shape;714;p90"/>
          <p:cNvSpPr txBox="1"/>
          <p:nvPr/>
        </p:nvSpPr>
        <p:spPr>
          <a:xfrm>
            <a:off x="8370917" y="4840058"/>
            <a:ext cx="290945" cy="92911"/>
          </a:xfrm>
          <a:prstGeom prst="rect">
            <a:avLst/>
          </a:prstGeom>
          <a:noFill/>
          <a:ln>
            <a:noFill/>
          </a:ln>
        </p:spPr>
        <p:txBody>
          <a:bodyPr spcFirstLastPara="1" wrap="square" lIns="0" tIns="0" rIns="0" bIns="0" anchor="t" anchorCtr="0">
            <a:noAutofit/>
          </a:bodyPr>
          <a:lstStyle/>
          <a:p>
            <a:pPr marL="0" marR="0" lvl="0" indent="0" algn="r" rtl="0">
              <a:lnSpc>
                <a:spcPct val="124929"/>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715" name="Google Shape;715;p90"/>
          <p:cNvSpPr txBox="1"/>
          <p:nvPr/>
        </p:nvSpPr>
        <p:spPr>
          <a:xfrm>
            <a:off x="773593" y="4851506"/>
            <a:ext cx="222582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716" name="Google Shape;716;p90"/>
          <p:cNvSpPr txBox="1"/>
          <p:nvPr/>
        </p:nvSpPr>
        <p:spPr>
          <a:xfrm>
            <a:off x="482138" y="4851506"/>
            <a:ext cx="21208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r>
              <a:rPr lang="en" sz="500" b="0" i="0" u="none" strike="noStrike" cap="none">
                <a:solidFill>
                  <a:schemeClr val="dk1"/>
                </a:solidFill>
                <a:latin typeface="Arial"/>
                <a:ea typeface="Arial"/>
                <a:cs typeface="Arial"/>
                <a:sym typeface="Arial"/>
              </a:rPr>
              <a:t>PwC</a:t>
            </a:r>
            <a:endParaRPr sz="1100" b="0" i="0" u="none" strike="noStrike" cap="none">
              <a:solidFill>
                <a:srgbClr val="000000"/>
              </a:solidFill>
              <a:latin typeface="Arial"/>
              <a:ea typeface="Arial"/>
              <a:cs typeface="Arial"/>
              <a:sym typeface="Arial"/>
            </a:endParaRPr>
          </a:p>
        </p:txBody>
      </p:sp>
      <p:cxnSp>
        <p:nvCxnSpPr>
          <p:cNvPr id="717" name="Google Shape;717;p90"/>
          <p:cNvCxnSpPr/>
          <p:nvPr/>
        </p:nvCxnSpPr>
        <p:spPr>
          <a:xfrm>
            <a:off x="726980" y="4858952"/>
            <a:ext cx="0" cy="66563"/>
          </a:xfrm>
          <a:prstGeom prst="straightConnector1">
            <a:avLst/>
          </a:prstGeom>
          <a:noFill/>
          <a:ln w="9525" cap="flat" cmpd="sng">
            <a:solidFill>
              <a:schemeClr val="accent1"/>
            </a:solidFill>
            <a:prstDash val="solid"/>
            <a:round/>
            <a:headEnd type="none" w="sm" len="sm"/>
            <a:tailEnd type="none" w="sm" len="sm"/>
          </a:ln>
        </p:spPr>
      </p:cxn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matchingName="At a Glance ">
  <p:cSld name="At a Glance ">
    <p:spTree>
      <p:nvGrpSpPr>
        <p:cNvPr id="1" name="Shape 718"/>
        <p:cNvGrpSpPr/>
        <p:nvPr/>
      </p:nvGrpSpPr>
      <p:grpSpPr>
        <a:xfrm>
          <a:off x="0" y="0"/>
          <a:ext cx="0" cy="0"/>
          <a:chOff x="0" y="0"/>
          <a:chExt cx="0" cy="0"/>
        </a:xfrm>
      </p:grpSpPr>
      <p:sp>
        <p:nvSpPr>
          <p:cNvPr id="719" name="Google Shape;719;p91"/>
          <p:cNvSpPr txBox="1">
            <a:spLocks noGrp="1"/>
          </p:cNvSpPr>
          <p:nvPr>
            <p:ph type="title"/>
          </p:nvPr>
        </p:nvSpPr>
        <p:spPr>
          <a:xfrm>
            <a:off x="482138" y="707987"/>
            <a:ext cx="2635135" cy="556709"/>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1900"/>
              <a:buFont typeface="Georgia"/>
              <a:buNone/>
              <a:defRPr sz="1900" b="0" i="0">
                <a:solidFill>
                  <a:schemeClr val="dk1"/>
                </a:solidFill>
                <a:latin typeface="Georgia"/>
                <a:ea typeface="Georgia"/>
                <a:cs typeface="Georgia"/>
                <a:sym typeface="Georgia"/>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20" name="Google Shape;720;p91"/>
          <p:cNvSpPr txBox="1">
            <a:spLocks noGrp="1"/>
          </p:cNvSpPr>
          <p:nvPr>
            <p:ph type="body" idx="1"/>
          </p:nvPr>
        </p:nvSpPr>
        <p:spPr>
          <a:xfrm>
            <a:off x="482138" y="1361515"/>
            <a:ext cx="2635135" cy="3169004"/>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700"/>
              <a:buNone/>
              <a:defRPr>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721" name="Google Shape;721;p91"/>
          <p:cNvSpPr txBox="1"/>
          <p:nvPr/>
        </p:nvSpPr>
        <p:spPr>
          <a:xfrm>
            <a:off x="3255818" y="465941"/>
            <a:ext cx="5399467" cy="9166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dk1"/>
              </a:solidFill>
              <a:latin typeface="Arial"/>
              <a:ea typeface="Arial"/>
              <a:cs typeface="Arial"/>
              <a:sym typeface="Arial"/>
            </a:endParaRPr>
          </a:p>
        </p:txBody>
      </p:sp>
      <p:sp>
        <p:nvSpPr>
          <p:cNvPr id="722" name="Google Shape;722;p91"/>
          <p:cNvSpPr txBox="1"/>
          <p:nvPr/>
        </p:nvSpPr>
        <p:spPr>
          <a:xfrm>
            <a:off x="482138" y="465941"/>
            <a:ext cx="2758526" cy="90768"/>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723" name="Google Shape;723;p91"/>
          <p:cNvSpPr txBox="1">
            <a:spLocks noGrp="1"/>
          </p:cNvSpPr>
          <p:nvPr>
            <p:ph type="body" idx="2"/>
          </p:nvPr>
        </p:nvSpPr>
        <p:spPr>
          <a:xfrm>
            <a:off x="3254433" y="1361515"/>
            <a:ext cx="2635135" cy="3169004"/>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700"/>
              <a:buNone/>
              <a:defRPr>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724" name="Google Shape;724;p91"/>
          <p:cNvSpPr txBox="1">
            <a:spLocks noGrp="1"/>
          </p:cNvSpPr>
          <p:nvPr>
            <p:ph type="body" idx="3"/>
          </p:nvPr>
        </p:nvSpPr>
        <p:spPr>
          <a:xfrm>
            <a:off x="6026727" y="1361515"/>
            <a:ext cx="2635135" cy="3169004"/>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700"/>
              <a:buNone/>
              <a:defRPr>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725" name="Google Shape;725;p91"/>
          <p:cNvSpPr txBox="1">
            <a:spLocks noGrp="1"/>
          </p:cNvSpPr>
          <p:nvPr>
            <p:ph type="body" idx="4"/>
          </p:nvPr>
        </p:nvSpPr>
        <p:spPr>
          <a:xfrm>
            <a:off x="3254433" y="712363"/>
            <a:ext cx="5407429" cy="556709"/>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700"/>
              <a:buNone/>
              <a:defRPr sz="700" b="1" i="0">
                <a:solidFill>
                  <a:schemeClr val="accent1"/>
                </a:solidFill>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726" name="Google Shape;726;p91"/>
          <p:cNvSpPr txBox="1"/>
          <p:nvPr/>
        </p:nvSpPr>
        <p:spPr>
          <a:xfrm>
            <a:off x="8661814" y="4738072"/>
            <a:ext cx="48" cy="81464"/>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727" name="Google Shape;727;p91"/>
          <p:cNvSpPr txBox="1"/>
          <p:nvPr/>
        </p:nvSpPr>
        <p:spPr>
          <a:xfrm>
            <a:off x="8370917" y="4840058"/>
            <a:ext cx="290945" cy="92911"/>
          </a:xfrm>
          <a:prstGeom prst="rect">
            <a:avLst/>
          </a:prstGeom>
          <a:noFill/>
          <a:ln>
            <a:noFill/>
          </a:ln>
        </p:spPr>
        <p:txBody>
          <a:bodyPr spcFirstLastPara="1" wrap="square" lIns="0" tIns="0" rIns="0" bIns="0" anchor="t" anchorCtr="0">
            <a:noAutofit/>
          </a:bodyPr>
          <a:lstStyle/>
          <a:p>
            <a:pPr marL="0" marR="0" lvl="0" indent="0" algn="r" rtl="0">
              <a:lnSpc>
                <a:spcPct val="124929"/>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728" name="Google Shape;728;p91"/>
          <p:cNvSpPr txBox="1"/>
          <p:nvPr/>
        </p:nvSpPr>
        <p:spPr>
          <a:xfrm>
            <a:off x="773593" y="4851506"/>
            <a:ext cx="222582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729" name="Google Shape;729;p91"/>
          <p:cNvSpPr txBox="1"/>
          <p:nvPr/>
        </p:nvSpPr>
        <p:spPr>
          <a:xfrm>
            <a:off x="482138" y="4851506"/>
            <a:ext cx="21208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r>
              <a:rPr lang="en" sz="500" b="0" i="0" u="none" strike="noStrike" cap="none">
                <a:solidFill>
                  <a:schemeClr val="dk1"/>
                </a:solidFill>
                <a:latin typeface="Arial"/>
                <a:ea typeface="Arial"/>
                <a:cs typeface="Arial"/>
                <a:sym typeface="Arial"/>
              </a:rPr>
              <a:t>PwC</a:t>
            </a:r>
            <a:endParaRPr sz="1100" b="0" i="0" u="none" strike="noStrike" cap="none">
              <a:solidFill>
                <a:srgbClr val="000000"/>
              </a:solidFill>
              <a:latin typeface="Arial"/>
              <a:ea typeface="Arial"/>
              <a:cs typeface="Arial"/>
              <a:sym typeface="Arial"/>
            </a:endParaRPr>
          </a:p>
        </p:txBody>
      </p:sp>
      <p:cxnSp>
        <p:nvCxnSpPr>
          <p:cNvPr id="730" name="Google Shape;730;p91"/>
          <p:cNvCxnSpPr/>
          <p:nvPr/>
        </p:nvCxnSpPr>
        <p:spPr>
          <a:xfrm>
            <a:off x="726980" y="4858952"/>
            <a:ext cx="0" cy="66563"/>
          </a:xfrm>
          <a:prstGeom prst="straightConnector1">
            <a:avLst/>
          </a:prstGeom>
          <a:noFill/>
          <a:ln w="9525" cap="flat" cmpd="sng">
            <a:solidFill>
              <a:schemeClr val="accent1"/>
            </a:solidFill>
            <a:prstDash val="solid"/>
            <a:round/>
            <a:headEnd type="none" w="sm" len="sm"/>
            <a:tailEnd type="none" w="sm" len="sm"/>
          </a:ln>
        </p:spPr>
      </p:cxn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matchingName="Glossary">
  <p:cSld name="Glossary">
    <p:spTree>
      <p:nvGrpSpPr>
        <p:cNvPr id="1" name="Shape 731"/>
        <p:cNvGrpSpPr/>
        <p:nvPr/>
      </p:nvGrpSpPr>
      <p:grpSpPr>
        <a:xfrm>
          <a:off x="0" y="0"/>
          <a:ext cx="0" cy="0"/>
          <a:chOff x="0" y="0"/>
          <a:chExt cx="0" cy="0"/>
        </a:xfrm>
      </p:grpSpPr>
      <p:sp>
        <p:nvSpPr>
          <p:cNvPr id="732" name="Google Shape;732;p92"/>
          <p:cNvSpPr txBox="1">
            <a:spLocks noGrp="1"/>
          </p:cNvSpPr>
          <p:nvPr>
            <p:ph type="title"/>
          </p:nvPr>
        </p:nvSpPr>
        <p:spPr>
          <a:xfrm>
            <a:off x="482138" y="707987"/>
            <a:ext cx="8179723" cy="556709"/>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1900"/>
              <a:buFont typeface="Georgia"/>
              <a:buNone/>
              <a:defRPr sz="1900" b="0" i="0">
                <a:solidFill>
                  <a:schemeClr val="dk1"/>
                </a:solidFill>
                <a:latin typeface="Georgia"/>
                <a:ea typeface="Georgia"/>
                <a:cs typeface="Georgia"/>
                <a:sym typeface="Georgia"/>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33" name="Google Shape;733;p92"/>
          <p:cNvSpPr txBox="1">
            <a:spLocks noGrp="1"/>
          </p:cNvSpPr>
          <p:nvPr>
            <p:ph type="body" idx="1"/>
          </p:nvPr>
        </p:nvSpPr>
        <p:spPr>
          <a:xfrm>
            <a:off x="482138" y="1361515"/>
            <a:ext cx="8179723" cy="3231328"/>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700"/>
              <a:buNone/>
              <a:defRPr>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734" name="Google Shape;734;p92"/>
          <p:cNvSpPr txBox="1"/>
          <p:nvPr/>
        </p:nvSpPr>
        <p:spPr>
          <a:xfrm>
            <a:off x="3255818" y="465941"/>
            <a:ext cx="5399467" cy="9166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dk1"/>
              </a:solidFill>
              <a:latin typeface="Arial"/>
              <a:ea typeface="Arial"/>
              <a:cs typeface="Arial"/>
              <a:sym typeface="Arial"/>
            </a:endParaRPr>
          </a:p>
        </p:txBody>
      </p:sp>
      <p:sp>
        <p:nvSpPr>
          <p:cNvPr id="735" name="Google Shape;735;p92"/>
          <p:cNvSpPr txBox="1"/>
          <p:nvPr/>
        </p:nvSpPr>
        <p:spPr>
          <a:xfrm>
            <a:off x="482138" y="465941"/>
            <a:ext cx="2758526" cy="90768"/>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dk1"/>
              </a:solidFill>
              <a:latin typeface="Arial"/>
              <a:ea typeface="Arial"/>
              <a:cs typeface="Arial"/>
              <a:sym typeface="Arial"/>
            </a:endParaRPr>
          </a:p>
        </p:txBody>
      </p:sp>
      <p:sp>
        <p:nvSpPr>
          <p:cNvPr id="736" name="Google Shape;736;p92"/>
          <p:cNvSpPr txBox="1"/>
          <p:nvPr/>
        </p:nvSpPr>
        <p:spPr>
          <a:xfrm>
            <a:off x="8661814" y="4738072"/>
            <a:ext cx="48" cy="81464"/>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737" name="Google Shape;737;p92"/>
          <p:cNvSpPr txBox="1"/>
          <p:nvPr/>
        </p:nvSpPr>
        <p:spPr>
          <a:xfrm>
            <a:off x="8370917" y="4840058"/>
            <a:ext cx="290945" cy="92911"/>
          </a:xfrm>
          <a:prstGeom prst="rect">
            <a:avLst/>
          </a:prstGeom>
          <a:noFill/>
          <a:ln>
            <a:noFill/>
          </a:ln>
        </p:spPr>
        <p:txBody>
          <a:bodyPr spcFirstLastPara="1" wrap="square" lIns="0" tIns="0" rIns="0" bIns="0" anchor="t" anchorCtr="0">
            <a:noAutofit/>
          </a:bodyPr>
          <a:lstStyle/>
          <a:p>
            <a:pPr marL="0" marR="0" lvl="0" indent="0" algn="r" rtl="0">
              <a:lnSpc>
                <a:spcPct val="124929"/>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738" name="Google Shape;738;p92"/>
          <p:cNvSpPr txBox="1"/>
          <p:nvPr/>
        </p:nvSpPr>
        <p:spPr>
          <a:xfrm>
            <a:off x="773593" y="4851506"/>
            <a:ext cx="222582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739" name="Google Shape;739;p92"/>
          <p:cNvSpPr txBox="1"/>
          <p:nvPr/>
        </p:nvSpPr>
        <p:spPr>
          <a:xfrm>
            <a:off x="482138" y="4851506"/>
            <a:ext cx="21208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r>
              <a:rPr lang="en" sz="500" b="0" i="0" u="none" strike="noStrike" cap="none">
                <a:solidFill>
                  <a:schemeClr val="dk1"/>
                </a:solidFill>
                <a:latin typeface="Arial"/>
                <a:ea typeface="Arial"/>
                <a:cs typeface="Arial"/>
                <a:sym typeface="Arial"/>
              </a:rPr>
              <a:t>PwC</a:t>
            </a:r>
            <a:endParaRPr sz="1100" b="0" i="0" u="none" strike="noStrike" cap="none">
              <a:solidFill>
                <a:srgbClr val="000000"/>
              </a:solidFill>
              <a:latin typeface="Arial"/>
              <a:ea typeface="Arial"/>
              <a:cs typeface="Arial"/>
              <a:sym typeface="Arial"/>
            </a:endParaRPr>
          </a:p>
        </p:txBody>
      </p:sp>
      <p:cxnSp>
        <p:nvCxnSpPr>
          <p:cNvPr id="740" name="Google Shape;740;p92"/>
          <p:cNvCxnSpPr/>
          <p:nvPr/>
        </p:nvCxnSpPr>
        <p:spPr>
          <a:xfrm>
            <a:off x="726980" y="4858952"/>
            <a:ext cx="0" cy="66563"/>
          </a:xfrm>
          <a:prstGeom prst="straightConnector1">
            <a:avLst/>
          </a:prstGeom>
          <a:noFill/>
          <a:ln w="9525" cap="flat" cmpd="sng">
            <a:solidFill>
              <a:schemeClr val="accent1"/>
            </a:solidFill>
            <a:prstDash val="solid"/>
            <a:round/>
            <a:headEnd type="none" w="sm" len="sm"/>
            <a:tailEnd type="none" w="sm" len="sm"/>
          </a:ln>
        </p:spPr>
      </p:cxn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matchingName="Section Divider">
  <p:cSld name="Section Divider">
    <p:bg>
      <p:bgPr>
        <a:solidFill>
          <a:schemeClr val="accent1"/>
        </a:solidFill>
        <a:effectLst/>
      </p:bgPr>
    </p:bg>
    <p:spTree>
      <p:nvGrpSpPr>
        <p:cNvPr id="1" name="Shape 741"/>
        <p:cNvGrpSpPr/>
        <p:nvPr/>
      </p:nvGrpSpPr>
      <p:grpSpPr>
        <a:xfrm>
          <a:off x="0" y="0"/>
          <a:ext cx="0" cy="0"/>
          <a:chOff x="0" y="0"/>
          <a:chExt cx="0" cy="0"/>
        </a:xfrm>
      </p:grpSpPr>
      <p:sp>
        <p:nvSpPr>
          <p:cNvPr id="742" name="Google Shape;742;p93"/>
          <p:cNvSpPr txBox="1">
            <a:spLocks noGrp="1"/>
          </p:cNvSpPr>
          <p:nvPr>
            <p:ph type="title"/>
          </p:nvPr>
        </p:nvSpPr>
        <p:spPr>
          <a:xfrm>
            <a:off x="0" y="709207"/>
            <a:ext cx="5918662" cy="499012"/>
          </a:xfrm>
          <a:prstGeom prst="rect">
            <a:avLst/>
          </a:prstGeom>
          <a:solidFill>
            <a:schemeClr val="accent6"/>
          </a:solidFill>
          <a:ln>
            <a:noFill/>
          </a:ln>
        </p:spPr>
        <p:txBody>
          <a:bodyPr spcFirstLastPara="1" wrap="square" lIns="342900" tIns="68575" rIns="68575" bIns="68575" anchor="ctr" anchorCtr="0">
            <a:noAutofit/>
          </a:bodyPr>
          <a:lstStyle>
            <a:lvl1pPr lvl="0" algn="l">
              <a:lnSpc>
                <a:spcPct val="100000"/>
              </a:lnSpc>
              <a:spcBef>
                <a:spcPts val="0"/>
              </a:spcBef>
              <a:spcAft>
                <a:spcPts val="0"/>
              </a:spcAft>
              <a:buClr>
                <a:schemeClr val="lt1"/>
              </a:buClr>
              <a:buSzPts val="2600"/>
              <a:buFont typeface="Arial"/>
              <a:buNone/>
              <a:defRPr sz="2600" b="0" i="0" cap="none">
                <a:solidFill>
                  <a:schemeClr val="lt1"/>
                </a:solidFill>
                <a:latin typeface="Arial"/>
                <a:ea typeface="Arial"/>
                <a:cs typeface="Arial"/>
                <a:sym typeface="Aria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43" name="Google Shape;743;p93"/>
          <p:cNvSpPr txBox="1"/>
          <p:nvPr/>
        </p:nvSpPr>
        <p:spPr>
          <a:xfrm>
            <a:off x="1895302" y="1573307"/>
            <a:ext cx="6766560" cy="3026083"/>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Georgia"/>
              <a:ea typeface="Georgia"/>
              <a:cs typeface="Georgia"/>
              <a:sym typeface="Georgia"/>
            </a:endParaRPr>
          </a:p>
        </p:txBody>
      </p:sp>
      <p:sp>
        <p:nvSpPr>
          <p:cNvPr id="744" name="Google Shape;744;p93"/>
          <p:cNvSpPr txBox="1"/>
          <p:nvPr/>
        </p:nvSpPr>
        <p:spPr>
          <a:xfrm>
            <a:off x="8661814" y="4738072"/>
            <a:ext cx="48" cy="81464"/>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745" name="Google Shape;745;p93"/>
          <p:cNvSpPr txBox="1"/>
          <p:nvPr/>
        </p:nvSpPr>
        <p:spPr>
          <a:xfrm>
            <a:off x="8370917" y="4840058"/>
            <a:ext cx="290945" cy="92911"/>
          </a:xfrm>
          <a:prstGeom prst="rect">
            <a:avLst/>
          </a:prstGeom>
          <a:noFill/>
          <a:ln>
            <a:noFill/>
          </a:ln>
        </p:spPr>
        <p:txBody>
          <a:bodyPr spcFirstLastPara="1" wrap="square" lIns="0" tIns="0" rIns="0" bIns="0" anchor="t" anchorCtr="0">
            <a:noAutofit/>
          </a:bodyPr>
          <a:lstStyle/>
          <a:p>
            <a:pPr marL="0" marR="0" lvl="0" indent="0" algn="r" rtl="0">
              <a:lnSpc>
                <a:spcPct val="124929"/>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746" name="Google Shape;746;p93"/>
          <p:cNvSpPr txBox="1"/>
          <p:nvPr/>
        </p:nvSpPr>
        <p:spPr>
          <a:xfrm>
            <a:off x="3255818" y="465941"/>
            <a:ext cx="5399467" cy="9166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dk1"/>
              </a:solidFill>
              <a:latin typeface="Arial"/>
              <a:ea typeface="Arial"/>
              <a:cs typeface="Arial"/>
              <a:sym typeface="Arial"/>
            </a:endParaRPr>
          </a:p>
        </p:txBody>
      </p:sp>
      <p:sp>
        <p:nvSpPr>
          <p:cNvPr id="747" name="Google Shape;747;p93"/>
          <p:cNvSpPr txBox="1"/>
          <p:nvPr/>
        </p:nvSpPr>
        <p:spPr>
          <a:xfrm>
            <a:off x="482138" y="465941"/>
            <a:ext cx="2758526" cy="90768"/>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matchingName="Section Divider 1">
  <p:cSld name="Section Divider 1">
    <p:bg>
      <p:bgPr>
        <a:solidFill>
          <a:schemeClr val="accent6"/>
        </a:solidFill>
        <a:effectLst/>
      </p:bgPr>
    </p:bg>
    <p:spTree>
      <p:nvGrpSpPr>
        <p:cNvPr id="1" name="Shape 748"/>
        <p:cNvGrpSpPr/>
        <p:nvPr/>
      </p:nvGrpSpPr>
      <p:grpSpPr>
        <a:xfrm>
          <a:off x="0" y="0"/>
          <a:ext cx="0" cy="0"/>
          <a:chOff x="0" y="0"/>
          <a:chExt cx="0" cy="0"/>
        </a:xfrm>
      </p:grpSpPr>
      <p:sp>
        <p:nvSpPr>
          <p:cNvPr id="749" name="Google Shape;749;p94"/>
          <p:cNvSpPr txBox="1">
            <a:spLocks noGrp="1"/>
          </p:cNvSpPr>
          <p:nvPr>
            <p:ph type="title"/>
          </p:nvPr>
        </p:nvSpPr>
        <p:spPr>
          <a:xfrm>
            <a:off x="0" y="709207"/>
            <a:ext cx="5918662" cy="499012"/>
          </a:xfrm>
          <a:prstGeom prst="rect">
            <a:avLst/>
          </a:prstGeom>
          <a:solidFill>
            <a:schemeClr val="accent1"/>
          </a:solidFill>
          <a:ln>
            <a:noFill/>
          </a:ln>
        </p:spPr>
        <p:txBody>
          <a:bodyPr spcFirstLastPara="1" wrap="square" lIns="342900" tIns="68575" rIns="68575" bIns="68575" anchor="ctr" anchorCtr="0">
            <a:noAutofit/>
          </a:bodyPr>
          <a:lstStyle>
            <a:lvl1pPr lvl="0" algn="l">
              <a:lnSpc>
                <a:spcPct val="100000"/>
              </a:lnSpc>
              <a:spcBef>
                <a:spcPts val="0"/>
              </a:spcBef>
              <a:spcAft>
                <a:spcPts val="0"/>
              </a:spcAft>
              <a:buClr>
                <a:schemeClr val="lt1"/>
              </a:buClr>
              <a:buSzPts val="2600"/>
              <a:buFont typeface="Arial"/>
              <a:buNone/>
              <a:defRPr sz="2600" b="0" i="0" cap="none">
                <a:solidFill>
                  <a:schemeClr val="lt1"/>
                </a:solidFill>
                <a:latin typeface="Arial"/>
                <a:ea typeface="Arial"/>
                <a:cs typeface="Arial"/>
                <a:sym typeface="Aria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50" name="Google Shape;750;p94"/>
          <p:cNvSpPr txBox="1"/>
          <p:nvPr/>
        </p:nvSpPr>
        <p:spPr>
          <a:xfrm>
            <a:off x="1895302" y="1573307"/>
            <a:ext cx="6766560" cy="3026083"/>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Georgia"/>
              <a:ea typeface="Georgia"/>
              <a:cs typeface="Georgia"/>
              <a:sym typeface="Georgia"/>
            </a:endParaRPr>
          </a:p>
        </p:txBody>
      </p:sp>
      <p:sp>
        <p:nvSpPr>
          <p:cNvPr id="751" name="Google Shape;751;p94"/>
          <p:cNvSpPr txBox="1"/>
          <p:nvPr/>
        </p:nvSpPr>
        <p:spPr>
          <a:xfrm>
            <a:off x="8661814" y="4738072"/>
            <a:ext cx="48" cy="81464"/>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752" name="Google Shape;752;p94"/>
          <p:cNvSpPr txBox="1"/>
          <p:nvPr/>
        </p:nvSpPr>
        <p:spPr>
          <a:xfrm>
            <a:off x="8370917" y="4840058"/>
            <a:ext cx="290945" cy="92911"/>
          </a:xfrm>
          <a:prstGeom prst="rect">
            <a:avLst/>
          </a:prstGeom>
          <a:noFill/>
          <a:ln>
            <a:noFill/>
          </a:ln>
        </p:spPr>
        <p:txBody>
          <a:bodyPr spcFirstLastPara="1" wrap="square" lIns="0" tIns="0" rIns="0" bIns="0" anchor="t" anchorCtr="0">
            <a:noAutofit/>
          </a:bodyPr>
          <a:lstStyle/>
          <a:p>
            <a:pPr marL="0" marR="0" lvl="0" indent="0" algn="r" rtl="0">
              <a:lnSpc>
                <a:spcPct val="124929"/>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753" name="Google Shape;753;p94"/>
          <p:cNvSpPr txBox="1"/>
          <p:nvPr/>
        </p:nvSpPr>
        <p:spPr>
          <a:xfrm>
            <a:off x="3255818" y="465941"/>
            <a:ext cx="5399467" cy="9166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dk1"/>
              </a:solidFill>
              <a:latin typeface="Arial"/>
              <a:ea typeface="Arial"/>
              <a:cs typeface="Arial"/>
              <a:sym typeface="Arial"/>
            </a:endParaRPr>
          </a:p>
        </p:txBody>
      </p:sp>
      <p:sp>
        <p:nvSpPr>
          <p:cNvPr id="754" name="Google Shape;754;p94"/>
          <p:cNvSpPr txBox="1"/>
          <p:nvPr/>
        </p:nvSpPr>
        <p:spPr>
          <a:xfrm>
            <a:off x="482138" y="465941"/>
            <a:ext cx="2758526" cy="90768"/>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matchingName="Appendix Divider">
  <p:cSld name="Appendix Divider">
    <p:bg>
      <p:bgPr>
        <a:solidFill>
          <a:schemeClr val="accent1"/>
        </a:solidFill>
        <a:effectLst/>
      </p:bgPr>
    </p:bg>
    <p:spTree>
      <p:nvGrpSpPr>
        <p:cNvPr id="1" name="Shape 755"/>
        <p:cNvGrpSpPr/>
        <p:nvPr/>
      </p:nvGrpSpPr>
      <p:grpSpPr>
        <a:xfrm>
          <a:off x="0" y="0"/>
          <a:ext cx="0" cy="0"/>
          <a:chOff x="0" y="0"/>
          <a:chExt cx="0" cy="0"/>
        </a:xfrm>
      </p:grpSpPr>
      <p:sp>
        <p:nvSpPr>
          <p:cNvPr id="756" name="Google Shape;756;p95"/>
          <p:cNvSpPr txBox="1">
            <a:spLocks noGrp="1"/>
          </p:cNvSpPr>
          <p:nvPr>
            <p:ph type="title"/>
          </p:nvPr>
        </p:nvSpPr>
        <p:spPr>
          <a:xfrm>
            <a:off x="0" y="705970"/>
            <a:ext cx="5919393" cy="502248"/>
          </a:xfrm>
          <a:prstGeom prst="rect">
            <a:avLst/>
          </a:prstGeom>
          <a:solidFill>
            <a:schemeClr val="accent6"/>
          </a:solidFill>
          <a:ln>
            <a:noFill/>
          </a:ln>
        </p:spPr>
        <p:txBody>
          <a:bodyPr spcFirstLastPara="1" wrap="square" lIns="342900" tIns="68575" rIns="68575" bIns="68575" anchor="ctr" anchorCtr="0">
            <a:noAutofit/>
          </a:bodyPr>
          <a:lstStyle>
            <a:lvl1pPr lvl="0" algn="l">
              <a:lnSpc>
                <a:spcPct val="100000"/>
              </a:lnSpc>
              <a:spcBef>
                <a:spcPts val="0"/>
              </a:spcBef>
              <a:spcAft>
                <a:spcPts val="0"/>
              </a:spcAft>
              <a:buClr>
                <a:schemeClr val="lt1"/>
              </a:buClr>
              <a:buSzPts val="2600"/>
              <a:buFont typeface="Arial"/>
              <a:buNone/>
              <a:defRPr sz="2600" b="0" cap="none">
                <a:solidFill>
                  <a:schemeClr val="lt1"/>
                </a:solidFill>
                <a:latin typeface="Arial"/>
                <a:ea typeface="Arial"/>
                <a:cs typeface="Arial"/>
                <a:sym typeface="Aria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57" name="Google Shape;757;p95"/>
          <p:cNvSpPr txBox="1"/>
          <p:nvPr/>
        </p:nvSpPr>
        <p:spPr>
          <a:xfrm>
            <a:off x="1895302" y="1573307"/>
            <a:ext cx="6766560" cy="3026083"/>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Georgia"/>
              <a:ea typeface="Georgia"/>
              <a:cs typeface="Georgia"/>
              <a:sym typeface="Georgia"/>
            </a:endParaRPr>
          </a:p>
        </p:txBody>
      </p:sp>
      <p:sp>
        <p:nvSpPr>
          <p:cNvPr id="758" name="Google Shape;758;p95"/>
          <p:cNvSpPr txBox="1"/>
          <p:nvPr/>
        </p:nvSpPr>
        <p:spPr>
          <a:xfrm>
            <a:off x="8661814" y="4738072"/>
            <a:ext cx="48" cy="81464"/>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759" name="Google Shape;759;p95"/>
          <p:cNvSpPr txBox="1"/>
          <p:nvPr/>
        </p:nvSpPr>
        <p:spPr>
          <a:xfrm>
            <a:off x="8370917" y="4840058"/>
            <a:ext cx="290945" cy="92911"/>
          </a:xfrm>
          <a:prstGeom prst="rect">
            <a:avLst/>
          </a:prstGeom>
          <a:noFill/>
          <a:ln>
            <a:noFill/>
          </a:ln>
        </p:spPr>
        <p:txBody>
          <a:bodyPr spcFirstLastPara="1" wrap="square" lIns="0" tIns="0" rIns="0" bIns="0" anchor="t" anchorCtr="0">
            <a:noAutofit/>
          </a:bodyPr>
          <a:lstStyle/>
          <a:p>
            <a:pPr marL="0" marR="0" lvl="0" indent="0" algn="r" rtl="0">
              <a:lnSpc>
                <a:spcPct val="124929"/>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760" name="Google Shape;760;p95"/>
          <p:cNvSpPr txBox="1"/>
          <p:nvPr/>
        </p:nvSpPr>
        <p:spPr>
          <a:xfrm>
            <a:off x="3255818" y="465941"/>
            <a:ext cx="5399467" cy="9166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dk1"/>
              </a:solidFill>
              <a:latin typeface="Arial"/>
              <a:ea typeface="Arial"/>
              <a:cs typeface="Arial"/>
              <a:sym typeface="Arial"/>
            </a:endParaRPr>
          </a:p>
        </p:txBody>
      </p:sp>
      <p:sp>
        <p:nvSpPr>
          <p:cNvPr id="761" name="Google Shape;761;p95"/>
          <p:cNvSpPr txBox="1"/>
          <p:nvPr/>
        </p:nvSpPr>
        <p:spPr>
          <a:xfrm>
            <a:off x="482138" y="465941"/>
            <a:ext cx="2758526" cy="90768"/>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matchingName="Appendix Divider 1">
  <p:cSld name="Appendix Divider 1">
    <p:bg>
      <p:bgPr>
        <a:solidFill>
          <a:schemeClr val="accent6"/>
        </a:solidFill>
        <a:effectLst/>
      </p:bgPr>
    </p:bg>
    <p:spTree>
      <p:nvGrpSpPr>
        <p:cNvPr id="1" name="Shape 762"/>
        <p:cNvGrpSpPr/>
        <p:nvPr/>
      </p:nvGrpSpPr>
      <p:grpSpPr>
        <a:xfrm>
          <a:off x="0" y="0"/>
          <a:ext cx="0" cy="0"/>
          <a:chOff x="0" y="0"/>
          <a:chExt cx="0" cy="0"/>
        </a:xfrm>
      </p:grpSpPr>
      <p:sp>
        <p:nvSpPr>
          <p:cNvPr id="763" name="Google Shape;763;p96"/>
          <p:cNvSpPr txBox="1">
            <a:spLocks noGrp="1"/>
          </p:cNvSpPr>
          <p:nvPr>
            <p:ph type="title"/>
          </p:nvPr>
        </p:nvSpPr>
        <p:spPr>
          <a:xfrm>
            <a:off x="0" y="705970"/>
            <a:ext cx="5919393" cy="502248"/>
          </a:xfrm>
          <a:prstGeom prst="rect">
            <a:avLst/>
          </a:prstGeom>
          <a:solidFill>
            <a:schemeClr val="accent4"/>
          </a:solidFill>
          <a:ln>
            <a:noFill/>
          </a:ln>
        </p:spPr>
        <p:txBody>
          <a:bodyPr spcFirstLastPara="1" wrap="square" lIns="342900" tIns="68575" rIns="68575" bIns="68575" anchor="ctr" anchorCtr="0">
            <a:noAutofit/>
          </a:bodyPr>
          <a:lstStyle>
            <a:lvl1pPr lvl="0" algn="l">
              <a:lnSpc>
                <a:spcPct val="100000"/>
              </a:lnSpc>
              <a:spcBef>
                <a:spcPts val="0"/>
              </a:spcBef>
              <a:spcAft>
                <a:spcPts val="0"/>
              </a:spcAft>
              <a:buClr>
                <a:schemeClr val="lt1"/>
              </a:buClr>
              <a:buSzPts val="2600"/>
              <a:buFont typeface="Arial"/>
              <a:buNone/>
              <a:defRPr sz="2600" b="0" cap="none">
                <a:solidFill>
                  <a:schemeClr val="lt1"/>
                </a:solidFill>
                <a:latin typeface="Arial"/>
                <a:ea typeface="Arial"/>
                <a:cs typeface="Arial"/>
                <a:sym typeface="Aria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64" name="Google Shape;764;p96"/>
          <p:cNvSpPr txBox="1"/>
          <p:nvPr/>
        </p:nvSpPr>
        <p:spPr>
          <a:xfrm>
            <a:off x="1895302" y="1573307"/>
            <a:ext cx="6766560" cy="3026083"/>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Georgia"/>
              <a:ea typeface="Georgia"/>
              <a:cs typeface="Georgia"/>
              <a:sym typeface="Georgia"/>
            </a:endParaRPr>
          </a:p>
        </p:txBody>
      </p:sp>
      <p:sp>
        <p:nvSpPr>
          <p:cNvPr id="765" name="Google Shape;765;p96"/>
          <p:cNvSpPr txBox="1"/>
          <p:nvPr/>
        </p:nvSpPr>
        <p:spPr>
          <a:xfrm>
            <a:off x="8661814" y="4738072"/>
            <a:ext cx="48" cy="81464"/>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766" name="Google Shape;766;p96"/>
          <p:cNvSpPr txBox="1"/>
          <p:nvPr/>
        </p:nvSpPr>
        <p:spPr>
          <a:xfrm>
            <a:off x="8370917" y="4840058"/>
            <a:ext cx="290945" cy="92911"/>
          </a:xfrm>
          <a:prstGeom prst="rect">
            <a:avLst/>
          </a:prstGeom>
          <a:noFill/>
          <a:ln>
            <a:noFill/>
          </a:ln>
        </p:spPr>
        <p:txBody>
          <a:bodyPr spcFirstLastPara="1" wrap="square" lIns="0" tIns="0" rIns="0" bIns="0" anchor="t" anchorCtr="0">
            <a:noAutofit/>
          </a:bodyPr>
          <a:lstStyle/>
          <a:p>
            <a:pPr marL="0" marR="0" lvl="0" indent="0" algn="r" rtl="0">
              <a:lnSpc>
                <a:spcPct val="124929"/>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767" name="Google Shape;767;p96"/>
          <p:cNvSpPr txBox="1"/>
          <p:nvPr/>
        </p:nvSpPr>
        <p:spPr>
          <a:xfrm>
            <a:off x="3255818" y="465941"/>
            <a:ext cx="5399467" cy="9166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dk1"/>
              </a:solidFill>
              <a:latin typeface="Arial"/>
              <a:ea typeface="Arial"/>
              <a:cs typeface="Arial"/>
              <a:sym typeface="Arial"/>
            </a:endParaRPr>
          </a:p>
        </p:txBody>
      </p:sp>
      <p:sp>
        <p:nvSpPr>
          <p:cNvPr id="768" name="Google Shape;768;p96"/>
          <p:cNvSpPr txBox="1"/>
          <p:nvPr/>
        </p:nvSpPr>
        <p:spPr>
          <a:xfrm>
            <a:off x="482138" y="465941"/>
            <a:ext cx="2758526" cy="90768"/>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matchingName="Closing Slide">
  <p:cSld name="Closing Slide">
    <p:spTree>
      <p:nvGrpSpPr>
        <p:cNvPr id="1" name="Shape 769"/>
        <p:cNvGrpSpPr/>
        <p:nvPr/>
      </p:nvGrpSpPr>
      <p:grpSpPr>
        <a:xfrm>
          <a:off x="0" y="0"/>
          <a:ext cx="0" cy="0"/>
          <a:chOff x="0" y="0"/>
          <a:chExt cx="0" cy="0"/>
        </a:xfrm>
      </p:grpSpPr>
      <p:sp>
        <p:nvSpPr>
          <p:cNvPr id="770" name="Google Shape;770;p97"/>
          <p:cNvSpPr txBox="1">
            <a:spLocks noGrp="1"/>
          </p:cNvSpPr>
          <p:nvPr>
            <p:ph type="title"/>
          </p:nvPr>
        </p:nvSpPr>
        <p:spPr>
          <a:xfrm>
            <a:off x="457200" y="342900"/>
            <a:ext cx="3981797" cy="1887967"/>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Clr>
                <a:schemeClr val="dk1"/>
              </a:buClr>
              <a:buSzPts val="3200"/>
              <a:buFont typeface="Georgia"/>
              <a:buNone/>
              <a:defRPr sz="3200" b="0" i="0">
                <a:solidFill>
                  <a:schemeClr val="dk1"/>
                </a:solidFill>
                <a:latin typeface="Georgia"/>
                <a:ea typeface="Georgia"/>
                <a:cs typeface="Georgia"/>
                <a:sym typeface="Georgia"/>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71" name="Google Shape;771;p97"/>
          <p:cNvSpPr/>
          <p:nvPr/>
        </p:nvSpPr>
        <p:spPr>
          <a:xfrm>
            <a:off x="0" y="3705641"/>
            <a:ext cx="9144000" cy="1437860"/>
          </a:xfrm>
          <a:prstGeom prst="rect">
            <a:avLst/>
          </a:prstGeom>
          <a:solidFill>
            <a:srgbClr val="D04A02"/>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chemeClr val="lt1"/>
              </a:solidFill>
              <a:latin typeface="Arial"/>
              <a:ea typeface="Arial"/>
              <a:cs typeface="Arial"/>
              <a:sym typeface="Arial"/>
            </a:endParaRPr>
          </a:p>
        </p:txBody>
      </p:sp>
      <p:sp>
        <p:nvSpPr>
          <p:cNvPr id="772" name="Google Shape;772;p97"/>
          <p:cNvSpPr txBox="1">
            <a:spLocks noGrp="1"/>
          </p:cNvSpPr>
          <p:nvPr>
            <p:ph type="body" idx="1"/>
          </p:nvPr>
        </p:nvSpPr>
        <p:spPr>
          <a:xfrm>
            <a:off x="457200" y="3909060"/>
            <a:ext cx="8179724" cy="1028700"/>
          </a:xfrm>
          <a:prstGeom prst="rect">
            <a:avLst/>
          </a:prstGeom>
          <a:noFill/>
          <a:ln>
            <a:noFill/>
          </a:ln>
        </p:spPr>
        <p:txBody>
          <a:bodyPr spcFirstLastPara="1" wrap="square" lIns="0" tIns="0" rIns="0" bIns="0" anchor="b" anchorCtr="0">
            <a:noAutofit/>
          </a:bodyPr>
          <a:lstStyle>
            <a:lvl1pPr marL="457200" lvl="0" indent="-228600" algn="l">
              <a:lnSpc>
                <a:spcPct val="100000"/>
              </a:lnSpc>
              <a:spcBef>
                <a:spcPts val="0"/>
              </a:spcBef>
              <a:spcAft>
                <a:spcPts val="0"/>
              </a:spcAft>
              <a:buSzPts val="700"/>
              <a:buNone/>
              <a:defRPr>
                <a:solidFill>
                  <a:schemeClr val="lt1"/>
                </a:solidFill>
              </a:defRPr>
            </a:lvl1pPr>
            <a:lvl2pPr marL="914400" lvl="1" indent="-273050" algn="l">
              <a:lnSpc>
                <a:spcPct val="100000"/>
              </a:lnSpc>
              <a:spcBef>
                <a:spcPts val="400"/>
              </a:spcBef>
              <a:spcAft>
                <a:spcPts val="0"/>
              </a:spcAft>
              <a:buSzPts val="700"/>
              <a:buChar char="•"/>
              <a:defRPr>
                <a:solidFill>
                  <a:schemeClr val="lt1"/>
                </a:solidFill>
              </a:defRPr>
            </a:lvl2pPr>
            <a:lvl3pPr marL="1371600" lvl="2" indent="-273050" algn="l">
              <a:lnSpc>
                <a:spcPct val="100000"/>
              </a:lnSpc>
              <a:spcBef>
                <a:spcPts val="400"/>
              </a:spcBef>
              <a:spcAft>
                <a:spcPts val="0"/>
              </a:spcAft>
              <a:buSzPts val="700"/>
              <a:buChar char="-"/>
              <a:defRPr>
                <a:solidFill>
                  <a:schemeClr val="lt1"/>
                </a:solidFill>
              </a:defRPr>
            </a:lvl3pPr>
            <a:lvl4pPr marL="1828800" lvl="3" indent="-273050" algn="l">
              <a:lnSpc>
                <a:spcPct val="100000"/>
              </a:lnSpc>
              <a:spcBef>
                <a:spcPts val="400"/>
              </a:spcBef>
              <a:spcAft>
                <a:spcPts val="0"/>
              </a:spcAft>
              <a:buSzPts val="700"/>
              <a:buChar char="◦"/>
              <a:defRPr>
                <a:solidFill>
                  <a:schemeClr val="lt1"/>
                </a:solidFill>
              </a:defRPr>
            </a:lvl4pPr>
            <a:lvl5pPr marL="2286000" lvl="4" indent="-273050" algn="l">
              <a:lnSpc>
                <a:spcPct val="100000"/>
              </a:lnSpc>
              <a:spcBef>
                <a:spcPts val="400"/>
              </a:spcBef>
              <a:spcAft>
                <a:spcPts val="0"/>
              </a:spcAft>
              <a:buSzPts val="700"/>
              <a:buChar char="›"/>
              <a:defRPr>
                <a:solidFill>
                  <a:schemeClr val="lt1"/>
                </a:solidFil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matchingName="Title slide 2">
  <p:cSld name="Title slide 2">
    <p:spTree>
      <p:nvGrpSpPr>
        <p:cNvPr id="1" name="Shape 773"/>
        <p:cNvGrpSpPr/>
        <p:nvPr/>
      </p:nvGrpSpPr>
      <p:grpSpPr>
        <a:xfrm>
          <a:off x="0" y="0"/>
          <a:ext cx="0" cy="0"/>
          <a:chOff x="0" y="0"/>
          <a:chExt cx="0" cy="0"/>
        </a:xfrm>
      </p:grpSpPr>
      <p:pic>
        <p:nvPicPr>
          <p:cNvPr id="774" name="Google Shape;774;p98"/>
          <p:cNvPicPr preferRelativeResize="0"/>
          <p:nvPr/>
        </p:nvPicPr>
        <p:blipFill rotWithShape="1">
          <a:blip r:embed="rId2">
            <a:alphaModFix/>
          </a:blip>
          <a:srcRect l="17709" r="24167"/>
          <a:stretch/>
        </p:blipFill>
        <p:spPr>
          <a:xfrm>
            <a:off x="1870364" y="2"/>
            <a:ext cx="7273636" cy="5151259"/>
          </a:xfrm>
          <a:prstGeom prst="rect">
            <a:avLst/>
          </a:prstGeom>
          <a:noFill/>
          <a:ln>
            <a:noFill/>
          </a:ln>
        </p:spPr>
      </p:pic>
      <p:sp>
        <p:nvSpPr>
          <p:cNvPr id="775" name="Google Shape;775;p98"/>
          <p:cNvSpPr/>
          <p:nvPr/>
        </p:nvSpPr>
        <p:spPr>
          <a:xfrm>
            <a:off x="1" y="1"/>
            <a:ext cx="6275652" cy="5143500"/>
          </a:xfrm>
          <a:custGeom>
            <a:avLst/>
            <a:gdLst/>
            <a:ahLst/>
            <a:cxnLst/>
            <a:rect l="l" t="t" r="r" b="b"/>
            <a:pathLst>
              <a:path w="6126163" h="6858000" extrusionOk="0">
                <a:moveTo>
                  <a:pt x="0" y="0"/>
                </a:moveTo>
                <a:lnTo>
                  <a:pt x="2381250" y="0"/>
                </a:lnTo>
                <a:lnTo>
                  <a:pt x="2381250" y="765175"/>
                </a:lnTo>
                <a:lnTo>
                  <a:pt x="3149601" y="765175"/>
                </a:lnTo>
                <a:lnTo>
                  <a:pt x="3149601" y="1957388"/>
                </a:lnTo>
                <a:lnTo>
                  <a:pt x="5132388" y="1957388"/>
                </a:lnTo>
                <a:lnTo>
                  <a:pt x="5132388" y="4899025"/>
                </a:lnTo>
                <a:lnTo>
                  <a:pt x="6126163" y="4899025"/>
                </a:lnTo>
                <a:lnTo>
                  <a:pt x="6126163" y="6858000"/>
                </a:lnTo>
                <a:lnTo>
                  <a:pt x="5132388" y="6858000"/>
                </a:lnTo>
                <a:lnTo>
                  <a:pt x="3149601" y="6858000"/>
                </a:lnTo>
                <a:lnTo>
                  <a:pt x="2381250" y="6858000"/>
                </a:lnTo>
                <a:lnTo>
                  <a:pt x="917576" y="6858000"/>
                </a:lnTo>
                <a:lnTo>
                  <a:pt x="0" y="6858000"/>
                </a:lnTo>
                <a:close/>
              </a:path>
            </a:pathLst>
          </a:custGeom>
          <a:solidFill>
            <a:schemeClr val="accent6"/>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800" b="0" i="0" u="none" strike="noStrike" cap="none">
              <a:solidFill>
                <a:schemeClr val="lt1"/>
              </a:solidFill>
              <a:latin typeface="Arial"/>
              <a:ea typeface="Arial"/>
              <a:cs typeface="Arial"/>
              <a:sym typeface="Arial"/>
            </a:endParaRPr>
          </a:p>
        </p:txBody>
      </p:sp>
      <p:pic>
        <p:nvPicPr>
          <p:cNvPr id="776" name="Google Shape;776;p98"/>
          <p:cNvPicPr preferRelativeResize="0"/>
          <p:nvPr/>
        </p:nvPicPr>
        <p:blipFill rotWithShape="1">
          <a:blip r:embed="rId3">
            <a:alphaModFix/>
          </a:blip>
          <a:srcRect/>
          <a:stretch/>
        </p:blipFill>
        <p:spPr>
          <a:xfrm>
            <a:off x="258896" y="4058098"/>
            <a:ext cx="1487978" cy="894166"/>
          </a:xfrm>
          <a:prstGeom prst="rect">
            <a:avLst/>
          </a:prstGeom>
          <a:noFill/>
          <a:ln>
            <a:noFill/>
          </a:ln>
        </p:spPr>
      </p:pic>
      <p:sp>
        <p:nvSpPr>
          <p:cNvPr id="777" name="Google Shape;777;p98"/>
          <p:cNvSpPr txBox="1">
            <a:spLocks noGrp="1"/>
          </p:cNvSpPr>
          <p:nvPr>
            <p:ph type="ctrTitle"/>
          </p:nvPr>
        </p:nvSpPr>
        <p:spPr>
          <a:xfrm>
            <a:off x="452126" y="1592669"/>
            <a:ext cx="4711002" cy="415162"/>
          </a:xfrm>
          <a:prstGeom prst="rect">
            <a:avLst/>
          </a:prstGeom>
          <a:noFill/>
          <a:ln>
            <a:noFill/>
          </a:ln>
        </p:spPr>
        <p:txBody>
          <a:bodyPr spcFirstLastPara="1" wrap="square" lIns="0" tIns="0" rIns="0" bIns="48000" anchor="t" anchorCtr="0">
            <a:spAutoFit/>
          </a:bodyPr>
          <a:lstStyle>
            <a:lvl1pPr lvl="0" algn="l">
              <a:lnSpc>
                <a:spcPct val="90000"/>
              </a:lnSpc>
              <a:spcBef>
                <a:spcPts val="0"/>
              </a:spcBef>
              <a:spcAft>
                <a:spcPts val="0"/>
              </a:spcAft>
              <a:buClr>
                <a:schemeClr val="lt1"/>
              </a:buClr>
              <a:buSzPts val="2600"/>
              <a:buFont typeface="Georgia"/>
              <a:buNone/>
              <a:defRPr sz="2600" b="0" i="0">
                <a:solidFill>
                  <a:schemeClr val="lt1"/>
                </a:solidFill>
                <a:latin typeface="Georgia"/>
                <a:ea typeface="Georgia"/>
                <a:cs typeface="Georgia"/>
                <a:sym typeface="Georgia"/>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78" name="Google Shape;778;p98"/>
          <p:cNvSpPr txBox="1">
            <a:spLocks noGrp="1"/>
          </p:cNvSpPr>
          <p:nvPr>
            <p:ph type="subTitle" idx="1"/>
          </p:nvPr>
        </p:nvSpPr>
        <p:spPr>
          <a:xfrm>
            <a:off x="452126" y="2047579"/>
            <a:ext cx="4711002" cy="137481"/>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SzPts val="1000"/>
              <a:buNone/>
              <a:defRPr sz="1000">
                <a:solidFill>
                  <a:schemeClr val="lt1"/>
                </a:solidFill>
                <a:latin typeface="Arial"/>
                <a:ea typeface="Arial"/>
                <a:cs typeface="Arial"/>
                <a:sym typeface="Arial"/>
              </a:defRPr>
            </a:lvl1pPr>
            <a:lvl2pPr lvl="1" algn="ctr">
              <a:lnSpc>
                <a:spcPct val="100000"/>
              </a:lnSpc>
              <a:spcBef>
                <a:spcPts val="0"/>
              </a:spcBef>
              <a:spcAft>
                <a:spcPts val="0"/>
              </a:spcAft>
              <a:buSzPts val="700"/>
              <a:buNone/>
              <a:defRPr>
                <a:solidFill>
                  <a:srgbClr val="888888"/>
                </a:solidFill>
              </a:defRPr>
            </a:lvl2pPr>
            <a:lvl3pPr lvl="2" algn="ctr">
              <a:lnSpc>
                <a:spcPct val="100000"/>
              </a:lnSpc>
              <a:spcBef>
                <a:spcPts val="400"/>
              </a:spcBef>
              <a:spcAft>
                <a:spcPts val="0"/>
              </a:spcAft>
              <a:buSzPts val="700"/>
              <a:buNone/>
              <a:defRPr>
                <a:solidFill>
                  <a:srgbClr val="888888"/>
                </a:solidFill>
              </a:defRPr>
            </a:lvl3pPr>
            <a:lvl4pPr lvl="3" algn="ctr">
              <a:lnSpc>
                <a:spcPct val="100000"/>
              </a:lnSpc>
              <a:spcBef>
                <a:spcPts val="400"/>
              </a:spcBef>
              <a:spcAft>
                <a:spcPts val="0"/>
              </a:spcAft>
              <a:buSzPts val="700"/>
              <a:buNone/>
              <a:defRPr>
                <a:solidFill>
                  <a:srgbClr val="888888"/>
                </a:solidFill>
              </a:defRPr>
            </a:lvl4pPr>
            <a:lvl5pPr lvl="4" algn="ctr">
              <a:lnSpc>
                <a:spcPct val="100000"/>
              </a:lnSpc>
              <a:spcBef>
                <a:spcPts val="400"/>
              </a:spcBef>
              <a:spcAft>
                <a:spcPts val="0"/>
              </a:spcAft>
              <a:buSzPts val="700"/>
              <a:buNone/>
              <a:defRPr>
                <a:solidFill>
                  <a:srgbClr val="888888"/>
                </a:solidFill>
              </a:defRPr>
            </a:lvl5pPr>
            <a:lvl6pPr lvl="5" algn="ctr">
              <a:lnSpc>
                <a:spcPct val="100000"/>
              </a:lnSpc>
              <a:spcBef>
                <a:spcPts val="400"/>
              </a:spcBef>
              <a:spcAft>
                <a:spcPts val="0"/>
              </a:spcAft>
              <a:buClr>
                <a:srgbClr val="888888"/>
              </a:buClr>
              <a:buSzPts val="700"/>
              <a:buNone/>
              <a:defRPr>
                <a:solidFill>
                  <a:srgbClr val="888888"/>
                </a:solidFill>
              </a:defRPr>
            </a:lvl6pPr>
            <a:lvl7pPr lvl="6" algn="ctr">
              <a:lnSpc>
                <a:spcPct val="100000"/>
              </a:lnSpc>
              <a:spcBef>
                <a:spcPts val="400"/>
              </a:spcBef>
              <a:spcAft>
                <a:spcPts val="0"/>
              </a:spcAft>
              <a:buClr>
                <a:srgbClr val="888888"/>
              </a:buClr>
              <a:buSzPts val="700"/>
              <a:buNone/>
              <a:defRPr>
                <a:solidFill>
                  <a:srgbClr val="888888"/>
                </a:solidFill>
              </a:defRPr>
            </a:lvl7pPr>
            <a:lvl8pPr lvl="7" algn="ctr">
              <a:lnSpc>
                <a:spcPct val="100000"/>
              </a:lnSpc>
              <a:spcBef>
                <a:spcPts val="400"/>
              </a:spcBef>
              <a:spcAft>
                <a:spcPts val="0"/>
              </a:spcAft>
              <a:buClr>
                <a:srgbClr val="888888"/>
              </a:buClr>
              <a:buSzPts val="700"/>
              <a:buNone/>
              <a:defRPr>
                <a:solidFill>
                  <a:srgbClr val="888888"/>
                </a:solidFill>
              </a:defRPr>
            </a:lvl8pPr>
            <a:lvl9pPr lvl="8" algn="ctr">
              <a:lnSpc>
                <a:spcPct val="100000"/>
              </a:lnSpc>
              <a:spcBef>
                <a:spcPts val="400"/>
              </a:spcBef>
              <a:spcAft>
                <a:spcPts val="400"/>
              </a:spcAft>
              <a:buClr>
                <a:srgbClr val="888888"/>
              </a:buClr>
              <a:buSzPts val="700"/>
              <a:buNone/>
              <a:defRPr>
                <a:solidFill>
                  <a:srgbClr val="888888"/>
                </a:solidFill>
              </a:defRPr>
            </a:lvl9pPr>
          </a:lstStyle>
          <a:p>
            <a:endParaRPr/>
          </a:p>
        </p:txBody>
      </p:sp>
      <p:sp>
        <p:nvSpPr>
          <p:cNvPr id="779" name="Google Shape;779;p98"/>
          <p:cNvSpPr txBox="1"/>
          <p:nvPr/>
        </p:nvSpPr>
        <p:spPr>
          <a:xfrm>
            <a:off x="482138" y="3132214"/>
            <a:ext cx="4680989" cy="10180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700"/>
              <a:buFont typeface="Arial"/>
              <a:buNone/>
            </a:pPr>
            <a:r>
              <a:rPr lang="en" sz="700" b="0" i="0" u="none" strike="noStrike" cap="none">
                <a:solidFill>
                  <a:schemeClr val="lt1"/>
                </a:solidFill>
                <a:latin typeface="Arial"/>
                <a:ea typeface="Arial"/>
                <a:cs typeface="Arial"/>
                <a:sym typeface="Arial"/>
              </a:rPr>
              <a:t> </a:t>
            </a:r>
            <a:endParaRPr sz="1100" b="0" i="0" u="none" strike="noStrike" cap="none">
              <a:solidFill>
                <a:srgbClr val="000000"/>
              </a:solidFill>
              <a:latin typeface="Arial"/>
              <a:ea typeface="Arial"/>
              <a:cs typeface="Arial"/>
              <a:sym typeface="Arial"/>
            </a:endParaRPr>
          </a:p>
        </p:txBody>
      </p:sp>
      <p:sp>
        <p:nvSpPr>
          <p:cNvPr id="780" name="Google Shape;780;p98"/>
          <p:cNvSpPr txBox="1"/>
          <p:nvPr/>
        </p:nvSpPr>
        <p:spPr>
          <a:xfrm>
            <a:off x="482138" y="2937725"/>
            <a:ext cx="2002444" cy="137481"/>
          </a:xfrm>
          <a:prstGeom prst="rect">
            <a:avLst/>
          </a:prstGeom>
          <a:noFill/>
          <a:ln>
            <a:noFill/>
          </a:ln>
        </p:spPr>
        <p:txBody>
          <a:bodyPr spcFirstLastPara="1" wrap="square" lIns="0" tIns="0" rIns="0" bIns="90750" anchor="t"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Arial"/>
              <a:ea typeface="Arial"/>
              <a:cs typeface="Arial"/>
              <a:sym typeface="Arial"/>
            </a:endParaRPr>
          </a:p>
        </p:txBody>
      </p:sp>
      <p:sp>
        <p:nvSpPr>
          <p:cNvPr id="781" name="Google Shape;781;p98"/>
          <p:cNvSpPr txBox="1"/>
          <p:nvPr/>
        </p:nvSpPr>
        <p:spPr>
          <a:xfrm>
            <a:off x="452126" y="2210632"/>
            <a:ext cx="1727657" cy="15283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000"/>
              <a:buFont typeface="Arial"/>
              <a:buNone/>
            </a:pPr>
            <a:endParaRPr sz="10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matchingName="Title slide 3">
  <p:cSld name="Title slide 3">
    <p:spTree>
      <p:nvGrpSpPr>
        <p:cNvPr id="1" name="Shape 782"/>
        <p:cNvGrpSpPr/>
        <p:nvPr/>
      </p:nvGrpSpPr>
      <p:grpSpPr>
        <a:xfrm>
          <a:off x="0" y="0"/>
          <a:ext cx="0" cy="0"/>
          <a:chOff x="0" y="0"/>
          <a:chExt cx="0" cy="0"/>
        </a:xfrm>
      </p:grpSpPr>
      <p:pic>
        <p:nvPicPr>
          <p:cNvPr id="783" name="Google Shape;783;p99"/>
          <p:cNvPicPr preferRelativeResize="0"/>
          <p:nvPr/>
        </p:nvPicPr>
        <p:blipFill rotWithShape="1">
          <a:blip r:embed="rId2">
            <a:alphaModFix/>
          </a:blip>
          <a:srcRect l="17709" r="24167"/>
          <a:stretch/>
        </p:blipFill>
        <p:spPr>
          <a:xfrm>
            <a:off x="1870364" y="2"/>
            <a:ext cx="7273636" cy="5151259"/>
          </a:xfrm>
          <a:prstGeom prst="rect">
            <a:avLst/>
          </a:prstGeom>
          <a:noFill/>
          <a:ln>
            <a:noFill/>
          </a:ln>
        </p:spPr>
      </p:pic>
      <p:sp>
        <p:nvSpPr>
          <p:cNvPr id="784" name="Google Shape;784;p99"/>
          <p:cNvSpPr/>
          <p:nvPr/>
        </p:nvSpPr>
        <p:spPr>
          <a:xfrm>
            <a:off x="1" y="1"/>
            <a:ext cx="6275652" cy="5143500"/>
          </a:xfrm>
          <a:custGeom>
            <a:avLst/>
            <a:gdLst/>
            <a:ahLst/>
            <a:cxnLst/>
            <a:rect l="l" t="t" r="r" b="b"/>
            <a:pathLst>
              <a:path w="6126163" h="6858000" extrusionOk="0">
                <a:moveTo>
                  <a:pt x="0" y="0"/>
                </a:moveTo>
                <a:lnTo>
                  <a:pt x="2381250" y="0"/>
                </a:lnTo>
                <a:lnTo>
                  <a:pt x="2381250" y="765175"/>
                </a:lnTo>
                <a:lnTo>
                  <a:pt x="3149601" y="765175"/>
                </a:lnTo>
                <a:lnTo>
                  <a:pt x="3149601" y="1957388"/>
                </a:lnTo>
                <a:lnTo>
                  <a:pt x="5132388" y="1957388"/>
                </a:lnTo>
                <a:lnTo>
                  <a:pt x="5132388" y="4899025"/>
                </a:lnTo>
                <a:lnTo>
                  <a:pt x="6126163" y="4899025"/>
                </a:lnTo>
                <a:lnTo>
                  <a:pt x="6126163" y="6858000"/>
                </a:lnTo>
                <a:lnTo>
                  <a:pt x="5132388" y="6858000"/>
                </a:lnTo>
                <a:lnTo>
                  <a:pt x="3149601" y="6858000"/>
                </a:lnTo>
                <a:lnTo>
                  <a:pt x="2381250" y="6858000"/>
                </a:lnTo>
                <a:lnTo>
                  <a:pt x="917576" y="6858000"/>
                </a:lnTo>
                <a:lnTo>
                  <a:pt x="0" y="6858000"/>
                </a:lnTo>
                <a:close/>
              </a:path>
            </a:pathLst>
          </a:custGeom>
          <a:solidFill>
            <a:srgbClr val="D04A02"/>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800" b="0" i="0" u="none" strike="noStrike" cap="none">
              <a:solidFill>
                <a:schemeClr val="lt1"/>
              </a:solidFill>
              <a:latin typeface="Arial"/>
              <a:ea typeface="Arial"/>
              <a:cs typeface="Arial"/>
              <a:sym typeface="Arial"/>
            </a:endParaRPr>
          </a:p>
        </p:txBody>
      </p:sp>
      <p:pic>
        <p:nvPicPr>
          <p:cNvPr id="785" name="Google Shape;785;p99"/>
          <p:cNvPicPr preferRelativeResize="0"/>
          <p:nvPr/>
        </p:nvPicPr>
        <p:blipFill rotWithShape="1">
          <a:blip r:embed="rId3">
            <a:alphaModFix/>
          </a:blip>
          <a:srcRect/>
          <a:stretch/>
        </p:blipFill>
        <p:spPr>
          <a:xfrm>
            <a:off x="258896" y="4058098"/>
            <a:ext cx="1487978" cy="894166"/>
          </a:xfrm>
          <a:prstGeom prst="rect">
            <a:avLst/>
          </a:prstGeom>
          <a:noFill/>
          <a:ln>
            <a:noFill/>
          </a:ln>
        </p:spPr>
      </p:pic>
      <p:sp>
        <p:nvSpPr>
          <p:cNvPr id="786" name="Google Shape;786;p99"/>
          <p:cNvSpPr txBox="1">
            <a:spLocks noGrp="1"/>
          </p:cNvSpPr>
          <p:nvPr>
            <p:ph type="ctrTitle"/>
          </p:nvPr>
        </p:nvSpPr>
        <p:spPr>
          <a:xfrm>
            <a:off x="452126" y="1592669"/>
            <a:ext cx="4711002" cy="415162"/>
          </a:xfrm>
          <a:prstGeom prst="rect">
            <a:avLst/>
          </a:prstGeom>
          <a:noFill/>
          <a:ln>
            <a:noFill/>
          </a:ln>
        </p:spPr>
        <p:txBody>
          <a:bodyPr spcFirstLastPara="1" wrap="square" lIns="0" tIns="0" rIns="0" bIns="48000" anchor="t" anchorCtr="0">
            <a:spAutoFit/>
          </a:bodyPr>
          <a:lstStyle>
            <a:lvl1pPr lvl="0" algn="l">
              <a:lnSpc>
                <a:spcPct val="90000"/>
              </a:lnSpc>
              <a:spcBef>
                <a:spcPts val="0"/>
              </a:spcBef>
              <a:spcAft>
                <a:spcPts val="0"/>
              </a:spcAft>
              <a:buClr>
                <a:schemeClr val="lt1"/>
              </a:buClr>
              <a:buSzPts val="2600"/>
              <a:buFont typeface="Georgia"/>
              <a:buNone/>
              <a:defRPr sz="2600" b="0" i="0">
                <a:solidFill>
                  <a:schemeClr val="lt1"/>
                </a:solidFill>
                <a:latin typeface="Georgia"/>
                <a:ea typeface="Georgia"/>
                <a:cs typeface="Georgia"/>
                <a:sym typeface="Georgia"/>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87" name="Google Shape;787;p99"/>
          <p:cNvSpPr txBox="1">
            <a:spLocks noGrp="1"/>
          </p:cNvSpPr>
          <p:nvPr>
            <p:ph type="subTitle" idx="1"/>
          </p:nvPr>
        </p:nvSpPr>
        <p:spPr>
          <a:xfrm>
            <a:off x="452126" y="2047579"/>
            <a:ext cx="4711002" cy="137481"/>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SzPts val="1000"/>
              <a:buNone/>
              <a:defRPr sz="1000">
                <a:solidFill>
                  <a:schemeClr val="lt1"/>
                </a:solidFill>
                <a:latin typeface="Arial"/>
                <a:ea typeface="Arial"/>
                <a:cs typeface="Arial"/>
                <a:sym typeface="Arial"/>
              </a:defRPr>
            </a:lvl1pPr>
            <a:lvl2pPr lvl="1" algn="ctr">
              <a:lnSpc>
                <a:spcPct val="100000"/>
              </a:lnSpc>
              <a:spcBef>
                <a:spcPts val="0"/>
              </a:spcBef>
              <a:spcAft>
                <a:spcPts val="0"/>
              </a:spcAft>
              <a:buSzPts val="700"/>
              <a:buNone/>
              <a:defRPr>
                <a:solidFill>
                  <a:srgbClr val="888888"/>
                </a:solidFill>
              </a:defRPr>
            </a:lvl2pPr>
            <a:lvl3pPr lvl="2" algn="ctr">
              <a:lnSpc>
                <a:spcPct val="100000"/>
              </a:lnSpc>
              <a:spcBef>
                <a:spcPts val="400"/>
              </a:spcBef>
              <a:spcAft>
                <a:spcPts val="0"/>
              </a:spcAft>
              <a:buSzPts val="700"/>
              <a:buNone/>
              <a:defRPr>
                <a:solidFill>
                  <a:srgbClr val="888888"/>
                </a:solidFill>
              </a:defRPr>
            </a:lvl3pPr>
            <a:lvl4pPr lvl="3" algn="ctr">
              <a:lnSpc>
                <a:spcPct val="100000"/>
              </a:lnSpc>
              <a:spcBef>
                <a:spcPts val="400"/>
              </a:spcBef>
              <a:spcAft>
                <a:spcPts val="0"/>
              </a:spcAft>
              <a:buSzPts val="700"/>
              <a:buNone/>
              <a:defRPr>
                <a:solidFill>
                  <a:srgbClr val="888888"/>
                </a:solidFill>
              </a:defRPr>
            </a:lvl4pPr>
            <a:lvl5pPr lvl="4" algn="ctr">
              <a:lnSpc>
                <a:spcPct val="100000"/>
              </a:lnSpc>
              <a:spcBef>
                <a:spcPts val="400"/>
              </a:spcBef>
              <a:spcAft>
                <a:spcPts val="0"/>
              </a:spcAft>
              <a:buSzPts val="700"/>
              <a:buNone/>
              <a:defRPr>
                <a:solidFill>
                  <a:srgbClr val="888888"/>
                </a:solidFill>
              </a:defRPr>
            </a:lvl5pPr>
            <a:lvl6pPr lvl="5" algn="ctr">
              <a:lnSpc>
                <a:spcPct val="100000"/>
              </a:lnSpc>
              <a:spcBef>
                <a:spcPts val="400"/>
              </a:spcBef>
              <a:spcAft>
                <a:spcPts val="0"/>
              </a:spcAft>
              <a:buClr>
                <a:srgbClr val="888888"/>
              </a:buClr>
              <a:buSzPts val="700"/>
              <a:buNone/>
              <a:defRPr>
                <a:solidFill>
                  <a:srgbClr val="888888"/>
                </a:solidFill>
              </a:defRPr>
            </a:lvl6pPr>
            <a:lvl7pPr lvl="6" algn="ctr">
              <a:lnSpc>
                <a:spcPct val="100000"/>
              </a:lnSpc>
              <a:spcBef>
                <a:spcPts val="400"/>
              </a:spcBef>
              <a:spcAft>
                <a:spcPts val="0"/>
              </a:spcAft>
              <a:buClr>
                <a:srgbClr val="888888"/>
              </a:buClr>
              <a:buSzPts val="700"/>
              <a:buNone/>
              <a:defRPr>
                <a:solidFill>
                  <a:srgbClr val="888888"/>
                </a:solidFill>
              </a:defRPr>
            </a:lvl7pPr>
            <a:lvl8pPr lvl="7" algn="ctr">
              <a:lnSpc>
                <a:spcPct val="100000"/>
              </a:lnSpc>
              <a:spcBef>
                <a:spcPts val="400"/>
              </a:spcBef>
              <a:spcAft>
                <a:spcPts val="0"/>
              </a:spcAft>
              <a:buClr>
                <a:srgbClr val="888888"/>
              </a:buClr>
              <a:buSzPts val="700"/>
              <a:buNone/>
              <a:defRPr>
                <a:solidFill>
                  <a:srgbClr val="888888"/>
                </a:solidFill>
              </a:defRPr>
            </a:lvl8pPr>
            <a:lvl9pPr lvl="8" algn="ctr">
              <a:lnSpc>
                <a:spcPct val="100000"/>
              </a:lnSpc>
              <a:spcBef>
                <a:spcPts val="400"/>
              </a:spcBef>
              <a:spcAft>
                <a:spcPts val="400"/>
              </a:spcAft>
              <a:buClr>
                <a:srgbClr val="888888"/>
              </a:buClr>
              <a:buSzPts val="700"/>
              <a:buNone/>
              <a:defRPr>
                <a:solidFill>
                  <a:srgbClr val="888888"/>
                </a:solidFill>
              </a:defRPr>
            </a:lvl9pPr>
          </a:lstStyle>
          <a:p>
            <a:endParaRPr/>
          </a:p>
        </p:txBody>
      </p:sp>
      <p:sp>
        <p:nvSpPr>
          <p:cNvPr id="788" name="Google Shape;788;p99"/>
          <p:cNvSpPr txBox="1"/>
          <p:nvPr/>
        </p:nvSpPr>
        <p:spPr>
          <a:xfrm>
            <a:off x="482138" y="3132214"/>
            <a:ext cx="4680989" cy="10180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700"/>
              <a:buFont typeface="Arial"/>
              <a:buNone/>
            </a:pPr>
            <a:r>
              <a:rPr lang="en" sz="700" b="0" i="0" u="none" strike="noStrike" cap="none">
                <a:solidFill>
                  <a:schemeClr val="lt1"/>
                </a:solidFill>
                <a:latin typeface="Arial"/>
                <a:ea typeface="Arial"/>
                <a:cs typeface="Arial"/>
                <a:sym typeface="Arial"/>
              </a:rPr>
              <a:t> </a:t>
            </a:r>
            <a:endParaRPr sz="1100" b="0" i="0" u="none" strike="noStrike" cap="none">
              <a:solidFill>
                <a:srgbClr val="000000"/>
              </a:solidFill>
              <a:latin typeface="Arial"/>
              <a:ea typeface="Arial"/>
              <a:cs typeface="Arial"/>
              <a:sym typeface="Arial"/>
            </a:endParaRPr>
          </a:p>
        </p:txBody>
      </p:sp>
      <p:sp>
        <p:nvSpPr>
          <p:cNvPr id="789" name="Google Shape;789;p99"/>
          <p:cNvSpPr txBox="1"/>
          <p:nvPr/>
        </p:nvSpPr>
        <p:spPr>
          <a:xfrm>
            <a:off x="482138" y="2937725"/>
            <a:ext cx="2002444" cy="137481"/>
          </a:xfrm>
          <a:prstGeom prst="rect">
            <a:avLst/>
          </a:prstGeom>
          <a:noFill/>
          <a:ln>
            <a:noFill/>
          </a:ln>
        </p:spPr>
        <p:txBody>
          <a:bodyPr spcFirstLastPara="1" wrap="square" lIns="0" tIns="0" rIns="0" bIns="90750" anchor="t"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Arial"/>
              <a:ea typeface="Arial"/>
              <a:cs typeface="Arial"/>
              <a:sym typeface="Arial"/>
            </a:endParaRPr>
          </a:p>
        </p:txBody>
      </p:sp>
      <p:sp>
        <p:nvSpPr>
          <p:cNvPr id="790" name="Google Shape;790;p99"/>
          <p:cNvSpPr txBox="1"/>
          <p:nvPr/>
        </p:nvSpPr>
        <p:spPr>
          <a:xfrm>
            <a:off x="452126" y="2210632"/>
            <a:ext cx="1727657" cy="15283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000"/>
              <a:buFont typeface="Arial"/>
              <a:buNone/>
            </a:pPr>
            <a:endParaRPr sz="10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matchingName="Title slide 4">
  <p:cSld name="Title slide 4">
    <p:bg>
      <p:bgPr>
        <a:solidFill>
          <a:schemeClr val="accent6"/>
        </a:solidFill>
        <a:effectLst/>
      </p:bgPr>
    </p:bg>
    <p:spTree>
      <p:nvGrpSpPr>
        <p:cNvPr id="1" name="Shape 791"/>
        <p:cNvGrpSpPr/>
        <p:nvPr/>
      </p:nvGrpSpPr>
      <p:grpSpPr>
        <a:xfrm>
          <a:off x="0" y="0"/>
          <a:ext cx="0" cy="0"/>
          <a:chOff x="0" y="0"/>
          <a:chExt cx="0" cy="0"/>
        </a:xfrm>
      </p:grpSpPr>
      <p:pic>
        <p:nvPicPr>
          <p:cNvPr id="792" name="Google Shape;792;p100"/>
          <p:cNvPicPr preferRelativeResize="0"/>
          <p:nvPr/>
        </p:nvPicPr>
        <p:blipFill rotWithShape="1">
          <a:blip r:embed="rId2">
            <a:alphaModFix/>
          </a:blip>
          <a:srcRect/>
          <a:stretch/>
        </p:blipFill>
        <p:spPr>
          <a:xfrm>
            <a:off x="258896" y="4058098"/>
            <a:ext cx="1487978" cy="894166"/>
          </a:xfrm>
          <a:prstGeom prst="rect">
            <a:avLst/>
          </a:prstGeom>
          <a:noFill/>
          <a:ln>
            <a:noFill/>
          </a:ln>
        </p:spPr>
      </p:pic>
      <p:sp>
        <p:nvSpPr>
          <p:cNvPr id="793" name="Google Shape;793;p100"/>
          <p:cNvSpPr txBox="1">
            <a:spLocks noGrp="1"/>
          </p:cNvSpPr>
          <p:nvPr>
            <p:ph type="ctrTitle"/>
          </p:nvPr>
        </p:nvSpPr>
        <p:spPr>
          <a:xfrm>
            <a:off x="452126" y="1592669"/>
            <a:ext cx="4711002" cy="415162"/>
          </a:xfrm>
          <a:prstGeom prst="rect">
            <a:avLst/>
          </a:prstGeom>
          <a:noFill/>
          <a:ln>
            <a:noFill/>
          </a:ln>
        </p:spPr>
        <p:txBody>
          <a:bodyPr spcFirstLastPara="1" wrap="square" lIns="0" tIns="0" rIns="0" bIns="48000" anchor="t" anchorCtr="0">
            <a:spAutoFit/>
          </a:bodyPr>
          <a:lstStyle>
            <a:lvl1pPr lvl="0" algn="l">
              <a:lnSpc>
                <a:spcPct val="90000"/>
              </a:lnSpc>
              <a:spcBef>
                <a:spcPts val="0"/>
              </a:spcBef>
              <a:spcAft>
                <a:spcPts val="0"/>
              </a:spcAft>
              <a:buClr>
                <a:schemeClr val="lt1"/>
              </a:buClr>
              <a:buSzPts val="2600"/>
              <a:buFont typeface="Georgia"/>
              <a:buNone/>
              <a:defRPr sz="2600" b="0" i="0">
                <a:solidFill>
                  <a:schemeClr val="lt1"/>
                </a:solidFill>
                <a:latin typeface="Georgia"/>
                <a:ea typeface="Georgia"/>
                <a:cs typeface="Georgia"/>
                <a:sym typeface="Georgia"/>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94" name="Google Shape;794;p100"/>
          <p:cNvSpPr txBox="1">
            <a:spLocks noGrp="1"/>
          </p:cNvSpPr>
          <p:nvPr>
            <p:ph type="subTitle" idx="1"/>
          </p:nvPr>
        </p:nvSpPr>
        <p:spPr>
          <a:xfrm>
            <a:off x="452126" y="2047579"/>
            <a:ext cx="4711002" cy="137481"/>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SzPts val="1000"/>
              <a:buNone/>
              <a:defRPr sz="1000">
                <a:solidFill>
                  <a:schemeClr val="lt1"/>
                </a:solidFill>
                <a:latin typeface="Arial"/>
                <a:ea typeface="Arial"/>
                <a:cs typeface="Arial"/>
                <a:sym typeface="Arial"/>
              </a:defRPr>
            </a:lvl1pPr>
            <a:lvl2pPr lvl="1" algn="ctr">
              <a:lnSpc>
                <a:spcPct val="100000"/>
              </a:lnSpc>
              <a:spcBef>
                <a:spcPts val="0"/>
              </a:spcBef>
              <a:spcAft>
                <a:spcPts val="0"/>
              </a:spcAft>
              <a:buSzPts val="700"/>
              <a:buNone/>
              <a:defRPr>
                <a:solidFill>
                  <a:srgbClr val="888888"/>
                </a:solidFill>
              </a:defRPr>
            </a:lvl2pPr>
            <a:lvl3pPr lvl="2" algn="ctr">
              <a:lnSpc>
                <a:spcPct val="100000"/>
              </a:lnSpc>
              <a:spcBef>
                <a:spcPts val="400"/>
              </a:spcBef>
              <a:spcAft>
                <a:spcPts val="0"/>
              </a:spcAft>
              <a:buSzPts val="700"/>
              <a:buNone/>
              <a:defRPr>
                <a:solidFill>
                  <a:srgbClr val="888888"/>
                </a:solidFill>
              </a:defRPr>
            </a:lvl3pPr>
            <a:lvl4pPr lvl="3" algn="ctr">
              <a:lnSpc>
                <a:spcPct val="100000"/>
              </a:lnSpc>
              <a:spcBef>
                <a:spcPts val="400"/>
              </a:spcBef>
              <a:spcAft>
                <a:spcPts val="0"/>
              </a:spcAft>
              <a:buSzPts val="700"/>
              <a:buNone/>
              <a:defRPr>
                <a:solidFill>
                  <a:srgbClr val="888888"/>
                </a:solidFill>
              </a:defRPr>
            </a:lvl4pPr>
            <a:lvl5pPr lvl="4" algn="ctr">
              <a:lnSpc>
                <a:spcPct val="100000"/>
              </a:lnSpc>
              <a:spcBef>
                <a:spcPts val="400"/>
              </a:spcBef>
              <a:spcAft>
                <a:spcPts val="0"/>
              </a:spcAft>
              <a:buSzPts val="700"/>
              <a:buNone/>
              <a:defRPr>
                <a:solidFill>
                  <a:srgbClr val="888888"/>
                </a:solidFill>
              </a:defRPr>
            </a:lvl5pPr>
            <a:lvl6pPr lvl="5" algn="ctr">
              <a:lnSpc>
                <a:spcPct val="100000"/>
              </a:lnSpc>
              <a:spcBef>
                <a:spcPts val="400"/>
              </a:spcBef>
              <a:spcAft>
                <a:spcPts val="0"/>
              </a:spcAft>
              <a:buClr>
                <a:srgbClr val="888888"/>
              </a:buClr>
              <a:buSzPts val="700"/>
              <a:buNone/>
              <a:defRPr>
                <a:solidFill>
                  <a:srgbClr val="888888"/>
                </a:solidFill>
              </a:defRPr>
            </a:lvl6pPr>
            <a:lvl7pPr lvl="6" algn="ctr">
              <a:lnSpc>
                <a:spcPct val="100000"/>
              </a:lnSpc>
              <a:spcBef>
                <a:spcPts val="400"/>
              </a:spcBef>
              <a:spcAft>
                <a:spcPts val="0"/>
              </a:spcAft>
              <a:buClr>
                <a:srgbClr val="888888"/>
              </a:buClr>
              <a:buSzPts val="700"/>
              <a:buNone/>
              <a:defRPr>
                <a:solidFill>
                  <a:srgbClr val="888888"/>
                </a:solidFill>
              </a:defRPr>
            </a:lvl7pPr>
            <a:lvl8pPr lvl="7" algn="ctr">
              <a:lnSpc>
                <a:spcPct val="100000"/>
              </a:lnSpc>
              <a:spcBef>
                <a:spcPts val="400"/>
              </a:spcBef>
              <a:spcAft>
                <a:spcPts val="0"/>
              </a:spcAft>
              <a:buClr>
                <a:srgbClr val="888888"/>
              </a:buClr>
              <a:buSzPts val="700"/>
              <a:buNone/>
              <a:defRPr>
                <a:solidFill>
                  <a:srgbClr val="888888"/>
                </a:solidFill>
              </a:defRPr>
            </a:lvl8pPr>
            <a:lvl9pPr lvl="8" algn="ctr">
              <a:lnSpc>
                <a:spcPct val="100000"/>
              </a:lnSpc>
              <a:spcBef>
                <a:spcPts val="400"/>
              </a:spcBef>
              <a:spcAft>
                <a:spcPts val="400"/>
              </a:spcAft>
              <a:buClr>
                <a:srgbClr val="888888"/>
              </a:buClr>
              <a:buSzPts val="700"/>
              <a:buNone/>
              <a:defRPr>
                <a:solidFill>
                  <a:srgbClr val="888888"/>
                </a:solidFill>
              </a:defRPr>
            </a:lvl9pPr>
          </a:lstStyle>
          <a:p>
            <a:endParaRPr/>
          </a:p>
        </p:txBody>
      </p:sp>
      <p:sp>
        <p:nvSpPr>
          <p:cNvPr id="795" name="Google Shape;795;p100"/>
          <p:cNvSpPr txBox="1"/>
          <p:nvPr/>
        </p:nvSpPr>
        <p:spPr>
          <a:xfrm>
            <a:off x="482138" y="3132214"/>
            <a:ext cx="4680989" cy="10180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700"/>
              <a:buFont typeface="Arial"/>
              <a:buNone/>
            </a:pPr>
            <a:r>
              <a:rPr lang="en" sz="700" b="0" i="0" u="none" strike="noStrike" cap="none">
                <a:solidFill>
                  <a:schemeClr val="lt1"/>
                </a:solidFill>
                <a:latin typeface="Arial"/>
                <a:ea typeface="Arial"/>
                <a:cs typeface="Arial"/>
                <a:sym typeface="Arial"/>
              </a:rPr>
              <a:t> </a:t>
            </a:r>
            <a:endParaRPr sz="1100" b="0" i="0" u="none" strike="noStrike" cap="none">
              <a:solidFill>
                <a:srgbClr val="000000"/>
              </a:solidFill>
              <a:latin typeface="Arial"/>
              <a:ea typeface="Arial"/>
              <a:cs typeface="Arial"/>
              <a:sym typeface="Arial"/>
            </a:endParaRPr>
          </a:p>
        </p:txBody>
      </p:sp>
      <p:sp>
        <p:nvSpPr>
          <p:cNvPr id="796" name="Google Shape;796;p100"/>
          <p:cNvSpPr txBox="1"/>
          <p:nvPr/>
        </p:nvSpPr>
        <p:spPr>
          <a:xfrm>
            <a:off x="482138" y="2937725"/>
            <a:ext cx="2002444" cy="137481"/>
          </a:xfrm>
          <a:prstGeom prst="rect">
            <a:avLst/>
          </a:prstGeom>
          <a:noFill/>
          <a:ln>
            <a:noFill/>
          </a:ln>
        </p:spPr>
        <p:txBody>
          <a:bodyPr spcFirstLastPara="1" wrap="square" lIns="0" tIns="0" rIns="0" bIns="90750" anchor="t"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Arial"/>
              <a:ea typeface="Arial"/>
              <a:cs typeface="Arial"/>
              <a:sym typeface="Arial"/>
            </a:endParaRPr>
          </a:p>
        </p:txBody>
      </p:sp>
      <p:sp>
        <p:nvSpPr>
          <p:cNvPr id="797" name="Google Shape;797;p100"/>
          <p:cNvSpPr txBox="1"/>
          <p:nvPr/>
        </p:nvSpPr>
        <p:spPr>
          <a:xfrm>
            <a:off x="452126" y="2210632"/>
            <a:ext cx="1727657" cy="15283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000"/>
              <a:buFont typeface="Arial"/>
              <a:buNone/>
            </a:pPr>
            <a:endParaRPr sz="10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matchingName="Ttle Slide 2 - without image">
  <p:cSld name="Ttle Slide 2 - without image">
    <p:spTree>
      <p:nvGrpSpPr>
        <p:cNvPr id="1" name="Shape 798"/>
        <p:cNvGrpSpPr/>
        <p:nvPr/>
      </p:nvGrpSpPr>
      <p:grpSpPr>
        <a:xfrm>
          <a:off x="0" y="0"/>
          <a:ext cx="0" cy="0"/>
          <a:chOff x="0" y="0"/>
          <a:chExt cx="0" cy="0"/>
        </a:xfrm>
      </p:grpSpPr>
      <p:sp>
        <p:nvSpPr>
          <p:cNvPr id="799" name="Google Shape;799;p101"/>
          <p:cNvSpPr>
            <a:spLocks noGrp="1"/>
          </p:cNvSpPr>
          <p:nvPr>
            <p:ph type="pic" idx="2"/>
          </p:nvPr>
        </p:nvSpPr>
        <p:spPr>
          <a:xfrm>
            <a:off x="2057400" y="1"/>
            <a:ext cx="7086600" cy="5143499"/>
          </a:xfrm>
          <a:prstGeom prst="rect">
            <a:avLst/>
          </a:prstGeom>
          <a:solidFill>
            <a:srgbClr val="DEDEDE"/>
          </a:solidFill>
          <a:ln>
            <a:noFill/>
          </a:ln>
        </p:spPr>
      </p:sp>
      <p:grpSp>
        <p:nvGrpSpPr>
          <p:cNvPr id="800" name="Google Shape;800;p101"/>
          <p:cNvGrpSpPr/>
          <p:nvPr/>
        </p:nvGrpSpPr>
        <p:grpSpPr>
          <a:xfrm>
            <a:off x="1" y="1"/>
            <a:ext cx="6275652" cy="5143500"/>
            <a:chOff x="1" y="3"/>
            <a:chExt cx="6126163" cy="6858000"/>
          </a:xfrm>
        </p:grpSpPr>
        <p:sp>
          <p:nvSpPr>
            <p:cNvPr id="801" name="Google Shape;801;p101"/>
            <p:cNvSpPr/>
            <p:nvPr/>
          </p:nvSpPr>
          <p:spPr>
            <a:xfrm>
              <a:off x="1" y="3"/>
              <a:ext cx="6126163" cy="6858000"/>
            </a:xfrm>
            <a:custGeom>
              <a:avLst/>
              <a:gdLst/>
              <a:ahLst/>
              <a:cxnLst/>
              <a:rect l="l" t="t" r="r" b="b"/>
              <a:pathLst>
                <a:path w="6126163" h="6858000" extrusionOk="0">
                  <a:moveTo>
                    <a:pt x="0" y="0"/>
                  </a:moveTo>
                  <a:lnTo>
                    <a:pt x="2381250" y="0"/>
                  </a:lnTo>
                  <a:lnTo>
                    <a:pt x="2381250" y="765175"/>
                  </a:lnTo>
                  <a:lnTo>
                    <a:pt x="3149601" y="765175"/>
                  </a:lnTo>
                  <a:lnTo>
                    <a:pt x="3149601" y="1957388"/>
                  </a:lnTo>
                  <a:lnTo>
                    <a:pt x="5132388" y="1957388"/>
                  </a:lnTo>
                  <a:lnTo>
                    <a:pt x="5132388" y="4899025"/>
                  </a:lnTo>
                  <a:lnTo>
                    <a:pt x="6126163" y="4899025"/>
                  </a:lnTo>
                  <a:lnTo>
                    <a:pt x="6126163" y="6858000"/>
                  </a:lnTo>
                  <a:lnTo>
                    <a:pt x="5132388" y="6858000"/>
                  </a:lnTo>
                  <a:lnTo>
                    <a:pt x="3149601" y="6858000"/>
                  </a:lnTo>
                  <a:lnTo>
                    <a:pt x="2381250" y="6858000"/>
                  </a:lnTo>
                  <a:lnTo>
                    <a:pt x="917576" y="6858000"/>
                  </a:lnTo>
                  <a:lnTo>
                    <a:pt x="0" y="6858000"/>
                  </a:lnTo>
                  <a:close/>
                </a:path>
              </a:pathLst>
            </a:custGeom>
            <a:solidFill>
              <a:schemeClr val="accent6"/>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800" b="0" i="0" u="none" strike="noStrike" cap="none">
                <a:solidFill>
                  <a:schemeClr val="lt1"/>
                </a:solidFill>
                <a:latin typeface="Arial"/>
                <a:ea typeface="Arial"/>
                <a:cs typeface="Arial"/>
                <a:sym typeface="Arial"/>
              </a:endParaRPr>
            </a:p>
          </p:txBody>
        </p:sp>
        <p:pic>
          <p:nvPicPr>
            <p:cNvPr id="802" name="Google Shape;802;p101"/>
            <p:cNvPicPr preferRelativeResize="0"/>
            <p:nvPr/>
          </p:nvPicPr>
          <p:blipFill rotWithShape="1">
            <a:blip r:embed="rId2">
              <a:alphaModFix/>
            </a:blip>
            <a:srcRect/>
            <a:stretch/>
          </p:blipFill>
          <p:spPr>
            <a:xfrm>
              <a:off x="201168" y="5330955"/>
              <a:ext cx="1636776" cy="1351184"/>
            </a:xfrm>
            <a:prstGeom prst="rect">
              <a:avLst/>
            </a:prstGeom>
            <a:noFill/>
            <a:ln>
              <a:noFill/>
            </a:ln>
          </p:spPr>
        </p:pic>
      </p:grpSp>
      <p:sp>
        <p:nvSpPr>
          <p:cNvPr id="803" name="Google Shape;803;p101"/>
          <p:cNvSpPr txBox="1"/>
          <p:nvPr/>
        </p:nvSpPr>
        <p:spPr>
          <a:xfrm>
            <a:off x="427453" y="3156042"/>
            <a:ext cx="4761151" cy="15283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chemeClr val="lt1"/>
                </a:solidFill>
                <a:latin typeface="Arial"/>
                <a:ea typeface="Arial"/>
                <a:cs typeface="Arial"/>
                <a:sym typeface="Arial"/>
              </a:rPr>
              <a:t> </a:t>
            </a:r>
            <a:endParaRPr sz="1100" b="0" i="0" u="none" strike="noStrike" cap="none">
              <a:solidFill>
                <a:srgbClr val="000000"/>
              </a:solidFill>
              <a:latin typeface="Arial"/>
              <a:ea typeface="Arial"/>
              <a:cs typeface="Arial"/>
              <a:sym typeface="Arial"/>
            </a:endParaRPr>
          </a:p>
        </p:txBody>
      </p:sp>
      <p:sp>
        <p:nvSpPr>
          <p:cNvPr id="804" name="Google Shape;804;p101"/>
          <p:cNvSpPr txBox="1"/>
          <p:nvPr/>
        </p:nvSpPr>
        <p:spPr>
          <a:xfrm>
            <a:off x="427454" y="3541644"/>
            <a:ext cx="2443952" cy="10180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700"/>
              <a:buFont typeface="Arial"/>
              <a:buNone/>
            </a:pPr>
            <a:endParaRPr sz="700" b="1" i="0" u="none" strike="noStrike" cap="none">
              <a:solidFill>
                <a:schemeClr val="lt1"/>
              </a:solidFill>
              <a:latin typeface="Arial"/>
              <a:ea typeface="Arial"/>
              <a:cs typeface="Arial"/>
              <a:sym typeface="Arial"/>
            </a:endParaRPr>
          </a:p>
        </p:txBody>
      </p:sp>
      <p:sp>
        <p:nvSpPr>
          <p:cNvPr id="805" name="Google Shape;805;p101"/>
          <p:cNvSpPr txBox="1"/>
          <p:nvPr/>
        </p:nvSpPr>
        <p:spPr>
          <a:xfrm>
            <a:off x="427453" y="2813797"/>
            <a:ext cx="2183264" cy="15283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000"/>
              <a:buFont typeface="Arial"/>
              <a:buNone/>
            </a:pPr>
            <a:endParaRPr sz="1000" b="0" i="0" u="none" strike="noStrike" cap="none">
              <a:solidFill>
                <a:schemeClr val="lt1"/>
              </a:solidFill>
              <a:latin typeface="Arial"/>
              <a:ea typeface="Arial"/>
              <a:cs typeface="Arial"/>
              <a:sym typeface="Arial"/>
            </a:endParaRPr>
          </a:p>
        </p:txBody>
      </p:sp>
      <p:sp>
        <p:nvSpPr>
          <p:cNvPr id="806" name="Google Shape;806;p101"/>
          <p:cNvSpPr txBox="1"/>
          <p:nvPr/>
        </p:nvSpPr>
        <p:spPr>
          <a:xfrm>
            <a:off x="1731213" y="2375717"/>
            <a:ext cx="6109026" cy="211791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Georgia"/>
              <a:ea typeface="Georgia"/>
              <a:cs typeface="Georgia"/>
              <a:sym typeface="Georgia"/>
            </a:endParaRPr>
          </a:p>
        </p:txBody>
      </p:sp>
      <p:sp>
        <p:nvSpPr>
          <p:cNvPr id="807" name="Google Shape;807;p101"/>
          <p:cNvSpPr txBox="1"/>
          <p:nvPr/>
        </p:nvSpPr>
        <p:spPr>
          <a:xfrm>
            <a:off x="427453" y="1663306"/>
            <a:ext cx="4761151" cy="48888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 sz="3200" b="0" i="0" u="none" strike="noStrike" cap="none">
                <a:solidFill>
                  <a:schemeClr val="lt1"/>
                </a:solidFill>
                <a:latin typeface="Georgia"/>
                <a:ea typeface="Georgia"/>
                <a:cs typeface="Georgia"/>
                <a:sym typeface="Georgia"/>
              </a:rPr>
              <a:t> </a:t>
            </a:r>
            <a:endParaRPr sz="1100" b="0" i="0" u="none" strike="noStrike" cap="none">
              <a:solidFill>
                <a:srgbClr val="000000"/>
              </a:solidFill>
              <a:latin typeface="Arial"/>
              <a:ea typeface="Arial"/>
              <a:cs typeface="Arial"/>
              <a:sym typeface="Arial"/>
            </a:endParaRPr>
          </a:p>
        </p:txBody>
      </p:sp>
      <p:sp>
        <p:nvSpPr>
          <p:cNvPr id="808" name="Google Shape;808;p101"/>
          <p:cNvSpPr txBox="1"/>
          <p:nvPr/>
        </p:nvSpPr>
        <p:spPr>
          <a:xfrm>
            <a:off x="427453" y="2608057"/>
            <a:ext cx="4761151" cy="15283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chemeClr val="lt1"/>
                </a:solidFill>
                <a:latin typeface="Georgia"/>
                <a:ea typeface="Georgia"/>
                <a:cs typeface="Georgia"/>
                <a:sym typeface="Georgia"/>
              </a:rPr>
              <a:t> </a:t>
            </a:r>
            <a:endParaRPr sz="11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matchingName="Ttle Slide 3 - without image">
  <p:cSld name="Ttle Slide 3 - without image">
    <p:spTree>
      <p:nvGrpSpPr>
        <p:cNvPr id="1" name="Shape 809"/>
        <p:cNvGrpSpPr/>
        <p:nvPr/>
      </p:nvGrpSpPr>
      <p:grpSpPr>
        <a:xfrm>
          <a:off x="0" y="0"/>
          <a:ext cx="0" cy="0"/>
          <a:chOff x="0" y="0"/>
          <a:chExt cx="0" cy="0"/>
        </a:xfrm>
      </p:grpSpPr>
      <p:sp>
        <p:nvSpPr>
          <p:cNvPr id="810" name="Google Shape;810;p102"/>
          <p:cNvSpPr>
            <a:spLocks noGrp="1"/>
          </p:cNvSpPr>
          <p:nvPr>
            <p:ph type="pic" idx="2"/>
          </p:nvPr>
        </p:nvSpPr>
        <p:spPr>
          <a:xfrm>
            <a:off x="2057400" y="1"/>
            <a:ext cx="7086600" cy="5143499"/>
          </a:xfrm>
          <a:prstGeom prst="rect">
            <a:avLst/>
          </a:prstGeom>
          <a:solidFill>
            <a:srgbClr val="DEDEDE"/>
          </a:solidFill>
          <a:ln>
            <a:noFill/>
          </a:ln>
        </p:spPr>
      </p:sp>
      <p:grpSp>
        <p:nvGrpSpPr>
          <p:cNvPr id="811" name="Google Shape;811;p102"/>
          <p:cNvGrpSpPr/>
          <p:nvPr/>
        </p:nvGrpSpPr>
        <p:grpSpPr>
          <a:xfrm>
            <a:off x="1" y="1"/>
            <a:ext cx="6275652" cy="5143500"/>
            <a:chOff x="1" y="3"/>
            <a:chExt cx="6126163" cy="6858000"/>
          </a:xfrm>
        </p:grpSpPr>
        <p:sp>
          <p:nvSpPr>
            <p:cNvPr id="812" name="Google Shape;812;p102"/>
            <p:cNvSpPr/>
            <p:nvPr/>
          </p:nvSpPr>
          <p:spPr>
            <a:xfrm>
              <a:off x="1" y="3"/>
              <a:ext cx="6126163" cy="6858000"/>
            </a:xfrm>
            <a:custGeom>
              <a:avLst/>
              <a:gdLst/>
              <a:ahLst/>
              <a:cxnLst/>
              <a:rect l="l" t="t" r="r" b="b"/>
              <a:pathLst>
                <a:path w="6126163" h="6858000" extrusionOk="0">
                  <a:moveTo>
                    <a:pt x="0" y="0"/>
                  </a:moveTo>
                  <a:lnTo>
                    <a:pt x="2381250" y="0"/>
                  </a:lnTo>
                  <a:lnTo>
                    <a:pt x="2381250" y="765175"/>
                  </a:lnTo>
                  <a:lnTo>
                    <a:pt x="3149601" y="765175"/>
                  </a:lnTo>
                  <a:lnTo>
                    <a:pt x="3149601" y="1957388"/>
                  </a:lnTo>
                  <a:lnTo>
                    <a:pt x="5132388" y="1957388"/>
                  </a:lnTo>
                  <a:lnTo>
                    <a:pt x="5132388" y="4899025"/>
                  </a:lnTo>
                  <a:lnTo>
                    <a:pt x="6126163" y="4899025"/>
                  </a:lnTo>
                  <a:lnTo>
                    <a:pt x="6126163" y="6858000"/>
                  </a:lnTo>
                  <a:lnTo>
                    <a:pt x="5132388" y="6858000"/>
                  </a:lnTo>
                  <a:lnTo>
                    <a:pt x="3149601" y="6858000"/>
                  </a:lnTo>
                  <a:lnTo>
                    <a:pt x="2381250" y="6858000"/>
                  </a:lnTo>
                  <a:lnTo>
                    <a:pt x="917576" y="6858000"/>
                  </a:lnTo>
                  <a:lnTo>
                    <a:pt x="0" y="6858000"/>
                  </a:lnTo>
                  <a:close/>
                </a:path>
              </a:pathLst>
            </a:custGeom>
            <a:solidFill>
              <a:srgbClr val="D04A02"/>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800" b="0" i="0" u="none" strike="noStrike" cap="none">
                <a:solidFill>
                  <a:schemeClr val="lt1"/>
                </a:solidFill>
                <a:latin typeface="Arial"/>
                <a:ea typeface="Arial"/>
                <a:cs typeface="Arial"/>
                <a:sym typeface="Arial"/>
              </a:endParaRPr>
            </a:p>
          </p:txBody>
        </p:sp>
        <p:pic>
          <p:nvPicPr>
            <p:cNvPr id="813" name="Google Shape;813;p102"/>
            <p:cNvPicPr preferRelativeResize="0"/>
            <p:nvPr/>
          </p:nvPicPr>
          <p:blipFill rotWithShape="1">
            <a:blip r:embed="rId2">
              <a:alphaModFix/>
            </a:blip>
            <a:srcRect/>
            <a:stretch/>
          </p:blipFill>
          <p:spPr>
            <a:xfrm>
              <a:off x="201168" y="5330955"/>
              <a:ext cx="1636776" cy="1351184"/>
            </a:xfrm>
            <a:prstGeom prst="rect">
              <a:avLst/>
            </a:prstGeom>
            <a:noFill/>
            <a:ln>
              <a:noFill/>
            </a:ln>
          </p:spPr>
        </p:pic>
      </p:grpSp>
      <p:sp>
        <p:nvSpPr>
          <p:cNvPr id="814" name="Google Shape;814;p102"/>
          <p:cNvSpPr txBox="1"/>
          <p:nvPr/>
        </p:nvSpPr>
        <p:spPr>
          <a:xfrm>
            <a:off x="427453" y="3156042"/>
            <a:ext cx="4761151" cy="15283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chemeClr val="lt1"/>
                </a:solidFill>
                <a:latin typeface="Arial"/>
                <a:ea typeface="Arial"/>
                <a:cs typeface="Arial"/>
                <a:sym typeface="Arial"/>
              </a:rPr>
              <a:t> </a:t>
            </a:r>
            <a:endParaRPr sz="1100" b="0" i="0" u="none" strike="noStrike" cap="none">
              <a:solidFill>
                <a:srgbClr val="000000"/>
              </a:solidFill>
              <a:latin typeface="Arial"/>
              <a:ea typeface="Arial"/>
              <a:cs typeface="Arial"/>
              <a:sym typeface="Arial"/>
            </a:endParaRPr>
          </a:p>
        </p:txBody>
      </p:sp>
      <p:sp>
        <p:nvSpPr>
          <p:cNvPr id="815" name="Google Shape;815;p102"/>
          <p:cNvSpPr txBox="1"/>
          <p:nvPr/>
        </p:nvSpPr>
        <p:spPr>
          <a:xfrm>
            <a:off x="427454" y="3541644"/>
            <a:ext cx="2443952" cy="10180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700"/>
              <a:buFont typeface="Arial"/>
              <a:buNone/>
            </a:pPr>
            <a:endParaRPr sz="700" b="1" i="0" u="none" strike="noStrike" cap="none">
              <a:solidFill>
                <a:schemeClr val="lt1"/>
              </a:solidFill>
              <a:latin typeface="Arial"/>
              <a:ea typeface="Arial"/>
              <a:cs typeface="Arial"/>
              <a:sym typeface="Arial"/>
            </a:endParaRPr>
          </a:p>
        </p:txBody>
      </p:sp>
      <p:sp>
        <p:nvSpPr>
          <p:cNvPr id="816" name="Google Shape;816;p102"/>
          <p:cNvSpPr txBox="1"/>
          <p:nvPr/>
        </p:nvSpPr>
        <p:spPr>
          <a:xfrm>
            <a:off x="427453" y="2813797"/>
            <a:ext cx="2183264" cy="15283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000"/>
              <a:buFont typeface="Arial"/>
              <a:buNone/>
            </a:pPr>
            <a:endParaRPr sz="1000" b="0" i="0" u="none" strike="noStrike" cap="none">
              <a:solidFill>
                <a:schemeClr val="lt1"/>
              </a:solidFill>
              <a:latin typeface="Arial"/>
              <a:ea typeface="Arial"/>
              <a:cs typeface="Arial"/>
              <a:sym typeface="Arial"/>
            </a:endParaRPr>
          </a:p>
        </p:txBody>
      </p:sp>
      <p:sp>
        <p:nvSpPr>
          <p:cNvPr id="817" name="Google Shape;817;p102"/>
          <p:cNvSpPr txBox="1"/>
          <p:nvPr/>
        </p:nvSpPr>
        <p:spPr>
          <a:xfrm>
            <a:off x="1731213" y="2375717"/>
            <a:ext cx="6109026" cy="211791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Georgia"/>
              <a:ea typeface="Georgia"/>
              <a:cs typeface="Georgia"/>
              <a:sym typeface="Georgia"/>
            </a:endParaRPr>
          </a:p>
        </p:txBody>
      </p:sp>
      <p:sp>
        <p:nvSpPr>
          <p:cNvPr id="818" name="Google Shape;818;p102"/>
          <p:cNvSpPr txBox="1"/>
          <p:nvPr/>
        </p:nvSpPr>
        <p:spPr>
          <a:xfrm>
            <a:off x="427453" y="1663306"/>
            <a:ext cx="4761151" cy="48888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 sz="3200" b="0" i="0" u="none" strike="noStrike" cap="none">
                <a:solidFill>
                  <a:schemeClr val="lt1"/>
                </a:solidFill>
                <a:latin typeface="Georgia"/>
                <a:ea typeface="Georgia"/>
                <a:cs typeface="Georgia"/>
                <a:sym typeface="Georgia"/>
              </a:rPr>
              <a:t> </a:t>
            </a:r>
            <a:endParaRPr sz="1100" b="0" i="0" u="none" strike="noStrike" cap="none">
              <a:solidFill>
                <a:srgbClr val="000000"/>
              </a:solidFill>
              <a:latin typeface="Arial"/>
              <a:ea typeface="Arial"/>
              <a:cs typeface="Arial"/>
              <a:sym typeface="Arial"/>
            </a:endParaRPr>
          </a:p>
        </p:txBody>
      </p:sp>
      <p:sp>
        <p:nvSpPr>
          <p:cNvPr id="819" name="Google Shape;819;p102"/>
          <p:cNvSpPr txBox="1"/>
          <p:nvPr/>
        </p:nvSpPr>
        <p:spPr>
          <a:xfrm>
            <a:off x="427453" y="2608057"/>
            <a:ext cx="4761151" cy="15283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chemeClr val="lt1"/>
                </a:solidFill>
                <a:latin typeface="Georgia"/>
                <a:ea typeface="Georgia"/>
                <a:cs typeface="Georgia"/>
                <a:sym typeface="Georgia"/>
              </a:rPr>
              <a:t> </a:t>
            </a:r>
            <a:endParaRPr sz="11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matchingName="Title and Content">
  <p:cSld name="Title and Content">
    <p:bg>
      <p:bgPr>
        <a:solidFill>
          <a:schemeClr val="lt1"/>
        </a:solidFill>
        <a:effectLst/>
      </p:bgPr>
    </p:bg>
    <p:spTree>
      <p:nvGrpSpPr>
        <p:cNvPr id="1" name="Shape 820"/>
        <p:cNvGrpSpPr/>
        <p:nvPr/>
      </p:nvGrpSpPr>
      <p:grpSpPr>
        <a:xfrm>
          <a:off x="0" y="0"/>
          <a:ext cx="0" cy="0"/>
          <a:chOff x="0" y="0"/>
          <a:chExt cx="0" cy="0"/>
        </a:xfrm>
      </p:grpSpPr>
      <p:sp>
        <p:nvSpPr>
          <p:cNvPr id="821" name="Google Shape;821;p103"/>
          <p:cNvSpPr txBox="1">
            <a:spLocks noGrp="1"/>
          </p:cNvSpPr>
          <p:nvPr>
            <p:ph type="title"/>
          </p:nvPr>
        </p:nvSpPr>
        <p:spPr>
          <a:xfrm>
            <a:off x="482138" y="707987"/>
            <a:ext cx="8179723" cy="556709"/>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1"/>
              </a:buClr>
              <a:buSzPts val="18400"/>
              <a:buFont typeface="Arial"/>
              <a:buNone/>
              <a:defRPr sz="18400" b="0" i="0">
                <a:solidFill>
                  <a:schemeClr val="lt1"/>
                </a:solidFill>
                <a:latin typeface="Arial"/>
                <a:ea typeface="Arial"/>
                <a:cs typeface="Arial"/>
                <a:sym typeface="Aria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822" name="Google Shape;822;p103"/>
          <p:cNvSpPr txBox="1">
            <a:spLocks noGrp="1"/>
          </p:cNvSpPr>
          <p:nvPr>
            <p:ph type="body" idx="1"/>
          </p:nvPr>
        </p:nvSpPr>
        <p:spPr>
          <a:xfrm>
            <a:off x="482138" y="1361515"/>
            <a:ext cx="8179723" cy="3230471"/>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700"/>
              <a:buNone/>
              <a:defRPr/>
            </a:lvl1pPr>
            <a:lvl2pPr marL="914400" lvl="1" indent="-317500" algn="l">
              <a:lnSpc>
                <a:spcPct val="100000"/>
              </a:lnSpc>
              <a:spcBef>
                <a:spcPts val="400"/>
              </a:spcBef>
              <a:spcAft>
                <a:spcPts val="0"/>
              </a:spcAft>
              <a:buSzPts val="1400"/>
              <a:buChar char="•"/>
              <a:defRPr/>
            </a:lvl2pPr>
            <a:lvl3pPr marL="1371600" lvl="2" indent="-317500" algn="l">
              <a:lnSpc>
                <a:spcPct val="100000"/>
              </a:lnSpc>
              <a:spcBef>
                <a:spcPts val="400"/>
              </a:spcBef>
              <a:spcAft>
                <a:spcPts val="0"/>
              </a:spcAft>
              <a:buSzPts val="1400"/>
              <a:buChar char="-"/>
              <a:defRPr/>
            </a:lvl3pPr>
            <a:lvl4pPr marL="1828800" lvl="3" indent="-317500" algn="l">
              <a:lnSpc>
                <a:spcPct val="100000"/>
              </a:lnSpc>
              <a:spcBef>
                <a:spcPts val="400"/>
              </a:spcBef>
              <a:spcAft>
                <a:spcPts val="0"/>
              </a:spcAft>
              <a:buSzPts val="1400"/>
              <a:buChar char="◦"/>
              <a:defRPr/>
            </a:lvl4pPr>
            <a:lvl5pPr marL="2286000" lvl="4" indent="-317500" algn="l">
              <a:lnSpc>
                <a:spcPct val="100000"/>
              </a:lnSpc>
              <a:spcBef>
                <a:spcPts val="400"/>
              </a:spcBef>
              <a:spcAft>
                <a:spcPts val="0"/>
              </a:spcAft>
              <a:buSzPts val="1400"/>
              <a:buChar char="›"/>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823" name="Google Shape;823;p103"/>
          <p:cNvSpPr txBox="1">
            <a:spLocks noGrp="1"/>
          </p:cNvSpPr>
          <p:nvPr>
            <p:ph type="ftr" idx="11"/>
          </p:nvPr>
        </p:nvSpPr>
        <p:spPr>
          <a:xfrm>
            <a:off x="482138" y="4689662"/>
            <a:ext cx="5253644" cy="10287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100"/>
              <a:buNone/>
              <a:defRPr sz="600" b="0" i="0">
                <a:solidFill>
                  <a:schemeClr val="dk1"/>
                </a:solidFill>
                <a:latin typeface="Arial"/>
                <a:ea typeface="Arial"/>
                <a:cs typeface="Arial"/>
                <a:sym typeface="Aria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824" name="Google Shape;824;p103"/>
          <p:cNvSpPr txBox="1">
            <a:spLocks noGrp="1"/>
          </p:cNvSpPr>
          <p:nvPr>
            <p:ph type="dt" idx="10"/>
          </p:nvPr>
        </p:nvSpPr>
        <p:spPr>
          <a:xfrm>
            <a:off x="7132320" y="4689662"/>
            <a:ext cx="1521229" cy="10287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100"/>
              <a:buNone/>
              <a:defRPr>
                <a:solidFill>
                  <a:srgbClr val="888888"/>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825" name="Google Shape;825;p103"/>
          <p:cNvSpPr txBox="1">
            <a:spLocks noGrp="1"/>
          </p:cNvSpPr>
          <p:nvPr>
            <p:ph type="sldNum" idx="12"/>
          </p:nvPr>
        </p:nvSpPr>
        <p:spPr>
          <a:xfrm>
            <a:off x="7132320" y="4792532"/>
            <a:ext cx="1521229" cy="102870"/>
          </a:xfrm>
          <a:prstGeom prst="rect">
            <a:avLst/>
          </a:prstGeom>
          <a:noFill/>
          <a:ln>
            <a:noFill/>
          </a:ln>
        </p:spPr>
        <p:txBody>
          <a:bodyPr spcFirstLastPara="1" wrap="square" lIns="0" tIns="0" rIns="0" bIns="0" anchor="ctr" anchorCtr="0">
            <a:noAutofit/>
          </a:bodyPr>
          <a:lstStyle>
            <a:lvl1pPr marL="2540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2540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2540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2540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2540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2540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2540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2540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2540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2540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userDrawn="1">
  <p:cSld name="Titre de section">
    <p:bg>
      <p:bgPr>
        <a:solidFill>
          <a:srgbClr val="FFE8D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39E65-4ABC-F7FC-FCE0-B29255497D5B}"/>
              </a:ext>
            </a:extLst>
          </p:cNvPr>
          <p:cNvSpPr>
            <a:spLocks noGrp="1"/>
          </p:cNvSpPr>
          <p:nvPr>
            <p:ph type="title"/>
          </p:nvPr>
        </p:nvSpPr>
        <p:spPr>
          <a:xfrm>
            <a:off x="298329" y="2594969"/>
            <a:ext cx="4234381" cy="1944956"/>
          </a:xfrm>
        </p:spPr>
        <p:txBody>
          <a:bodyPr anchor="b" anchorCtr="0"/>
          <a:lstStyle>
            <a:lvl1pPr>
              <a:lnSpc>
                <a:spcPct val="80000"/>
              </a:lnSpc>
              <a:spcBef>
                <a:spcPts val="1050"/>
              </a:spcBef>
              <a:defRPr sz="3600" b="0"/>
            </a:lvl1pPr>
          </a:lstStyle>
          <a:p>
            <a:r>
              <a:rPr lang="fr-FR"/>
              <a:t>Modifiez le style du titre</a:t>
            </a:r>
            <a:endParaRPr lang="en-US"/>
          </a:p>
        </p:txBody>
      </p:sp>
      <p:sp>
        <p:nvSpPr>
          <p:cNvPr id="3" name="Text Placeholder 2">
            <a:extLst>
              <a:ext uri="{FF2B5EF4-FFF2-40B4-BE49-F238E27FC236}">
                <a16:creationId xmlns:a16="http://schemas.microsoft.com/office/drawing/2014/main" id="{B2BDD4AC-270A-4483-7315-655B46AA98C3}"/>
              </a:ext>
            </a:extLst>
          </p:cNvPr>
          <p:cNvSpPr>
            <a:spLocks noGrp="1"/>
          </p:cNvSpPr>
          <p:nvPr>
            <p:ph type="body" idx="1" hasCustomPrompt="1"/>
          </p:nvPr>
        </p:nvSpPr>
        <p:spPr>
          <a:xfrm>
            <a:off x="6145368" y="429306"/>
            <a:ext cx="2596571" cy="3231654"/>
          </a:xfrm>
        </p:spPr>
        <p:txBody>
          <a:bodyPr wrap="square">
            <a:spAutoFit/>
          </a:bodyPr>
          <a:lstStyle>
            <a:lvl1pPr marL="0" indent="0" algn="r">
              <a:lnSpc>
                <a:spcPct val="80000"/>
              </a:lnSpc>
              <a:spcBef>
                <a:spcPts val="0"/>
              </a:spcBef>
              <a:spcAft>
                <a:spcPts val="0"/>
              </a:spcAft>
              <a:buNone/>
              <a:defRPr sz="26250" b="0" kern="100" spc="-38" baseline="0">
                <a:solidFill>
                  <a:schemeClr val="accent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0</a:t>
            </a:r>
          </a:p>
        </p:txBody>
      </p:sp>
      <p:sp>
        <p:nvSpPr>
          <p:cNvPr id="6" name="Footer Placeholder 4">
            <a:extLst>
              <a:ext uri="{FF2B5EF4-FFF2-40B4-BE49-F238E27FC236}">
                <a16:creationId xmlns:a16="http://schemas.microsoft.com/office/drawing/2014/main" id="{8A3789D3-8936-6361-B279-04482E5DA052}"/>
              </a:ext>
            </a:extLst>
          </p:cNvPr>
          <p:cNvSpPr>
            <a:spLocks noGrp="1"/>
          </p:cNvSpPr>
          <p:nvPr>
            <p:ph type="ftr" sz="quarter" idx="3"/>
          </p:nvPr>
        </p:nvSpPr>
        <p:spPr>
          <a:xfrm>
            <a:off x="800100" y="4873081"/>
            <a:ext cx="6611112" cy="121187"/>
          </a:xfrm>
          <a:prstGeom prst="rect">
            <a:avLst/>
          </a:prstGeom>
        </p:spPr>
        <p:txBody>
          <a:bodyPr vert="horz" wrap="square" lIns="0" tIns="0" rIns="0" bIns="0" rtlCol="0" anchor="b" anchorCtr="0">
            <a:spAutoFit/>
          </a:bodyPr>
          <a:lstStyle>
            <a:lvl1pPr algn="l">
              <a:defRPr sz="788" b="0">
                <a:solidFill>
                  <a:sysClr val="windowText" lastClr="000000"/>
                </a:solidFill>
                <a:latin typeface="+mn-lt"/>
                <a:cs typeface="Arial" panose="020B0604020202020204" pitchFamily="34" charset="0"/>
              </a:defRPr>
            </a:lvl1pPr>
          </a:lstStyle>
          <a:p>
            <a:r>
              <a:rPr lang="en-US"/>
              <a:t>Presentation Title   |   Section Title</a:t>
            </a:r>
          </a:p>
        </p:txBody>
      </p:sp>
      <p:sp>
        <p:nvSpPr>
          <p:cNvPr id="7" name="Slide Number Placeholder 13">
            <a:extLst>
              <a:ext uri="{FF2B5EF4-FFF2-40B4-BE49-F238E27FC236}">
                <a16:creationId xmlns:a16="http://schemas.microsoft.com/office/drawing/2014/main" id="{D2CF944E-CA0D-78C4-2738-7FF65A3C61DE}"/>
              </a:ext>
            </a:extLst>
          </p:cNvPr>
          <p:cNvSpPr>
            <a:spLocks noGrp="1"/>
          </p:cNvSpPr>
          <p:nvPr>
            <p:ph type="sldNum" sz="quarter" idx="4"/>
          </p:nvPr>
        </p:nvSpPr>
        <p:spPr>
          <a:xfrm>
            <a:off x="8627864" y="4876039"/>
            <a:ext cx="223657" cy="121187"/>
          </a:xfrm>
          <a:prstGeom prst="rect">
            <a:avLst/>
          </a:prstGeom>
        </p:spPr>
        <p:txBody>
          <a:bodyPr vert="horz" wrap="square" lIns="0" tIns="0" rIns="0" bIns="0" rtlCol="0" anchor="b" anchorCtr="0">
            <a:spAutoFit/>
          </a:bodyPr>
          <a:lstStyle>
            <a:lvl1pPr algn="r">
              <a:defRPr sz="788">
                <a:solidFill>
                  <a:schemeClr val="tx1"/>
                </a:solidFill>
                <a:latin typeface="+mn-lt"/>
                <a:cs typeface="Arial" panose="020B0604020202020204" pitchFamily="34" charset="0"/>
              </a:defRPr>
            </a:lvl1pPr>
          </a:lstStyle>
          <a:p>
            <a:fld id="{3E6AC032-1535-134B-A583-D5E1DDD0D167}" type="slidenum">
              <a:rPr lang="en-US" smtClean="0"/>
              <a:pPr/>
              <a:t>‹N°›</a:t>
            </a:fld>
            <a:endParaRPr lang="en-US"/>
          </a:p>
        </p:txBody>
      </p:sp>
    </p:spTree>
    <p:extLst>
      <p:ext uri="{BB962C8B-B14F-4D97-AF65-F5344CB8AC3E}">
        <p14:creationId xmlns:p14="http://schemas.microsoft.com/office/powerpoint/2010/main" val="1907267098"/>
      </p:ext>
    </p:extLst>
  </p:cSld>
  <p:clrMapOvr>
    <a:masterClrMapping/>
  </p:clrMapOvr>
  <p:extLst>
    <p:ext uri="{DCECCB84-F9BA-43D5-87BE-67443E8EF086}">
      <p15:sldGuideLst xmlns:p15="http://schemas.microsoft.com/office/powerpoint/2012/main"/>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userDrawn="1">
  <p:cSld name="Section Header 2">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2074E594-75BC-BB21-5CB5-2ECACC5760F1}"/>
              </a:ext>
            </a:extLst>
          </p:cNvPr>
          <p:cNvSpPr>
            <a:spLocks noGrp="1"/>
          </p:cNvSpPr>
          <p:nvPr>
            <p:ph type="title"/>
          </p:nvPr>
        </p:nvSpPr>
        <p:spPr>
          <a:xfrm>
            <a:off x="298329" y="2594969"/>
            <a:ext cx="4234381" cy="1944956"/>
          </a:xfrm>
        </p:spPr>
        <p:txBody>
          <a:bodyPr anchor="b" anchorCtr="0"/>
          <a:lstStyle>
            <a:lvl1pPr>
              <a:lnSpc>
                <a:spcPct val="80000"/>
              </a:lnSpc>
              <a:spcBef>
                <a:spcPts val="1050"/>
              </a:spcBef>
              <a:defRPr sz="3600" b="0"/>
            </a:lvl1pPr>
          </a:lstStyle>
          <a:p>
            <a:r>
              <a:rPr lang="fr-FR"/>
              <a:t>Modifiez le style du titre</a:t>
            </a:r>
            <a:endParaRPr lang="en-US"/>
          </a:p>
        </p:txBody>
      </p:sp>
      <p:sp>
        <p:nvSpPr>
          <p:cNvPr id="3" name="Text Placeholder 2">
            <a:extLst>
              <a:ext uri="{FF2B5EF4-FFF2-40B4-BE49-F238E27FC236}">
                <a16:creationId xmlns:a16="http://schemas.microsoft.com/office/drawing/2014/main" id="{B2BDD4AC-270A-4483-7315-655B46AA98C3}"/>
              </a:ext>
            </a:extLst>
          </p:cNvPr>
          <p:cNvSpPr>
            <a:spLocks noGrp="1"/>
          </p:cNvSpPr>
          <p:nvPr>
            <p:ph type="body" idx="1" hasCustomPrompt="1"/>
          </p:nvPr>
        </p:nvSpPr>
        <p:spPr>
          <a:xfrm>
            <a:off x="6145368" y="432054"/>
            <a:ext cx="2596571" cy="3231654"/>
          </a:xfrm>
        </p:spPr>
        <p:txBody>
          <a:bodyPr wrap="square">
            <a:spAutoFit/>
          </a:bodyPr>
          <a:lstStyle>
            <a:lvl1pPr marL="0" indent="0" algn="r">
              <a:lnSpc>
                <a:spcPct val="80000"/>
              </a:lnSpc>
              <a:spcBef>
                <a:spcPts val="0"/>
              </a:spcBef>
              <a:spcAft>
                <a:spcPts val="0"/>
              </a:spcAft>
              <a:buNone/>
              <a:defRPr sz="26250" b="0" kern="100" spc="-38" baseline="0">
                <a:solidFill>
                  <a:schemeClr val="accent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0</a:t>
            </a:r>
          </a:p>
        </p:txBody>
      </p:sp>
      <p:sp>
        <p:nvSpPr>
          <p:cNvPr id="5" name="Footer Placeholder 4">
            <a:extLst>
              <a:ext uri="{FF2B5EF4-FFF2-40B4-BE49-F238E27FC236}">
                <a16:creationId xmlns:a16="http://schemas.microsoft.com/office/drawing/2014/main" id="{14843C2F-D12F-B2E4-1020-42BB1F404EEB}"/>
              </a:ext>
            </a:extLst>
          </p:cNvPr>
          <p:cNvSpPr>
            <a:spLocks noGrp="1"/>
          </p:cNvSpPr>
          <p:nvPr>
            <p:ph type="ftr" sz="quarter" idx="3"/>
          </p:nvPr>
        </p:nvSpPr>
        <p:spPr>
          <a:xfrm>
            <a:off x="800100" y="4873081"/>
            <a:ext cx="6611112" cy="121187"/>
          </a:xfrm>
          <a:prstGeom prst="rect">
            <a:avLst/>
          </a:prstGeom>
        </p:spPr>
        <p:txBody>
          <a:bodyPr vert="horz" wrap="square" lIns="0" tIns="0" rIns="0" bIns="0" rtlCol="0" anchor="b" anchorCtr="0">
            <a:spAutoFit/>
          </a:bodyPr>
          <a:lstStyle>
            <a:lvl1pPr algn="l">
              <a:defRPr sz="788" b="0">
                <a:solidFill>
                  <a:sysClr val="windowText" lastClr="000000"/>
                </a:solidFill>
                <a:latin typeface="+mn-lt"/>
                <a:cs typeface="Arial" panose="020B0604020202020204" pitchFamily="34" charset="0"/>
              </a:defRPr>
            </a:lvl1pPr>
          </a:lstStyle>
          <a:p>
            <a:r>
              <a:rPr lang="en-US"/>
              <a:t>Presentation Title   |   Section Title</a:t>
            </a:r>
          </a:p>
        </p:txBody>
      </p:sp>
      <p:sp>
        <p:nvSpPr>
          <p:cNvPr id="6" name="Slide Number Placeholder 13">
            <a:extLst>
              <a:ext uri="{FF2B5EF4-FFF2-40B4-BE49-F238E27FC236}">
                <a16:creationId xmlns:a16="http://schemas.microsoft.com/office/drawing/2014/main" id="{78D8C702-FC4B-D3F7-8D51-D2B3DFBA1CCE}"/>
              </a:ext>
            </a:extLst>
          </p:cNvPr>
          <p:cNvSpPr>
            <a:spLocks noGrp="1"/>
          </p:cNvSpPr>
          <p:nvPr>
            <p:ph type="sldNum" sz="quarter" idx="4"/>
          </p:nvPr>
        </p:nvSpPr>
        <p:spPr>
          <a:xfrm>
            <a:off x="8627864" y="4876039"/>
            <a:ext cx="223657" cy="121187"/>
          </a:xfrm>
          <a:prstGeom prst="rect">
            <a:avLst/>
          </a:prstGeom>
        </p:spPr>
        <p:txBody>
          <a:bodyPr vert="horz" wrap="square" lIns="0" tIns="0" rIns="0" bIns="0" rtlCol="0" anchor="b" anchorCtr="0">
            <a:spAutoFit/>
          </a:bodyPr>
          <a:lstStyle>
            <a:lvl1pPr algn="r">
              <a:defRPr sz="788">
                <a:solidFill>
                  <a:schemeClr val="tx1"/>
                </a:solidFill>
                <a:latin typeface="+mn-lt"/>
                <a:cs typeface="Arial" panose="020B0604020202020204" pitchFamily="34" charset="0"/>
              </a:defRPr>
            </a:lvl1pPr>
          </a:lstStyle>
          <a:p>
            <a:fld id="{3E6AC032-1535-134B-A583-D5E1DDD0D167}" type="slidenum">
              <a:rPr lang="en-US" smtClean="0"/>
              <a:pPr/>
              <a:t>‹N°›</a:t>
            </a:fld>
            <a:endParaRPr lang="en-US"/>
          </a:p>
        </p:txBody>
      </p:sp>
    </p:spTree>
    <p:extLst>
      <p:ext uri="{BB962C8B-B14F-4D97-AF65-F5344CB8AC3E}">
        <p14:creationId xmlns:p14="http://schemas.microsoft.com/office/powerpoint/2010/main" val="434015855"/>
      </p:ext>
    </p:extLst>
  </p:cSld>
  <p:clrMapOvr>
    <a:masterClrMapping/>
  </p:clrMapOvr>
  <p:extLst>
    <p:ext uri="{DCECCB84-F9BA-43D5-87BE-67443E8EF086}">
      <p15:sldGuideLst xmlns:p15="http://schemas.microsoft.com/office/powerpoint/2012/main"/>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userDrawn="1">
  <p:cSld name="Big Dat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300038" y="-225561"/>
            <a:ext cx="4232672" cy="207749"/>
          </a:xfrm>
        </p:spPr>
        <p:txBody>
          <a:bodyPr wrap="square">
            <a:spAutoFit/>
          </a:bodyPr>
          <a:lstStyle>
            <a:lvl1pPr>
              <a:defRPr sz="1350" b="0"/>
            </a:lvl1pPr>
          </a:lstStyle>
          <a:p>
            <a:r>
              <a:rPr lang="en-US"/>
              <a:t>Title for accessibility</a:t>
            </a:r>
          </a:p>
        </p:txBody>
      </p:sp>
      <p:sp>
        <p:nvSpPr>
          <p:cNvPr id="8" name="Text Placeholder 2">
            <a:extLst>
              <a:ext uri="{FF2B5EF4-FFF2-40B4-BE49-F238E27FC236}">
                <a16:creationId xmlns:a16="http://schemas.microsoft.com/office/drawing/2014/main" id="{6949215D-624C-7D6A-5688-62477C18FAD8}"/>
              </a:ext>
            </a:extLst>
          </p:cNvPr>
          <p:cNvSpPr>
            <a:spLocks noGrp="1"/>
          </p:cNvSpPr>
          <p:nvPr>
            <p:ph type="body" idx="11" hasCustomPrompt="1"/>
          </p:nvPr>
        </p:nvSpPr>
        <p:spPr>
          <a:xfrm>
            <a:off x="4612707" y="688666"/>
            <a:ext cx="4245542" cy="1384994"/>
          </a:xfrm>
        </p:spPr>
        <p:txBody>
          <a:bodyPr wrap="square">
            <a:spAutoFit/>
          </a:bodyPr>
          <a:lstStyle>
            <a:lvl1pPr marL="0" indent="0" algn="l">
              <a:lnSpc>
                <a:spcPct val="80000"/>
              </a:lnSpc>
              <a:spcBef>
                <a:spcPts val="0"/>
              </a:spcBef>
              <a:spcAft>
                <a:spcPts val="0"/>
              </a:spcAft>
              <a:buNone/>
              <a:defRPr sz="11250" b="0" kern="100" spc="-38" baseline="0">
                <a:solidFill>
                  <a:schemeClr val="accent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0</a:t>
            </a:r>
          </a:p>
        </p:txBody>
      </p:sp>
      <p:sp>
        <p:nvSpPr>
          <p:cNvPr id="3" name="Content Placeholder 2">
            <a:extLst>
              <a:ext uri="{FF2B5EF4-FFF2-40B4-BE49-F238E27FC236}">
                <a16:creationId xmlns:a16="http://schemas.microsoft.com/office/drawing/2014/main" id="{226E3B15-3502-F478-0302-DCABA0B41AD0}"/>
              </a:ext>
            </a:extLst>
          </p:cNvPr>
          <p:cNvSpPr>
            <a:spLocks noGrp="1"/>
          </p:cNvSpPr>
          <p:nvPr>
            <p:ph idx="1"/>
          </p:nvPr>
        </p:nvSpPr>
        <p:spPr>
          <a:xfrm>
            <a:off x="4612707" y="1825228"/>
            <a:ext cx="4245543" cy="2270522"/>
          </a:xfrm>
        </p:spPr>
        <p:txBody>
          <a:bodyPr/>
          <a:lstStyle>
            <a:lvl1pPr>
              <a:lnSpc>
                <a:spcPct val="100000"/>
              </a:lnSpc>
              <a:spcBef>
                <a:spcPts val="675"/>
              </a:spcBef>
              <a:spcAft>
                <a:spcPts val="0"/>
              </a:spcAft>
              <a:defRPr sz="4950" b="0" spc="-38" baseline="0">
                <a:latin typeface="+mj-lt"/>
              </a:defRPr>
            </a:lvl1pPr>
          </a:lstStyle>
          <a:p>
            <a:pPr lvl="0"/>
            <a:r>
              <a:rPr lang="fr-FR"/>
              <a:t>Cliquez pour modifier les styles du texte du masque</a:t>
            </a:r>
          </a:p>
        </p:txBody>
      </p:sp>
      <p:sp>
        <p:nvSpPr>
          <p:cNvPr id="7" name="Footer Placeholder 4">
            <a:extLst>
              <a:ext uri="{FF2B5EF4-FFF2-40B4-BE49-F238E27FC236}">
                <a16:creationId xmlns:a16="http://schemas.microsoft.com/office/drawing/2014/main" id="{9B293083-8587-219C-C524-D809D6A866A2}"/>
              </a:ext>
            </a:extLst>
          </p:cNvPr>
          <p:cNvSpPr>
            <a:spLocks noGrp="1"/>
          </p:cNvSpPr>
          <p:nvPr>
            <p:ph type="ftr" sz="quarter" idx="3"/>
          </p:nvPr>
        </p:nvSpPr>
        <p:spPr>
          <a:xfrm>
            <a:off x="800100" y="4873081"/>
            <a:ext cx="6611112" cy="121187"/>
          </a:xfrm>
          <a:prstGeom prst="rect">
            <a:avLst/>
          </a:prstGeom>
        </p:spPr>
        <p:txBody>
          <a:bodyPr vert="horz" wrap="square" lIns="0" tIns="0" rIns="0" bIns="0" rtlCol="0" anchor="b" anchorCtr="0">
            <a:spAutoFit/>
          </a:bodyPr>
          <a:lstStyle>
            <a:lvl1pPr algn="l">
              <a:defRPr sz="788" b="0">
                <a:solidFill>
                  <a:sysClr val="windowText" lastClr="000000"/>
                </a:solidFill>
                <a:latin typeface="+mn-lt"/>
                <a:cs typeface="Arial" panose="020B0604020202020204" pitchFamily="34" charset="0"/>
              </a:defRPr>
            </a:lvl1pPr>
          </a:lstStyle>
          <a:p>
            <a:r>
              <a:rPr lang="en-US"/>
              <a:t>Presentation Title   |   Section Title</a:t>
            </a:r>
          </a:p>
        </p:txBody>
      </p:sp>
      <p:sp>
        <p:nvSpPr>
          <p:cNvPr id="9" name="Slide Number Placeholder 13">
            <a:extLst>
              <a:ext uri="{FF2B5EF4-FFF2-40B4-BE49-F238E27FC236}">
                <a16:creationId xmlns:a16="http://schemas.microsoft.com/office/drawing/2014/main" id="{5AC9A00F-F989-8AFC-7652-904E0B2E41F0}"/>
              </a:ext>
            </a:extLst>
          </p:cNvPr>
          <p:cNvSpPr>
            <a:spLocks noGrp="1"/>
          </p:cNvSpPr>
          <p:nvPr>
            <p:ph type="sldNum" sz="quarter" idx="4"/>
          </p:nvPr>
        </p:nvSpPr>
        <p:spPr>
          <a:xfrm>
            <a:off x="8627864" y="4876039"/>
            <a:ext cx="223657" cy="121187"/>
          </a:xfrm>
          <a:prstGeom prst="rect">
            <a:avLst/>
          </a:prstGeom>
        </p:spPr>
        <p:txBody>
          <a:bodyPr vert="horz" wrap="square" lIns="0" tIns="0" rIns="0" bIns="0" rtlCol="0" anchor="b" anchorCtr="0">
            <a:spAutoFit/>
          </a:bodyPr>
          <a:lstStyle>
            <a:lvl1pPr algn="r">
              <a:defRPr sz="788">
                <a:solidFill>
                  <a:schemeClr val="tx1"/>
                </a:solidFill>
                <a:latin typeface="+mn-lt"/>
                <a:cs typeface="Arial" panose="020B0604020202020204" pitchFamily="34" charset="0"/>
              </a:defRPr>
            </a:lvl1pPr>
          </a:lstStyle>
          <a:p>
            <a:fld id="{3E6AC032-1535-134B-A583-D5E1DDD0D167}" type="slidenum">
              <a:rPr lang="en-US" smtClean="0"/>
              <a:pPr/>
              <a:t>‹N°›</a:t>
            </a:fld>
            <a:endParaRPr lang="en-US"/>
          </a:p>
        </p:txBody>
      </p:sp>
      <p:sp>
        <p:nvSpPr>
          <p:cNvPr id="10" name="Content Placeholder 2">
            <a:extLst>
              <a:ext uri="{FF2B5EF4-FFF2-40B4-BE49-F238E27FC236}">
                <a16:creationId xmlns:a16="http://schemas.microsoft.com/office/drawing/2014/main" id="{F37C9592-01FB-4A3C-B7D0-60D0B86B7CC8}"/>
              </a:ext>
            </a:extLst>
          </p:cNvPr>
          <p:cNvSpPr>
            <a:spLocks noGrp="1"/>
          </p:cNvSpPr>
          <p:nvPr>
            <p:ph idx="10"/>
          </p:nvPr>
        </p:nvSpPr>
        <p:spPr>
          <a:xfrm>
            <a:off x="301475" y="3385495"/>
            <a:ext cx="3513288" cy="1074538"/>
          </a:xfrm>
        </p:spPr>
        <p:txBody>
          <a:bodyPr/>
          <a:lstStyle>
            <a:lvl1pPr>
              <a:lnSpc>
                <a:spcPct val="100000"/>
              </a:lnSpc>
              <a:spcBef>
                <a:spcPts val="0"/>
              </a:spcBef>
              <a:spcAft>
                <a:spcPts val="0"/>
              </a:spcAft>
              <a:defRPr sz="1350" b="1"/>
            </a:lvl1pPr>
            <a:lvl2pPr>
              <a:lnSpc>
                <a:spcPct val="100000"/>
              </a:lnSpc>
              <a:spcBef>
                <a:spcPts val="0"/>
              </a:spcBef>
              <a:spcAft>
                <a:spcPts val="0"/>
              </a:spcAft>
              <a:defRPr sz="1350" b="0">
                <a:latin typeface="+mj-lt"/>
              </a:defRPr>
            </a:lvl2pPr>
            <a:lvl3pPr marL="0" indent="0">
              <a:buNone/>
              <a:defRPr/>
            </a:lvl3pPr>
          </a:lstStyle>
          <a:p>
            <a:pPr lvl="0"/>
            <a:r>
              <a:rPr lang="fr-FR"/>
              <a:t>Cliquez pour modifier les styles du texte du masque</a:t>
            </a:r>
          </a:p>
          <a:p>
            <a:pPr lvl="1"/>
            <a:r>
              <a:rPr lang="fr-FR"/>
              <a:t>Deuxième niveau</a:t>
            </a:r>
          </a:p>
        </p:txBody>
      </p:sp>
    </p:spTree>
    <p:extLst>
      <p:ext uri="{BB962C8B-B14F-4D97-AF65-F5344CB8AC3E}">
        <p14:creationId xmlns:p14="http://schemas.microsoft.com/office/powerpoint/2010/main" val="1449191495"/>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userDrawn="1">
  <p:cSld name="Titre et contenu">
    <p:spTree>
      <p:nvGrpSpPr>
        <p:cNvPr id="1" name=""/>
        <p:cNvGrpSpPr/>
        <p:nvPr/>
      </p:nvGrpSpPr>
      <p:grpSpPr>
        <a:xfrm>
          <a:off x="0" y="0"/>
          <a:ext cx="0" cy="0"/>
          <a:chOff x="0" y="0"/>
          <a:chExt cx="0" cy="0"/>
        </a:xfrm>
      </p:grpSpPr>
      <p:graphicFrame>
        <p:nvGraphicFramePr>
          <p:cNvPr id="7" name="Objet 6" hidden="1"/>
          <p:cNvGraphicFramePr>
            <a:graphicFrameLocks noChangeAspect="1"/>
          </p:cNvGraphicFramePr>
          <p:nvPr userDrawn="1">
            <p:custDataLst>
              <p:tags r:id="rId1"/>
            </p:custDataLst>
            <p:extLst>
              <p:ext uri="{D42A27DB-BD31-4B8C-83A1-F6EECF244321}">
                <p14:modId xmlns:p14="http://schemas.microsoft.com/office/powerpoint/2010/main" val="370239629"/>
              </p:ext>
            </p:extLst>
          </p:nvPr>
        </p:nvGraphicFramePr>
        <p:xfrm>
          <a:off x="1589" y="1192"/>
          <a:ext cx="1587" cy="1190"/>
        </p:xfrm>
        <a:graphic>
          <a:graphicData uri="http://schemas.openxmlformats.org/presentationml/2006/ole">
            <mc:AlternateContent xmlns:mc="http://schemas.openxmlformats.org/markup-compatibility/2006">
              <mc:Choice xmlns:v="urn:schemas-microsoft-com:vml" Requires="v">
                <p:oleObj name="Diapositive think-cell" r:id="rId3" imgW="592" imgH="591" progId="TCLayout.ActiveDocument.1">
                  <p:embed/>
                </p:oleObj>
              </mc:Choice>
              <mc:Fallback>
                <p:oleObj name="Diapositive think-cell" r:id="rId3" imgW="592" imgH="591" progId="TCLayout.ActiveDocument.1">
                  <p:embed/>
                  <p:pic>
                    <p:nvPicPr>
                      <p:cNvPr id="7" name="Objet 6" hidden="1"/>
                      <p:cNvPicPr/>
                      <p:nvPr/>
                    </p:nvPicPr>
                    <p:blipFill>
                      <a:blip r:embed="rId4"/>
                      <a:stretch>
                        <a:fillRect/>
                      </a:stretch>
                    </p:blipFill>
                    <p:spPr>
                      <a:xfrm>
                        <a:off x="1589" y="1192"/>
                        <a:ext cx="1587" cy="1190"/>
                      </a:xfrm>
                      <a:prstGeom prst="rect">
                        <a:avLst/>
                      </a:prstGeom>
                    </p:spPr>
                  </p:pic>
                </p:oleObj>
              </mc:Fallback>
            </mc:AlternateContent>
          </a:graphicData>
        </a:graphic>
      </p:graphicFrame>
      <p:sp>
        <p:nvSpPr>
          <p:cNvPr id="3" name="Content Placeholder 2"/>
          <p:cNvSpPr>
            <a:spLocks noGrp="1"/>
          </p:cNvSpPr>
          <p:nvPr>
            <p:ph idx="1" hasCustomPrompt="1"/>
          </p:nvPr>
        </p:nvSpPr>
        <p:spPr>
          <a:xfrm>
            <a:off x="457200" y="1577578"/>
            <a:ext cx="8229600" cy="305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endParaRPr lang="en-GB"/>
          </a:p>
        </p:txBody>
      </p:sp>
      <p:sp>
        <p:nvSpPr>
          <p:cNvPr id="6" name="Slide Number Placeholder 5">
            <a:extLst>
              <a:ext uri="{FF2B5EF4-FFF2-40B4-BE49-F238E27FC236}">
                <a16:creationId xmlns:a16="http://schemas.microsoft.com/office/drawing/2014/main" id="{D3433AD6-7E25-3440-A0A8-374B46CA701C}"/>
              </a:ext>
            </a:extLst>
          </p:cNvPr>
          <p:cNvSpPr>
            <a:spLocks noGrp="1"/>
          </p:cNvSpPr>
          <p:nvPr>
            <p:ph type="sldNum" sz="quarter" idx="11"/>
          </p:nvPr>
        </p:nvSpPr>
        <p:spPr/>
        <p:txBody>
          <a:bodyPr/>
          <a:lstStyle/>
          <a:p>
            <a:fld id="{7870704B-CE94-48CC-AF30-84932A1262A7}" type="slidenum">
              <a:rPr lang="en-GB" smtClean="0"/>
              <a:pPr/>
              <a:t>‹N°›</a:t>
            </a:fld>
            <a:endParaRPr lang="en-GB"/>
          </a:p>
        </p:txBody>
      </p:sp>
      <p:sp>
        <p:nvSpPr>
          <p:cNvPr id="4" name="Title 3">
            <a:extLst>
              <a:ext uri="{FF2B5EF4-FFF2-40B4-BE49-F238E27FC236}">
                <a16:creationId xmlns:a16="http://schemas.microsoft.com/office/drawing/2014/main" id="{776FB90E-F37C-5341-AEB0-5E882FB00C69}"/>
              </a:ext>
            </a:extLst>
          </p:cNvPr>
          <p:cNvSpPr>
            <a:spLocks noGrp="1"/>
          </p:cNvSpPr>
          <p:nvPr>
            <p:ph type="title" hasCustomPrompt="1"/>
          </p:nvPr>
        </p:nvSpPr>
        <p:spPr/>
        <p:txBody>
          <a:bodyPr/>
          <a:lstStyle>
            <a:lvl1pPr>
              <a:defRPr/>
            </a:lvl1pPr>
          </a:lstStyle>
          <a:p>
            <a:r>
              <a:rPr lang="en-US"/>
              <a:t>[Slide title]</a:t>
            </a:r>
          </a:p>
        </p:txBody>
      </p:sp>
      <p:sp>
        <p:nvSpPr>
          <p:cNvPr id="2" name="Date Placeholder 1">
            <a:extLst>
              <a:ext uri="{FF2B5EF4-FFF2-40B4-BE49-F238E27FC236}">
                <a16:creationId xmlns:a16="http://schemas.microsoft.com/office/drawing/2014/main" id="{78D09915-22BB-A744-9F60-36B5E912ADF7}"/>
              </a:ext>
            </a:extLst>
          </p:cNvPr>
          <p:cNvSpPr>
            <a:spLocks noGrp="1"/>
          </p:cNvSpPr>
          <p:nvPr>
            <p:ph type="dt" sz="half" idx="12"/>
          </p:nvPr>
        </p:nvSpPr>
        <p:spPr/>
        <p:txBody>
          <a:bodyPr/>
          <a:lstStyle/>
          <a:p>
            <a:r>
              <a:rPr lang="fr-FR"/>
              <a:t>Date</a:t>
            </a:r>
            <a:endParaRPr lang="en-US"/>
          </a:p>
        </p:txBody>
      </p:sp>
      <p:sp>
        <p:nvSpPr>
          <p:cNvPr id="5" name="Footer Placeholder 4">
            <a:extLst>
              <a:ext uri="{FF2B5EF4-FFF2-40B4-BE49-F238E27FC236}">
                <a16:creationId xmlns:a16="http://schemas.microsoft.com/office/drawing/2014/main" id="{85B138C9-6561-B649-8622-AF1946B5370B}"/>
              </a:ext>
            </a:extLst>
          </p:cNvPr>
          <p:cNvSpPr>
            <a:spLocks noGrp="1"/>
          </p:cNvSpPr>
          <p:nvPr>
            <p:ph type="ftr" sz="quarter" idx="13"/>
          </p:nvPr>
        </p:nvSpPr>
        <p:spPr/>
        <p:txBody>
          <a:bodyPr/>
          <a:lstStyle/>
          <a:p>
            <a:pPr algn="l"/>
            <a:r>
              <a:rPr lang="en-US"/>
              <a:t>PwC - mars 2019</a:t>
            </a:r>
          </a:p>
        </p:txBody>
      </p:sp>
    </p:spTree>
    <p:extLst>
      <p:ext uri="{BB962C8B-B14F-4D97-AF65-F5344CB8AC3E}">
        <p14:creationId xmlns:p14="http://schemas.microsoft.com/office/powerpoint/2010/main" val="398066582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65.xml"/><Relationship Id="rId13" Type="http://schemas.openxmlformats.org/officeDocument/2006/relationships/slideLayout" Target="../slideLayouts/slideLayout70.xml"/><Relationship Id="rId18" Type="http://schemas.openxmlformats.org/officeDocument/2006/relationships/slideLayout" Target="../slideLayouts/slideLayout75.xml"/><Relationship Id="rId26" Type="http://schemas.openxmlformats.org/officeDocument/2006/relationships/slideLayout" Target="../slideLayouts/slideLayout83.xml"/><Relationship Id="rId3" Type="http://schemas.openxmlformats.org/officeDocument/2006/relationships/slideLayout" Target="../slideLayouts/slideLayout60.xml"/><Relationship Id="rId21" Type="http://schemas.openxmlformats.org/officeDocument/2006/relationships/slideLayout" Target="../slideLayouts/slideLayout78.xml"/><Relationship Id="rId34" Type="http://schemas.openxmlformats.org/officeDocument/2006/relationships/theme" Target="../theme/theme2.xml"/><Relationship Id="rId7" Type="http://schemas.openxmlformats.org/officeDocument/2006/relationships/slideLayout" Target="../slideLayouts/slideLayout64.xml"/><Relationship Id="rId12" Type="http://schemas.openxmlformats.org/officeDocument/2006/relationships/slideLayout" Target="../slideLayouts/slideLayout69.xml"/><Relationship Id="rId17" Type="http://schemas.openxmlformats.org/officeDocument/2006/relationships/slideLayout" Target="../slideLayouts/slideLayout74.xml"/><Relationship Id="rId25" Type="http://schemas.openxmlformats.org/officeDocument/2006/relationships/slideLayout" Target="../slideLayouts/slideLayout82.xml"/><Relationship Id="rId33" Type="http://schemas.openxmlformats.org/officeDocument/2006/relationships/slideLayout" Target="../slideLayouts/slideLayout90.xml"/><Relationship Id="rId2" Type="http://schemas.openxmlformats.org/officeDocument/2006/relationships/slideLayout" Target="../slideLayouts/slideLayout59.xml"/><Relationship Id="rId16" Type="http://schemas.openxmlformats.org/officeDocument/2006/relationships/slideLayout" Target="../slideLayouts/slideLayout73.xml"/><Relationship Id="rId20" Type="http://schemas.openxmlformats.org/officeDocument/2006/relationships/slideLayout" Target="../slideLayouts/slideLayout77.xml"/><Relationship Id="rId29" Type="http://schemas.openxmlformats.org/officeDocument/2006/relationships/slideLayout" Target="../slideLayouts/slideLayout86.xml"/><Relationship Id="rId1" Type="http://schemas.openxmlformats.org/officeDocument/2006/relationships/slideLayout" Target="../slideLayouts/slideLayout58.xml"/><Relationship Id="rId6" Type="http://schemas.openxmlformats.org/officeDocument/2006/relationships/slideLayout" Target="../slideLayouts/slideLayout63.xml"/><Relationship Id="rId11" Type="http://schemas.openxmlformats.org/officeDocument/2006/relationships/slideLayout" Target="../slideLayouts/slideLayout68.xml"/><Relationship Id="rId24" Type="http://schemas.openxmlformats.org/officeDocument/2006/relationships/slideLayout" Target="../slideLayouts/slideLayout81.xml"/><Relationship Id="rId32" Type="http://schemas.openxmlformats.org/officeDocument/2006/relationships/slideLayout" Target="../slideLayouts/slideLayout89.xml"/><Relationship Id="rId5" Type="http://schemas.openxmlformats.org/officeDocument/2006/relationships/slideLayout" Target="../slideLayouts/slideLayout62.xml"/><Relationship Id="rId15" Type="http://schemas.openxmlformats.org/officeDocument/2006/relationships/slideLayout" Target="../slideLayouts/slideLayout72.xml"/><Relationship Id="rId23" Type="http://schemas.openxmlformats.org/officeDocument/2006/relationships/slideLayout" Target="../slideLayouts/slideLayout80.xml"/><Relationship Id="rId28" Type="http://schemas.openxmlformats.org/officeDocument/2006/relationships/slideLayout" Target="../slideLayouts/slideLayout85.xml"/><Relationship Id="rId10" Type="http://schemas.openxmlformats.org/officeDocument/2006/relationships/slideLayout" Target="../slideLayouts/slideLayout67.xml"/><Relationship Id="rId19" Type="http://schemas.openxmlformats.org/officeDocument/2006/relationships/slideLayout" Target="../slideLayouts/slideLayout76.xml"/><Relationship Id="rId31" Type="http://schemas.openxmlformats.org/officeDocument/2006/relationships/slideLayout" Target="../slideLayouts/slideLayout88.xml"/><Relationship Id="rId4" Type="http://schemas.openxmlformats.org/officeDocument/2006/relationships/slideLayout" Target="../slideLayouts/slideLayout61.xml"/><Relationship Id="rId9" Type="http://schemas.openxmlformats.org/officeDocument/2006/relationships/slideLayout" Target="../slideLayouts/slideLayout66.xml"/><Relationship Id="rId14" Type="http://schemas.openxmlformats.org/officeDocument/2006/relationships/slideLayout" Target="../slideLayouts/slideLayout71.xml"/><Relationship Id="rId22" Type="http://schemas.openxmlformats.org/officeDocument/2006/relationships/slideLayout" Target="../slideLayouts/slideLayout79.xml"/><Relationship Id="rId27" Type="http://schemas.openxmlformats.org/officeDocument/2006/relationships/slideLayout" Target="../slideLayouts/slideLayout84.xml"/><Relationship Id="rId30" Type="http://schemas.openxmlformats.org/officeDocument/2006/relationships/slideLayout" Target="../slideLayouts/slideLayout8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cxnSp>
        <p:nvCxnSpPr>
          <p:cNvPr id="51" name="Google Shape;51;p13"/>
          <p:cNvCxnSpPr/>
          <p:nvPr/>
        </p:nvCxnSpPr>
        <p:spPr>
          <a:xfrm rot="10800000">
            <a:off x="180942" y="4971563"/>
            <a:ext cx="3563" cy="171938"/>
          </a:xfrm>
          <a:prstGeom prst="straightConnector1">
            <a:avLst/>
          </a:prstGeom>
          <a:noFill/>
          <a:ln w="9525" cap="flat" cmpd="sng">
            <a:solidFill>
              <a:srgbClr val="D93954"/>
            </a:solidFill>
            <a:prstDash val="solid"/>
            <a:round/>
            <a:headEnd type="none" w="sm" len="sm"/>
            <a:tailEnd type="none" w="sm" len="sm"/>
          </a:ln>
        </p:spPr>
      </p:cxnSp>
      <p:sp>
        <p:nvSpPr>
          <p:cNvPr id="52" name="Google Shape;52;p13"/>
          <p:cNvSpPr txBox="1">
            <a:spLocks noGrp="1"/>
          </p:cNvSpPr>
          <p:nvPr>
            <p:ph type="title"/>
          </p:nvPr>
        </p:nvSpPr>
        <p:spPr>
          <a:xfrm>
            <a:off x="332185" y="324001"/>
            <a:ext cx="8479687" cy="1040437"/>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Clr>
                <a:schemeClr val="dk1"/>
              </a:buClr>
              <a:buSzPts val="2900"/>
              <a:buFont typeface="Georgia"/>
              <a:buNone/>
              <a:defRPr sz="2900" b="0" i="0" u="none" strike="noStrike" cap="none">
                <a:solidFill>
                  <a:schemeClr val="dk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300"/>
              <a:buFont typeface="Arial"/>
              <a:buNone/>
              <a:defRPr sz="17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300"/>
              <a:buFont typeface="Arial"/>
              <a:buNone/>
              <a:defRPr sz="17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300"/>
              <a:buFont typeface="Arial"/>
              <a:buNone/>
              <a:defRPr sz="17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300"/>
              <a:buFont typeface="Arial"/>
              <a:buNone/>
              <a:defRPr sz="17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300"/>
              <a:buFont typeface="Arial"/>
              <a:buNone/>
              <a:defRPr sz="17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300"/>
              <a:buFont typeface="Arial"/>
              <a:buNone/>
              <a:defRPr sz="17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300"/>
              <a:buFont typeface="Arial"/>
              <a:buNone/>
              <a:defRPr sz="17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300"/>
              <a:buFont typeface="Arial"/>
              <a:buNone/>
              <a:defRPr sz="1700" b="0" i="0" u="none" strike="noStrike" cap="none">
                <a:solidFill>
                  <a:srgbClr val="000000"/>
                </a:solidFill>
                <a:latin typeface="Arial"/>
                <a:ea typeface="Arial"/>
                <a:cs typeface="Arial"/>
                <a:sym typeface="Arial"/>
              </a:defRPr>
            </a:lvl9pPr>
          </a:lstStyle>
          <a:p>
            <a:endParaRPr/>
          </a:p>
        </p:txBody>
      </p:sp>
      <p:sp>
        <p:nvSpPr>
          <p:cNvPr id="53" name="Google Shape;53;p13"/>
          <p:cNvSpPr txBox="1">
            <a:spLocks noGrp="1"/>
          </p:cNvSpPr>
          <p:nvPr>
            <p:ph type="body" idx="1"/>
          </p:nvPr>
        </p:nvSpPr>
        <p:spPr>
          <a:xfrm>
            <a:off x="332188" y="1317516"/>
            <a:ext cx="8479687" cy="3311625"/>
          </a:xfrm>
          <a:prstGeom prst="rect">
            <a:avLst/>
          </a:prstGeom>
          <a:noFill/>
          <a:ln>
            <a:noFill/>
          </a:ln>
        </p:spPr>
        <p:txBody>
          <a:bodyPr spcFirstLastPara="1" wrap="square" lIns="0" tIns="0" rIns="0" bIns="0" anchor="t" anchorCtr="0">
            <a:noAutofit/>
          </a:bodyPr>
          <a:lstStyle>
            <a:lvl1pPr marL="457200" marR="0" lvl="0" indent="-317500" algn="l" rtl="0">
              <a:lnSpc>
                <a:spcPct val="100000"/>
              </a:lnSpc>
              <a:spcBef>
                <a:spcPts val="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1pPr>
            <a:lvl2pPr marL="914400" marR="0" lvl="1" indent="-317500" algn="l" rtl="0">
              <a:lnSpc>
                <a:spcPct val="100000"/>
              </a:lnSpc>
              <a:spcBef>
                <a:spcPts val="5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2pPr>
            <a:lvl3pPr marL="1371600" marR="0" lvl="2" indent="-317500" algn="l" rtl="0">
              <a:lnSpc>
                <a:spcPct val="100000"/>
              </a:lnSpc>
              <a:spcBef>
                <a:spcPts val="5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3pPr>
            <a:lvl4pPr marL="1828800" marR="0" lvl="3" indent="-317500" algn="l" rtl="0">
              <a:lnSpc>
                <a:spcPct val="100000"/>
              </a:lnSpc>
              <a:spcBef>
                <a:spcPts val="5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100000"/>
              </a:lnSpc>
              <a:spcBef>
                <a:spcPts val="5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100000"/>
              </a:lnSpc>
              <a:spcBef>
                <a:spcPts val="5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100000"/>
              </a:lnSpc>
              <a:spcBef>
                <a:spcPts val="5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100000"/>
              </a:lnSpc>
              <a:spcBef>
                <a:spcPts val="5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100000"/>
              </a:lnSpc>
              <a:spcBef>
                <a:spcPts val="500"/>
              </a:spcBef>
              <a:spcAft>
                <a:spcPts val="50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54" name="Google Shape;54;p13"/>
          <p:cNvSpPr txBox="1">
            <a:spLocks noGrp="1"/>
          </p:cNvSpPr>
          <p:nvPr>
            <p:ph type="sldNum" idx="12"/>
          </p:nvPr>
        </p:nvSpPr>
        <p:spPr>
          <a:xfrm>
            <a:off x="8242889" y="4845094"/>
            <a:ext cx="548625" cy="86625"/>
          </a:xfrm>
          <a:prstGeom prst="rect">
            <a:avLst/>
          </a:prstGeom>
          <a:noFill/>
          <a:ln>
            <a:noFill/>
          </a:ln>
        </p:spPr>
        <p:txBody>
          <a:bodyPr spcFirstLastPara="1" wrap="square" lIns="0" tIns="0" rIns="0" bIns="0" anchor="t" anchorCtr="0">
            <a:noAutofit/>
          </a:bodyPr>
          <a:lstStyle>
            <a:lvl1pPr marL="0" marR="0" lvl="0" indent="0" algn="r" rtl="0">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
        <p:nvSpPr>
          <p:cNvPr id="55" name="Google Shape;55;p13"/>
          <p:cNvSpPr txBox="1"/>
          <p:nvPr/>
        </p:nvSpPr>
        <p:spPr>
          <a:xfrm>
            <a:off x="332188" y="4845094"/>
            <a:ext cx="1875000" cy="13465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400"/>
              </a:spcAft>
              <a:buClr>
                <a:srgbClr val="000000"/>
              </a:buClr>
              <a:buSzPts val="600"/>
              <a:buFont typeface="Arial"/>
              <a:buNone/>
            </a:pPr>
            <a:r>
              <a:rPr lang="en" sz="600" b="1" i="0" u="none" strike="noStrike" cap="none">
                <a:solidFill>
                  <a:schemeClr val="dk1"/>
                </a:solidFill>
                <a:latin typeface="Arial"/>
                <a:ea typeface="Arial"/>
                <a:cs typeface="Arial"/>
                <a:sym typeface="Arial"/>
              </a:rPr>
              <a:t>PwC</a:t>
            </a:r>
            <a:r>
              <a:rPr lang="en" sz="600" b="0" i="0" u="none" strike="noStrike" cap="none">
                <a:solidFill>
                  <a:schemeClr val="dk1"/>
                </a:solidFill>
                <a:latin typeface="Arial"/>
                <a:ea typeface="Arial"/>
                <a:cs typeface="Arial"/>
                <a:sym typeface="Arial"/>
              </a:rPr>
              <a:t> </a:t>
            </a:r>
            <a:endParaRPr sz="600" b="0" i="0" u="none" strike="noStrike" cap="none">
              <a:solidFill>
                <a:schemeClr val="dk1"/>
              </a:solidFill>
              <a:latin typeface="Arial"/>
              <a:ea typeface="Arial"/>
              <a:cs typeface="Arial"/>
              <a:sym typeface="Arial"/>
            </a:endParaRPr>
          </a:p>
        </p:txBody>
      </p:sp>
      <p:grpSp>
        <p:nvGrpSpPr>
          <p:cNvPr id="56" name="Google Shape;56;p13"/>
          <p:cNvGrpSpPr/>
          <p:nvPr/>
        </p:nvGrpSpPr>
        <p:grpSpPr>
          <a:xfrm rot="-5400000">
            <a:off x="-2029027" y="2702798"/>
            <a:ext cx="4419938" cy="165188"/>
            <a:chOff x="94992" y="152400"/>
            <a:chExt cx="7071900" cy="264300"/>
          </a:xfrm>
        </p:grpSpPr>
        <p:cxnSp>
          <p:nvCxnSpPr>
            <p:cNvPr id="57" name="Google Shape;57;p13"/>
            <p:cNvCxnSpPr>
              <a:stCxn id="58" idx="0"/>
            </p:cNvCxnSpPr>
            <p:nvPr/>
          </p:nvCxnSpPr>
          <p:spPr>
            <a:xfrm rot="-5400000">
              <a:off x="3783192" y="-3099150"/>
              <a:ext cx="600" cy="6766800"/>
            </a:xfrm>
            <a:prstGeom prst="straightConnector1">
              <a:avLst/>
            </a:prstGeom>
            <a:noFill/>
            <a:ln w="9525" cap="flat" cmpd="sng">
              <a:solidFill>
                <a:srgbClr val="D93954"/>
              </a:solidFill>
              <a:prstDash val="solid"/>
              <a:round/>
              <a:headEnd type="none" w="sm" len="sm"/>
              <a:tailEnd type="none" w="sm" len="sm"/>
            </a:ln>
          </p:spPr>
        </p:cxnSp>
        <p:sp>
          <p:nvSpPr>
            <p:cNvPr id="58" name="Google Shape;58;p13"/>
            <p:cNvSpPr/>
            <p:nvPr/>
          </p:nvSpPr>
          <p:spPr>
            <a:xfrm>
              <a:off x="94992" y="152400"/>
              <a:ext cx="305100" cy="264300"/>
            </a:xfrm>
            <a:prstGeom prst="hexagon">
              <a:avLst>
                <a:gd name="adj" fmla="val 25000"/>
                <a:gd name="vf" fmla="val 115470"/>
              </a:avLst>
            </a:prstGeom>
            <a:solidFill>
              <a:srgbClr val="EA8C09"/>
            </a:solidFill>
            <a:ln w="12700" cap="flat" cmpd="sng">
              <a:solidFill>
                <a:schemeClr val="lt1"/>
              </a:solidFill>
              <a:prstDash val="solid"/>
              <a:round/>
              <a:headEnd type="none" w="sm" len="sm"/>
              <a:tailEnd type="none" w="sm" len="sm"/>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rgbClr val="000000"/>
                </a:solidFill>
                <a:latin typeface="Arial"/>
                <a:ea typeface="Arial"/>
                <a:cs typeface="Arial"/>
                <a:sym typeface="Arial"/>
              </a:endParaRPr>
            </a:p>
          </p:txBody>
        </p:sp>
      </p:grpSp>
      <p:grpSp>
        <p:nvGrpSpPr>
          <p:cNvPr id="59" name="Google Shape;59;p13"/>
          <p:cNvGrpSpPr/>
          <p:nvPr/>
        </p:nvGrpSpPr>
        <p:grpSpPr>
          <a:xfrm>
            <a:off x="0" y="224057"/>
            <a:ext cx="218398" cy="617220"/>
            <a:chOff x="4552950" y="755650"/>
            <a:chExt cx="309944" cy="875940"/>
          </a:xfrm>
        </p:grpSpPr>
        <p:sp>
          <p:nvSpPr>
            <p:cNvPr id="60" name="Google Shape;60;p13"/>
            <p:cNvSpPr/>
            <p:nvPr/>
          </p:nvSpPr>
          <p:spPr>
            <a:xfrm>
              <a:off x="4552950" y="755650"/>
              <a:ext cx="224866" cy="350200"/>
            </a:xfrm>
            <a:prstGeom prst="rect">
              <a:avLst/>
            </a:prstGeom>
            <a:solidFill>
              <a:srgbClr val="EA8C09"/>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p:txBody>
        </p:sp>
        <p:sp>
          <p:nvSpPr>
            <p:cNvPr id="61" name="Google Shape;61;p13"/>
            <p:cNvSpPr/>
            <p:nvPr/>
          </p:nvSpPr>
          <p:spPr>
            <a:xfrm>
              <a:off x="4601165" y="1105850"/>
              <a:ext cx="261729" cy="261729"/>
            </a:xfrm>
            <a:prstGeom prst="rect">
              <a:avLst/>
            </a:prstGeom>
            <a:solidFill>
              <a:srgbClr val="D9395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p:txBody>
        </p:sp>
        <p:sp>
          <p:nvSpPr>
            <p:cNvPr id="62" name="Google Shape;62;p13"/>
            <p:cNvSpPr/>
            <p:nvPr/>
          </p:nvSpPr>
          <p:spPr>
            <a:xfrm>
              <a:off x="4641288" y="1366175"/>
              <a:ext cx="116422" cy="265415"/>
            </a:xfrm>
            <a:prstGeom prst="rect">
              <a:avLst/>
            </a:prstGeom>
            <a:solidFill>
              <a:srgbClr val="CF4C16"/>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p:txBody>
        </p:sp>
      </p:grpSp>
      <p:cxnSp>
        <p:nvCxnSpPr>
          <p:cNvPr id="63" name="Google Shape;63;p13"/>
          <p:cNvCxnSpPr/>
          <p:nvPr/>
        </p:nvCxnSpPr>
        <p:spPr>
          <a:xfrm>
            <a:off x="191531" y="-36431"/>
            <a:ext cx="0" cy="383063"/>
          </a:xfrm>
          <a:prstGeom prst="straightConnector1">
            <a:avLst/>
          </a:prstGeom>
          <a:noFill/>
          <a:ln w="9525" cap="flat" cmpd="sng">
            <a:solidFill>
              <a:srgbClr val="CF4C16"/>
            </a:solidFill>
            <a:prstDash val="solid"/>
            <a:round/>
            <a:headEnd type="none" w="sm" len="sm"/>
            <a:tailEnd type="none" w="sm" len="sm"/>
          </a:ln>
        </p:spPr>
      </p:cxnSp>
      <p:cxnSp>
        <p:nvCxnSpPr>
          <p:cNvPr id="64" name="Google Shape;64;p13"/>
          <p:cNvCxnSpPr/>
          <p:nvPr/>
        </p:nvCxnSpPr>
        <p:spPr>
          <a:xfrm>
            <a:off x="8952469" y="-36431"/>
            <a:ext cx="0" cy="383063"/>
          </a:xfrm>
          <a:prstGeom prst="straightConnector1">
            <a:avLst/>
          </a:prstGeom>
          <a:noFill/>
          <a:ln w="9525" cap="flat" cmpd="sng">
            <a:solidFill>
              <a:srgbClr val="CF4C16"/>
            </a:solidFill>
            <a:prstDash val="solid"/>
            <a:round/>
            <a:headEnd type="none" w="sm" len="sm"/>
            <a:tailEnd type="none" w="sm" len="sm"/>
          </a:ln>
        </p:spPr>
      </p:cxnSp>
    </p:spTree>
  </p:cSld>
  <p:clrMap bg1="lt1" tx1="dk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 id="2147483680" r:id="rId19"/>
    <p:sldLayoutId id="2147483681" r:id="rId20"/>
    <p:sldLayoutId id="2147483682" r:id="rId21"/>
    <p:sldLayoutId id="2147483683" r:id="rId22"/>
    <p:sldLayoutId id="2147483684" r:id="rId23"/>
    <p:sldLayoutId id="2147483685" r:id="rId24"/>
    <p:sldLayoutId id="2147483686" r:id="rId25"/>
    <p:sldLayoutId id="2147483687" r:id="rId26"/>
    <p:sldLayoutId id="2147483688" r:id="rId27"/>
    <p:sldLayoutId id="2147483689" r:id="rId28"/>
    <p:sldLayoutId id="2147483690" r:id="rId29"/>
    <p:sldLayoutId id="2147483691" r:id="rId30"/>
    <p:sldLayoutId id="2147483692" r:id="rId31"/>
    <p:sldLayoutId id="2147483693" r:id="rId32"/>
    <p:sldLayoutId id="2147483694" r:id="rId33"/>
    <p:sldLayoutId id="2147483695" r:id="rId34"/>
    <p:sldLayoutId id="2147483696" r:id="rId35"/>
    <p:sldLayoutId id="2147483697" r:id="rId36"/>
    <p:sldLayoutId id="2147483698" r:id="rId37"/>
    <p:sldLayoutId id="2147483699" r:id="rId38"/>
    <p:sldLayoutId id="2147483700" r:id="rId39"/>
    <p:sldLayoutId id="2147483701" r:id="rId40"/>
    <p:sldLayoutId id="2147483702" r:id="rId41"/>
    <p:sldLayoutId id="2147483703" r:id="rId42"/>
    <p:sldLayoutId id="2147483704" r:id="rId43"/>
    <p:sldLayoutId id="2147483705" r:id="rId44"/>
    <p:sldLayoutId id="2147483706" r:id="rId45"/>
    <p:sldLayoutId id="2147483707" r:id="rId46"/>
    <p:sldLayoutId id="2147483708" r:id="rId47"/>
    <p:sldLayoutId id="2147483709" r:id="rId48"/>
    <p:sldLayoutId id="2147483710" r:id="rId49"/>
    <p:sldLayoutId id="2147483711" r:id="rId50"/>
    <p:sldLayoutId id="2147483712" r:id="rId51"/>
    <p:sldLayoutId id="2147483713" r:id="rId52"/>
    <p:sldLayoutId id="2147483714" r:id="rId53"/>
    <p:sldLayoutId id="2147483715" r:id="rId54"/>
    <p:sldLayoutId id="2147483716" r:id="rId55"/>
    <p:sldLayoutId id="2147483717" r:id="rId56"/>
    <p:sldLayoutId id="2147483751" r:id="rId5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3456">
          <p15:clr>
            <a:srgbClr val="F26B43"/>
          </p15:clr>
        </p15:guide>
        <p15:guide id="2" pos="251">
          <p15:clr>
            <a:srgbClr val="F26B43"/>
          </p15:clr>
        </p15:guide>
        <p15:guide id="3" pos="6661">
          <p15:clr>
            <a:srgbClr val="F26B43"/>
          </p15:clr>
        </p15:guide>
        <p15:guide id="4" pos="3558">
          <p15:clr>
            <a:srgbClr val="F26B43"/>
          </p15:clr>
        </p15:guide>
        <p15:guide id="5" pos="3354">
          <p15:clr>
            <a:srgbClr val="F26B43"/>
          </p15:clr>
        </p15:guide>
        <p15:guide id="6" orient="horz" pos="3499">
          <p15:clr>
            <a:srgbClr val="F26B43"/>
          </p15:clr>
        </p15:guide>
        <p15:guide id="7" pos="2453">
          <p15:clr>
            <a:srgbClr val="F26B43"/>
          </p15:clr>
        </p15:guide>
        <p15:guide id="8" pos="2251">
          <p15:clr>
            <a:srgbClr val="F26B43"/>
          </p15:clr>
        </p15:guide>
        <p15:guide id="9" pos="4457">
          <p15:clr>
            <a:srgbClr val="F26B43"/>
          </p15:clr>
        </p15:guide>
        <p15:guide id="10" pos="4659">
          <p15:clr>
            <a:srgbClr val="F26B43"/>
          </p15:clr>
        </p15:guide>
        <p15:guide id="11" orient="horz" pos="1944">
          <p15:clr>
            <a:srgbClr val="F26B43"/>
          </p15:clr>
        </p15:guide>
        <p15:guide id="12" orient="horz" pos="996">
          <p15:clr>
            <a:srgbClr val="F26B43"/>
          </p15:clr>
        </p15:guide>
        <p15:guide id="13" orient="horz" pos="810">
          <p15:clr>
            <a:srgbClr val="F26B43"/>
          </p15:clr>
        </p15:guide>
        <p15:guide id="14" orient="horz" pos="243">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43"/>
        <p:cNvGrpSpPr/>
        <p:nvPr/>
      </p:nvGrpSpPr>
      <p:grpSpPr>
        <a:xfrm>
          <a:off x="0" y="0"/>
          <a:ext cx="0" cy="0"/>
          <a:chOff x="0" y="0"/>
          <a:chExt cx="0" cy="0"/>
        </a:xfrm>
      </p:grpSpPr>
      <p:sp>
        <p:nvSpPr>
          <p:cNvPr id="544" name="Google Shape;544;p73"/>
          <p:cNvSpPr txBox="1">
            <a:spLocks noGrp="1"/>
          </p:cNvSpPr>
          <p:nvPr>
            <p:ph type="title"/>
          </p:nvPr>
        </p:nvSpPr>
        <p:spPr>
          <a:xfrm>
            <a:off x="482138" y="707987"/>
            <a:ext cx="8179723" cy="556709"/>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chemeClr val="dk1"/>
              </a:buClr>
              <a:buSzPts val="1900"/>
              <a:buFont typeface="Georgia"/>
              <a:buNone/>
              <a:defRPr sz="1900" b="1" i="0" u="none" strike="noStrike" cap="none">
                <a:solidFill>
                  <a:schemeClr val="dk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545" name="Google Shape;545;p73"/>
          <p:cNvSpPr txBox="1">
            <a:spLocks noGrp="1"/>
          </p:cNvSpPr>
          <p:nvPr>
            <p:ph type="body" idx="1"/>
          </p:nvPr>
        </p:nvSpPr>
        <p:spPr>
          <a:xfrm>
            <a:off x="482138" y="1361515"/>
            <a:ext cx="8179723" cy="3230471"/>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rgbClr val="000000"/>
              </a:buClr>
              <a:buSzPts val="700"/>
              <a:buFont typeface="Noto Sans Symbols"/>
              <a:buNone/>
              <a:defRPr sz="700" b="0" i="0" u="none" strike="noStrike" cap="none">
                <a:solidFill>
                  <a:schemeClr val="dk1"/>
                </a:solidFill>
                <a:latin typeface="Arial"/>
                <a:ea typeface="Arial"/>
                <a:cs typeface="Arial"/>
                <a:sym typeface="Arial"/>
              </a:defRPr>
            </a:lvl1pPr>
            <a:lvl2pPr marL="914400" marR="0" lvl="1" indent="-273050" algn="l" rtl="0">
              <a:lnSpc>
                <a:spcPct val="100000"/>
              </a:lnSpc>
              <a:spcBef>
                <a:spcPts val="400"/>
              </a:spcBef>
              <a:spcAft>
                <a:spcPts val="0"/>
              </a:spcAft>
              <a:buClr>
                <a:srgbClr val="000000"/>
              </a:buClr>
              <a:buSzPts val="700"/>
              <a:buFont typeface="Times New Roman"/>
              <a:buChar char="•"/>
              <a:defRPr sz="700" b="0" i="0" u="none" strike="noStrike" cap="none">
                <a:solidFill>
                  <a:schemeClr val="dk1"/>
                </a:solidFill>
                <a:latin typeface="Arial"/>
                <a:ea typeface="Arial"/>
                <a:cs typeface="Arial"/>
                <a:sym typeface="Arial"/>
              </a:defRPr>
            </a:lvl2pPr>
            <a:lvl3pPr marL="1371600" marR="0" lvl="2" indent="-273050" algn="l" rtl="0">
              <a:lnSpc>
                <a:spcPct val="100000"/>
              </a:lnSpc>
              <a:spcBef>
                <a:spcPts val="400"/>
              </a:spcBef>
              <a:spcAft>
                <a:spcPts val="0"/>
              </a:spcAft>
              <a:buClr>
                <a:srgbClr val="000000"/>
              </a:buClr>
              <a:buSzPts val="700"/>
              <a:buFont typeface="Arial"/>
              <a:buChar char="-"/>
              <a:defRPr sz="700" b="0" i="0" u="none" strike="noStrike" cap="none">
                <a:solidFill>
                  <a:schemeClr val="dk1"/>
                </a:solidFill>
                <a:latin typeface="Arial"/>
                <a:ea typeface="Arial"/>
                <a:cs typeface="Arial"/>
                <a:sym typeface="Arial"/>
              </a:defRPr>
            </a:lvl3pPr>
            <a:lvl4pPr marL="1828800" marR="0" lvl="3" indent="-273050" algn="l" rtl="0">
              <a:lnSpc>
                <a:spcPct val="100000"/>
              </a:lnSpc>
              <a:spcBef>
                <a:spcPts val="400"/>
              </a:spcBef>
              <a:spcAft>
                <a:spcPts val="0"/>
              </a:spcAft>
              <a:buClr>
                <a:srgbClr val="000000"/>
              </a:buClr>
              <a:buSzPts val="700"/>
              <a:buFont typeface="Georgia"/>
              <a:buChar char="◦"/>
              <a:defRPr sz="700" b="0" i="0" u="none" strike="noStrike" cap="none">
                <a:solidFill>
                  <a:schemeClr val="dk1"/>
                </a:solidFill>
                <a:latin typeface="Arial"/>
                <a:ea typeface="Arial"/>
                <a:cs typeface="Arial"/>
                <a:sym typeface="Arial"/>
              </a:defRPr>
            </a:lvl4pPr>
            <a:lvl5pPr marL="2286000" marR="0" lvl="4" indent="-273050" algn="l" rtl="0">
              <a:lnSpc>
                <a:spcPct val="100000"/>
              </a:lnSpc>
              <a:spcBef>
                <a:spcPts val="400"/>
              </a:spcBef>
              <a:spcAft>
                <a:spcPts val="0"/>
              </a:spcAft>
              <a:buClr>
                <a:srgbClr val="000000"/>
              </a:buClr>
              <a:buSzPts val="700"/>
              <a:buFont typeface="Georgia"/>
              <a:buChar char="›"/>
              <a:defRPr sz="700" b="0" i="0" u="none" strike="noStrike" cap="none">
                <a:solidFill>
                  <a:schemeClr val="dk1"/>
                </a:solidFill>
                <a:latin typeface="Arial"/>
                <a:ea typeface="Arial"/>
                <a:cs typeface="Arial"/>
                <a:sym typeface="Arial"/>
              </a:defRPr>
            </a:lvl5pPr>
            <a:lvl6pPr marL="2743200" marR="0" lvl="5" indent="-273050" algn="l" rtl="0">
              <a:lnSpc>
                <a:spcPct val="100000"/>
              </a:lnSpc>
              <a:spcBef>
                <a:spcPts val="400"/>
              </a:spcBef>
              <a:spcAft>
                <a:spcPts val="0"/>
              </a:spcAft>
              <a:buClr>
                <a:schemeClr val="dk1"/>
              </a:buClr>
              <a:buSzPts val="700"/>
              <a:buFont typeface="Georgia"/>
              <a:buAutoNum type="arabicPeriod"/>
              <a:defRPr sz="700" b="0" i="0" u="none" strike="noStrike" cap="none">
                <a:solidFill>
                  <a:schemeClr val="dk1"/>
                </a:solidFill>
                <a:latin typeface="Arial"/>
                <a:ea typeface="Arial"/>
                <a:cs typeface="Arial"/>
                <a:sym typeface="Arial"/>
              </a:defRPr>
            </a:lvl6pPr>
            <a:lvl7pPr marL="3200400" marR="0" lvl="6" indent="-273050" algn="l" rtl="0">
              <a:lnSpc>
                <a:spcPct val="100000"/>
              </a:lnSpc>
              <a:spcBef>
                <a:spcPts val="400"/>
              </a:spcBef>
              <a:spcAft>
                <a:spcPts val="0"/>
              </a:spcAft>
              <a:buClr>
                <a:schemeClr val="dk1"/>
              </a:buClr>
              <a:buSzPts val="700"/>
              <a:buFont typeface="Georgia"/>
              <a:buAutoNum type="alphaLcPeriod"/>
              <a:defRPr sz="700" b="0" i="0" u="none" strike="noStrike" cap="none">
                <a:solidFill>
                  <a:schemeClr val="dk1"/>
                </a:solidFill>
                <a:latin typeface="Arial"/>
                <a:ea typeface="Arial"/>
                <a:cs typeface="Arial"/>
                <a:sym typeface="Arial"/>
              </a:defRPr>
            </a:lvl7pPr>
            <a:lvl8pPr marL="3657600" marR="0" lvl="7" indent="-273050" algn="l" rtl="0">
              <a:lnSpc>
                <a:spcPct val="100000"/>
              </a:lnSpc>
              <a:spcBef>
                <a:spcPts val="400"/>
              </a:spcBef>
              <a:spcAft>
                <a:spcPts val="0"/>
              </a:spcAft>
              <a:buClr>
                <a:schemeClr val="dk1"/>
              </a:buClr>
              <a:buSzPts val="700"/>
              <a:buFont typeface="Georgia"/>
              <a:buAutoNum type="romanLcPeriod"/>
              <a:defRPr sz="700" b="0" i="0" u="none" strike="noStrike" cap="none">
                <a:solidFill>
                  <a:schemeClr val="dk1"/>
                </a:solidFill>
                <a:latin typeface="Arial"/>
                <a:ea typeface="Arial"/>
                <a:cs typeface="Arial"/>
                <a:sym typeface="Arial"/>
              </a:defRPr>
            </a:lvl8pPr>
            <a:lvl9pPr marL="4114800" marR="0" lvl="8" indent="-228600" algn="l" rtl="0">
              <a:lnSpc>
                <a:spcPct val="100000"/>
              </a:lnSpc>
              <a:spcBef>
                <a:spcPts val="400"/>
              </a:spcBef>
              <a:spcAft>
                <a:spcPts val="400"/>
              </a:spcAft>
              <a:buClr>
                <a:schemeClr val="dk2"/>
              </a:buClr>
              <a:buSzPts val="700"/>
              <a:buFont typeface="Arial"/>
              <a:buNone/>
              <a:defRPr sz="700" b="1" i="0" u="none" strike="noStrike" cap="none">
                <a:solidFill>
                  <a:schemeClr val="dk2"/>
                </a:solidFill>
                <a:latin typeface="Arial"/>
                <a:ea typeface="Arial"/>
                <a:cs typeface="Arial"/>
                <a:sym typeface="Arial"/>
              </a:defRPr>
            </a:lvl9pPr>
          </a:lstStyle>
          <a:p>
            <a:endParaRPr/>
          </a:p>
        </p:txBody>
      </p:sp>
      <p:sp>
        <p:nvSpPr>
          <p:cNvPr id="546" name="Google Shape;546;p73"/>
          <p:cNvSpPr txBox="1">
            <a:spLocks noGrp="1"/>
          </p:cNvSpPr>
          <p:nvPr>
            <p:ph type="dt" idx="10"/>
          </p:nvPr>
        </p:nvSpPr>
        <p:spPr>
          <a:xfrm>
            <a:off x="7132320" y="4689662"/>
            <a:ext cx="1521229" cy="102870"/>
          </a:xfrm>
          <a:prstGeom prst="rect">
            <a:avLst/>
          </a:prstGeom>
          <a:noFill/>
          <a:ln>
            <a:noFill/>
          </a:ln>
        </p:spPr>
        <p:txBody>
          <a:bodyPr spcFirstLastPara="1" wrap="square" lIns="76400" tIns="38200" rIns="76400" bIns="38200" anchor="ctr" anchorCtr="0">
            <a:noAutofit/>
          </a:bodyPr>
          <a:lstStyle>
            <a:lvl1pPr marR="0" lvl="0" algn="r" rtl="0">
              <a:lnSpc>
                <a:spcPct val="100000"/>
              </a:lnSpc>
              <a:spcBef>
                <a:spcPts val="0"/>
              </a:spcBef>
              <a:spcAft>
                <a:spcPts val="0"/>
              </a:spcAft>
              <a:buClr>
                <a:srgbClr val="000000"/>
              </a:buClr>
              <a:buSzPts val="1100"/>
              <a:buFont typeface="Arial"/>
              <a:buNone/>
              <a:defRPr sz="6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9pPr>
          </a:lstStyle>
          <a:p>
            <a:endParaRPr/>
          </a:p>
        </p:txBody>
      </p:sp>
      <p:sp>
        <p:nvSpPr>
          <p:cNvPr id="547" name="Google Shape;547;p73"/>
          <p:cNvSpPr txBox="1">
            <a:spLocks noGrp="1"/>
          </p:cNvSpPr>
          <p:nvPr>
            <p:ph type="ftr" idx="11"/>
          </p:nvPr>
        </p:nvSpPr>
        <p:spPr>
          <a:xfrm>
            <a:off x="482138" y="4689662"/>
            <a:ext cx="5253644" cy="102870"/>
          </a:xfrm>
          <a:prstGeom prst="rect">
            <a:avLst/>
          </a:prstGeom>
          <a:noFill/>
          <a:ln>
            <a:noFill/>
          </a:ln>
        </p:spPr>
        <p:txBody>
          <a:bodyPr spcFirstLastPara="1" wrap="square" lIns="76400" tIns="38200" rIns="76400" bIns="38200" anchor="ctr" anchorCtr="0">
            <a:noAutofit/>
          </a:bodyPr>
          <a:lstStyle>
            <a:lvl1pPr marR="0" lvl="0" algn="l" rtl="0">
              <a:lnSpc>
                <a:spcPct val="100000"/>
              </a:lnSpc>
              <a:spcBef>
                <a:spcPts val="0"/>
              </a:spcBef>
              <a:spcAft>
                <a:spcPts val="0"/>
              </a:spcAft>
              <a:buClr>
                <a:srgbClr val="000000"/>
              </a:buClr>
              <a:buSzPts val="1100"/>
              <a:buFont typeface="Arial"/>
              <a:buNone/>
              <a:defRPr sz="6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9pPr>
          </a:lstStyle>
          <a:p>
            <a:endParaRPr/>
          </a:p>
        </p:txBody>
      </p:sp>
      <p:sp>
        <p:nvSpPr>
          <p:cNvPr id="548" name="Google Shape;548;p73"/>
          <p:cNvSpPr txBox="1">
            <a:spLocks noGrp="1"/>
          </p:cNvSpPr>
          <p:nvPr>
            <p:ph type="sldNum" idx="12"/>
          </p:nvPr>
        </p:nvSpPr>
        <p:spPr>
          <a:xfrm>
            <a:off x="7132320" y="4792532"/>
            <a:ext cx="1521229" cy="102870"/>
          </a:xfrm>
          <a:prstGeom prst="rect">
            <a:avLst/>
          </a:prstGeom>
          <a:noFill/>
          <a:ln>
            <a:noFill/>
          </a:ln>
        </p:spPr>
        <p:txBody>
          <a:bodyPr spcFirstLastPara="1" wrap="square" lIns="76400" tIns="38200" rIns="76400" bIns="38200" anchor="ctr" anchorCtr="0">
            <a:noAutofit/>
          </a:bodyPr>
          <a:lstStyle>
            <a:lvl1pPr marL="25400" marR="0" lvl="0"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Arial"/>
                <a:ea typeface="Arial"/>
                <a:cs typeface="Arial"/>
                <a:sym typeface="Arial"/>
              </a:defRPr>
            </a:lvl1pPr>
            <a:lvl2pPr marL="25400" marR="0" lvl="1"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Arial"/>
                <a:ea typeface="Arial"/>
                <a:cs typeface="Arial"/>
                <a:sym typeface="Arial"/>
              </a:defRPr>
            </a:lvl2pPr>
            <a:lvl3pPr marL="25400" marR="0" lvl="2"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Arial"/>
                <a:ea typeface="Arial"/>
                <a:cs typeface="Arial"/>
                <a:sym typeface="Arial"/>
              </a:defRPr>
            </a:lvl3pPr>
            <a:lvl4pPr marL="25400" marR="0" lvl="3"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Arial"/>
                <a:ea typeface="Arial"/>
                <a:cs typeface="Arial"/>
                <a:sym typeface="Arial"/>
              </a:defRPr>
            </a:lvl4pPr>
            <a:lvl5pPr marL="25400" marR="0" lvl="4"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Arial"/>
                <a:ea typeface="Arial"/>
                <a:cs typeface="Arial"/>
                <a:sym typeface="Arial"/>
              </a:defRPr>
            </a:lvl5pPr>
            <a:lvl6pPr marL="25400" marR="0" lvl="5"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Arial"/>
                <a:ea typeface="Arial"/>
                <a:cs typeface="Arial"/>
                <a:sym typeface="Arial"/>
              </a:defRPr>
            </a:lvl6pPr>
            <a:lvl7pPr marL="25400" marR="0" lvl="6"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Arial"/>
                <a:ea typeface="Arial"/>
                <a:cs typeface="Arial"/>
                <a:sym typeface="Arial"/>
              </a:defRPr>
            </a:lvl7pPr>
            <a:lvl8pPr marL="25400" marR="0" lvl="7"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Arial"/>
                <a:ea typeface="Arial"/>
                <a:cs typeface="Arial"/>
                <a:sym typeface="Arial"/>
              </a:defRPr>
            </a:lvl8pPr>
            <a:lvl9pPr marL="25400" marR="0" lvl="8"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Arial"/>
                <a:ea typeface="Arial"/>
                <a:cs typeface="Arial"/>
                <a:sym typeface="Arial"/>
              </a:defRPr>
            </a:lvl9pPr>
          </a:lstStyle>
          <a:p>
            <a:pPr marL="25400" lvl="0" indent="0" algn="r" rtl="0">
              <a:spcBef>
                <a:spcPts val="0"/>
              </a:spcBef>
              <a:spcAft>
                <a:spcPts val="0"/>
              </a:spcAft>
              <a:buNone/>
            </a:pPr>
            <a:fld id="{00000000-1234-1234-1234-123412341234}" type="slidenum">
              <a:rPr lang="en"/>
              <a:t>‹N°›</a:t>
            </a:fld>
            <a:endParaRPr/>
          </a:p>
        </p:txBody>
      </p:sp>
    </p:spTree>
  </p:cSld>
  <p:clrMap bg1="lt1" tx1="dk1" bg2="dk2" tx2="lt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 id="2147483730" r:id="rId12"/>
    <p:sldLayoutId id="2147483731" r:id="rId13"/>
    <p:sldLayoutId id="2147483732" r:id="rId14"/>
    <p:sldLayoutId id="2147483733" r:id="rId15"/>
    <p:sldLayoutId id="2147483734" r:id="rId16"/>
    <p:sldLayoutId id="2147483735" r:id="rId17"/>
    <p:sldLayoutId id="2147483736" r:id="rId18"/>
    <p:sldLayoutId id="2147483737" r:id="rId19"/>
    <p:sldLayoutId id="2147483738" r:id="rId20"/>
    <p:sldLayoutId id="2147483739" r:id="rId21"/>
    <p:sldLayoutId id="2147483740" r:id="rId22"/>
    <p:sldLayoutId id="2147483741" r:id="rId23"/>
    <p:sldLayoutId id="2147483742" r:id="rId24"/>
    <p:sldLayoutId id="2147483743" r:id="rId25"/>
    <p:sldLayoutId id="2147483744" r:id="rId26"/>
    <p:sldLayoutId id="2147483745" r:id="rId27"/>
    <p:sldLayoutId id="2147483746" r:id="rId28"/>
    <p:sldLayoutId id="2147483747" r:id="rId29"/>
    <p:sldLayoutId id="2147483752" r:id="rId30"/>
    <p:sldLayoutId id="2147483753" r:id="rId31"/>
    <p:sldLayoutId id="2147483754" r:id="rId32"/>
    <p:sldLayoutId id="2147483755" r:id="rId3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1.xml"/><Relationship Id="rId1" Type="http://schemas.openxmlformats.org/officeDocument/2006/relationships/slideLayout" Target="../slideLayouts/slideLayout5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9.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89.xml"/><Relationship Id="rId1" Type="http://schemas.openxmlformats.org/officeDocument/2006/relationships/tags" Target="../tags/tag3.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89.xml"/><Relationship Id="rId2" Type="http://schemas.openxmlformats.org/officeDocument/2006/relationships/tags" Target="../tags/tag5.xml"/><Relationship Id="rId1" Type="http://schemas.openxmlformats.org/officeDocument/2006/relationships/tags" Target="../tags/tag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8.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89.xml"/><Relationship Id="rId1" Type="http://schemas.openxmlformats.org/officeDocument/2006/relationships/tags" Target="../tags/tag6.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89.xml"/><Relationship Id="rId1" Type="http://schemas.openxmlformats.org/officeDocument/2006/relationships/tags" Target="../tags/tag7.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89.xml"/><Relationship Id="rId1" Type="http://schemas.openxmlformats.org/officeDocument/2006/relationships/tags" Target="../tags/tag8.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89.xml"/><Relationship Id="rId1" Type="http://schemas.openxmlformats.org/officeDocument/2006/relationships/tags" Target="../tags/tag9.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89.xml"/><Relationship Id="rId1" Type="http://schemas.openxmlformats.org/officeDocument/2006/relationships/tags" Target="../tags/tag10.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89.xml"/><Relationship Id="rId1" Type="http://schemas.openxmlformats.org/officeDocument/2006/relationships/tags" Target="../tags/tag11.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89.xml"/><Relationship Id="rId1" Type="http://schemas.openxmlformats.org/officeDocument/2006/relationships/tags" Target="../tags/tag12.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89.xml"/><Relationship Id="rId1" Type="http://schemas.openxmlformats.org/officeDocument/2006/relationships/tags" Target="../tags/tag13.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89.xml"/><Relationship Id="rId1" Type="http://schemas.openxmlformats.org/officeDocument/2006/relationships/tags" Target="../tags/tag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8867C-3856-C0D9-DCE0-ADBD5C0B69E9}"/>
            </a:ext>
          </a:extLst>
        </p:cNvPr>
        <p:cNvGrpSpPr/>
        <p:nvPr/>
      </p:nvGrpSpPr>
      <p:grpSpPr>
        <a:xfrm>
          <a:off x="0" y="0"/>
          <a:ext cx="0" cy="0"/>
          <a:chOff x="0" y="0"/>
          <a:chExt cx="0" cy="0"/>
        </a:xfrm>
      </p:grpSpPr>
      <p:sp>
        <p:nvSpPr>
          <p:cNvPr id="9" name="Subtitle 8">
            <a:extLst>
              <a:ext uri="{FF2B5EF4-FFF2-40B4-BE49-F238E27FC236}">
                <a16:creationId xmlns:a16="http://schemas.microsoft.com/office/drawing/2014/main" id="{6D45FBCF-F654-37CF-10CA-7AB40D869512}"/>
              </a:ext>
            </a:extLst>
          </p:cNvPr>
          <p:cNvSpPr>
            <a:spLocks noGrp="1"/>
          </p:cNvSpPr>
          <p:nvPr>
            <p:ph type="subTitle" idx="1"/>
          </p:nvPr>
        </p:nvSpPr>
        <p:spPr/>
        <p:txBody>
          <a:bodyPr/>
          <a:lstStyle/>
          <a:p>
            <a:r>
              <a:rPr lang="fr-FR"/>
              <a:t>30/04/2026</a:t>
            </a:r>
            <a:endParaRPr lang="fr-FR" noProof="0" dirty="0"/>
          </a:p>
        </p:txBody>
      </p:sp>
      <p:pic>
        <p:nvPicPr>
          <p:cNvPr id="38" name="Graphic 37">
            <a:extLst>
              <a:ext uri="{FF2B5EF4-FFF2-40B4-BE49-F238E27FC236}">
                <a16:creationId xmlns:a16="http://schemas.microsoft.com/office/drawing/2014/main" id="{8BA1E75A-D246-CA7E-BB5D-004AE9815A7D}"/>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2544" y="287536"/>
            <a:ext cx="798005" cy="388427"/>
          </a:xfrm>
          <a:prstGeom prst="rect">
            <a:avLst/>
          </a:prstGeom>
        </p:spPr>
      </p:pic>
      <p:sp>
        <p:nvSpPr>
          <p:cNvPr id="5" name="Google Shape;830;p104">
            <a:extLst>
              <a:ext uri="{FF2B5EF4-FFF2-40B4-BE49-F238E27FC236}">
                <a16:creationId xmlns:a16="http://schemas.microsoft.com/office/drawing/2014/main" id="{71938D77-C48A-0DD4-E7B1-178A622B3C6C}"/>
              </a:ext>
            </a:extLst>
          </p:cNvPr>
          <p:cNvSpPr txBox="1">
            <a:spLocks noGrp="1"/>
          </p:cNvSpPr>
          <p:nvPr>
            <p:ph type="ctrTitle"/>
          </p:nvPr>
        </p:nvSpPr>
        <p:spPr>
          <a:xfrm>
            <a:off x="701546" y="793600"/>
            <a:ext cx="4446187" cy="1814813"/>
          </a:xfrm>
          <a:prstGeom prst="rect">
            <a:avLst/>
          </a:prstGeom>
          <a:noFill/>
          <a:ln>
            <a:noFill/>
          </a:ln>
        </p:spPr>
        <p:txBody>
          <a:bodyPr spcFirstLastPara="1" wrap="square" lIns="0" tIns="0" rIns="0" bIns="0" anchor="b" anchorCtr="0">
            <a:noAutofit/>
          </a:bodyPr>
          <a:lstStyle/>
          <a:p>
            <a:pPr lvl="0">
              <a:lnSpc>
                <a:spcPct val="85000"/>
              </a:lnSpc>
              <a:spcBef>
                <a:spcPts val="0"/>
              </a:spcBef>
              <a:buClr>
                <a:schemeClr val="lt1"/>
              </a:buClr>
              <a:buSzPts val="4500"/>
            </a:pPr>
            <a:r>
              <a:rPr lang="fr-FR"/>
              <a:t>Direction des systemes d'information - Groupe Example</a:t>
            </a:r>
            <a:br>
              <a:rPr lang="fr-FR"/>
            </a:br>
            <a:br>
              <a:rPr lang="fr-FR"/>
            </a:br>
            <a:r>
              <a:rPr lang="fr-FR"/>
              <a:t>Audit ITGC - Revue des controles generaux informatiques</a:t>
            </a:r>
            <a:endParaRPr lang="fr-FR" sz="2400" noProof="0" dirty="0"/>
          </a:p>
        </p:txBody>
      </p:sp>
    </p:spTree>
    <p:extLst>
      <p:ext uri="{BB962C8B-B14F-4D97-AF65-F5344CB8AC3E}">
        <p14:creationId xmlns:p14="http://schemas.microsoft.com/office/powerpoint/2010/main" val="18658548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 name="Title 40">
            <a:extLst>
              <a:ext uri="{FF2B5EF4-FFF2-40B4-BE49-F238E27FC236}">
                <a16:creationId xmlns:a16="http://schemas.microsoft.com/office/drawing/2014/main" id="{7AC7D3FB-B7E1-9616-6D61-E49931E06BF3}"/>
              </a:ext>
            </a:extLst>
          </p:cNvPr>
          <p:cNvSpPr>
            <a:spLocks noGrp="1"/>
          </p:cNvSpPr>
          <p:nvPr>
            <p:ph type="title"/>
          </p:nvPr>
        </p:nvSpPr>
        <p:spPr>
          <a:xfrm>
            <a:off x="298329" y="2594969"/>
            <a:ext cx="4234381" cy="1944956"/>
          </a:xfrm>
        </p:spPr>
        <p:txBody>
          <a:bodyPr/>
          <a:lstStyle/>
          <a:p>
            <a:br>
              <a:rPr lang="fr-FR" noProof="0"/>
            </a:br>
            <a:br>
              <a:rPr lang="fr-FR" noProof="0"/>
            </a:br>
            <a:r>
              <a:rPr lang="fr-FR" noProof="0"/>
              <a:t>Sommaire</a:t>
            </a:r>
            <a:br>
              <a:rPr lang="fr-FR" noProof="0"/>
            </a:br>
            <a:endParaRPr lang="fr-FR" noProof="0"/>
          </a:p>
        </p:txBody>
      </p:sp>
      <p:sp>
        <p:nvSpPr>
          <p:cNvPr id="2" name="Footer Placeholder 1">
            <a:extLst>
              <a:ext uri="{FF2B5EF4-FFF2-40B4-BE49-F238E27FC236}">
                <a16:creationId xmlns:a16="http://schemas.microsoft.com/office/drawing/2014/main" id="{EDA90BE5-06D4-CB53-B923-683524E3E5B2}"/>
              </a:ext>
            </a:extLst>
          </p:cNvPr>
          <p:cNvSpPr>
            <a:spLocks noGrp="1"/>
          </p:cNvSpPr>
          <p:nvPr>
            <p:ph type="ftr" sz="quarter" idx="3"/>
          </p:nvPr>
        </p:nvSpPr>
        <p:spPr>
          <a:xfrm>
            <a:off x="800100" y="4873081"/>
            <a:ext cx="6611112" cy="121187"/>
          </a:xfrm>
        </p:spPr>
        <p:txBody>
          <a:bodyPr/>
          <a:lstStyle/>
          <a:p>
            <a:r>
              <a:rPr lang="fr-FR"/>
              <a:t>PwC | Direction des systemes d'information - Groupe Example Janvier 2026 - Mars 2026</a:t>
            </a:r>
            <a:endParaRPr lang="fr-FR" noProof="0" dirty="0"/>
          </a:p>
        </p:txBody>
      </p:sp>
      <p:sp>
        <p:nvSpPr>
          <p:cNvPr id="3" name="Slide Number Placeholder 2">
            <a:extLst>
              <a:ext uri="{FF2B5EF4-FFF2-40B4-BE49-F238E27FC236}">
                <a16:creationId xmlns:a16="http://schemas.microsoft.com/office/drawing/2014/main" id="{1ADB6433-10C5-42DA-56FD-E9965A5966D6}"/>
              </a:ext>
            </a:extLst>
          </p:cNvPr>
          <p:cNvSpPr>
            <a:spLocks noGrp="1"/>
          </p:cNvSpPr>
          <p:nvPr>
            <p:ph type="sldNum" sz="quarter" idx="4"/>
          </p:nvPr>
        </p:nvSpPr>
        <p:spPr>
          <a:xfrm>
            <a:off x="8627864" y="4876039"/>
            <a:ext cx="223657" cy="121187"/>
          </a:xfrm>
        </p:spPr>
        <p:txBody>
          <a:bodyPr/>
          <a:lstStyle/>
          <a:p>
            <a:r>
              <a:rPr lang="fr-FR" noProof="0"/>
              <a:t>2</a:t>
            </a:r>
          </a:p>
        </p:txBody>
      </p:sp>
      <p:sp>
        <p:nvSpPr>
          <p:cNvPr id="7" name="Text Placeholder 44">
            <a:extLst>
              <a:ext uri="{FF2B5EF4-FFF2-40B4-BE49-F238E27FC236}">
                <a16:creationId xmlns:a16="http://schemas.microsoft.com/office/drawing/2014/main" id="{EFDB2BAB-F1E3-5E11-CF30-F85B03F8E3AF}"/>
              </a:ext>
            </a:extLst>
          </p:cNvPr>
          <p:cNvSpPr txBox="1">
            <a:spLocks/>
          </p:cNvSpPr>
          <p:nvPr/>
        </p:nvSpPr>
        <p:spPr>
          <a:xfrm>
            <a:off x="3213308" y="603575"/>
            <a:ext cx="6085813" cy="239672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fr-FR" sz="2800" b="1" noProof="0">
                <a:solidFill>
                  <a:srgbClr val="FF0000"/>
                </a:solidFill>
                <a:latin typeface="+mn-lt"/>
              </a:rPr>
              <a:t>1 Introduction</a:t>
            </a:r>
          </a:p>
          <a:p>
            <a:r>
              <a:rPr lang="fr-FR" sz="2800" b="1" noProof="0">
                <a:solidFill>
                  <a:srgbClr val="FF0000"/>
                </a:solidFill>
                <a:latin typeface="+mn-lt"/>
              </a:rPr>
              <a:t>2 Approche des travaux d’audit informatique</a:t>
            </a:r>
          </a:p>
          <a:p>
            <a:r>
              <a:rPr lang="fr-FR" sz="2800" b="1" noProof="0">
                <a:solidFill>
                  <a:srgbClr val="FF0000"/>
                </a:solidFill>
                <a:latin typeface="+mn-lt"/>
              </a:rPr>
              <a:t>3 Les points relevés FY2026</a:t>
            </a:r>
          </a:p>
          <a:p>
            <a:pPr marL="71437"/>
            <a:endParaRPr lang="fr-FR" noProof="0" dirty="0"/>
          </a:p>
        </p:txBody>
      </p:sp>
    </p:spTree>
    <p:extLst>
      <p:ext uri="{BB962C8B-B14F-4D97-AF65-F5344CB8AC3E}">
        <p14:creationId xmlns:p14="http://schemas.microsoft.com/office/powerpoint/2010/main" val="35513728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E8D4"/>
        </a:solidFill>
        <a:effectLst/>
      </p:bgPr>
    </p:bg>
    <p:spTree>
      <p:nvGrpSpPr>
        <p:cNvPr id="1" name="">
          <a:extLst>
            <a:ext uri="{FF2B5EF4-FFF2-40B4-BE49-F238E27FC236}">
              <a16:creationId xmlns:a16="http://schemas.microsoft.com/office/drawing/2014/main" id="{0C69BB14-A37E-2BEE-818F-049729C78A20}"/>
            </a:ext>
          </a:extLst>
        </p:cNvPr>
        <p:cNvGrpSpPr/>
        <p:nvPr/>
      </p:nvGrpSpPr>
      <p:grpSpPr>
        <a:xfrm>
          <a:off x="0" y="0"/>
          <a:ext cx="0" cy="0"/>
          <a:chOff x="0" y="0"/>
          <a:chExt cx="0" cy="0"/>
        </a:xfrm>
      </p:grpSpPr>
      <p:sp>
        <p:nvSpPr>
          <p:cNvPr id="41" name="Title 40">
            <a:extLst>
              <a:ext uri="{FF2B5EF4-FFF2-40B4-BE49-F238E27FC236}">
                <a16:creationId xmlns:a16="http://schemas.microsoft.com/office/drawing/2014/main" id="{D999F387-E2D3-0BA1-371E-61591D08AEF6}"/>
              </a:ext>
            </a:extLst>
          </p:cNvPr>
          <p:cNvSpPr>
            <a:spLocks noGrp="1"/>
          </p:cNvSpPr>
          <p:nvPr>
            <p:ph type="title"/>
          </p:nvPr>
        </p:nvSpPr>
        <p:spPr>
          <a:xfrm>
            <a:off x="298329" y="2594969"/>
            <a:ext cx="4234381" cy="1944956"/>
          </a:xfrm>
        </p:spPr>
        <p:txBody>
          <a:bodyPr/>
          <a:lstStyle/>
          <a:p>
            <a:br>
              <a:rPr lang="fr-FR" noProof="0"/>
            </a:br>
            <a:br>
              <a:rPr lang="fr-FR" noProof="0"/>
            </a:br>
            <a:r>
              <a:rPr lang="fr-FR" noProof="0"/>
              <a:t>Introduction</a:t>
            </a:r>
            <a:br>
              <a:rPr lang="fr-FR" noProof="0"/>
            </a:br>
            <a:endParaRPr lang="fr-FR" noProof="0"/>
          </a:p>
        </p:txBody>
      </p:sp>
      <p:sp>
        <p:nvSpPr>
          <p:cNvPr id="13" name="Text Placeholder 12">
            <a:extLst>
              <a:ext uri="{FF2B5EF4-FFF2-40B4-BE49-F238E27FC236}">
                <a16:creationId xmlns:a16="http://schemas.microsoft.com/office/drawing/2014/main" id="{A823B3B7-C186-6E48-E2D4-FF3530161A11}"/>
              </a:ext>
            </a:extLst>
          </p:cNvPr>
          <p:cNvSpPr>
            <a:spLocks noGrp="1"/>
          </p:cNvSpPr>
          <p:nvPr>
            <p:ph type="body" idx="1"/>
          </p:nvPr>
        </p:nvSpPr>
        <p:spPr>
          <a:xfrm>
            <a:off x="6145368" y="429306"/>
            <a:ext cx="2596571" cy="3231654"/>
          </a:xfrm>
        </p:spPr>
        <p:txBody>
          <a:bodyPr/>
          <a:lstStyle/>
          <a:p>
            <a:r>
              <a:rPr lang="fr-FR" noProof="0"/>
              <a:t>1</a:t>
            </a:r>
          </a:p>
        </p:txBody>
      </p:sp>
      <p:sp>
        <p:nvSpPr>
          <p:cNvPr id="2" name="Footer Placeholder 1">
            <a:extLst>
              <a:ext uri="{FF2B5EF4-FFF2-40B4-BE49-F238E27FC236}">
                <a16:creationId xmlns:a16="http://schemas.microsoft.com/office/drawing/2014/main" id="{EB167F69-99FD-6869-CCA8-7214EF554D77}"/>
              </a:ext>
            </a:extLst>
          </p:cNvPr>
          <p:cNvSpPr>
            <a:spLocks noGrp="1"/>
          </p:cNvSpPr>
          <p:nvPr>
            <p:ph type="ftr" sz="quarter" idx="3"/>
          </p:nvPr>
        </p:nvSpPr>
        <p:spPr>
          <a:xfrm>
            <a:off x="800100" y="4873081"/>
            <a:ext cx="6611112" cy="121187"/>
          </a:xfrm>
        </p:spPr>
        <p:txBody>
          <a:bodyPr/>
          <a:lstStyle/>
          <a:p>
            <a:r>
              <a:rPr lang="fr-FR"/>
              <a:t>PwC | Direction des systemes d'information - Groupe Example Janvier 2026 - Mars 2026</a:t>
            </a:r>
            <a:endParaRPr lang="fr-FR" noProof="0" dirty="0"/>
          </a:p>
        </p:txBody>
      </p:sp>
      <p:sp>
        <p:nvSpPr>
          <p:cNvPr id="3" name="Slide Number Placeholder 2">
            <a:extLst>
              <a:ext uri="{FF2B5EF4-FFF2-40B4-BE49-F238E27FC236}">
                <a16:creationId xmlns:a16="http://schemas.microsoft.com/office/drawing/2014/main" id="{3DB6DCC4-D6BC-B438-8DB3-EE864371510D}"/>
              </a:ext>
            </a:extLst>
          </p:cNvPr>
          <p:cNvSpPr>
            <a:spLocks noGrp="1"/>
          </p:cNvSpPr>
          <p:nvPr>
            <p:ph type="sldNum" sz="quarter" idx="4"/>
          </p:nvPr>
        </p:nvSpPr>
        <p:spPr>
          <a:xfrm>
            <a:off x="8627864" y="4876039"/>
            <a:ext cx="223657" cy="121187"/>
          </a:xfrm>
        </p:spPr>
        <p:txBody>
          <a:bodyPr/>
          <a:lstStyle/>
          <a:p>
            <a:r>
              <a:rPr lang="fr-FR" noProof="0"/>
              <a:t>3</a:t>
            </a:r>
          </a:p>
        </p:txBody>
      </p:sp>
    </p:spTree>
    <p:extLst>
      <p:ext uri="{BB962C8B-B14F-4D97-AF65-F5344CB8AC3E}">
        <p14:creationId xmlns:p14="http://schemas.microsoft.com/office/powerpoint/2010/main" val="20184890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2C7F6D3-0ADB-375E-F739-CBD7B9EF4F62}"/>
              </a:ext>
              <a:ext uri="{C183D7F6-B498-43B3-948B-1728B52AA6E4}">
                <adec:decorative xmlns:adec="http://schemas.microsoft.com/office/drawing/2017/decorative" val="0"/>
              </a:ext>
            </a:extLst>
          </p:cNvPr>
          <p:cNvSpPr>
            <a:spLocks noGrp="1"/>
          </p:cNvSpPr>
          <p:nvPr>
            <p:ph type="ftr" sz="quarter" idx="3"/>
          </p:nvPr>
        </p:nvSpPr>
        <p:spPr>
          <a:xfrm>
            <a:off x="800100" y="4873081"/>
            <a:ext cx="6611112" cy="121187"/>
          </a:xfrm>
        </p:spPr>
        <p:txBody>
          <a:bodyPr/>
          <a:lstStyle/>
          <a:p>
            <a:r>
              <a:rPr lang="fr-FR"/>
              <a:t>PwC | Direction des systemes d'information - Groupe Example Janvier 2026 - Mars 2026</a:t>
            </a:r>
            <a:endParaRPr lang="fr-FR" noProof="0" dirty="0"/>
          </a:p>
        </p:txBody>
      </p:sp>
      <p:sp>
        <p:nvSpPr>
          <p:cNvPr id="5" name="Slide Number Placeholder 4">
            <a:extLst>
              <a:ext uri="{FF2B5EF4-FFF2-40B4-BE49-F238E27FC236}">
                <a16:creationId xmlns:a16="http://schemas.microsoft.com/office/drawing/2014/main" id="{E2362C9A-06E6-C4D9-CC87-714B4C76DBC6}"/>
              </a:ext>
              <a:ext uri="{C183D7F6-B498-43B3-948B-1728B52AA6E4}">
                <adec:decorative xmlns:adec="http://schemas.microsoft.com/office/drawing/2017/decorative" val="0"/>
              </a:ext>
            </a:extLst>
          </p:cNvPr>
          <p:cNvSpPr>
            <a:spLocks noGrp="1"/>
          </p:cNvSpPr>
          <p:nvPr>
            <p:ph type="sldNum" sz="quarter" idx="4"/>
          </p:nvPr>
        </p:nvSpPr>
        <p:spPr>
          <a:xfrm>
            <a:off x="8627864" y="4876039"/>
            <a:ext cx="223657" cy="121187"/>
          </a:xfrm>
        </p:spPr>
        <p:txBody>
          <a:bodyPr/>
          <a:lstStyle/>
          <a:p>
            <a:r>
              <a:rPr lang="fr-FR" noProof="0"/>
              <a:t>4</a:t>
            </a:r>
          </a:p>
        </p:txBody>
      </p:sp>
      <p:sp>
        <p:nvSpPr>
          <p:cNvPr id="13" name="Google Shape;862;p107">
            <a:extLst>
              <a:ext uri="{FF2B5EF4-FFF2-40B4-BE49-F238E27FC236}">
                <a16:creationId xmlns:a16="http://schemas.microsoft.com/office/drawing/2014/main" id="{FA09DFE5-689F-08A9-810A-E7FAD4F2C3DA}"/>
              </a:ext>
            </a:extLst>
          </p:cNvPr>
          <p:cNvSpPr txBox="1"/>
          <p:nvPr/>
        </p:nvSpPr>
        <p:spPr>
          <a:xfrm>
            <a:off x="433604" y="840507"/>
            <a:ext cx="8276700" cy="1361881"/>
          </a:xfrm>
          <a:prstGeom prst="rect">
            <a:avLst/>
          </a:prstGeom>
          <a:noFill/>
          <a:ln>
            <a:noFill/>
          </a:ln>
        </p:spPr>
        <p:txBody>
          <a:bodyPr spcFirstLastPara="1" wrap="square" lIns="68575" tIns="34275" rIns="68575" bIns="34275" anchor="t" anchorCtr="0">
            <a:spAutoFit/>
          </a:bodyPr>
          <a:lstStyle/>
          <a:p>
            <a:pPr lvl="0" indent="-69850" algn="just">
              <a:buClr>
                <a:schemeClr val="accent1"/>
              </a:buClr>
              <a:buSzPts val="1100"/>
              <a:buFont typeface="Noto Sans Symbols"/>
              <a:buChar char="❑"/>
            </a:pPr>
            <a:r>
              <a:rPr lang="fr-FR"/>
              <a:t>Le present document restitue les principaux constats issus de notre revue des controles generaux informatiques conduite chez Direction des systemes d'information - Groupe Example sur la periode Janvier 2026 - Mars 2026. Cette intervention s'inscrit dans le cadre d'une mission ITGC et a pour objectif d'apprecier le niveau de maitrise du dispositif de controle interne informatique sur le perimetre retenu. Le present support est confidentiel et destine exclusivement aux parties prenantes de la mission.</a:t>
            </a:r>
            <a:endParaRPr lang="fr-FR" sz="1100" b="1" i="0" u="none" strike="noStrike" cap="none" noProof="0" dirty="0">
              <a:solidFill>
                <a:schemeClr val="dk1"/>
              </a:solidFill>
              <a:latin typeface="Arial"/>
              <a:ea typeface="Arial"/>
              <a:cs typeface="Arial"/>
              <a:sym typeface="Arial"/>
            </a:endParaRPr>
          </a:p>
        </p:txBody>
      </p:sp>
      <p:sp>
        <p:nvSpPr>
          <p:cNvPr id="14" name="Google Shape;861;p107">
            <a:extLst>
              <a:ext uri="{FF2B5EF4-FFF2-40B4-BE49-F238E27FC236}">
                <a16:creationId xmlns:a16="http://schemas.microsoft.com/office/drawing/2014/main" id="{D50B6FB9-9748-2781-9C31-5677E75F30C8}"/>
              </a:ext>
            </a:extLst>
          </p:cNvPr>
          <p:cNvSpPr txBox="1"/>
          <p:nvPr/>
        </p:nvSpPr>
        <p:spPr>
          <a:xfrm>
            <a:off x="433604" y="142189"/>
            <a:ext cx="8449200" cy="287686"/>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fr-FR" sz="3200" i="0" u="none" strike="noStrike" cap="none" noProof="0">
                <a:solidFill>
                  <a:srgbClr val="000000"/>
                </a:solidFill>
                <a:latin typeface="Georgia"/>
                <a:ea typeface="Georgia"/>
                <a:cs typeface="Georgia"/>
                <a:sym typeface="Georgia"/>
              </a:rPr>
              <a:t>Préambule</a:t>
            </a:r>
          </a:p>
        </p:txBody>
      </p:sp>
    </p:spTree>
    <p:extLst>
      <p:ext uri="{BB962C8B-B14F-4D97-AF65-F5344CB8AC3E}">
        <p14:creationId xmlns:p14="http://schemas.microsoft.com/office/powerpoint/2010/main" val="11068175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284729-3473-1C00-0926-B740196EA6DC}"/>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27A6C4D9-0F7D-7C4E-E024-82FF7A96935E}"/>
              </a:ext>
              <a:ext uri="{C183D7F6-B498-43B3-948B-1728B52AA6E4}">
                <adec:decorative xmlns:adec="http://schemas.microsoft.com/office/drawing/2017/decorative" val="0"/>
              </a:ext>
            </a:extLst>
          </p:cNvPr>
          <p:cNvSpPr>
            <a:spLocks noGrp="1"/>
          </p:cNvSpPr>
          <p:nvPr>
            <p:ph type="ftr" sz="quarter" idx="3"/>
          </p:nvPr>
        </p:nvSpPr>
        <p:spPr>
          <a:xfrm>
            <a:off x="833967" y="4876039"/>
            <a:ext cx="6611112" cy="121187"/>
          </a:xfrm>
        </p:spPr>
        <p:txBody>
          <a:bodyPr/>
          <a:lstStyle/>
          <a:p>
            <a:r>
              <a:rPr lang="fr-FR"/>
              <a:t>PwC | Direction des systemes d'information - Groupe Example Janvier 2026 - Mars 2026</a:t>
            </a:r>
            <a:endParaRPr lang="fr-FR" noProof="0" dirty="0"/>
          </a:p>
        </p:txBody>
      </p:sp>
      <p:sp>
        <p:nvSpPr>
          <p:cNvPr id="5" name="Slide Number Placeholder 4">
            <a:extLst>
              <a:ext uri="{FF2B5EF4-FFF2-40B4-BE49-F238E27FC236}">
                <a16:creationId xmlns:a16="http://schemas.microsoft.com/office/drawing/2014/main" id="{9EF2D55C-55CA-F4FF-EB83-EB68E5463536}"/>
              </a:ext>
              <a:ext uri="{C183D7F6-B498-43B3-948B-1728B52AA6E4}">
                <adec:decorative xmlns:adec="http://schemas.microsoft.com/office/drawing/2017/decorative" val="0"/>
              </a:ext>
            </a:extLst>
          </p:cNvPr>
          <p:cNvSpPr>
            <a:spLocks noGrp="1"/>
          </p:cNvSpPr>
          <p:nvPr>
            <p:ph type="sldNum" sz="quarter" idx="4"/>
          </p:nvPr>
        </p:nvSpPr>
        <p:spPr>
          <a:xfrm>
            <a:off x="8627864" y="4876039"/>
            <a:ext cx="223657" cy="121187"/>
          </a:xfrm>
        </p:spPr>
        <p:txBody>
          <a:bodyPr/>
          <a:lstStyle/>
          <a:p>
            <a:r>
              <a:rPr lang="fr-FR" noProof="0"/>
              <a:t>5</a:t>
            </a:r>
          </a:p>
        </p:txBody>
      </p:sp>
      <p:sp>
        <p:nvSpPr>
          <p:cNvPr id="14" name="Google Shape;861;p107">
            <a:extLst>
              <a:ext uri="{FF2B5EF4-FFF2-40B4-BE49-F238E27FC236}">
                <a16:creationId xmlns:a16="http://schemas.microsoft.com/office/drawing/2014/main" id="{BB46A7B9-0979-C720-FCE0-3621926974F1}"/>
              </a:ext>
            </a:extLst>
          </p:cNvPr>
          <p:cNvSpPr txBox="1"/>
          <p:nvPr/>
        </p:nvSpPr>
        <p:spPr>
          <a:xfrm>
            <a:off x="433604" y="150432"/>
            <a:ext cx="8449200" cy="287686"/>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fr-FR" sz="3200" i="0" u="none" strike="noStrike" cap="none" noProof="0">
                <a:solidFill>
                  <a:srgbClr val="000000"/>
                </a:solidFill>
                <a:latin typeface="Georgia"/>
                <a:ea typeface="Georgia"/>
                <a:cs typeface="Georgia"/>
                <a:sym typeface="Georgia"/>
              </a:rPr>
              <a:t>Objectif</a:t>
            </a:r>
          </a:p>
        </p:txBody>
      </p:sp>
      <p:sp>
        <p:nvSpPr>
          <p:cNvPr id="9" name="Google Shape;884;p109">
            <a:extLst>
              <a:ext uri="{FF2B5EF4-FFF2-40B4-BE49-F238E27FC236}">
                <a16:creationId xmlns:a16="http://schemas.microsoft.com/office/drawing/2014/main" id="{DBB8353A-82B4-6C56-8252-2FB224E9D9B1}"/>
              </a:ext>
            </a:extLst>
          </p:cNvPr>
          <p:cNvSpPr txBox="1"/>
          <p:nvPr/>
        </p:nvSpPr>
        <p:spPr>
          <a:xfrm>
            <a:off x="433604" y="840507"/>
            <a:ext cx="8276700" cy="1521925"/>
          </a:xfrm>
          <a:prstGeom prst="rect">
            <a:avLst/>
          </a:prstGeom>
          <a:noFill/>
          <a:ln>
            <a:noFill/>
          </a:ln>
        </p:spPr>
        <p:txBody>
          <a:bodyPr spcFirstLastPara="1" wrap="square" lIns="68575" tIns="34275" rIns="68575" bIns="34275" anchor="t" anchorCtr="0">
            <a:spAutoFit/>
          </a:bodyPr>
          <a:lstStyle/>
          <a:p>
            <a:pPr lvl="0" algn="just">
              <a:lnSpc>
                <a:spcPct val="115000"/>
              </a:lnSpc>
              <a:spcBef>
                <a:spcPts val="1200"/>
              </a:spcBef>
            </a:pPr>
            <a:r>
              <a:rPr lang="fr-FR"/>
              <a:t>Apprecier le niveau de maitrise du dispositif de controle interne informatique sur le perimetre retenu.</a:t>
            </a:r>
          </a:p>
          <a:p>
            <a:pPr lvl="0" algn="just">
              <a:lnSpc>
                <a:spcPct val="115000"/>
              </a:lnSpc>
              <a:spcBef>
                <a:spcPts val="1200"/>
              </a:spcBef>
            </a:pPr>
            <a:r>
              <a:rPr lang="fr-FR"/>
              <a:t>Conduire des entretiens, analyses documentaires et tests de controles cibles sur les processus ITGC couverts.</a:t>
            </a:r>
          </a:p>
          <a:p>
            <a:pPr lvl="0" algn="just">
              <a:lnSpc>
                <a:spcPct val="115000"/>
              </a:lnSpc>
              <a:spcBef>
                <a:spcPts val="1200"/>
              </a:spcBef>
            </a:pPr>
            <a:r>
              <a:rPr lang="fr-FR"/>
              <a:t>Restituer au management les constats, impacts et recommandations associes.</a:t>
            </a:r>
            <a:endParaRPr lang="fr-FR" sz="1100" noProof="0" dirty="0">
              <a:solidFill>
                <a:schemeClr val="dk1"/>
              </a:solidFill>
            </a:endParaRPr>
          </a:p>
        </p:txBody>
      </p:sp>
    </p:spTree>
    <p:extLst>
      <p:ext uri="{BB962C8B-B14F-4D97-AF65-F5344CB8AC3E}">
        <p14:creationId xmlns:p14="http://schemas.microsoft.com/office/powerpoint/2010/main" val="11034863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425DF8-99EE-4F4F-C8BD-B1CA90D835CA}"/>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6DE79C50-09C3-BBF5-9D7E-EB3156CC73FB}"/>
              </a:ext>
              <a:ext uri="{C183D7F6-B498-43B3-948B-1728B52AA6E4}">
                <adec:decorative xmlns:adec="http://schemas.microsoft.com/office/drawing/2017/decorative" val="0"/>
              </a:ext>
            </a:extLst>
          </p:cNvPr>
          <p:cNvSpPr>
            <a:spLocks noGrp="1"/>
          </p:cNvSpPr>
          <p:nvPr>
            <p:ph type="ftr" sz="quarter" idx="3"/>
          </p:nvPr>
        </p:nvSpPr>
        <p:spPr>
          <a:xfrm>
            <a:off x="800100" y="4873081"/>
            <a:ext cx="6611112" cy="121187"/>
          </a:xfrm>
        </p:spPr>
        <p:txBody>
          <a:bodyPr/>
          <a:lstStyle/>
          <a:p>
            <a:r>
              <a:rPr lang="fr-FR"/>
              <a:t>PwC | Direction des systemes d'information - Groupe Example Janvier 2026 - Mars 2026</a:t>
            </a:r>
            <a:endParaRPr lang="fr-FR" noProof="0" dirty="0"/>
          </a:p>
        </p:txBody>
      </p:sp>
      <p:sp>
        <p:nvSpPr>
          <p:cNvPr id="5" name="Slide Number Placeholder 4">
            <a:extLst>
              <a:ext uri="{FF2B5EF4-FFF2-40B4-BE49-F238E27FC236}">
                <a16:creationId xmlns:a16="http://schemas.microsoft.com/office/drawing/2014/main" id="{87943D9B-94CE-BBD0-9FCF-831FFD4BC1FB}"/>
              </a:ext>
              <a:ext uri="{C183D7F6-B498-43B3-948B-1728B52AA6E4}">
                <adec:decorative xmlns:adec="http://schemas.microsoft.com/office/drawing/2017/decorative" val="0"/>
              </a:ext>
            </a:extLst>
          </p:cNvPr>
          <p:cNvSpPr>
            <a:spLocks noGrp="1"/>
          </p:cNvSpPr>
          <p:nvPr>
            <p:ph type="sldNum" sz="quarter" idx="4"/>
          </p:nvPr>
        </p:nvSpPr>
        <p:spPr>
          <a:xfrm>
            <a:off x="8627864" y="4876039"/>
            <a:ext cx="223657" cy="121187"/>
          </a:xfrm>
        </p:spPr>
        <p:txBody>
          <a:bodyPr/>
          <a:lstStyle/>
          <a:p>
            <a:r>
              <a:rPr lang="fr-FR" noProof="0"/>
              <a:t>6</a:t>
            </a:r>
          </a:p>
        </p:txBody>
      </p:sp>
      <p:sp>
        <p:nvSpPr>
          <p:cNvPr id="14" name="Google Shape;861;p107">
            <a:extLst>
              <a:ext uri="{FF2B5EF4-FFF2-40B4-BE49-F238E27FC236}">
                <a16:creationId xmlns:a16="http://schemas.microsoft.com/office/drawing/2014/main" id="{7C80CD78-0DB0-D7F4-3573-3E034250F2B1}"/>
              </a:ext>
            </a:extLst>
          </p:cNvPr>
          <p:cNvSpPr txBox="1"/>
          <p:nvPr/>
        </p:nvSpPr>
        <p:spPr>
          <a:xfrm>
            <a:off x="433600" y="146274"/>
            <a:ext cx="8449200" cy="287686"/>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fr-FR" sz="3200" i="0" u="none" strike="noStrike" cap="none" noProof="0">
                <a:solidFill>
                  <a:srgbClr val="000000"/>
                </a:solidFill>
                <a:latin typeface="Georgia"/>
                <a:ea typeface="Georgia"/>
                <a:cs typeface="Georgia"/>
                <a:sym typeface="Georgia"/>
              </a:rPr>
              <a:t>Modalité</a:t>
            </a:r>
          </a:p>
        </p:txBody>
      </p:sp>
      <p:sp>
        <p:nvSpPr>
          <p:cNvPr id="3" name="Google Shape;871;p108">
            <a:extLst>
              <a:ext uri="{FF2B5EF4-FFF2-40B4-BE49-F238E27FC236}">
                <a16:creationId xmlns:a16="http://schemas.microsoft.com/office/drawing/2014/main" id="{E7EDC0F0-1BC3-490A-053B-9F82CC27FA38}"/>
              </a:ext>
            </a:extLst>
          </p:cNvPr>
          <p:cNvSpPr txBox="1"/>
          <p:nvPr/>
        </p:nvSpPr>
        <p:spPr>
          <a:xfrm>
            <a:off x="433600" y="840501"/>
            <a:ext cx="8276700" cy="585386"/>
          </a:xfrm>
          <a:prstGeom prst="rect">
            <a:avLst/>
          </a:prstGeom>
          <a:noFill/>
          <a:ln>
            <a:noFill/>
          </a:ln>
        </p:spPr>
        <p:txBody>
          <a:bodyPr spcFirstLastPara="1" wrap="square" lIns="68575" tIns="34275" rIns="68575" bIns="34275" anchor="t" anchorCtr="0">
            <a:spAutoFit/>
          </a:bodyPr>
          <a:lstStyle/>
          <a:p>
            <a:pPr marL="171450" lvl="0" indent="-171450">
              <a:lnSpc>
                <a:spcPct val="107000"/>
              </a:lnSpc>
              <a:spcBef>
                <a:spcPts val="1200"/>
              </a:spcBef>
              <a:buClr>
                <a:schemeClr val="accent4"/>
              </a:buClr>
              <a:buFont typeface="Wingdings" panose="05000000000000000000" pitchFamily="2" charset="2"/>
              <a:buChar char="q"/>
            </a:pPr>
            <a:r>
              <a:rPr lang="fr-FR" sz="1100" noProof="0">
                <a:solidFill>
                  <a:schemeClr val="dk1"/>
                </a:solidFill>
              </a:rPr>
              <a:t>Notre intervention s?est d?roul?e durant Janvier 2026 - Mars 2026. Nous avons proc?d? par entretiens, ?changes avec les interlocuteurs cl?s et analyse de la documentation mise ? notre disposition.</a:t>
            </a:r>
            <a:endParaRPr lang="fr-FR" sz="1100" noProof="0" dirty="0">
              <a:solidFill>
                <a:schemeClr val="dk1"/>
              </a:solidFill>
            </a:endParaRPr>
          </a:p>
        </p:txBody>
      </p:sp>
      <p:sp>
        <p:nvSpPr>
          <p:cNvPr id="4" name="Google Shape;872;p108">
            <a:extLst>
              <a:ext uri="{FF2B5EF4-FFF2-40B4-BE49-F238E27FC236}">
                <a16:creationId xmlns:a16="http://schemas.microsoft.com/office/drawing/2014/main" id="{ECC8D293-318A-609C-1B00-F157E8D7A575}"/>
              </a:ext>
            </a:extLst>
          </p:cNvPr>
          <p:cNvSpPr txBox="1"/>
          <p:nvPr/>
        </p:nvSpPr>
        <p:spPr>
          <a:xfrm>
            <a:off x="4752829" y="2055264"/>
            <a:ext cx="3762520" cy="381821"/>
          </a:xfrm>
          <a:prstGeom prst="rect">
            <a:avLst/>
          </a:prstGeom>
          <a:solidFill>
            <a:schemeClr val="tx1">
              <a:lumMod val="75000"/>
              <a:lumOff val="25000"/>
            </a:schemeClr>
          </a:solidFill>
          <a:ln w="9525" cap="flat" cmpd="sng">
            <a:solidFill>
              <a:schemeClr val="bg1"/>
            </a:solidFill>
            <a:prstDash val="solid"/>
            <a:round/>
            <a:headEnd type="none" w="sm" len="sm"/>
            <a:tailEnd type="none" w="sm" len="sm"/>
          </a:ln>
        </p:spPr>
        <p:txBody>
          <a:bodyPr spcFirstLastPara="1" wrap="square" lIns="0" tIns="0" rIns="0" bIns="0" anchor="t" anchorCtr="0">
            <a:noAutofit/>
          </a:bodyPr>
          <a:lstStyle/>
          <a:p>
            <a:pPr marL="0" marR="0" lvl="0" indent="0" algn="ctr" rtl="0">
              <a:lnSpc>
                <a:spcPct val="200000"/>
              </a:lnSpc>
              <a:spcBef>
                <a:spcPts val="0"/>
              </a:spcBef>
              <a:spcAft>
                <a:spcPts val="0"/>
              </a:spcAft>
              <a:buNone/>
            </a:pPr>
            <a:r>
              <a:rPr lang="fr-FR" sz="1100" b="1" noProof="0">
                <a:solidFill>
                  <a:schemeClr val="bg1"/>
                </a:solidFill>
              </a:rPr>
              <a:t>Fonctions</a:t>
            </a:r>
            <a:endParaRPr lang="fr-FR" sz="1100" b="1" i="0" u="none" strike="noStrike" cap="none" noProof="0">
              <a:solidFill>
                <a:schemeClr val="tx1"/>
              </a:solidFill>
              <a:latin typeface="Arial"/>
              <a:ea typeface="Arial"/>
              <a:cs typeface="Arial"/>
              <a:sym typeface="Arial"/>
            </a:endParaRPr>
          </a:p>
        </p:txBody>
      </p:sp>
      <p:sp>
        <p:nvSpPr>
          <p:cNvPr id="6" name="Google Shape;873;p108">
            <a:extLst>
              <a:ext uri="{FF2B5EF4-FFF2-40B4-BE49-F238E27FC236}">
                <a16:creationId xmlns:a16="http://schemas.microsoft.com/office/drawing/2014/main" id="{698ED727-E867-51AB-3449-B616E397023E}"/>
              </a:ext>
            </a:extLst>
          </p:cNvPr>
          <p:cNvSpPr txBox="1"/>
          <p:nvPr/>
        </p:nvSpPr>
        <p:spPr>
          <a:xfrm>
            <a:off x="4752828" y="2495379"/>
            <a:ext cx="3762521" cy="2023458"/>
          </a:xfrm>
          <a:prstGeom prst="rect">
            <a:avLst/>
          </a:prstGeom>
          <a:solidFill>
            <a:srgbClr val="F2F2F2"/>
          </a:solidFill>
          <a:ln>
            <a:noFill/>
          </a:ln>
        </p:spPr>
        <p:txBody>
          <a:bodyPr spcFirstLastPara="1" wrap="square" lIns="68575" tIns="34275" rIns="68575" bIns="34275" anchor="t" anchorCtr="0">
            <a:noAutofit/>
          </a:bodyPr>
          <a:lstStyle/>
          <a:p>
            <a:pPr marL="127000" lvl="0" indent="-133350">
              <a:spcBef>
                <a:spcPts val="500"/>
              </a:spcBef>
              <a:buSzPts val="1100"/>
              <a:buChar char="•"/>
            </a:pPr>
            <a:r>
              <a:rPr lang="fr-FR"/>
              <a:t>Audit Manager</a:t>
            </a:r>
          </a:p>
          <a:p>
            <a:pPr marL="127000" lvl="0" indent="-133350">
              <a:spcBef>
                <a:spcPts val="500"/>
              </a:spcBef>
              <a:buSzPts val="1100"/>
              <a:buChar char="•"/>
            </a:pPr>
            <a:r>
              <a:rPr lang="fr-FR"/>
              <a:t>DSI</a:t>
            </a:r>
          </a:p>
          <a:p>
            <a:pPr marL="127000" lvl="0" indent="-133350">
              <a:spcBef>
                <a:spcPts val="500"/>
              </a:spcBef>
              <a:buSzPts val="1100"/>
              <a:buChar char="•"/>
            </a:pPr>
            <a:r>
              <a:rPr lang="fr-FR"/>
              <a:t>Finance</a:t>
            </a:r>
            <a:endParaRPr lang="fr-FR" sz="1100" noProof="0" dirty="0"/>
          </a:p>
        </p:txBody>
      </p:sp>
      <p:sp>
        <p:nvSpPr>
          <p:cNvPr id="7" name="Google Shape;874;p108">
            <a:extLst>
              <a:ext uri="{FF2B5EF4-FFF2-40B4-BE49-F238E27FC236}">
                <a16:creationId xmlns:a16="http://schemas.microsoft.com/office/drawing/2014/main" id="{1C668651-3848-38F2-90CD-EE420A43C8FB}"/>
              </a:ext>
            </a:extLst>
          </p:cNvPr>
          <p:cNvSpPr txBox="1"/>
          <p:nvPr/>
        </p:nvSpPr>
        <p:spPr>
          <a:xfrm>
            <a:off x="1456275" y="2055264"/>
            <a:ext cx="3159000" cy="396565"/>
          </a:xfrm>
          <a:prstGeom prst="rect">
            <a:avLst/>
          </a:prstGeom>
          <a:solidFill>
            <a:schemeClr val="tx1">
              <a:lumMod val="75000"/>
              <a:lumOff val="25000"/>
            </a:schemeClr>
          </a:solidFill>
          <a:ln w="9525" cap="flat" cmpd="sng">
            <a:solidFill>
              <a:schemeClr val="bg1"/>
            </a:solidFill>
            <a:prstDash val="solid"/>
            <a:round/>
            <a:headEnd type="none" w="sm" len="sm"/>
            <a:tailEnd type="none" w="sm" len="sm"/>
          </a:ln>
        </p:spPr>
        <p:txBody>
          <a:bodyPr spcFirstLastPara="1" wrap="square" lIns="0" tIns="0" rIns="0" bIns="0" anchor="t" anchorCtr="0">
            <a:noAutofit/>
          </a:bodyPr>
          <a:lstStyle/>
          <a:p>
            <a:pPr marL="0" marR="0" lvl="0" indent="0" algn="ctr" rtl="0">
              <a:lnSpc>
                <a:spcPct val="200000"/>
              </a:lnSpc>
              <a:spcBef>
                <a:spcPts val="0"/>
              </a:spcBef>
              <a:spcAft>
                <a:spcPts val="0"/>
              </a:spcAft>
              <a:buClr>
                <a:srgbClr val="000000"/>
              </a:buClr>
              <a:buSzPts val="1000"/>
              <a:buFont typeface="Noto Sans Symbols"/>
              <a:buNone/>
            </a:pPr>
            <a:r>
              <a:rPr lang="fr-FR" sz="1100" b="1" noProof="0">
                <a:solidFill>
                  <a:schemeClr val="bg1"/>
                </a:solidFill>
              </a:rPr>
              <a:t>Interlocuteurs</a:t>
            </a:r>
            <a:endParaRPr lang="fr-FR" sz="1100" b="0" i="0" u="none" strike="noStrike" cap="none" noProof="0">
              <a:solidFill>
                <a:schemeClr val="tx1"/>
              </a:solidFill>
              <a:latin typeface="Arial"/>
              <a:ea typeface="Arial"/>
              <a:cs typeface="Arial"/>
              <a:sym typeface="Arial"/>
            </a:endParaRPr>
          </a:p>
        </p:txBody>
      </p:sp>
      <p:sp>
        <p:nvSpPr>
          <p:cNvPr id="8" name="Google Shape;875;p108">
            <a:extLst>
              <a:ext uri="{FF2B5EF4-FFF2-40B4-BE49-F238E27FC236}">
                <a16:creationId xmlns:a16="http://schemas.microsoft.com/office/drawing/2014/main" id="{4110668C-BDE6-2FD4-9CC3-B1297DDD6402}"/>
              </a:ext>
            </a:extLst>
          </p:cNvPr>
          <p:cNvSpPr txBox="1"/>
          <p:nvPr/>
        </p:nvSpPr>
        <p:spPr>
          <a:xfrm>
            <a:off x="1456275" y="2495379"/>
            <a:ext cx="3159000" cy="2023458"/>
          </a:xfrm>
          <a:prstGeom prst="rect">
            <a:avLst/>
          </a:prstGeom>
          <a:solidFill>
            <a:srgbClr val="F2F2F2"/>
          </a:solidFill>
          <a:ln>
            <a:noFill/>
          </a:ln>
        </p:spPr>
        <p:txBody>
          <a:bodyPr spcFirstLastPara="1" wrap="square" lIns="68575" tIns="34275" rIns="68575" bIns="34275" anchor="t" anchorCtr="0">
            <a:noAutofit/>
          </a:bodyPr>
          <a:lstStyle/>
          <a:p>
            <a:pPr marL="127000" lvl="0" indent="-133350" algn="just">
              <a:spcBef>
                <a:spcPts val="500"/>
              </a:spcBef>
              <a:buSzPts val="1100"/>
              <a:buFont typeface="Arial"/>
              <a:buChar char="•"/>
            </a:pPr>
            <a:r>
              <a:rPr lang="en-US"/>
              <a:t>Lead Auditor</a:t>
            </a:r>
          </a:p>
          <a:p>
            <a:pPr marL="127000" lvl="0" indent="-133350" algn="just">
              <a:spcBef>
                <a:spcPts val="500"/>
              </a:spcBef>
              <a:buSzPts val="1100"/>
              <a:buFont typeface="Arial"/>
              <a:buChar char="•"/>
            </a:pPr>
            <a:r>
              <a:rPr lang="en-US"/>
              <a:t>IT Manager</a:t>
            </a:r>
          </a:p>
          <a:p>
            <a:pPr marL="127000" lvl="0" indent="-133350" algn="just">
              <a:spcBef>
                <a:spcPts val="500"/>
              </a:spcBef>
              <a:buSzPts val="1100"/>
              <a:buFont typeface="Arial"/>
              <a:buChar char="•"/>
            </a:pPr>
            <a:r>
              <a:rPr lang="en-US"/>
              <a:t>Application Owner</a:t>
            </a:r>
            <a:endParaRPr lang="fr-FR" sz="1000" noProof="0" dirty="0"/>
          </a:p>
        </p:txBody>
      </p:sp>
    </p:spTree>
    <p:extLst>
      <p:ext uri="{BB962C8B-B14F-4D97-AF65-F5344CB8AC3E}">
        <p14:creationId xmlns:p14="http://schemas.microsoft.com/office/powerpoint/2010/main" val="33941259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8B1F47-84FE-29FB-70DC-0B049D2B7636}"/>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BBDA48A7-ED61-78B4-DDAD-F13844366BD4}"/>
              </a:ext>
              <a:ext uri="{C183D7F6-B498-43B3-948B-1728B52AA6E4}">
                <adec:decorative xmlns:adec="http://schemas.microsoft.com/office/drawing/2017/decorative" val="0"/>
              </a:ext>
            </a:extLst>
          </p:cNvPr>
          <p:cNvSpPr>
            <a:spLocks noGrp="1"/>
          </p:cNvSpPr>
          <p:nvPr>
            <p:ph type="ftr" sz="quarter" idx="3"/>
          </p:nvPr>
        </p:nvSpPr>
        <p:spPr>
          <a:xfrm>
            <a:off x="800100" y="4873081"/>
            <a:ext cx="6611112" cy="121187"/>
          </a:xfrm>
        </p:spPr>
        <p:txBody>
          <a:bodyPr/>
          <a:lstStyle/>
          <a:p>
            <a:r>
              <a:rPr lang="fr-FR" noProof="0"/>
              <a:t>PwC | Direction des systemes d'information - Groupe Example Janvier 2026 - Mars 2026</a:t>
            </a:r>
          </a:p>
        </p:txBody>
      </p:sp>
      <p:sp>
        <p:nvSpPr>
          <p:cNvPr id="5" name="Slide Number Placeholder 4">
            <a:extLst>
              <a:ext uri="{FF2B5EF4-FFF2-40B4-BE49-F238E27FC236}">
                <a16:creationId xmlns:a16="http://schemas.microsoft.com/office/drawing/2014/main" id="{89433FD6-9F01-3631-8C61-2AB538D84B31}"/>
              </a:ext>
              <a:ext uri="{C183D7F6-B498-43B3-948B-1728B52AA6E4}">
                <adec:decorative xmlns:adec="http://schemas.microsoft.com/office/drawing/2017/decorative" val="0"/>
              </a:ext>
            </a:extLst>
          </p:cNvPr>
          <p:cNvSpPr>
            <a:spLocks noGrp="1"/>
          </p:cNvSpPr>
          <p:nvPr>
            <p:ph type="sldNum" sz="quarter" idx="4"/>
          </p:nvPr>
        </p:nvSpPr>
        <p:spPr>
          <a:xfrm>
            <a:off x="8627864" y="4876039"/>
            <a:ext cx="223657" cy="121187"/>
          </a:xfrm>
        </p:spPr>
        <p:txBody>
          <a:bodyPr/>
          <a:lstStyle/>
          <a:p>
            <a:r>
              <a:rPr lang="fr-FR" noProof="0"/>
              <a:t>7</a:t>
            </a:r>
          </a:p>
        </p:txBody>
      </p:sp>
      <p:sp>
        <p:nvSpPr>
          <p:cNvPr id="14" name="Google Shape;861;p107">
            <a:extLst>
              <a:ext uri="{FF2B5EF4-FFF2-40B4-BE49-F238E27FC236}">
                <a16:creationId xmlns:a16="http://schemas.microsoft.com/office/drawing/2014/main" id="{C845AC01-2E24-E88B-343B-4EB6CAD4292E}"/>
              </a:ext>
            </a:extLst>
          </p:cNvPr>
          <p:cNvSpPr txBox="1"/>
          <p:nvPr/>
        </p:nvSpPr>
        <p:spPr>
          <a:xfrm>
            <a:off x="457200" y="72465"/>
            <a:ext cx="8449200" cy="287686"/>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fr-FR" sz="3200" i="0" u="none" strike="noStrike" cap="none" noProof="0">
                <a:solidFill>
                  <a:srgbClr val="000000"/>
                </a:solidFill>
                <a:latin typeface="Georgia"/>
                <a:ea typeface="Georgia"/>
                <a:cs typeface="Georgia"/>
                <a:sym typeface="Georgia"/>
              </a:rPr>
              <a:t>Périmètre d’intervention</a:t>
            </a:r>
          </a:p>
        </p:txBody>
      </p:sp>
      <p:sp>
        <p:nvSpPr>
          <p:cNvPr id="12" name="Espace réservé du contenu 5">
            <a:extLst>
              <a:ext uri="{FF2B5EF4-FFF2-40B4-BE49-F238E27FC236}">
                <a16:creationId xmlns:a16="http://schemas.microsoft.com/office/drawing/2014/main" id="{94A481EA-2DF4-3022-347B-603CB4548B1A}"/>
              </a:ext>
            </a:extLst>
          </p:cNvPr>
          <p:cNvSpPr>
            <a:spLocks noGrp="1"/>
          </p:cNvSpPr>
          <p:nvPr>
            <p:ph idx="1"/>
          </p:nvPr>
        </p:nvSpPr>
        <p:spPr>
          <a:xfrm>
            <a:off x="457200" y="521497"/>
            <a:ext cx="8327268" cy="4187281"/>
          </a:xfrm>
        </p:spPr>
        <p:txBody>
          <a:bodyPr/>
          <a:lstStyle/>
          <a:p>
            <a:pPr marL="228600" lvl="1" indent="-228600" algn="just">
              <a:buClr>
                <a:schemeClr val="accent1"/>
              </a:buClr>
              <a:buSzPct val="100000"/>
              <a:buFont typeface="+mj-lt"/>
              <a:buAutoNum type="arabicPeriod"/>
            </a:pPr>
            <a:r>
              <a:rPr lang="fr-FR" sz="1100" noProof="0"/>
              <a:t>Le perimetre d'intervention couvre principalement les applications suivantes : Active Directory, SAP S/4HANA, Serveurs Windows, Application Finance, Serveur Backup, Outil de ticketing. Les travaux portent sur les processus APD, PC, CO ainsi que sur les dependances informatiques associees.</a:t>
            </a:r>
          </a:p>
          <a:p>
            <a:pPr marL="228600" lvl="1" indent="-228600" algn="just">
              <a:buClr>
                <a:schemeClr val="accent1"/>
              </a:buClr>
              <a:buSzPct val="100000"/>
              <a:buFont typeface="+mj-lt"/>
              <a:buAutoNum type="arabicPeriod"/>
            </a:pPr>
            <a:endParaRPr lang="fr-FR" sz="1100" noProof="0"/>
          </a:p>
          <a:p>
            <a:pPr marL="228600" lvl="1" indent="-228600" algn="just">
              <a:buClr>
                <a:schemeClr val="accent1"/>
              </a:buClr>
              <a:buSzPct val="100000"/>
              <a:buFont typeface="+mj-lt"/>
              <a:buAutoNum type="arabicPeriod"/>
            </a:pPr>
            <a:r>
              <a:rPr lang="fr-FR" sz="1100" noProof="0"/>
              <a:t>Nos travaux ont ?t? r?alis?s en application de notre d?marche d'audit et reposent principalement sur :</a:t>
            </a:r>
          </a:p>
          <a:p>
            <a:pPr marL="228600" lvl="1" indent="-228600" algn="just">
              <a:buClr>
                <a:schemeClr val="accent1"/>
              </a:buClr>
              <a:buSzPct val="100000"/>
              <a:buFont typeface="+mj-lt"/>
              <a:buAutoNum type="arabicPeriod"/>
            </a:pPr>
            <a:r>
              <a:rPr lang="fr-FR" sz="1100" noProof="0"/>
              <a:t>Analyse de la documentation mise a notre disposition.</a:t>
            </a:r>
          </a:p>
          <a:p>
            <a:pPr marL="228600" lvl="1" indent="-228600" algn="just">
              <a:buClr>
                <a:schemeClr val="accent1"/>
              </a:buClr>
              <a:buSzPct val="100000"/>
              <a:buFont typeface="+mj-lt"/>
              <a:buAutoNum type="arabicPeriod"/>
            </a:pPr>
            <a:r>
              <a:rPr lang="fr-FR" sz="1100" noProof="0"/>
              <a:t>Tests de controles realises par sondage et observation afin de confirmer la comprehension des controles cles.</a:t>
            </a:r>
            <a:endParaRPr lang="fr-FR" sz="900" noProof="0" dirty="0"/>
          </a:p>
        </p:txBody>
      </p:sp>
      <p:graphicFrame>
        <p:nvGraphicFramePr>
          <p:cNvPr id="13" name="Google Shape;438;p5">
            <a:extLst>
              <a:ext uri="{FF2B5EF4-FFF2-40B4-BE49-F238E27FC236}">
                <a16:creationId xmlns:a16="http://schemas.microsoft.com/office/drawing/2014/main" id="{76D587CA-2A0D-B380-2C59-F2245D49CC89}"/>
              </a:ext>
            </a:extLst>
          </p:cNvPr>
          <p:cNvGraphicFramePr/>
          <p:nvPr>
            <p:extLst>
              <p:ext uri="{D42A27DB-BD31-4B8C-83A1-F6EECF244321}">
                <p14:modId xmlns:p14="http://schemas.microsoft.com/office/powerpoint/2010/main" val="3933232994"/>
              </p:ext>
            </p:extLst>
          </p:nvPr>
        </p:nvGraphicFramePr>
        <p:xfrm>
          <a:off x="2292256" y="1165967"/>
          <a:ext cx="4559488" cy="2292287"/>
        </p:xfrm>
        <a:graphic>
          <a:graphicData uri="http://schemas.openxmlformats.org/drawingml/2006/table">
            <a:tbl>
              <a:tblPr firstRow="1" bandRow="1">
                <a:noFill/>
              </a:tblPr>
              <a:tblGrid>
                <a:gridCol w="887866">
                  <a:extLst>
                    <a:ext uri="{9D8B030D-6E8A-4147-A177-3AD203B41FA5}">
                      <a16:colId xmlns:a16="http://schemas.microsoft.com/office/drawing/2014/main" val="20001"/>
                    </a:ext>
                  </a:extLst>
                </a:gridCol>
                <a:gridCol w="1530801">
                  <a:extLst>
                    <a:ext uri="{9D8B030D-6E8A-4147-A177-3AD203B41FA5}">
                      <a16:colId xmlns:a16="http://schemas.microsoft.com/office/drawing/2014/main" val="20002"/>
                    </a:ext>
                  </a:extLst>
                </a:gridCol>
                <a:gridCol w="1271178">
                  <a:extLst>
                    <a:ext uri="{9D8B030D-6E8A-4147-A177-3AD203B41FA5}">
                      <a16:colId xmlns:a16="http://schemas.microsoft.com/office/drawing/2014/main" val="20003"/>
                    </a:ext>
                  </a:extLst>
                </a:gridCol>
                <a:gridCol w="869643">
                  <a:extLst>
                    <a:ext uri="{9D8B030D-6E8A-4147-A177-3AD203B41FA5}">
                      <a16:colId xmlns:a16="http://schemas.microsoft.com/office/drawing/2014/main" val="840386284"/>
                    </a:ext>
                  </a:extLst>
                </a:gridCol>
              </a:tblGrid>
              <a:tr h="311087">
                <a:tc>
                  <a:txBody>
                    <a:bodyPr/>
                    <a:lstStyle/>
                    <a:p>
                      <a:pPr marL="0" lvl="0" indent="0" algn="ctr" rtl="0">
                        <a:spcBef>
                          <a:spcPts val="0"/>
                        </a:spcBef>
                        <a:spcAft>
                          <a:spcPts val="0"/>
                        </a:spcAft>
                        <a:buNone/>
                      </a:pPr>
                      <a:r>
                        <a:rPr lang="fr-FR" sz="700" b="1" noProof="0">
                          <a:solidFill>
                            <a:schemeClr val="lt1"/>
                          </a:solidFill>
                        </a:rPr>
                        <a:t>Application</a:t>
                      </a:r>
                      <a:endParaRPr lang="fr-FR" sz="700" noProof="0">
                        <a:solidFill>
                          <a:schemeClr val="lt1"/>
                        </a:solidFill>
                      </a:endParaRPr>
                    </a:p>
                  </a:txBody>
                  <a:tcPr marL="49856" marR="49856" marT="24919" marB="24919" anchor="ctr">
                    <a:lnR w="12700" cap="flat" cmpd="sng" algn="ctr">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3E3E3E"/>
                    </a:solidFill>
                  </a:tcPr>
                </a:tc>
                <a:tc>
                  <a:txBody>
                    <a:bodyPr/>
                    <a:lstStyle/>
                    <a:p>
                      <a:pPr marL="0" lvl="0" indent="0" algn="ctr" rtl="0">
                        <a:spcBef>
                          <a:spcPts val="0"/>
                        </a:spcBef>
                        <a:spcAft>
                          <a:spcPts val="0"/>
                        </a:spcAft>
                        <a:buNone/>
                      </a:pPr>
                      <a:r>
                        <a:rPr lang="fr-FR" sz="700" b="1" noProof="0">
                          <a:solidFill>
                            <a:schemeClr val="lt1"/>
                          </a:solidFill>
                        </a:rPr>
                        <a:t>Description</a:t>
                      </a:r>
                      <a:endParaRPr lang="fr-FR" sz="700" noProof="0">
                        <a:solidFill>
                          <a:schemeClr val="lt1"/>
                        </a:solidFill>
                      </a:endParaRPr>
                    </a:p>
                  </a:txBody>
                  <a:tcPr marL="49856" marR="49856" marT="24919" marB="24919" anchor="ctr">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3E3E3E"/>
                    </a:solidFill>
                  </a:tcPr>
                </a:tc>
                <a:tc>
                  <a:txBody>
                    <a:bodyPr/>
                    <a:lstStyle/>
                    <a:p>
                      <a:pPr marL="0" lvl="0" indent="0" algn="ctr" rtl="0">
                        <a:spcBef>
                          <a:spcPts val="0"/>
                        </a:spcBef>
                        <a:spcAft>
                          <a:spcPts val="0"/>
                        </a:spcAft>
                        <a:buNone/>
                      </a:pPr>
                      <a:r>
                        <a:rPr lang="fr-FR" sz="700" b="1" noProof="0">
                          <a:solidFill>
                            <a:schemeClr val="lt1"/>
                          </a:solidFill>
                        </a:rPr>
                        <a:t>Système d’exploitation</a:t>
                      </a:r>
                      <a:endParaRPr lang="fr-FR" sz="700" noProof="0">
                        <a:solidFill>
                          <a:schemeClr val="lt1"/>
                        </a:solidFill>
                      </a:endParaRPr>
                    </a:p>
                  </a:txBody>
                  <a:tcPr marL="49856" marR="49856" marT="24919" marB="24919" anchor="ctr">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3E3E3E"/>
                    </a:solidFill>
                  </a:tcPr>
                </a:tc>
                <a:tc>
                  <a:txBody>
                    <a:bodyPr/>
                    <a:lstStyle/>
                    <a:p>
                      <a:pPr algn="ctr"/>
                      <a:r>
                        <a:rPr lang="fr-FR" sz="700" b="1" noProof="0">
                          <a:solidFill>
                            <a:schemeClr val="lt1"/>
                          </a:solidFill>
                        </a:rPr>
                        <a:t>Bases des données</a:t>
                      </a:r>
                      <a:endParaRPr lang="fr-FR"/>
                    </a:p>
                  </a:txBody>
                  <a:tcPr marL="49856" marR="49856" marT="24919" marB="24919" anchor="ctr">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3E3E3E"/>
                    </a:solidFill>
                  </a:tcPr>
                </a:tc>
                <a:extLst>
                  <a:ext uri="{0D108BD9-81ED-4DB2-BD59-A6C34878D82A}">
                    <a16:rowId xmlns:a16="http://schemas.microsoft.com/office/drawing/2014/main" val="10001"/>
                  </a:ext>
                </a:extLst>
              </a:tr>
              <a:tr h="435026">
                <a:tc>
                  <a:txBody>
                    <a:bodyPr/>
                    <a:lstStyle/>
                    <a:p>
                      <a:pPr algn="ctr"/>
                      <a:r>
                        <a:rPr lang="fr-FR" sz="1100" b="0" i="0" u="none" strike="noStrike" cap="none">
                          <a:solidFill>
                            <a:schemeClr val="tx1"/>
                          </a:solidFill>
                          <a:effectLst/>
                          <a:latin typeface="+mn-lt"/>
                          <a:ea typeface="+mn-ea"/>
                          <a:cs typeface="+mn-cs"/>
                          <a:sym typeface="Arial"/>
                        </a:rPr>
                        <a:t>Active Directory</a:t>
                      </a:r>
                      <a:endParaRPr lang="fr-FR" sz="500" b="1" kern="1200" noProof="0" dirty="0">
                        <a:solidFill>
                          <a:srgbClr val="000000"/>
                        </a:solidFill>
                        <a:latin typeface="+mn-lt"/>
                        <a:ea typeface="+mn-ea"/>
                        <a:cs typeface="+mn-cs"/>
                      </a:endParaRPr>
                    </a:p>
                  </a:txBody>
                  <a:tcPr marL="68580" marR="68580" marT="34290" marB="34290" anchor="ctr">
                    <a:lnL w="12700" cap="flat" cmpd="sng">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tc>
                  <a:txBody>
                    <a:bodyPr/>
                    <a:lstStyle/>
                    <a:p>
                      <a:pPr algn="ctr"/>
                      <a:r>
                        <a:rPr lang="fr-FR" sz="1400" b="0" i="0" u="none" strike="noStrike" cap="none">
                          <a:solidFill>
                            <a:schemeClr val="tx1"/>
                          </a:solidFill>
                          <a:effectLst/>
                          <a:latin typeface="+mn-lt"/>
                          <a:ea typeface="+mn-ea"/>
                          <a:cs typeface="+mn-cs"/>
                          <a:sym typeface="Arial"/>
                        </a:rPr>
                        <a:t>Application du perimetre ITGC (1 observation(s))</a:t>
                      </a:r>
                      <a:endParaRPr lang="fr-FR" sz="800" kern="1200" noProof="0" dirty="0">
                        <a:solidFill>
                          <a:srgbClr val="000000"/>
                        </a:solidFill>
                        <a:latin typeface="+mn-lt"/>
                        <a:ea typeface="+mn-ea"/>
                        <a:cs typeface="+mn-cs"/>
                      </a:endParaRPr>
                    </a:p>
                  </a:txBody>
                  <a:tcPr marL="68580" marR="68580" marT="34290" marB="34290" anchor="ctr">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FR" sz="1400" b="0" i="0" u="none" strike="noStrike" cap="none">
                          <a:solidFill>
                            <a:schemeClr val="tx1"/>
                          </a:solidFill>
                          <a:effectLst/>
                          <a:latin typeface="+mn-lt"/>
                          <a:ea typeface="+mn-ea"/>
                          <a:cs typeface="+mn-cs"/>
                          <a:sym typeface="Arial"/>
                        </a:rPr>
                        <a:t>A definir</a:t>
                      </a:r>
                      <a:endParaRPr lang="fr-FR" sz="800" b="0" i="0" u="none" strike="noStrike" kern="1200" cap="none" noProof="0" dirty="0">
                        <a:solidFill>
                          <a:schemeClr val="tx1"/>
                        </a:solidFill>
                        <a:latin typeface="+mn-lt"/>
                        <a:ea typeface="Arial"/>
                        <a:cs typeface="Arial"/>
                        <a:sym typeface="Arial"/>
                      </a:endParaRPr>
                    </a:p>
                  </a:txBody>
                  <a:tcPr marL="68580" marR="68580" marT="34290" marB="34290" anchor="ctr">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FR" sz="1400" b="0" i="0" u="none" strike="noStrike" cap="none">
                          <a:solidFill>
                            <a:schemeClr val="tx1"/>
                          </a:solidFill>
                          <a:effectLst/>
                          <a:latin typeface="+mn-lt"/>
                          <a:ea typeface="+mn-ea"/>
                          <a:cs typeface="+mn-cs"/>
                          <a:sym typeface="Arial"/>
                        </a:rPr>
                        <a:t>Elevee</a:t>
                      </a:r>
                      <a:endParaRPr lang="fr-FR" sz="800" b="0" i="0" u="none" strike="noStrike" kern="1200" cap="none" noProof="0" dirty="0">
                        <a:solidFill>
                          <a:schemeClr val="tx1"/>
                        </a:solidFill>
                        <a:latin typeface="+mn-lt"/>
                        <a:ea typeface="Arial"/>
                        <a:cs typeface="Arial"/>
                        <a:sym typeface="Arial"/>
                      </a:endParaRPr>
                    </a:p>
                  </a:txBody>
                  <a:tcPr marL="68580" marR="68580" marT="34290" marB="34290" anchor="ctr">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extLst>
                  <a:ext uri="{0D108BD9-81ED-4DB2-BD59-A6C34878D82A}">
                    <a16:rowId xmlns:a16="http://schemas.microsoft.com/office/drawing/2014/main" val="775911131"/>
                  </a:ext>
                </a:extLst>
              </a:tr>
              <a:tr h="435026">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fr-FR" sz="800" b="0" i="0" u="none" strike="noStrike" cap="none">
                          <a:solidFill>
                            <a:schemeClr val="tx1"/>
                          </a:solidFill>
                          <a:effectLst/>
                          <a:latin typeface="+mn-lt"/>
                          <a:ea typeface="+mn-ea"/>
                          <a:cs typeface="+mn-cs"/>
                          <a:sym typeface="Arial"/>
                        </a:rPr>
                        <a:t>SAP S/4HANA</a:t>
                      </a:r>
                      <a:endParaRPr lang="fr-FR" sz="700" b="1" kern="1200" noProof="0" dirty="0">
                        <a:solidFill>
                          <a:srgbClr val="000000"/>
                        </a:solidFill>
                        <a:latin typeface="+mn-lt"/>
                        <a:ea typeface="+mn-ea"/>
                        <a:cs typeface="+mn-cs"/>
                      </a:endParaRPr>
                    </a:p>
                  </a:txBody>
                  <a:tcPr marL="68580" marR="68580" marT="34290" marB="34290" anchor="ctr">
                    <a:lnL w="12700" cap="flat" cmpd="sng">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tc>
                  <a:txBody>
                    <a:bodyPr/>
                    <a:lstStyle/>
                    <a:p>
                      <a:pPr algn="ctr"/>
                      <a:r>
                        <a:rPr lang="fr-FR" sz="800" b="0" i="0" u="none" strike="noStrike" cap="none">
                          <a:solidFill>
                            <a:schemeClr val="tx1"/>
                          </a:solidFill>
                          <a:effectLst/>
                          <a:latin typeface="+mn-lt"/>
                          <a:ea typeface="+mn-ea"/>
                          <a:cs typeface="+mn-cs"/>
                          <a:sym typeface="Arial"/>
                        </a:rPr>
                        <a:t>Application du perimetre ITGC (4 observation(s))</a:t>
                      </a:r>
                      <a:endParaRPr lang="fr-FR" sz="200" kern="1200" noProof="0" dirty="0">
                        <a:solidFill>
                          <a:srgbClr val="000000"/>
                        </a:solidFill>
                        <a:latin typeface="+mn-lt"/>
                        <a:ea typeface="+mn-ea"/>
                        <a:cs typeface="+mn-cs"/>
                      </a:endParaRPr>
                    </a:p>
                  </a:txBody>
                  <a:tcPr marL="68580" marR="68580" marT="34290" marB="34290" anchor="ctr">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FR" sz="800" b="0" i="0" u="none" strike="noStrike" cap="none">
                          <a:solidFill>
                            <a:schemeClr val="tx1"/>
                          </a:solidFill>
                          <a:effectLst/>
                          <a:latin typeface="+mn-lt"/>
                          <a:ea typeface="+mn-ea"/>
                          <a:cs typeface="+mn-cs"/>
                          <a:sym typeface="Arial"/>
                        </a:rPr>
                        <a:t>A definir</a:t>
                      </a:r>
                      <a:endParaRPr lang="fr-FR" sz="800" b="0" i="0" u="none" strike="noStrike" kern="1200" cap="none" noProof="0" dirty="0">
                        <a:solidFill>
                          <a:schemeClr val="tx1"/>
                        </a:solidFill>
                        <a:latin typeface="+mn-lt"/>
                        <a:ea typeface="Arial"/>
                        <a:cs typeface="Arial"/>
                        <a:sym typeface="Arial"/>
                      </a:endParaRPr>
                    </a:p>
                  </a:txBody>
                  <a:tcPr marL="68580" marR="68580" marT="34290" marB="34290" anchor="ctr">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FR" sz="1400" b="0" i="0" u="none" strike="noStrike" cap="none">
                          <a:solidFill>
                            <a:schemeClr val="tx1"/>
                          </a:solidFill>
                          <a:effectLst/>
                          <a:latin typeface="+mn-lt"/>
                          <a:ea typeface="+mn-ea"/>
                          <a:cs typeface="+mn-cs"/>
                          <a:sym typeface="Arial"/>
                        </a:rPr>
                        <a:t>Elevee</a:t>
                      </a:r>
                      <a:endParaRPr lang="fr-FR" sz="800" b="0" i="0" u="none" strike="noStrike" kern="1200" cap="none" noProof="0" dirty="0">
                        <a:solidFill>
                          <a:schemeClr val="tx1"/>
                        </a:solidFill>
                        <a:latin typeface="+mn-lt"/>
                        <a:ea typeface="Arial"/>
                        <a:cs typeface="Arial"/>
                        <a:sym typeface="Arial"/>
                      </a:endParaRPr>
                    </a:p>
                  </a:txBody>
                  <a:tcPr marL="68580" marR="68580" marT="34290" marB="34290" anchor="ctr">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extLst>
                  <a:ext uri="{0D108BD9-81ED-4DB2-BD59-A6C34878D82A}">
                    <a16:rowId xmlns:a16="http://schemas.microsoft.com/office/drawing/2014/main" val="2784508143"/>
                  </a:ext>
                </a:extLst>
              </a:tr>
              <a:tr h="435026">
                <a:tc>
                  <a:txBody>
                    <a:bodyPr/>
                    <a:lstStyle/>
                    <a:p>
                      <a:pPr algn="ctr"/>
                      <a:r>
                        <a:rPr lang="fr-FR" sz="800" b="0" i="0" u="none" strike="noStrike" cap="none">
                          <a:solidFill>
                            <a:schemeClr val="tx1"/>
                          </a:solidFill>
                          <a:effectLst/>
                          <a:latin typeface="+mn-lt"/>
                          <a:ea typeface="+mn-ea"/>
                          <a:cs typeface="+mn-cs"/>
                          <a:sym typeface="Arial"/>
                        </a:rPr>
                        <a:t>Serveurs Windows</a:t>
                      </a:r>
                      <a:endParaRPr lang="fr-FR" sz="100" b="1" kern="1200" noProof="0" dirty="0">
                        <a:solidFill>
                          <a:srgbClr val="000000"/>
                        </a:solidFill>
                        <a:latin typeface="+mn-lt"/>
                        <a:ea typeface="+mn-ea"/>
                        <a:cs typeface="+mn-cs"/>
                      </a:endParaRPr>
                    </a:p>
                  </a:txBody>
                  <a:tcPr marL="68580" marR="68580" marT="34290" marB="34290" anchor="ctr">
                    <a:lnL w="12700" cap="flat" cmpd="sng">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tc>
                  <a:txBody>
                    <a:bodyPr/>
                    <a:lstStyle/>
                    <a:p>
                      <a:pPr algn="ctr"/>
                      <a:r>
                        <a:rPr lang="fr-FR" sz="800" b="0" i="0" u="none" strike="noStrike" cap="none">
                          <a:solidFill>
                            <a:schemeClr val="tx1"/>
                          </a:solidFill>
                          <a:effectLst/>
                          <a:latin typeface="+mn-lt"/>
                          <a:ea typeface="+mn-ea"/>
                          <a:cs typeface="+mn-cs"/>
                          <a:sym typeface="Arial"/>
                        </a:rPr>
                        <a:t>Application du perimetre ITGC (1 observation(s))</a:t>
                      </a:r>
                      <a:endParaRPr lang="fr-FR" sz="200" kern="1200" noProof="0" dirty="0">
                        <a:solidFill>
                          <a:srgbClr val="000000"/>
                        </a:solidFill>
                        <a:latin typeface="+mn-lt"/>
                        <a:ea typeface="+mn-ea"/>
                        <a:cs typeface="+mn-cs"/>
                      </a:endParaRPr>
                    </a:p>
                  </a:txBody>
                  <a:tcPr marL="68580" marR="68580" marT="34290" marB="34290" anchor="ctr">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FR" sz="800" b="0" i="0" u="none" strike="noStrike" cap="none">
                          <a:solidFill>
                            <a:schemeClr val="tx1"/>
                          </a:solidFill>
                          <a:effectLst/>
                          <a:latin typeface="+mn-lt"/>
                          <a:ea typeface="+mn-ea"/>
                          <a:cs typeface="+mn-cs"/>
                          <a:sym typeface="Arial"/>
                        </a:rPr>
                        <a:t>A definir</a:t>
                      </a:r>
                      <a:endParaRPr lang="fr-FR" sz="800" b="0" i="0" u="none" strike="noStrike" kern="1200" cap="none" noProof="0" dirty="0">
                        <a:solidFill>
                          <a:schemeClr val="tx1"/>
                        </a:solidFill>
                        <a:latin typeface="+mn-lt"/>
                        <a:ea typeface="Arial"/>
                        <a:cs typeface="Arial"/>
                        <a:sym typeface="Arial"/>
                      </a:endParaRPr>
                    </a:p>
                  </a:txBody>
                  <a:tcPr marL="68580" marR="68580" marT="34290" marB="34290" anchor="ctr">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FR" sz="1400" b="0" i="0" u="none" strike="noStrike" cap="none">
                          <a:solidFill>
                            <a:schemeClr val="tx1"/>
                          </a:solidFill>
                          <a:effectLst/>
                          <a:latin typeface="+mn-lt"/>
                          <a:ea typeface="+mn-ea"/>
                          <a:cs typeface="+mn-cs"/>
                          <a:sym typeface="Arial"/>
                        </a:rPr>
                        <a:t>Elevee</a:t>
                      </a:r>
                      <a:endParaRPr lang="fr-FR" sz="800" b="0" i="0" u="none" strike="noStrike" kern="1200" cap="none" noProof="0" dirty="0">
                        <a:solidFill>
                          <a:schemeClr val="tx1"/>
                        </a:solidFill>
                        <a:latin typeface="+mn-lt"/>
                        <a:ea typeface="Arial"/>
                        <a:cs typeface="Arial"/>
                        <a:sym typeface="Arial"/>
                      </a:endParaRPr>
                    </a:p>
                  </a:txBody>
                  <a:tcPr marL="68580" marR="68580" marT="34290" marB="34290" anchor="ctr">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extLst>
                  <a:ext uri="{0D108BD9-81ED-4DB2-BD59-A6C34878D82A}">
                    <a16:rowId xmlns:a16="http://schemas.microsoft.com/office/drawing/2014/main" val="710658988"/>
                  </a:ext>
                </a:extLst>
              </a:tr>
              <a:tr h="435026">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fr-FR" sz="800" b="0" i="0" u="none" strike="noStrike" cap="none">
                          <a:solidFill>
                            <a:schemeClr val="tx1"/>
                          </a:solidFill>
                          <a:effectLst/>
                          <a:latin typeface="+mn-lt"/>
                          <a:ea typeface="+mn-ea"/>
                          <a:cs typeface="+mn-cs"/>
                          <a:sym typeface="Arial"/>
                        </a:rPr>
                        <a:t>Application Finance</a:t>
                      </a:r>
                      <a:endParaRPr lang="fr-FR" sz="700" b="1" kern="1200" noProof="0" dirty="0">
                        <a:solidFill>
                          <a:srgbClr val="000000"/>
                        </a:solidFill>
                        <a:latin typeface="+mn-lt"/>
                        <a:ea typeface="+mn-ea"/>
                        <a:cs typeface="+mn-cs"/>
                      </a:endParaRPr>
                    </a:p>
                  </a:txBody>
                  <a:tcPr marL="68580" marR="68580" marT="34290" marB="34290" anchor="ctr">
                    <a:lnL w="12700" cap="flat" cmpd="sng">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algn="ctr"/>
                      <a:r>
                        <a:rPr lang="fr-FR" sz="800" b="0" i="0" u="none" strike="noStrike" cap="none">
                          <a:solidFill>
                            <a:schemeClr val="tx1"/>
                          </a:solidFill>
                          <a:effectLst/>
                          <a:latin typeface="+mn-lt"/>
                          <a:ea typeface="+mn-ea"/>
                          <a:cs typeface="+mn-cs"/>
                          <a:sym typeface="Arial"/>
                        </a:rPr>
                        <a:t>Application du perimetre ITGC (1 observation(s))</a:t>
                      </a:r>
                      <a:endParaRPr lang="fr-FR" sz="200" kern="1200" noProof="0" dirty="0">
                        <a:solidFill>
                          <a:srgbClr val="000000"/>
                        </a:solidFill>
                        <a:latin typeface="+mn-lt"/>
                        <a:ea typeface="+mn-ea"/>
                        <a:cs typeface="+mn-cs"/>
                      </a:endParaRPr>
                    </a:p>
                  </a:txBody>
                  <a:tcPr marL="68580" marR="68580" marT="34290" marB="34290" anchor="ctr">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FR" sz="800" b="0" i="0" u="none" strike="noStrike" cap="none">
                          <a:solidFill>
                            <a:schemeClr val="tx1"/>
                          </a:solidFill>
                          <a:effectLst/>
                          <a:latin typeface="+mn-lt"/>
                          <a:ea typeface="+mn-ea"/>
                          <a:cs typeface="+mn-cs"/>
                          <a:sym typeface="Arial"/>
                        </a:rPr>
                        <a:t>A definir</a:t>
                      </a:r>
                      <a:endParaRPr lang="fr-FR" sz="800" b="0" i="0" u="none" strike="noStrike" kern="1200" cap="none" noProof="0" dirty="0">
                        <a:solidFill>
                          <a:schemeClr val="tx1"/>
                        </a:solidFill>
                        <a:latin typeface="+mn-lt"/>
                        <a:ea typeface="Arial"/>
                        <a:cs typeface="Arial"/>
                        <a:sym typeface="Arial"/>
                      </a:endParaRPr>
                    </a:p>
                  </a:txBody>
                  <a:tcPr marL="68580" marR="68580" marT="34290" marB="34290" anchor="ctr">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FR" sz="1400" b="0" i="0" u="none" strike="noStrike" cap="none">
                          <a:solidFill>
                            <a:schemeClr val="tx1"/>
                          </a:solidFill>
                          <a:effectLst/>
                          <a:latin typeface="+mn-lt"/>
                          <a:ea typeface="+mn-ea"/>
                          <a:cs typeface="+mn-cs"/>
                          <a:sym typeface="Arial"/>
                        </a:rPr>
                        <a:t>Elevee</a:t>
                      </a:r>
                      <a:endParaRPr lang="fr-FR" sz="800" b="0" i="0" u="none" strike="noStrike" kern="1200" cap="none" noProof="0" dirty="0">
                        <a:solidFill>
                          <a:schemeClr val="tx1"/>
                        </a:solidFill>
                        <a:latin typeface="+mn-lt"/>
                        <a:ea typeface="Arial"/>
                        <a:cs typeface="Arial"/>
                        <a:sym typeface="Arial"/>
                      </a:endParaRPr>
                    </a:p>
                  </a:txBody>
                  <a:tcPr marL="68580" marR="68580" marT="34290" marB="34290" anchor="ctr">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extLst>
                  <a:ext uri="{0D108BD9-81ED-4DB2-BD59-A6C34878D82A}">
                    <a16:rowId xmlns:a16="http://schemas.microsoft.com/office/drawing/2014/main" val="2031250325"/>
                  </a:ext>
                </a:extLst>
              </a:tr>
            </a:tbl>
          </a:graphicData>
        </a:graphic>
      </p:graphicFrame>
    </p:spTree>
    <p:extLst>
      <p:ext uri="{BB962C8B-B14F-4D97-AF65-F5344CB8AC3E}">
        <p14:creationId xmlns:p14="http://schemas.microsoft.com/office/powerpoint/2010/main" val="32819014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86876C-7836-00EF-1C90-410A70A01FC1}"/>
            </a:ext>
          </a:extLst>
        </p:cNvPr>
        <p:cNvGrpSpPr/>
        <p:nvPr/>
      </p:nvGrpSpPr>
      <p:grpSpPr>
        <a:xfrm>
          <a:off x="0" y="0"/>
          <a:ext cx="0" cy="0"/>
          <a:chOff x="0" y="0"/>
          <a:chExt cx="0" cy="0"/>
        </a:xfrm>
      </p:grpSpPr>
      <p:sp>
        <p:nvSpPr>
          <p:cNvPr id="32" name="Title 31">
            <a:extLst>
              <a:ext uri="{FF2B5EF4-FFF2-40B4-BE49-F238E27FC236}">
                <a16:creationId xmlns:a16="http://schemas.microsoft.com/office/drawing/2014/main" id="{5FB9B40F-D26E-E51F-6424-F58B0B66EFEF}"/>
              </a:ext>
            </a:extLst>
          </p:cNvPr>
          <p:cNvSpPr>
            <a:spLocks noGrp="1"/>
          </p:cNvSpPr>
          <p:nvPr>
            <p:ph type="title"/>
          </p:nvPr>
        </p:nvSpPr>
        <p:spPr>
          <a:xfrm>
            <a:off x="298329" y="2594969"/>
            <a:ext cx="4940733" cy="1944956"/>
          </a:xfrm>
        </p:spPr>
        <p:txBody>
          <a:bodyPr/>
          <a:lstStyle/>
          <a:p>
            <a:r>
              <a:rPr lang="fr-FR" noProof="0"/>
              <a:t>Approche des travaux d’audit informatique</a:t>
            </a:r>
            <a:br>
              <a:rPr lang="fr-FR" noProof="0"/>
            </a:br>
            <a:endParaRPr lang="fr-FR" noProof="0"/>
          </a:p>
        </p:txBody>
      </p:sp>
      <p:sp>
        <p:nvSpPr>
          <p:cNvPr id="13" name="Text Placeholder 12">
            <a:extLst>
              <a:ext uri="{FF2B5EF4-FFF2-40B4-BE49-F238E27FC236}">
                <a16:creationId xmlns:a16="http://schemas.microsoft.com/office/drawing/2014/main" id="{7AD8FDD1-9470-07A1-FB26-0A3B42EB15E7}"/>
              </a:ext>
            </a:extLst>
          </p:cNvPr>
          <p:cNvSpPr>
            <a:spLocks noGrp="1"/>
          </p:cNvSpPr>
          <p:nvPr>
            <p:ph type="body" idx="1"/>
          </p:nvPr>
        </p:nvSpPr>
        <p:spPr>
          <a:xfrm>
            <a:off x="6145368" y="432054"/>
            <a:ext cx="2596571" cy="3231654"/>
          </a:xfrm>
        </p:spPr>
        <p:txBody>
          <a:bodyPr/>
          <a:lstStyle/>
          <a:p>
            <a:r>
              <a:rPr lang="fr-FR" noProof="0"/>
              <a:t>2</a:t>
            </a:r>
          </a:p>
        </p:txBody>
      </p:sp>
      <p:sp>
        <p:nvSpPr>
          <p:cNvPr id="2" name="Footer Placeholder 1">
            <a:extLst>
              <a:ext uri="{FF2B5EF4-FFF2-40B4-BE49-F238E27FC236}">
                <a16:creationId xmlns:a16="http://schemas.microsoft.com/office/drawing/2014/main" id="{4AD5B976-E5D3-1B8D-BFB8-00695AD77164}"/>
              </a:ext>
            </a:extLst>
          </p:cNvPr>
          <p:cNvSpPr>
            <a:spLocks noGrp="1"/>
          </p:cNvSpPr>
          <p:nvPr>
            <p:ph type="ftr" sz="quarter" idx="3"/>
          </p:nvPr>
        </p:nvSpPr>
        <p:spPr>
          <a:xfrm>
            <a:off x="800100" y="4873081"/>
            <a:ext cx="6611112" cy="121187"/>
          </a:xfrm>
        </p:spPr>
        <p:txBody>
          <a:bodyPr/>
          <a:lstStyle/>
          <a:p>
            <a:r>
              <a:rPr lang="fr-FR"/>
              <a:t>PwC | Direction des systemes d'information - Groupe Example Janvier 2026 - Mars 2026</a:t>
            </a:r>
            <a:endParaRPr lang="fr-FR" noProof="0" dirty="0"/>
          </a:p>
        </p:txBody>
      </p:sp>
      <p:sp>
        <p:nvSpPr>
          <p:cNvPr id="3" name="Slide Number Placeholder 2">
            <a:extLst>
              <a:ext uri="{FF2B5EF4-FFF2-40B4-BE49-F238E27FC236}">
                <a16:creationId xmlns:a16="http://schemas.microsoft.com/office/drawing/2014/main" id="{646CF0DD-232B-97F1-8F8B-40CF7CDFEA0A}"/>
              </a:ext>
            </a:extLst>
          </p:cNvPr>
          <p:cNvSpPr>
            <a:spLocks noGrp="1"/>
          </p:cNvSpPr>
          <p:nvPr>
            <p:ph type="sldNum" sz="quarter" idx="4"/>
          </p:nvPr>
        </p:nvSpPr>
        <p:spPr>
          <a:xfrm>
            <a:off x="8627864" y="4876039"/>
            <a:ext cx="223657" cy="121187"/>
          </a:xfrm>
        </p:spPr>
        <p:txBody>
          <a:bodyPr/>
          <a:lstStyle/>
          <a:p>
            <a:r>
              <a:rPr lang="fr-FR" noProof="0"/>
              <a:t>8</a:t>
            </a:r>
          </a:p>
        </p:txBody>
      </p:sp>
    </p:spTree>
    <p:extLst>
      <p:ext uri="{BB962C8B-B14F-4D97-AF65-F5344CB8AC3E}">
        <p14:creationId xmlns:p14="http://schemas.microsoft.com/office/powerpoint/2010/main" val="34373055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3BAE79-E4DB-2CB7-78BE-AB98F24AD0DA}"/>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B7456EF2-501B-B6EF-D204-AE1DC7020C5C}"/>
              </a:ext>
              <a:ext uri="{C183D7F6-B498-43B3-948B-1728B52AA6E4}">
                <adec:decorative xmlns:adec="http://schemas.microsoft.com/office/drawing/2017/decorative" val="0"/>
              </a:ext>
            </a:extLst>
          </p:cNvPr>
          <p:cNvSpPr>
            <a:spLocks noGrp="1"/>
          </p:cNvSpPr>
          <p:nvPr>
            <p:ph type="ftr" sz="quarter" idx="3"/>
          </p:nvPr>
        </p:nvSpPr>
        <p:spPr>
          <a:xfrm>
            <a:off x="800100" y="4873081"/>
            <a:ext cx="6611112" cy="121187"/>
          </a:xfrm>
        </p:spPr>
        <p:txBody>
          <a:bodyPr/>
          <a:lstStyle/>
          <a:p>
            <a:r>
              <a:rPr lang="fr-FR"/>
              <a:t>PwC | Direction des systemes d'information - Groupe Example Janvier 2026 - Mars 2026</a:t>
            </a:r>
            <a:endParaRPr lang="fr-FR" noProof="0" dirty="0"/>
          </a:p>
        </p:txBody>
      </p:sp>
      <p:sp>
        <p:nvSpPr>
          <p:cNvPr id="5" name="Slide Number Placeholder 4">
            <a:extLst>
              <a:ext uri="{FF2B5EF4-FFF2-40B4-BE49-F238E27FC236}">
                <a16:creationId xmlns:a16="http://schemas.microsoft.com/office/drawing/2014/main" id="{BDBAE791-F57D-10BB-27C2-9B0431065E7A}"/>
              </a:ext>
              <a:ext uri="{C183D7F6-B498-43B3-948B-1728B52AA6E4}">
                <adec:decorative xmlns:adec="http://schemas.microsoft.com/office/drawing/2017/decorative" val="0"/>
              </a:ext>
            </a:extLst>
          </p:cNvPr>
          <p:cNvSpPr>
            <a:spLocks noGrp="1"/>
          </p:cNvSpPr>
          <p:nvPr>
            <p:ph type="sldNum" sz="quarter" idx="4"/>
          </p:nvPr>
        </p:nvSpPr>
        <p:spPr>
          <a:xfrm>
            <a:off x="8627864" y="4876039"/>
            <a:ext cx="223657" cy="121187"/>
          </a:xfrm>
        </p:spPr>
        <p:txBody>
          <a:bodyPr/>
          <a:lstStyle/>
          <a:p>
            <a:r>
              <a:rPr lang="fr-FR" noProof="0"/>
              <a:t>9</a:t>
            </a:r>
          </a:p>
        </p:txBody>
      </p:sp>
      <p:sp>
        <p:nvSpPr>
          <p:cNvPr id="14" name="Google Shape;861;p107">
            <a:extLst>
              <a:ext uri="{FF2B5EF4-FFF2-40B4-BE49-F238E27FC236}">
                <a16:creationId xmlns:a16="http://schemas.microsoft.com/office/drawing/2014/main" id="{260695D0-9DDD-AD7E-2B62-6FF9D53BEE52}"/>
              </a:ext>
            </a:extLst>
          </p:cNvPr>
          <p:cNvSpPr txBox="1"/>
          <p:nvPr/>
        </p:nvSpPr>
        <p:spPr>
          <a:xfrm>
            <a:off x="433604" y="146274"/>
            <a:ext cx="8449200" cy="287686"/>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fr-FR" sz="3200" i="0" u="none" strike="noStrike" cap="none" noProof="0">
                <a:solidFill>
                  <a:srgbClr val="000000"/>
                </a:solidFill>
                <a:latin typeface="Georgia"/>
                <a:ea typeface="Georgia"/>
                <a:cs typeface="Georgia"/>
                <a:sym typeface="Georgia"/>
              </a:rPr>
              <a:t>Approche des travaux d’audit informatique</a:t>
            </a:r>
          </a:p>
        </p:txBody>
      </p:sp>
      <p:sp>
        <p:nvSpPr>
          <p:cNvPr id="9" name="Google Shape;914;p112">
            <a:extLst>
              <a:ext uri="{FF2B5EF4-FFF2-40B4-BE49-F238E27FC236}">
                <a16:creationId xmlns:a16="http://schemas.microsoft.com/office/drawing/2014/main" id="{F869FBEF-A987-E8B9-1FD6-99CCCDA992B8}"/>
              </a:ext>
            </a:extLst>
          </p:cNvPr>
          <p:cNvSpPr txBox="1"/>
          <p:nvPr/>
        </p:nvSpPr>
        <p:spPr>
          <a:xfrm>
            <a:off x="433604" y="840507"/>
            <a:ext cx="8276700" cy="4131870"/>
          </a:xfrm>
          <a:prstGeom prst="rect">
            <a:avLst/>
          </a:prstGeom>
          <a:noFill/>
          <a:ln>
            <a:noFill/>
          </a:ln>
        </p:spPr>
        <p:txBody>
          <a:bodyPr spcFirstLastPara="1" wrap="square" lIns="68575" tIns="34275" rIns="68575" bIns="34275" anchor="t" anchorCtr="0">
            <a:spAutoFit/>
          </a:bodyPr>
          <a:lstStyle/>
          <a:p>
            <a:r>
              <a:rPr lang="fr-FR" sz="1200"/>
              <a:t>Notre approche d'audit integre la composante systemes d'information des la phase de planification de la mission.</a:t>
            </a:r>
          </a:p>
          <a:p>
            <a:endParaRPr lang="fr-FR" sz="1200"/>
          </a:p>
          <a:p>
            <a:r>
              <a:rPr lang="fr-FR" sz="1200"/>
              <a:t>Cette approche peut ?tre d?compos?e de la mani?re suivante :</a:t>
            </a:r>
          </a:p>
          <a:p>
            <a:endParaRPr lang="fr-FR" sz="1200"/>
          </a:p>
          <a:p>
            <a:r>
              <a:rPr lang="fr-FR" sz="1200"/>
              <a:t>Une phase de :</a:t>
            </a:r>
          </a:p>
          <a:p>
            <a:r>
              <a:rPr lang="fr-FR" sz="1200"/>
              <a:t>Prise de connaissance de l'environnement informatique de l'entite et des evolutions significatives de l'exercice.</a:t>
            </a:r>
          </a:p>
          <a:p>
            <a:r>
              <a:rPr lang="fr-FR" sz="1200"/>
              <a:t>Entretiens avec les interlocuteurs cles, analyse documentaire et collecte des evidences necessaires a la revue.</a:t>
            </a:r>
          </a:p>
          <a:p>
            <a:r>
              <a:rPr lang="fr-FR" sz="1200"/>
              <a:t>Execution de tests de controles par sondage et observation sur les processus de gestion des acces, des changements et de l'exploitation informatique.</a:t>
            </a:r>
          </a:p>
          <a:p>
            <a:r>
              <a:rPr lang="fr-FR" sz="1200"/>
              <a:t>Synthese des constats, evaluation du niveau de maitrise et formalisation des recommandations a destination du management.</a:t>
            </a:r>
          </a:p>
          <a:p>
            <a:endParaRPr lang="fr-FR" sz="1200"/>
          </a:p>
          <a:p>
            <a:r>
              <a:rPr lang="fr-FR" sz="1200"/>
              <a:t>Nos travaux ont porte sur les applications suivantes: Active Directory, SAP S/4HANA, Serveurs Windows, Application Finance, Serveur Backup, Outil de ticketing. Le perimetre couvre principalement Gestion des acces aux donnees et aux programmes, Gestion des changements et developpements, Exploitation informatique. Les diligences ont ete realisees au travers d'entretiens, d'analyses documentaires et de tests de controles cibles.</a:t>
            </a:r>
          </a:p>
          <a:p>
            <a:endParaRPr lang="fr-FR" sz="1200"/>
          </a:p>
          <a:p>
            <a:r>
              <a:rPr lang="fr-FR" sz="1200"/>
              <a:t>La revue ITGC menee sur Direction des systemes d'information - Groupe Example a mis en evidence 9 observation(s) significative(s) sur les applications Active Directory, SAP S/4HANA, Serveurs Windows, Application Finance, Serveur Backup, Outil de ticketing. Les constats les plus sensibles concernent la gestion des acces, l'exploitation informatique et la gestion des changements, avec un impact direct potentiel sur le dispositif de controle interne et la securite des traitements.</a:t>
            </a:r>
            <a:endParaRPr lang="fr-FR" sz="1400" b="0" i="0" u="none" strike="noStrike" cap="none" noProof="0"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33616305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E5AE1-E5DB-8E69-3096-92C05AA4BF11}"/>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9CB09BE1-A917-1F7F-BB44-89AA694C69CD}"/>
              </a:ext>
              <a:ext uri="{C183D7F6-B498-43B3-948B-1728B52AA6E4}">
                <adec:decorative xmlns:adec="http://schemas.microsoft.com/office/drawing/2017/decorative" val="0"/>
              </a:ext>
            </a:extLst>
          </p:cNvPr>
          <p:cNvSpPr>
            <a:spLocks noGrp="1"/>
          </p:cNvSpPr>
          <p:nvPr>
            <p:ph type="ftr" sz="quarter" idx="3"/>
          </p:nvPr>
        </p:nvSpPr>
        <p:spPr>
          <a:xfrm>
            <a:off x="800100" y="4873081"/>
            <a:ext cx="6611112" cy="121187"/>
          </a:xfrm>
        </p:spPr>
        <p:txBody>
          <a:bodyPr/>
          <a:lstStyle/>
          <a:p>
            <a:r>
              <a:rPr lang="fr-FR"/>
              <a:t>PwC | Direction des systemes d'information - Groupe Example Janvier 2026 - Mars 2026</a:t>
            </a:r>
            <a:endParaRPr lang="fr-FR" noProof="0" dirty="0"/>
          </a:p>
        </p:txBody>
      </p:sp>
      <p:sp>
        <p:nvSpPr>
          <p:cNvPr id="5" name="Slide Number Placeholder 4">
            <a:extLst>
              <a:ext uri="{FF2B5EF4-FFF2-40B4-BE49-F238E27FC236}">
                <a16:creationId xmlns:a16="http://schemas.microsoft.com/office/drawing/2014/main" id="{EAFB8C43-BDF1-C266-0AB2-D2A379DA7351}"/>
              </a:ext>
              <a:ext uri="{C183D7F6-B498-43B3-948B-1728B52AA6E4}">
                <adec:decorative xmlns:adec="http://schemas.microsoft.com/office/drawing/2017/decorative" val="0"/>
              </a:ext>
            </a:extLst>
          </p:cNvPr>
          <p:cNvSpPr>
            <a:spLocks noGrp="1"/>
          </p:cNvSpPr>
          <p:nvPr>
            <p:ph type="sldNum" sz="quarter" idx="4"/>
          </p:nvPr>
        </p:nvSpPr>
        <p:spPr>
          <a:xfrm>
            <a:off x="8627864" y="4876039"/>
            <a:ext cx="223657" cy="121187"/>
          </a:xfrm>
        </p:spPr>
        <p:txBody>
          <a:bodyPr/>
          <a:lstStyle/>
          <a:p>
            <a:r>
              <a:rPr lang="fr-FR" noProof="0"/>
              <a:t>10</a:t>
            </a:r>
          </a:p>
        </p:txBody>
      </p:sp>
      <p:sp>
        <p:nvSpPr>
          <p:cNvPr id="14" name="Google Shape;861;p107">
            <a:extLst>
              <a:ext uri="{FF2B5EF4-FFF2-40B4-BE49-F238E27FC236}">
                <a16:creationId xmlns:a16="http://schemas.microsoft.com/office/drawing/2014/main" id="{024E7028-3F65-05CA-9C07-D19270FB15A1}"/>
              </a:ext>
            </a:extLst>
          </p:cNvPr>
          <p:cNvSpPr txBox="1"/>
          <p:nvPr/>
        </p:nvSpPr>
        <p:spPr>
          <a:xfrm>
            <a:off x="433604" y="154935"/>
            <a:ext cx="8449200" cy="287686"/>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fr-FR" sz="3200" i="0" u="none" strike="noStrike" cap="none" noProof="0">
                <a:solidFill>
                  <a:srgbClr val="000000"/>
                </a:solidFill>
                <a:latin typeface="Georgia"/>
                <a:ea typeface="Georgia"/>
                <a:cs typeface="Georgia"/>
                <a:sym typeface="Georgia"/>
              </a:rPr>
              <a:t>Liste des contrôles couverts</a:t>
            </a:r>
          </a:p>
        </p:txBody>
      </p:sp>
      <p:graphicFrame>
        <p:nvGraphicFramePr>
          <p:cNvPr id="3" name="Tableau 2">
            <a:extLst>
              <a:ext uri="{FF2B5EF4-FFF2-40B4-BE49-F238E27FC236}">
                <a16:creationId xmlns:a16="http://schemas.microsoft.com/office/drawing/2014/main" id="{4ED7BA9E-2DC0-D933-50A3-A66CEEF679F1}"/>
              </a:ext>
            </a:extLst>
          </p:cNvPr>
          <p:cNvGraphicFramePr>
            <a:graphicFrameLocks noGrp="1"/>
          </p:cNvGraphicFramePr>
          <p:nvPr>
            <p:custDataLst>
              <p:tags r:id="rId1"/>
            </p:custDataLst>
            <p:extLst>
              <p:ext uri="{D42A27DB-BD31-4B8C-83A1-F6EECF244321}">
                <p14:modId xmlns:p14="http://schemas.microsoft.com/office/powerpoint/2010/main" val="1247190187"/>
              </p:ext>
            </p:extLst>
          </p:nvPr>
        </p:nvGraphicFramePr>
        <p:xfrm>
          <a:off x="180204" y="660986"/>
          <a:ext cx="8702600" cy="3523962"/>
        </p:xfrm>
        <a:graphic>
          <a:graphicData uri="http://schemas.openxmlformats.org/drawingml/2006/table">
            <a:tbl>
              <a:tblPr firstRow="1" firstCol="1" bandRow="1"/>
              <a:tblGrid>
                <a:gridCol w="830243">
                  <a:extLst>
                    <a:ext uri="{9D8B030D-6E8A-4147-A177-3AD203B41FA5}">
                      <a16:colId xmlns:a16="http://schemas.microsoft.com/office/drawing/2014/main" val="20000"/>
                    </a:ext>
                  </a:extLst>
                </a:gridCol>
                <a:gridCol w="3526160">
                  <a:extLst>
                    <a:ext uri="{9D8B030D-6E8A-4147-A177-3AD203B41FA5}">
                      <a16:colId xmlns:a16="http://schemas.microsoft.com/office/drawing/2014/main" val="20001"/>
                    </a:ext>
                  </a:extLst>
                </a:gridCol>
                <a:gridCol w="4346197">
                  <a:extLst>
                    <a:ext uri="{9D8B030D-6E8A-4147-A177-3AD203B41FA5}">
                      <a16:colId xmlns:a16="http://schemas.microsoft.com/office/drawing/2014/main" val="20002"/>
                    </a:ext>
                  </a:extLst>
                </a:gridCol>
              </a:tblGrid>
              <a:tr h="171751">
                <a:tc>
                  <a:txBody>
                    <a:bodyPr/>
                    <a:lstStyle>
                      <a:lvl1pPr marL="0" algn="l" defTabSz="685800" rtl="0" eaLnBrk="1" latinLnBrk="0" hangingPunct="1">
                        <a:defRPr sz="1400" b="1" kern="1200">
                          <a:solidFill>
                            <a:schemeClr val="lt1"/>
                          </a:solidFill>
                          <a:latin typeface="Arial"/>
                        </a:defRPr>
                      </a:lvl1pPr>
                      <a:lvl2pPr marL="342900" algn="l" defTabSz="685800" rtl="0" eaLnBrk="1" latinLnBrk="0" hangingPunct="1">
                        <a:defRPr sz="1400" b="1" kern="1200">
                          <a:solidFill>
                            <a:schemeClr val="lt1"/>
                          </a:solidFill>
                          <a:latin typeface="Arial"/>
                        </a:defRPr>
                      </a:lvl2pPr>
                      <a:lvl3pPr marL="685800" algn="l" defTabSz="685800" rtl="0" eaLnBrk="1" latinLnBrk="0" hangingPunct="1">
                        <a:defRPr sz="1400" b="1" kern="1200">
                          <a:solidFill>
                            <a:schemeClr val="lt1"/>
                          </a:solidFill>
                          <a:latin typeface="Arial"/>
                        </a:defRPr>
                      </a:lvl3pPr>
                      <a:lvl4pPr marL="1028700" algn="l" defTabSz="685800" rtl="0" eaLnBrk="1" latinLnBrk="0" hangingPunct="1">
                        <a:defRPr sz="1400" b="1" kern="1200">
                          <a:solidFill>
                            <a:schemeClr val="lt1"/>
                          </a:solidFill>
                          <a:latin typeface="Arial"/>
                        </a:defRPr>
                      </a:lvl4pPr>
                      <a:lvl5pPr marL="1371600" algn="l" defTabSz="685800" rtl="0" eaLnBrk="1" latinLnBrk="0" hangingPunct="1">
                        <a:defRPr sz="1400" b="1" kern="1200">
                          <a:solidFill>
                            <a:schemeClr val="lt1"/>
                          </a:solidFill>
                          <a:latin typeface="Arial"/>
                        </a:defRPr>
                      </a:lvl5pPr>
                      <a:lvl6pPr marL="1714500" algn="l" defTabSz="685800" rtl="0" eaLnBrk="1" latinLnBrk="0" hangingPunct="1">
                        <a:defRPr sz="1400" b="1" kern="1200">
                          <a:solidFill>
                            <a:schemeClr val="lt1"/>
                          </a:solidFill>
                          <a:latin typeface="Arial"/>
                        </a:defRPr>
                      </a:lvl6pPr>
                      <a:lvl7pPr marL="2057400" algn="l" defTabSz="685800" rtl="0" eaLnBrk="1" latinLnBrk="0" hangingPunct="1">
                        <a:defRPr sz="1400" b="1" kern="1200">
                          <a:solidFill>
                            <a:schemeClr val="lt1"/>
                          </a:solidFill>
                          <a:latin typeface="Arial"/>
                        </a:defRPr>
                      </a:lvl7pPr>
                      <a:lvl8pPr marL="2400300" algn="l" defTabSz="685800" rtl="0" eaLnBrk="1" latinLnBrk="0" hangingPunct="1">
                        <a:defRPr sz="1400" b="1" kern="1200">
                          <a:solidFill>
                            <a:schemeClr val="lt1"/>
                          </a:solidFill>
                          <a:latin typeface="Arial"/>
                        </a:defRPr>
                      </a:lvl8pPr>
                      <a:lvl9pPr marL="2743200" algn="l" defTabSz="685800" rtl="0" eaLnBrk="1" latinLnBrk="0" hangingPunct="1">
                        <a:defRPr sz="1400" b="1" kern="1200">
                          <a:solidFill>
                            <a:schemeClr val="lt1"/>
                          </a:solidFill>
                          <a:latin typeface="Arial"/>
                        </a:defRPr>
                      </a:lvl9pPr>
                    </a:lstStyle>
                    <a:p>
                      <a:pPr algn="ctr"/>
                      <a:r>
                        <a:rPr lang="fr-FR" sz="800" noProof="0">
                          <a:solidFill>
                            <a:schemeClr val="bg1"/>
                          </a:solidFill>
                          <a:latin typeface="+mn-lt"/>
                        </a:rPr>
                        <a:t>Réf.</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D04A02"/>
                    </a:solidFill>
                  </a:tcPr>
                </a:tc>
                <a:tc>
                  <a:txBody>
                    <a:bodyPr/>
                    <a:lstStyle>
                      <a:lvl1pPr marL="0" algn="l" defTabSz="685800" rtl="0" eaLnBrk="1" latinLnBrk="0" hangingPunct="1">
                        <a:defRPr sz="1400" b="1" kern="1200">
                          <a:solidFill>
                            <a:schemeClr val="lt1"/>
                          </a:solidFill>
                          <a:latin typeface="Arial"/>
                        </a:defRPr>
                      </a:lvl1pPr>
                      <a:lvl2pPr marL="342900" algn="l" defTabSz="685800" rtl="0" eaLnBrk="1" latinLnBrk="0" hangingPunct="1">
                        <a:defRPr sz="1400" b="1" kern="1200">
                          <a:solidFill>
                            <a:schemeClr val="lt1"/>
                          </a:solidFill>
                          <a:latin typeface="Arial"/>
                        </a:defRPr>
                      </a:lvl2pPr>
                      <a:lvl3pPr marL="685800" algn="l" defTabSz="685800" rtl="0" eaLnBrk="1" latinLnBrk="0" hangingPunct="1">
                        <a:defRPr sz="1400" b="1" kern="1200">
                          <a:solidFill>
                            <a:schemeClr val="lt1"/>
                          </a:solidFill>
                          <a:latin typeface="Arial"/>
                        </a:defRPr>
                      </a:lvl3pPr>
                      <a:lvl4pPr marL="1028700" algn="l" defTabSz="685800" rtl="0" eaLnBrk="1" latinLnBrk="0" hangingPunct="1">
                        <a:defRPr sz="1400" b="1" kern="1200">
                          <a:solidFill>
                            <a:schemeClr val="lt1"/>
                          </a:solidFill>
                          <a:latin typeface="Arial"/>
                        </a:defRPr>
                      </a:lvl4pPr>
                      <a:lvl5pPr marL="1371600" algn="l" defTabSz="685800" rtl="0" eaLnBrk="1" latinLnBrk="0" hangingPunct="1">
                        <a:defRPr sz="1400" b="1" kern="1200">
                          <a:solidFill>
                            <a:schemeClr val="lt1"/>
                          </a:solidFill>
                          <a:latin typeface="Arial"/>
                        </a:defRPr>
                      </a:lvl5pPr>
                      <a:lvl6pPr marL="1714500" algn="l" defTabSz="685800" rtl="0" eaLnBrk="1" latinLnBrk="0" hangingPunct="1">
                        <a:defRPr sz="1400" b="1" kern="1200">
                          <a:solidFill>
                            <a:schemeClr val="lt1"/>
                          </a:solidFill>
                          <a:latin typeface="Arial"/>
                        </a:defRPr>
                      </a:lvl6pPr>
                      <a:lvl7pPr marL="2057400" algn="l" defTabSz="685800" rtl="0" eaLnBrk="1" latinLnBrk="0" hangingPunct="1">
                        <a:defRPr sz="1400" b="1" kern="1200">
                          <a:solidFill>
                            <a:schemeClr val="lt1"/>
                          </a:solidFill>
                          <a:latin typeface="Arial"/>
                        </a:defRPr>
                      </a:lvl7pPr>
                      <a:lvl8pPr marL="2400300" algn="l" defTabSz="685800" rtl="0" eaLnBrk="1" latinLnBrk="0" hangingPunct="1">
                        <a:defRPr sz="1400" b="1" kern="1200">
                          <a:solidFill>
                            <a:schemeClr val="lt1"/>
                          </a:solidFill>
                          <a:latin typeface="Arial"/>
                        </a:defRPr>
                      </a:lvl8pPr>
                      <a:lvl9pPr marL="2743200" algn="l" defTabSz="685800" rtl="0" eaLnBrk="1" latinLnBrk="0" hangingPunct="1">
                        <a:defRPr sz="1400" b="1" kern="1200">
                          <a:solidFill>
                            <a:schemeClr val="lt1"/>
                          </a:solidFill>
                          <a:latin typeface="Arial"/>
                        </a:defRPr>
                      </a:lvl9pPr>
                    </a:lstStyle>
                    <a:p>
                      <a:pPr algn="ctr"/>
                      <a:r>
                        <a:rPr lang="fr-FR" sz="800" noProof="0">
                          <a:solidFill>
                            <a:schemeClr val="bg1"/>
                          </a:solidFill>
                          <a:latin typeface="+mn-lt"/>
                        </a:rPr>
                        <a:t>Description du contrôle</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D04A02"/>
                    </a:solidFill>
                  </a:tcPr>
                </a:tc>
                <a:tc>
                  <a:txBody>
                    <a:bodyPr/>
                    <a:lstStyle>
                      <a:lvl1pPr marL="0" algn="l" defTabSz="685800" rtl="0" eaLnBrk="1" latinLnBrk="0" hangingPunct="1">
                        <a:defRPr sz="1400" b="1" kern="1200">
                          <a:solidFill>
                            <a:schemeClr val="lt1"/>
                          </a:solidFill>
                          <a:latin typeface="Arial"/>
                        </a:defRPr>
                      </a:lvl1pPr>
                      <a:lvl2pPr marL="342900" algn="l" defTabSz="685800" rtl="0" eaLnBrk="1" latinLnBrk="0" hangingPunct="1">
                        <a:defRPr sz="1400" b="1" kern="1200">
                          <a:solidFill>
                            <a:schemeClr val="lt1"/>
                          </a:solidFill>
                          <a:latin typeface="Arial"/>
                        </a:defRPr>
                      </a:lvl2pPr>
                      <a:lvl3pPr marL="685800" algn="l" defTabSz="685800" rtl="0" eaLnBrk="1" latinLnBrk="0" hangingPunct="1">
                        <a:defRPr sz="1400" b="1" kern="1200">
                          <a:solidFill>
                            <a:schemeClr val="lt1"/>
                          </a:solidFill>
                          <a:latin typeface="Arial"/>
                        </a:defRPr>
                      </a:lvl3pPr>
                      <a:lvl4pPr marL="1028700" algn="l" defTabSz="685800" rtl="0" eaLnBrk="1" latinLnBrk="0" hangingPunct="1">
                        <a:defRPr sz="1400" b="1" kern="1200">
                          <a:solidFill>
                            <a:schemeClr val="lt1"/>
                          </a:solidFill>
                          <a:latin typeface="Arial"/>
                        </a:defRPr>
                      </a:lvl4pPr>
                      <a:lvl5pPr marL="1371600" algn="l" defTabSz="685800" rtl="0" eaLnBrk="1" latinLnBrk="0" hangingPunct="1">
                        <a:defRPr sz="1400" b="1" kern="1200">
                          <a:solidFill>
                            <a:schemeClr val="lt1"/>
                          </a:solidFill>
                          <a:latin typeface="Arial"/>
                        </a:defRPr>
                      </a:lvl5pPr>
                      <a:lvl6pPr marL="1714500" algn="l" defTabSz="685800" rtl="0" eaLnBrk="1" latinLnBrk="0" hangingPunct="1">
                        <a:defRPr sz="1400" b="1" kern="1200">
                          <a:solidFill>
                            <a:schemeClr val="lt1"/>
                          </a:solidFill>
                          <a:latin typeface="Arial"/>
                        </a:defRPr>
                      </a:lvl6pPr>
                      <a:lvl7pPr marL="2057400" algn="l" defTabSz="685800" rtl="0" eaLnBrk="1" latinLnBrk="0" hangingPunct="1">
                        <a:defRPr sz="1400" b="1" kern="1200">
                          <a:solidFill>
                            <a:schemeClr val="lt1"/>
                          </a:solidFill>
                          <a:latin typeface="Arial"/>
                        </a:defRPr>
                      </a:lvl7pPr>
                      <a:lvl8pPr marL="2400300" algn="l" defTabSz="685800" rtl="0" eaLnBrk="1" latinLnBrk="0" hangingPunct="1">
                        <a:defRPr sz="1400" b="1" kern="1200">
                          <a:solidFill>
                            <a:schemeClr val="lt1"/>
                          </a:solidFill>
                          <a:latin typeface="Arial"/>
                        </a:defRPr>
                      </a:lvl8pPr>
                      <a:lvl9pPr marL="2743200" algn="l" defTabSz="685800" rtl="0" eaLnBrk="1" latinLnBrk="0" hangingPunct="1">
                        <a:defRPr sz="1400" b="1" kern="1200">
                          <a:solidFill>
                            <a:schemeClr val="lt1"/>
                          </a:solidFill>
                          <a:latin typeface="Arial"/>
                        </a:defRPr>
                      </a:lvl9pPr>
                    </a:lstStyle>
                    <a:p>
                      <a:pPr algn="ctr"/>
                      <a:r>
                        <a:rPr lang="fr-FR" sz="800" noProof="0">
                          <a:solidFill>
                            <a:schemeClr val="bg1"/>
                          </a:solidFill>
                          <a:latin typeface="+mn-lt"/>
                        </a:rPr>
                        <a:t>Procédure de test</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D04A02"/>
                    </a:solidFill>
                  </a:tcPr>
                </a:tc>
                <a:extLst>
                  <a:ext uri="{0D108BD9-81ED-4DB2-BD59-A6C34878D82A}">
                    <a16:rowId xmlns:a16="http://schemas.microsoft.com/office/drawing/2014/main" val="10000"/>
                  </a:ext>
                </a:extLst>
              </a:tr>
              <a:tr h="171751">
                <a:tc gridSpan="3">
                  <a:txBody>
                    <a:bodyPr/>
                    <a:lstStyle>
                      <a:lvl1pPr marL="0" algn="l" defTabSz="685800" rtl="0" eaLnBrk="1" latinLnBrk="0" hangingPunct="1">
                        <a:defRPr sz="1400" b="1" kern="1200">
                          <a:solidFill>
                            <a:schemeClr val="lt1"/>
                          </a:solidFill>
                          <a:latin typeface="Arial"/>
                        </a:defRPr>
                      </a:lvl1pPr>
                      <a:lvl2pPr marL="342900" algn="l" defTabSz="685800" rtl="0" eaLnBrk="1" latinLnBrk="0" hangingPunct="1">
                        <a:defRPr sz="1400" b="1" kern="1200">
                          <a:solidFill>
                            <a:schemeClr val="lt1"/>
                          </a:solidFill>
                          <a:latin typeface="Arial"/>
                        </a:defRPr>
                      </a:lvl2pPr>
                      <a:lvl3pPr marL="685800" algn="l" defTabSz="685800" rtl="0" eaLnBrk="1" latinLnBrk="0" hangingPunct="1">
                        <a:defRPr sz="1400" b="1" kern="1200">
                          <a:solidFill>
                            <a:schemeClr val="lt1"/>
                          </a:solidFill>
                          <a:latin typeface="Arial"/>
                        </a:defRPr>
                      </a:lvl3pPr>
                      <a:lvl4pPr marL="1028700" algn="l" defTabSz="685800" rtl="0" eaLnBrk="1" latinLnBrk="0" hangingPunct="1">
                        <a:defRPr sz="1400" b="1" kern="1200">
                          <a:solidFill>
                            <a:schemeClr val="lt1"/>
                          </a:solidFill>
                          <a:latin typeface="Arial"/>
                        </a:defRPr>
                      </a:lvl4pPr>
                      <a:lvl5pPr marL="1371600" algn="l" defTabSz="685800" rtl="0" eaLnBrk="1" latinLnBrk="0" hangingPunct="1">
                        <a:defRPr sz="1400" b="1" kern="1200">
                          <a:solidFill>
                            <a:schemeClr val="lt1"/>
                          </a:solidFill>
                          <a:latin typeface="Arial"/>
                        </a:defRPr>
                      </a:lvl5pPr>
                      <a:lvl6pPr marL="1714500" algn="l" defTabSz="685800" rtl="0" eaLnBrk="1" latinLnBrk="0" hangingPunct="1">
                        <a:defRPr sz="1400" b="1" kern="1200">
                          <a:solidFill>
                            <a:schemeClr val="lt1"/>
                          </a:solidFill>
                          <a:latin typeface="Arial"/>
                        </a:defRPr>
                      </a:lvl6pPr>
                      <a:lvl7pPr marL="2057400" algn="l" defTabSz="685800" rtl="0" eaLnBrk="1" latinLnBrk="0" hangingPunct="1">
                        <a:defRPr sz="1400" b="1" kern="1200">
                          <a:solidFill>
                            <a:schemeClr val="lt1"/>
                          </a:solidFill>
                          <a:latin typeface="Arial"/>
                        </a:defRPr>
                      </a:lvl7pPr>
                      <a:lvl8pPr marL="2400300" algn="l" defTabSz="685800" rtl="0" eaLnBrk="1" latinLnBrk="0" hangingPunct="1">
                        <a:defRPr sz="1400" b="1" kern="1200">
                          <a:solidFill>
                            <a:schemeClr val="lt1"/>
                          </a:solidFill>
                          <a:latin typeface="Arial"/>
                        </a:defRPr>
                      </a:lvl8pPr>
                      <a:lvl9pPr marL="2743200" algn="l" defTabSz="685800" rtl="0" eaLnBrk="1" latinLnBrk="0" hangingPunct="1">
                        <a:defRPr sz="1400" b="1" kern="1200">
                          <a:solidFill>
                            <a:schemeClr val="lt1"/>
                          </a:solidFill>
                          <a:latin typeface="Arial"/>
                        </a:defRPr>
                      </a:lvl9pPr>
                    </a:lstStyle>
                    <a:p>
                      <a:pPr algn="ctr"/>
                      <a:r>
                        <a:rPr lang="fr-FR" sz="800" noProof="0">
                          <a:solidFill>
                            <a:schemeClr val="bg1"/>
                          </a:solidFill>
                          <a:latin typeface="+mn-lt"/>
                        </a:rPr>
                        <a:t>Gestion des acces aux donnees et aux programmes</a:t>
                      </a:r>
                      <a:endParaRPr lang="fr-FR" sz="800" noProof="0" dirty="0">
                        <a:solidFill>
                          <a:schemeClr val="bg1"/>
                        </a:solidFill>
                        <a:latin typeface="+mn-lt"/>
                      </a:endParaRP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tx1">
                        <a:lumMod val="65000"/>
                        <a:lumOff val="35000"/>
                      </a:schemeClr>
                    </a:solidFill>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10001"/>
                  </a:ext>
                </a:extLst>
              </a:tr>
              <a:tr h="807230">
                <a:tc>
                  <a:txBody>
                    <a:bodyPr/>
                    <a:lstStyle>
                      <a:lvl1pPr marL="0" algn="l" defTabSz="685800" rtl="0" eaLnBrk="1" latinLnBrk="0" hangingPunct="1">
                        <a:defRPr sz="1400" b="1" kern="1200">
                          <a:solidFill>
                            <a:schemeClr val="lt1"/>
                          </a:solidFill>
                          <a:latin typeface="Arial"/>
                        </a:defRPr>
                      </a:lvl1pPr>
                      <a:lvl2pPr marL="342900" algn="l" defTabSz="685800" rtl="0" eaLnBrk="1" latinLnBrk="0" hangingPunct="1">
                        <a:defRPr sz="1400" b="1" kern="1200">
                          <a:solidFill>
                            <a:schemeClr val="lt1"/>
                          </a:solidFill>
                          <a:latin typeface="Arial"/>
                        </a:defRPr>
                      </a:lvl2pPr>
                      <a:lvl3pPr marL="685800" algn="l" defTabSz="685800" rtl="0" eaLnBrk="1" latinLnBrk="0" hangingPunct="1">
                        <a:defRPr sz="1400" b="1" kern="1200">
                          <a:solidFill>
                            <a:schemeClr val="lt1"/>
                          </a:solidFill>
                          <a:latin typeface="Arial"/>
                        </a:defRPr>
                      </a:lvl3pPr>
                      <a:lvl4pPr marL="1028700" algn="l" defTabSz="685800" rtl="0" eaLnBrk="1" latinLnBrk="0" hangingPunct="1">
                        <a:defRPr sz="1400" b="1" kern="1200">
                          <a:solidFill>
                            <a:schemeClr val="lt1"/>
                          </a:solidFill>
                          <a:latin typeface="Arial"/>
                        </a:defRPr>
                      </a:lvl4pPr>
                      <a:lvl5pPr marL="1371600" algn="l" defTabSz="685800" rtl="0" eaLnBrk="1" latinLnBrk="0" hangingPunct="1">
                        <a:defRPr sz="1400" b="1" kern="1200">
                          <a:solidFill>
                            <a:schemeClr val="lt1"/>
                          </a:solidFill>
                          <a:latin typeface="Arial"/>
                        </a:defRPr>
                      </a:lvl5pPr>
                      <a:lvl6pPr marL="1714500" algn="l" defTabSz="685800" rtl="0" eaLnBrk="1" latinLnBrk="0" hangingPunct="1">
                        <a:defRPr sz="1400" b="1" kern="1200">
                          <a:solidFill>
                            <a:schemeClr val="lt1"/>
                          </a:solidFill>
                          <a:latin typeface="Arial"/>
                        </a:defRPr>
                      </a:lvl6pPr>
                      <a:lvl7pPr marL="2057400" algn="l" defTabSz="685800" rtl="0" eaLnBrk="1" latinLnBrk="0" hangingPunct="1">
                        <a:defRPr sz="1400" b="1" kern="1200">
                          <a:solidFill>
                            <a:schemeClr val="lt1"/>
                          </a:solidFill>
                          <a:latin typeface="Arial"/>
                        </a:defRPr>
                      </a:lvl7pPr>
                      <a:lvl8pPr marL="2400300" algn="l" defTabSz="685800" rtl="0" eaLnBrk="1" latinLnBrk="0" hangingPunct="1">
                        <a:defRPr sz="1400" b="1" kern="1200">
                          <a:solidFill>
                            <a:schemeClr val="lt1"/>
                          </a:solidFill>
                          <a:latin typeface="Arial"/>
                        </a:defRPr>
                      </a:lvl8pPr>
                      <a:lvl9pPr marL="2743200" algn="l" defTabSz="685800" rtl="0" eaLnBrk="1" latinLnBrk="0" hangingPunct="1">
                        <a:defRPr sz="1400" b="1" kern="1200">
                          <a:solidFill>
                            <a:schemeClr val="lt1"/>
                          </a:solidFill>
                          <a:latin typeface="Arial"/>
                        </a:defRPr>
                      </a:lvl9pPr>
                    </a:lstStyle>
                    <a:p>
                      <a:pPr marL="0" marR="0" lvl="0" indent="0" algn="ctr" defTabSz="685800" rtl="0" eaLnBrk="1" fontAlgn="auto" latinLnBrk="0" hangingPunct="1">
                        <a:lnSpc>
                          <a:spcPct val="100000"/>
                        </a:lnSpc>
                        <a:spcBef>
                          <a:spcPts val="0"/>
                        </a:spcBef>
                        <a:spcAft>
                          <a:spcPts val="0"/>
                        </a:spcAft>
                        <a:buClr>
                          <a:srgbClr val="000000"/>
                        </a:buClr>
                        <a:buSzTx/>
                        <a:buFont typeface="Arial"/>
                        <a:buNone/>
                        <a:tabLst/>
                        <a:defRPr/>
                      </a:pPr>
                      <a:r>
                        <a:rPr lang="fr-FR" sz="800"/>
                        <a:t>APD-01</a:t>
                      </a:r>
                      <a:endParaRPr lang="fr-FR" sz="800" b="0" noProof="0" dirty="0">
                        <a:solidFill>
                          <a:schemeClr val="tx1"/>
                        </a:solidFill>
                        <a:latin typeface="+mn-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85000"/>
                      </a:schemeClr>
                    </a:solidFill>
                  </a:tcPr>
                </a:tc>
                <a:tc>
                  <a:txBody>
                    <a:bodyPr/>
                    <a:lstStyle>
                      <a:lvl1pPr marL="0" algn="l" defTabSz="685800" rtl="0" eaLnBrk="1" latinLnBrk="0" hangingPunct="1">
                        <a:defRPr sz="1400" kern="1200">
                          <a:solidFill>
                            <a:schemeClr val="dk1"/>
                          </a:solidFill>
                          <a:latin typeface="Arial"/>
                        </a:defRPr>
                      </a:lvl1pPr>
                      <a:lvl2pPr marL="342900" algn="l" defTabSz="685800" rtl="0" eaLnBrk="1" latinLnBrk="0" hangingPunct="1">
                        <a:defRPr sz="1400" kern="1200">
                          <a:solidFill>
                            <a:schemeClr val="dk1"/>
                          </a:solidFill>
                          <a:latin typeface="Arial"/>
                        </a:defRPr>
                      </a:lvl2pPr>
                      <a:lvl3pPr marL="685800" algn="l" defTabSz="685800" rtl="0" eaLnBrk="1" latinLnBrk="0" hangingPunct="1">
                        <a:defRPr sz="1400" kern="1200">
                          <a:solidFill>
                            <a:schemeClr val="dk1"/>
                          </a:solidFill>
                          <a:latin typeface="Arial"/>
                        </a:defRPr>
                      </a:lvl3pPr>
                      <a:lvl4pPr marL="1028700" algn="l" defTabSz="685800" rtl="0" eaLnBrk="1" latinLnBrk="0" hangingPunct="1">
                        <a:defRPr sz="1400" kern="1200">
                          <a:solidFill>
                            <a:schemeClr val="dk1"/>
                          </a:solidFill>
                          <a:latin typeface="Arial"/>
                        </a:defRPr>
                      </a:lvl4pPr>
                      <a:lvl5pPr marL="1371600" algn="l" defTabSz="685800" rtl="0" eaLnBrk="1" latinLnBrk="0" hangingPunct="1">
                        <a:defRPr sz="1400" kern="1200">
                          <a:solidFill>
                            <a:schemeClr val="dk1"/>
                          </a:solidFill>
                          <a:latin typeface="Arial"/>
                        </a:defRPr>
                      </a:lvl5pPr>
                      <a:lvl6pPr marL="1714500" algn="l" defTabSz="685800" rtl="0" eaLnBrk="1" latinLnBrk="0" hangingPunct="1">
                        <a:defRPr sz="1400" kern="1200">
                          <a:solidFill>
                            <a:schemeClr val="dk1"/>
                          </a:solidFill>
                          <a:latin typeface="Arial"/>
                        </a:defRPr>
                      </a:lvl6pPr>
                      <a:lvl7pPr marL="2057400" algn="l" defTabSz="685800" rtl="0" eaLnBrk="1" latinLnBrk="0" hangingPunct="1">
                        <a:defRPr sz="1400" kern="1200">
                          <a:solidFill>
                            <a:schemeClr val="dk1"/>
                          </a:solidFill>
                          <a:latin typeface="Arial"/>
                        </a:defRPr>
                      </a:lvl7pPr>
                      <a:lvl8pPr marL="2400300" algn="l" defTabSz="685800" rtl="0" eaLnBrk="1" latinLnBrk="0" hangingPunct="1">
                        <a:defRPr sz="1400" kern="1200">
                          <a:solidFill>
                            <a:schemeClr val="dk1"/>
                          </a:solidFill>
                          <a:latin typeface="Arial"/>
                        </a:defRPr>
                      </a:lvl8pPr>
                      <a:lvl9pPr marL="2743200" algn="l" defTabSz="685800" rtl="0" eaLnBrk="1" latinLnBrk="0" hangingPunct="1">
                        <a:defRPr sz="1400" kern="1200">
                          <a:solidFill>
                            <a:schemeClr val="dk1"/>
                          </a:solidFill>
                          <a:latin typeface="Arial"/>
                        </a:defRPr>
                      </a:lvl9pPr>
                    </a:lstStyle>
                    <a:p>
                      <a:r>
                        <a:rPr lang="fr-FR" sz="800"/>
                        <a:t>Les demandes d'acces aux applications du systeme d'information sont autorisees et validees par le management.</a:t>
                      </a:r>
                      <a:endParaRPr lang="fr-FR" sz="800" dirty="0"/>
                    </a:p>
                  </a:txBody>
                  <a:tcPr marL="44450" marR="44450"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685800" rtl="0" eaLnBrk="1" latinLnBrk="0" hangingPunct="1">
                        <a:defRPr sz="1400" kern="1200">
                          <a:solidFill>
                            <a:schemeClr val="dk1"/>
                          </a:solidFill>
                          <a:latin typeface="Arial"/>
                        </a:defRPr>
                      </a:lvl1pPr>
                      <a:lvl2pPr marL="342900" algn="l" defTabSz="685800" rtl="0" eaLnBrk="1" latinLnBrk="0" hangingPunct="1">
                        <a:defRPr sz="1400" kern="1200">
                          <a:solidFill>
                            <a:schemeClr val="dk1"/>
                          </a:solidFill>
                          <a:latin typeface="Arial"/>
                        </a:defRPr>
                      </a:lvl2pPr>
                      <a:lvl3pPr marL="685800" algn="l" defTabSz="685800" rtl="0" eaLnBrk="1" latinLnBrk="0" hangingPunct="1">
                        <a:defRPr sz="1400" kern="1200">
                          <a:solidFill>
                            <a:schemeClr val="dk1"/>
                          </a:solidFill>
                          <a:latin typeface="Arial"/>
                        </a:defRPr>
                      </a:lvl3pPr>
                      <a:lvl4pPr marL="1028700" algn="l" defTabSz="685800" rtl="0" eaLnBrk="1" latinLnBrk="0" hangingPunct="1">
                        <a:defRPr sz="1400" kern="1200">
                          <a:solidFill>
                            <a:schemeClr val="dk1"/>
                          </a:solidFill>
                          <a:latin typeface="Arial"/>
                        </a:defRPr>
                      </a:lvl4pPr>
                      <a:lvl5pPr marL="1371600" algn="l" defTabSz="685800" rtl="0" eaLnBrk="1" latinLnBrk="0" hangingPunct="1">
                        <a:defRPr sz="1400" kern="1200">
                          <a:solidFill>
                            <a:schemeClr val="dk1"/>
                          </a:solidFill>
                          <a:latin typeface="Arial"/>
                        </a:defRPr>
                      </a:lvl5pPr>
                      <a:lvl6pPr marL="1714500" algn="l" defTabSz="685800" rtl="0" eaLnBrk="1" latinLnBrk="0" hangingPunct="1">
                        <a:defRPr sz="1400" kern="1200">
                          <a:solidFill>
                            <a:schemeClr val="dk1"/>
                          </a:solidFill>
                          <a:latin typeface="Arial"/>
                        </a:defRPr>
                      </a:lvl6pPr>
                      <a:lvl7pPr marL="2057400" algn="l" defTabSz="685800" rtl="0" eaLnBrk="1" latinLnBrk="0" hangingPunct="1">
                        <a:defRPr sz="1400" kern="1200">
                          <a:solidFill>
                            <a:schemeClr val="dk1"/>
                          </a:solidFill>
                          <a:latin typeface="Arial"/>
                        </a:defRPr>
                      </a:lvl7pPr>
                      <a:lvl8pPr marL="2400300" algn="l" defTabSz="685800" rtl="0" eaLnBrk="1" latinLnBrk="0" hangingPunct="1">
                        <a:defRPr sz="1400" kern="1200">
                          <a:solidFill>
                            <a:schemeClr val="dk1"/>
                          </a:solidFill>
                          <a:latin typeface="Arial"/>
                        </a:defRPr>
                      </a:lvl8pPr>
                      <a:lvl9pPr marL="2743200" algn="l" defTabSz="685800" rtl="0" eaLnBrk="1" latinLnBrk="0" hangingPunct="1">
                        <a:defRPr sz="1400" kern="1200">
                          <a:solidFill>
                            <a:schemeClr val="dk1"/>
                          </a:solidFill>
                          <a:latin typeface="Arial"/>
                        </a:defRPr>
                      </a:lvl9pPr>
                    </a:lstStyle>
                    <a:p>
                      <a:r>
                        <a:rPr lang="fr-FR" sz="800"/>
                        <a:t>Verifier l'existence d'une validation formelle des creations et modifications d'acces.</a:t>
                      </a:r>
                      <a:endParaRPr lang="fr-FR" sz="800" dirty="0"/>
                    </a:p>
                  </a:txBody>
                  <a:tcPr marL="44450" marR="44450"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2"/>
                  </a:ext>
                </a:extLst>
              </a:tr>
              <a:tr h="572503">
                <a:tc>
                  <a:txBody>
                    <a:bodyPr/>
                    <a:lstStyle>
                      <a:lvl1pPr marL="0" algn="l" defTabSz="685800" rtl="0" eaLnBrk="1" latinLnBrk="0" hangingPunct="1">
                        <a:defRPr sz="1400" b="1" kern="1200">
                          <a:solidFill>
                            <a:schemeClr val="lt1"/>
                          </a:solidFill>
                          <a:latin typeface="Arial"/>
                        </a:defRPr>
                      </a:lvl1pPr>
                      <a:lvl2pPr marL="342900" algn="l" defTabSz="685800" rtl="0" eaLnBrk="1" latinLnBrk="0" hangingPunct="1">
                        <a:defRPr sz="1400" b="1" kern="1200">
                          <a:solidFill>
                            <a:schemeClr val="lt1"/>
                          </a:solidFill>
                          <a:latin typeface="Arial"/>
                        </a:defRPr>
                      </a:lvl2pPr>
                      <a:lvl3pPr marL="685800" algn="l" defTabSz="685800" rtl="0" eaLnBrk="1" latinLnBrk="0" hangingPunct="1">
                        <a:defRPr sz="1400" b="1" kern="1200">
                          <a:solidFill>
                            <a:schemeClr val="lt1"/>
                          </a:solidFill>
                          <a:latin typeface="Arial"/>
                        </a:defRPr>
                      </a:lvl3pPr>
                      <a:lvl4pPr marL="1028700" algn="l" defTabSz="685800" rtl="0" eaLnBrk="1" latinLnBrk="0" hangingPunct="1">
                        <a:defRPr sz="1400" b="1" kern="1200">
                          <a:solidFill>
                            <a:schemeClr val="lt1"/>
                          </a:solidFill>
                          <a:latin typeface="Arial"/>
                        </a:defRPr>
                      </a:lvl4pPr>
                      <a:lvl5pPr marL="1371600" algn="l" defTabSz="685800" rtl="0" eaLnBrk="1" latinLnBrk="0" hangingPunct="1">
                        <a:defRPr sz="1400" b="1" kern="1200">
                          <a:solidFill>
                            <a:schemeClr val="lt1"/>
                          </a:solidFill>
                          <a:latin typeface="Arial"/>
                        </a:defRPr>
                      </a:lvl5pPr>
                      <a:lvl6pPr marL="1714500" algn="l" defTabSz="685800" rtl="0" eaLnBrk="1" latinLnBrk="0" hangingPunct="1">
                        <a:defRPr sz="1400" b="1" kern="1200">
                          <a:solidFill>
                            <a:schemeClr val="lt1"/>
                          </a:solidFill>
                          <a:latin typeface="Arial"/>
                        </a:defRPr>
                      </a:lvl6pPr>
                      <a:lvl7pPr marL="2057400" algn="l" defTabSz="685800" rtl="0" eaLnBrk="1" latinLnBrk="0" hangingPunct="1">
                        <a:defRPr sz="1400" b="1" kern="1200">
                          <a:solidFill>
                            <a:schemeClr val="lt1"/>
                          </a:solidFill>
                          <a:latin typeface="Arial"/>
                        </a:defRPr>
                      </a:lvl7pPr>
                      <a:lvl8pPr marL="2400300" algn="l" defTabSz="685800" rtl="0" eaLnBrk="1" latinLnBrk="0" hangingPunct="1">
                        <a:defRPr sz="1400" b="1" kern="1200">
                          <a:solidFill>
                            <a:schemeClr val="lt1"/>
                          </a:solidFill>
                          <a:latin typeface="Arial"/>
                        </a:defRPr>
                      </a:lvl8pPr>
                      <a:lvl9pPr marL="2743200" algn="l" defTabSz="685800" rtl="0" eaLnBrk="1" latinLnBrk="0" hangingPunct="1">
                        <a:defRPr sz="1400" b="1" kern="1200">
                          <a:solidFill>
                            <a:schemeClr val="lt1"/>
                          </a:solidFill>
                          <a:latin typeface="Arial"/>
                        </a:defRPr>
                      </a:lvl9pPr>
                    </a:lstStyle>
                    <a:p>
                      <a:r>
                        <a:rPr lang="fr-FR" sz="800"/>
                        <a:t>APD-02</a:t>
                      </a:r>
                      <a:endParaRPr lang="fr-FR" sz="800" dirty="0"/>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85000"/>
                      </a:schemeClr>
                    </a:solidFill>
                  </a:tcPr>
                </a:tc>
                <a:tc>
                  <a:txBody>
                    <a:bodyPr/>
                    <a:lstStyle>
                      <a:lvl1pPr marL="0" algn="l" defTabSz="685800" rtl="0" eaLnBrk="1" latinLnBrk="0" hangingPunct="1">
                        <a:defRPr sz="1400" kern="1200">
                          <a:solidFill>
                            <a:schemeClr val="dk1"/>
                          </a:solidFill>
                          <a:latin typeface="Arial"/>
                        </a:defRPr>
                      </a:lvl1pPr>
                      <a:lvl2pPr marL="342900" algn="l" defTabSz="685800" rtl="0" eaLnBrk="1" latinLnBrk="0" hangingPunct="1">
                        <a:defRPr sz="1400" kern="1200">
                          <a:solidFill>
                            <a:schemeClr val="dk1"/>
                          </a:solidFill>
                          <a:latin typeface="Arial"/>
                        </a:defRPr>
                      </a:lvl2pPr>
                      <a:lvl3pPr marL="685800" algn="l" defTabSz="685800" rtl="0" eaLnBrk="1" latinLnBrk="0" hangingPunct="1">
                        <a:defRPr sz="1400" kern="1200">
                          <a:solidFill>
                            <a:schemeClr val="dk1"/>
                          </a:solidFill>
                          <a:latin typeface="Arial"/>
                        </a:defRPr>
                      </a:lvl3pPr>
                      <a:lvl4pPr marL="1028700" algn="l" defTabSz="685800" rtl="0" eaLnBrk="1" latinLnBrk="0" hangingPunct="1">
                        <a:defRPr sz="1400" kern="1200">
                          <a:solidFill>
                            <a:schemeClr val="dk1"/>
                          </a:solidFill>
                          <a:latin typeface="Arial"/>
                        </a:defRPr>
                      </a:lvl4pPr>
                      <a:lvl5pPr marL="1371600" algn="l" defTabSz="685800" rtl="0" eaLnBrk="1" latinLnBrk="0" hangingPunct="1">
                        <a:defRPr sz="1400" kern="1200">
                          <a:solidFill>
                            <a:schemeClr val="dk1"/>
                          </a:solidFill>
                          <a:latin typeface="Arial"/>
                        </a:defRPr>
                      </a:lvl5pPr>
                      <a:lvl6pPr marL="1714500" algn="l" defTabSz="685800" rtl="0" eaLnBrk="1" latinLnBrk="0" hangingPunct="1">
                        <a:defRPr sz="1400" kern="1200">
                          <a:solidFill>
                            <a:schemeClr val="dk1"/>
                          </a:solidFill>
                          <a:latin typeface="Arial"/>
                        </a:defRPr>
                      </a:lvl6pPr>
                      <a:lvl7pPr marL="2057400" algn="l" defTabSz="685800" rtl="0" eaLnBrk="1" latinLnBrk="0" hangingPunct="1">
                        <a:defRPr sz="1400" kern="1200">
                          <a:solidFill>
                            <a:schemeClr val="dk1"/>
                          </a:solidFill>
                          <a:latin typeface="Arial"/>
                        </a:defRPr>
                      </a:lvl7pPr>
                      <a:lvl8pPr marL="2400300" algn="l" defTabSz="685800" rtl="0" eaLnBrk="1" latinLnBrk="0" hangingPunct="1">
                        <a:defRPr sz="1400" kern="1200">
                          <a:solidFill>
                            <a:schemeClr val="dk1"/>
                          </a:solidFill>
                          <a:latin typeface="Arial"/>
                        </a:defRPr>
                      </a:lvl8pPr>
                      <a:lvl9pPr marL="2743200" algn="l" defTabSz="685800" rtl="0" eaLnBrk="1" latinLnBrk="0" hangingPunct="1">
                        <a:defRPr sz="1400" kern="1200">
                          <a:solidFill>
                            <a:schemeClr val="dk1"/>
                          </a:solidFill>
                          <a:latin typeface="Arial"/>
                        </a:defRPr>
                      </a:lvl9pPr>
                    </a:lstStyle>
                    <a:p>
                      <a:r>
                        <a:rPr lang="fr-FR" sz="800"/>
                        <a:t>Les droits d'acces des utilisateurs quittant l'entite sont retires en temps opportun.</a:t>
                      </a:r>
                      <a:endParaRPr lang="fr-FR" sz="800" noProof="0" dirty="0">
                        <a:solidFill>
                          <a:srgbClr val="FF0000"/>
                        </a:solidFill>
                        <a:effectLst/>
                        <a:latin typeface="+mn-lt"/>
                        <a:ea typeface="Times New Roman" panose="02020603050405020304" pitchFamily="18" charset="0"/>
                      </a:endParaRPr>
                    </a:p>
                  </a:txBody>
                  <a:tcPr marL="44450" marR="44450"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685800" rtl="0" eaLnBrk="1" latinLnBrk="0" hangingPunct="1">
                        <a:defRPr sz="1400" kern="1200">
                          <a:solidFill>
                            <a:schemeClr val="dk1"/>
                          </a:solidFill>
                          <a:latin typeface="Arial"/>
                        </a:defRPr>
                      </a:lvl1pPr>
                      <a:lvl2pPr marL="342900" algn="l" defTabSz="685800" rtl="0" eaLnBrk="1" latinLnBrk="0" hangingPunct="1">
                        <a:defRPr sz="1400" kern="1200">
                          <a:solidFill>
                            <a:schemeClr val="dk1"/>
                          </a:solidFill>
                          <a:latin typeface="Arial"/>
                        </a:defRPr>
                      </a:lvl2pPr>
                      <a:lvl3pPr marL="685800" algn="l" defTabSz="685800" rtl="0" eaLnBrk="1" latinLnBrk="0" hangingPunct="1">
                        <a:defRPr sz="1400" kern="1200">
                          <a:solidFill>
                            <a:schemeClr val="dk1"/>
                          </a:solidFill>
                          <a:latin typeface="Arial"/>
                        </a:defRPr>
                      </a:lvl3pPr>
                      <a:lvl4pPr marL="1028700" algn="l" defTabSz="685800" rtl="0" eaLnBrk="1" latinLnBrk="0" hangingPunct="1">
                        <a:defRPr sz="1400" kern="1200">
                          <a:solidFill>
                            <a:schemeClr val="dk1"/>
                          </a:solidFill>
                          <a:latin typeface="Arial"/>
                        </a:defRPr>
                      </a:lvl4pPr>
                      <a:lvl5pPr marL="1371600" algn="l" defTabSz="685800" rtl="0" eaLnBrk="1" latinLnBrk="0" hangingPunct="1">
                        <a:defRPr sz="1400" kern="1200">
                          <a:solidFill>
                            <a:schemeClr val="dk1"/>
                          </a:solidFill>
                          <a:latin typeface="Arial"/>
                        </a:defRPr>
                      </a:lvl5pPr>
                      <a:lvl6pPr marL="1714500" algn="l" defTabSz="685800" rtl="0" eaLnBrk="1" latinLnBrk="0" hangingPunct="1">
                        <a:defRPr sz="1400" kern="1200">
                          <a:solidFill>
                            <a:schemeClr val="dk1"/>
                          </a:solidFill>
                          <a:latin typeface="Arial"/>
                        </a:defRPr>
                      </a:lvl6pPr>
                      <a:lvl7pPr marL="2057400" algn="l" defTabSz="685800" rtl="0" eaLnBrk="1" latinLnBrk="0" hangingPunct="1">
                        <a:defRPr sz="1400" kern="1200">
                          <a:solidFill>
                            <a:schemeClr val="dk1"/>
                          </a:solidFill>
                          <a:latin typeface="Arial"/>
                        </a:defRPr>
                      </a:lvl7pPr>
                      <a:lvl8pPr marL="2400300" algn="l" defTabSz="685800" rtl="0" eaLnBrk="1" latinLnBrk="0" hangingPunct="1">
                        <a:defRPr sz="1400" kern="1200">
                          <a:solidFill>
                            <a:schemeClr val="dk1"/>
                          </a:solidFill>
                          <a:latin typeface="Arial"/>
                        </a:defRPr>
                      </a:lvl8pPr>
                      <a:lvl9pPr marL="2743200" algn="l" defTabSz="685800" rtl="0" eaLnBrk="1" latinLnBrk="0" hangingPunct="1">
                        <a:defRPr sz="1400" kern="1200">
                          <a:solidFill>
                            <a:schemeClr val="dk1"/>
                          </a:solidFill>
                          <a:latin typeface="Arial"/>
                        </a:defRPr>
                      </a:lvl9pPr>
                    </a:lstStyle>
                    <a:p>
                      <a:r>
                        <a:rPr lang="fr-FR" sz="800"/>
                        <a:t>Comparer les departs / mobilites aux comptes toujours actifs dans les applications et infrastructures.</a:t>
                      </a:r>
                      <a:endParaRPr lang="fr-FR" sz="800" dirty="0"/>
                    </a:p>
                  </a:txBody>
                  <a:tcPr marL="44450" marR="44450"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3"/>
                  </a:ext>
                </a:extLst>
              </a:tr>
              <a:tr h="572503">
                <a:tc>
                  <a:txBody>
                    <a:bodyPr/>
                    <a:lstStyle>
                      <a:lvl1pPr marL="0" algn="l" defTabSz="685800" rtl="0" eaLnBrk="1" latinLnBrk="0" hangingPunct="1">
                        <a:defRPr sz="1400" b="1" kern="1200">
                          <a:solidFill>
                            <a:schemeClr val="lt1"/>
                          </a:solidFill>
                          <a:latin typeface="Arial"/>
                        </a:defRPr>
                      </a:lvl1pPr>
                      <a:lvl2pPr marL="342900" algn="l" defTabSz="685800" rtl="0" eaLnBrk="1" latinLnBrk="0" hangingPunct="1">
                        <a:defRPr sz="1400" b="1" kern="1200">
                          <a:solidFill>
                            <a:schemeClr val="lt1"/>
                          </a:solidFill>
                          <a:latin typeface="Arial"/>
                        </a:defRPr>
                      </a:lvl2pPr>
                      <a:lvl3pPr marL="685800" algn="l" defTabSz="685800" rtl="0" eaLnBrk="1" latinLnBrk="0" hangingPunct="1">
                        <a:defRPr sz="1400" b="1" kern="1200">
                          <a:solidFill>
                            <a:schemeClr val="lt1"/>
                          </a:solidFill>
                          <a:latin typeface="Arial"/>
                        </a:defRPr>
                      </a:lvl3pPr>
                      <a:lvl4pPr marL="1028700" algn="l" defTabSz="685800" rtl="0" eaLnBrk="1" latinLnBrk="0" hangingPunct="1">
                        <a:defRPr sz="1400" b="1" kern="1200">
                          <a:solidFill>
                            <a:schemeClr val="lt1"/>
                          </a:solidFill>
                          <a:latin typeface="Arial"/>
                        </a:defRPr>
                      </a:lvl4pPr>
                      <a:lvl5pPr marL="1371600" algn="l" defTabSz="685800" rtl="0" eaLnBrk="1" latinLnBrk="0" hangingPunct="1">
                        <a:defRPr sz="1400" b="1" kern="1200">
                          <a:solidFill>
                            <a:schemeClr val="lt1"/>
                          </a:solidFill>
                          <a:latin typeface="Arial"/>
                        </a:defRPr>
                      </a:lvl5pPr>
                      <a:lvl6pPr marL="1714500" algn="l" defTabSz="685800" rtl="0" eaLnBrk="1" latinLnBrk="0" hangingPunct="1">
                        <a:defRPr sz="1400" b="1" kern="1200">
                          <a:solidFill>
                            <a:schemeClr val="lt1"/>
                          </a:solidFill>
                          <a:latin typeface="Arial"/>
                        </a:defRPr>
                      </a:lvl6pPr>
                      <a:lvl7pPr marL="2057400" algn="l" defTabSz="685800" rtl="0" eaLnBrk="1" latinLnBrk="0" hangingPunct="1">
                        <a:defRPr sz="1400" b="1" kern="1200">
                          <a:solidFill>
                            <a:schemeClr val="lt1"/>
                          </a:solidFill>
                          <a:latin typeface="Arial"/>
                        </a:defRPr>
                      </a:lvl7pPr>
                      <a:lvl8pPr marL="2400300" algn="l" defTabSz="685800" rtl="0" eaLnBrk="1" latinLnBrk="0" hangingPunct="1">
                        <a:defRPr sz="1400" b="1" kern="1200">
                          <a:solidFill>
                            <a:schemeClr val="lt1"/>
                          </a:solidFill>
                          <a:latin typeface="Arial"/>
                        </a:defRPr>
                      </a:lvl8pPr>
                      <a:lvl9pPr marL="2743200" algn="l" defTabSz="685800" rtl="0" eaLnBrk="1" latinLnBrk="0" hangingPunct="1">
                        <a:defRPr sz="1400" b="1" kern="1200">
                          <a:solidFill>
                            <a:schemeClr val="lt1"/>
                          </a:solidFill>
                          <a:latin typeface="Arial"/>
                        </a:defRPr>
                      </a:lvl9pPr>
                    </a:lstStyle>
                    <a:p>
                      <a:pPr marL="0" marR="0" lvl="0" indent="0" algn="ctr" defTabSz="685800" rtl="0" eaLnBrk="1" fontAlgn="auto" latinLnBrk="0" hangingPunct="1">
                        <a:lnSpc>
                          <a:spcPct val="100000"/>
                        </a:lnSpc>
                        <a:spcBef>
                          <a:spcPts val="0"/>
                        </a:spcBef>
                        <a:spcAft>
                          <a:spcPts val="0"/>
                        </a:spcAft>
                        <a:buClr>
                          <a:srgbClr val="000000"/>
                        </a:buClr>
                        <a:buSzTx/>
                        <a:buFont typeface="Arial"/>
                        <a:buNone/>
                        <a:tabLst/>
                        <a:defRPr/>
                      </a:pPr>
                      <a:r>
                        <a:rPr lang="fr-FR" sz="800"/>
                        <a:t>APD-03</a:t>
                      </a:r>
                      <a:endParaRPr lang="fr-FR" sz="800" b="0" noProof="0" dirty="0">
                        <a:solidFill>
                          <a:schemeClr val="tx1"/>
                        </a:solidFill>
                        <a:latin typeface="+mn-lt"/>
                      </a:endParaRPr>
                    </a:p>
                  </a:txBody>
                  <a:tcPr anchor="ct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685800" rtl="0" eaLnBrk="1" latinLnBrk="0" hangingPunct="1">
                        <a:defRPr sz="1400" kern="1200">
                          <a:solidFill>
                            <a:schemeClr val="dk1"/>
                          </a:solidFill>
                          <a:latin typeface="Arial"/>
                        </a:defRPr>
                      </a:lvl1pPr>
                      <a:lvl2pPr marL="342900" algn="l" defTabSz="685800" rtl="0" eaLnBrk="1" latinLnBrk="0" hangingPunct="1">
                        <a:defRPr sz="1400" kern="1200">
                          <a:solidFill>
                            <a:schemeClr val="dk1"/>
                          </a:solidFill>
                          <a:latin typeface="Arial"/>
                        </a:defRPr>
                      </a:lvl2pPr>
                      <a:lvl3pPr marL="685800" algn="l" defTabSz="685800" rtl="0" eaLnBrk="1" latinLnBrk="0" hangingPunct="1">
                        <a:defRPr sz="1400" kern="1200">
                          <a:solidFill>
                            <a:schemeClr val="dk1"/>
                          </a:solidFill>
                          <a:latin typeface="Arial"/>
                        </a:defRPr>
                      </a:lvl3pPr>
                      <a:lvl4pPr marL="1028700" algn="l" defTabSz="685800" rtl="0" eaLnBrk="1" latinLnBrk="0" hangingPunct="1">
                        <a:defRPr sz="1400" kern="1200">
                          <a:solidFill>
                            <a:schemeClr val="dk1"/>
                          </a:solidFill>
                          <a:latin typeface="Arial"/>
                        </a:defRPr>
                      </a:lvl4pPr>
                      <a:lvl5pPr marL="1371600" algn="l" defTabSz="685800" rtl="0" eaLnBrk="1" latinLnBrk="0" hangingPunct="1">
                        <a:defRPr sz="1400" kern="1200">
                          <a:solidFill>
                            <a:schemeClr val="dk1"/>
                          </a:solidFill>
                          <a:latin typeface="Arial"/>
                        </a:defRPr>
                      </a:lvl5pPr>
                      <a:lvl6pPr marL="1714500" algn="l" defTabSz="685800" rtl="0" eaLnBrk="1" latinLnBrk="0" hangingPunct="1">
                        <a:defRPr sz="1400" kern="1200">
                          <a:solidFill>
                            <a:schemeClr val="dk1"/>
                          </a:solidFill>
                          <a:latin typeface="Arial"/>
                        </a:defRPr>
                      </a:lvl6pPr>
                      <a:lvl7pPr marL="2057400" algn="l" defTabSz="685800" rtl="0" eaLnBrk="1" latinLnBrk="0" hangingPunct="1">
                        <a:defRPr sz="1400" kern="1200">
                          <a:solidFill>
                            <a:schemeClr val="dk1"/>
                          </a:solidFill>
                          <a:latin typeface="Arial"/>
                        </a:defRPr>
                      </a:lvl7pPr>
                      <a:lvl8pPr marL="2400300" algn="l" defTabSz="685800" rtl="0" eaLnBrk="1" latinLnBrk="0" hangingPunct="1">
                        <a:defRPr sz="1400" kern="1200">
                          <a:solidFill>
                            <a:schemeClr val="dk1"/>
                          </a:solidFill>
                          <a:latin typeface="Arial"/>
                        </a:defRPr>
                      </a:lvl8pPr>
                      <a:lvl9pPr marL="2743200" algn="l" defTabSz="685800" rtl="0" eaLnBrk="1" latinLnBrk="0" hangingPunct="1">
                        <a:defRPr sz="1400" kern="1200">
                          <a:solidFill>
                            <a:schemeClr val="dk1"/>
                          </a:solidFill>
                          <a:latin typeface="Arial"/>
                        </a:defRPr>
                      </a:lvl9pPr>
                    </a:lstStyle>
                    <a:p>
                      <a:r>
                        <a:rPr lang="fr-FR" sz="800"/>
                        <a:t>Les droits et transactions sensibles sont revus periodiquement.</a:t>
                      </a:r>
                      <a:endParaRPr lang="fr-FR" sz="800" dirty="0"/>
                    </a:p>
                  </a:txBody>
                  <a:tcPr marL="44450" marR="4445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685800" rtl="0" eaLnBrk="1" latinLnBrk="0" hangingPunct="1">
                        <a:defRPr sz="1400" kern="1200">
                          <a:solidFill>
                            <a:schemeClr val="dk1"/>
                          </a:solidFill>
                          <a:latin typeface="Arial"/>
                        </a:defRPr>
                      </a:lvl1pPr>
                      <a:lvl2pPr marL="342900" algn="l" defTabSz="685800" rtl="0" eaLnBrk="1" latinLnBrk="0" hangingPunct="1">
                        <a:defRPr sz="1400" kern="1200">
                          <a:solidFill>
                            <a:schemeClr val="dk1"/>
                          </a:solidFill>
                          <a:latin typeface="Arial"/>
                        </a:defRPr>
                      </a:lvl2pPr>
                      <a:lvl3pPr marL="685800" algn="l" defTabSz="685800" rtl="0" eaLnBrk="1" latinLnBrk="0" hangingPunct="1">
                        <a:defRPr sz="1400" kern="1200">
                          <a:solidFill>
                            <a:schemeClr val="dk1"/>
                          </a:solidFill>
                          <a:latin typeface="Arial"/>
                        </a:defRPr>
                      </a:lvl3pPr>
                      <a:lvl4pPr marL="1028700" algn="l" defTabSz="685800" rtl="0" eaLnBrk="1" latinLnBrk="0" hangingPunct="1">
                        <a:defRPr sz="1400" kern="1200">
                          <a:solidFill>
                            <a:schemeClr val="dk1"/>
                          </a:solidFill>
                          <a:latin typeface="Arial"/>
                        </a:defRPr>
                      </a:lvl4pPr>
                      <a:lvl5pPr marL="1371600" algn="l" defTabSz="685800" rtl="0" eaLnBrk="1" latinLnBrk="0" hangingPunct="1">
                        <a:defRPr sz="1400" kern="1200">
                          <a:solidFill>
                            <a:schemeClr val="dk1"/>
                          </a:solidFill>
                          <a:latin typeface="Arial"/>
                        </a:defRPr>
                      </a:lvl5pPr>
                      <a:lvl6pPr marL="1714500" algn="l" defTabSz="685800" rtl="0" eaLnBrk="1" latinLnBrk="0" hangingPunct="1">
                        <a:defRPr sz="1400" kern="1200">
                          <a:solidFill>
                            <a:schemeClr val="dk1"/>
                          </a:solidFill>
                          <a:latin typeface="Arial"/>
                        </a:defRPr>
                      </a:lvl6pPr>
                      <a:lvl7pPr marL="2057400" algn="l" defTabSz="685800" rtl="0" eaLnBrk="1" latinLnBrk="0" hangingPunct="1">
                        <a:defRPr sz="1400" kern="1200">
                          <a:solidFill>
                            <a:schemeClr val="dk1"/>
                          </a:solidFill>
                          <a:latin typeface="Arial"/>
                        </a:defRPr>
                      </a:lvl7pPr>
                      <a:lvl8pPr marL="2400300" algn="l" defTabSz="685800" rtl="0" eaLnBrk="1" latinLnBrk="0" hangingPunct="1">
                        <a:defRPr sz="1400" kern="1200">
                          <a:solidFill>
                            <a:schemeClr val="dk1"/>
                          </a:solidFill>
                          <a:latin typeface="Arial"/>
                        </a:defRPr>
                      </a:lvl8pPr>
                      <a:lvl9pPr marL="2743200" algn="l" defTabSz="685800" rtl="0" eaLnBrk="1" latinLnBrk="0" hangingPunct="1">
                        <a:defRPr sz="1400" kern="1200">
                          <a:solidFill>
                            <a:schemeClr val="dk1"/>
                          </a:solidFill>
                          <a:latin typeface="Arial"/>
                        </a:defRPr>
                      </a:lvl9pPr>
                    </a:lstStyle>
                    <a:p>
                      <a:r>
                        <a:rPr lang="fr-FR" sz="800"/>
                        <a:t>S'assurer qu'une revue periodique des acces et privileges etendus est planifiee et documentee.</a:t>
                      </a:r>
                      <a:endParaRPr lang="fr-FR" sz="800" dirty="0"/>
                    </a:p>
                  </a:txBody>
                  <a:tcPr marL="44450" marR="44450" marT="0" marB="0" anchor="ctr">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5"/>
                  </a:ext>
                </a:extLst>
              </a:tr>
              <a:tr h="572503">
                <a:tc>
                  <a:txBody>
                    <a:bodyPr/>
                    <a:lstStyle>
                      <a:lvl1pPr marL="0" algn="l" defTabSz="685800" rtl="0" eaLnBrk="1" latinLnBrk="0" hangingPunct="1">
                        <a:defRPr sz="1400" b="1" kern="1200">
                          <a:solidFill>
                            <a:schemeClr val="lt1"/>
                          </a:solidFill>
                          <a:latin typeface="Arial"/>
                        </a:defRPr>
                      </a:lvl1pPr>
                      <a:lvl2pPr marL="342900" algn="l" defTabSz="685800" rtl="0" eaLnBrk="1" latinLnBrk="0" hangingPunct="1">
                        <a:defRPr sz="1400" b="1" kern="1200">
                          <a:solidFill>
                            <a:schemeClr val="lt1"/>
                          </a:solidFill>
                          <a:latin typeface="Arial"/>
                        </a:defRPr>
                      </a:lvl2pPr>
                      <a:lvl3pPr marL="685800" algn="l" defTabSz="685800" rtl="0" eaLnBrk="1" latinLnBrk="0" hangingPunct="1">
                        <a:defRPr sz="1400" b="1" kern="1200">
                          <a:solidFill>
                            <a:schemeClr val="lt1"/>
                          </a:solidFill>
                          <a:latin typeface="Arial"/>
                        </a:defRPr>
                      </a:lvl3pPr>
                      <a:lvl4pPr marL="1028700" algn="l" defTabSz="685800" rtl="0" eaLnBrk="1" latinLnBrk="0" hangingPunct="1">
                        <a:defRPr sz="1400" b="1" kern="1200">
                          <a:solidFill>
                            <a:schemeClr val="lt1"/>
                          </a:solidFill>
                          <a:latin typeface="Arial"/>
                        </a:defRPr>
                      </a:lvl4pPr>
                      <a:lvl5pPr marL="1371600" algn="l" defTabSz="685800" rtl="0" eaLnBrk="1" latinLnBrk="0" hangingPunct="1">
                        <a:defRPr sz="1400" b="1" kern="1200">
                          <a:solidFill>
                            <a:schemeClr val="lt1"/>
                          </a:solidFill>
                          <a:latin typeface="Arial"/>
                        </a:defRPr>
                      </a:lvl5pPr>
                      <a:lvl6pPr marL="1714500" algn="l" defTabSz="685800" rtl="0" eaLnBrk="1" latinLnBrk="0" hangingPunct="1">
                        <a:defRPr sz="1400" b="1" kern="1200">
                          <a:solidFill>
                            <a:schemeClr val="lt1"/>
                          </a:solidFill>
                          <a:latin typeface="Arial"/>
                        </a:defRPr>
                      </a:lvl6pPr>
                      <a:lvl7pPr marL="2057400" algn="l" defTabSz="685800" rtl="0" eaLnBrk="1" latinLnBrk="0" hangingPunct="1">
                        <a:defRPr sz="1400" b="1" kern="1200">
                          <a:solidFill>
                            <a:schemeClr val="lt1"/>
                          </a:solidFill>
                          <a:latin typeface="Arial"/>
                        </a:defRPr>
                      </a:lvl7pPr>
                      <a:lvl8pPr marL="2400300" algn="l" defTabSz="685800" rtl="0" eaLnBrk="1" latinLnBrk="0" hangingPunct="1">
                        <a:defRPr sz="1400" b="1" kern="1200">
                          <a:solidFill>
                            <a:schemeClr val="lt1"/>
                          </a:solidFill>
                          <a:latin typeface="Arial"/>
                        </a:defRPr>
                      </a:lvl8pPr>
                      <a:lvl9pPr marL="2743200" algn="l" defTabSz="685800" rtl="0" eaLnBrk="1" latinLnBrk="0" hangingPunct="1">
                        <a:defRPr sz="1400" b="1" kern="1200">
                          <a:solidFill>
                            <a:schemeClr val="lt1"/>
                          </a:solidFill>
                          <a:latin typeface="Arial"/>
                        </a:defRPr>
                      </a:lvl9pPr>
                    </a:lstStyle>
                    <a:p>
                      <a:r>
                        <a:rPr lang="fr-FR" sz="800"/>
                        <a:t>APD-04</a:t>
                      </a:r>
                      <a:endParaRPr lang="fr-FR" sz="800" dirty="0"/>
                    </a:p>
                  </a:txBody>
                  <a:tcPr anchor="ct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chemeClr val="bg1">
                        <a:lumMod val="85000"/>
                      </a:schemeClr>
                    </a:solidFill>
                  </a:tcPr>
                </a:tc>
                <a:tc>
                  <a:txBody>
                    <a:bodyPr/>
                    <a:lstStyle>
                      <a:lvl1pPr marL="0" algn="l" defTabSz="685800" rtl="0" eaLnBrk="1" latinLnBrk="0" hangingPunct="1">
                        <a:defRPr sz="1400" kern="1200">
                          <a:solidFill>
                            <a:schemeClr val="dk1"/>
                          </a:solidFill>
                          <a:latin typeface="Arial"/>
                        </a:defRPr>
                      </a:lvl1pPr>
                      <a:lvl2pPr marL="342900" algn="l" defTabSz="685800" rtl="0" eaLnBrk="1" latinLnBrk="0" hangingPunct="1">
                        <a:defRPr sz="1400" kern="1200">
                          <a:solidFill>
                            <a:schemeClr val="dk1"/>
                          </a:solidFill>
                          <a:latin typeface="Arial"/>
                        </a:defRPr>
                      </a:lvl2pPr>
                      <a:lvl3pPr marL="685800" algn="l" defTabSz="685800" rtl="0" eaLnBrk="1" latinLnBrk="0" hangingPunct="1">
                        <a:defRPr sz="1400" kern="1200">
                          <a:solidFill>
                            <a:schemeClr val="dk1"/>
                          </a:solidFill>
                          <a:latin typeface="Arial"/>
                        </a:defRPr>
                      </a:lvl3pPr>
                      <a:lvl4pPr marL="1028700" algn="l" defTabSz="685800" rtl="0" eaLnBrk="1" latinLnBrk="0" hangingPunct="1">
                        <a:defRPr sz="1400" kern="1200">
                          <a:solidFill>
                            <a:schemeClr val="dk1"/>
                          </a:solidFill>
                          <a:latin typeface="Arial"/>
                        </a:defRPr>
                      </a:lvl4pPr>
                      <a:lvl5pPr marL="1371600" algn="l" defTabSz="685800" rtl="0" eaLnBrk="1" latinLnBrk="0" hangingPunct="1">
                        <a:defRPr sz="1400" kern="1200">
                          <a:solidFill>
                            <a:schemeClr val="dk1"/>
                          </a:solidFill>
                          <a:latin typeface="Arial"/>
                        </a:defRPr>
                      </a:lvl5pPr>
                      <a:lvl6pPr marL="1714500" algn="l" defTabSz="685800" rtl="0" eaLnBrk="1" latinLnBrk="0" hangingPunct="1">
                        <a:defRPr sz="1400" kern="1200">
                          <a:solidFill>
                            <a:schemeClr val="dk1"/>
                          </a:solidFill>
                          <a:latin typeface="Arial"/>
                        </a:defRPr>
                      </a:lvl6pPr>
                      <a:lvl7pPr marL="2057400" algn="l" defTabSz="685800" rtl="0" eaLnBrk="1" latinLnBrk="0" hangingPunct="1">
                        <a:defRPr sz="1400" kern="1200">
                          <a:solidFill>
                            <a:schemeClr val="dk1"/>
                          </a:solidFill>
                          <a:latin typeface="Arial"/>
                        </a:defRPr>
                      </a:lvl7pPr>
                      <a:lvl8pPr marL="2400300" algn="l" defTabSz="685800" rtl="0" eaLnBrk="1" latinLnBrk="0" hangingPunct="1">
                        <a:defRPr sz="1400" kern="1200">
                          <a:solidFill>
                            <a:schemeClr val="dk1"/>
                          </a:solidFill>
                          <a:latin typeface="Arial"/>
                        </a:defRPr>
                      </a:lvl8pPr>
                      <a:lvl9pPr marL="2743200" algn="l" defTabSz="685800" rtl="0" eaLnBrk="1" latinLnBrk="0" hangingPunct="1">
                        <a:defRPr sz="1400" kern="1200">
                          <a:solidFill>
                            <a:schemeClr val="dk1"/>
                          </a:solidFill>
                          <a:latin typeface="Arial"/>
                        </a:defRPr>
                      </a:lvl9pPr>
                    </a:lstStyle>
                    <a:p>
                      <a:r>
                        <a:rPr lang="fr-FR" sz="800"/>
                        <a:t>Les comptes privilegies et generiques font l'objet d'un suivi adapte.</a:t>
                      </a:r>
                      <a:endParaRPr lang="fr-FR" sz="800" dirty="0"/>
                    </a:p>
                  </a:txBody>
                  <a:tcPr marL="44450" marR="4445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685800" rtl="0" eaLnBrk="1" latinLnBrk="0" hangingPunct="1">
                        <a:defRPr sz="1400" kern="1200">
                          <a:solidFill>
                            <a:schemeClr val="dk1"/>
                          </a:solidFill>
                          <a:latin typeface="Arial"/>
                        </a:defRPr>
                      </a:lvl1pPr>
                      <a:lvl2pPr marL="342900" algn="l" defTabSz="685800" rtl="0" eaLnBrk="1" latinLnBrk="0" hangingPunct="1">
                        <a:defRPr sz="1400" kern="1200">
                          <a:solidFill>
                            <a:schemeClr val="dk1"/>
                          </a:solidFill>
                          <a:latin typeface="Arial"/>
                        </a:defRPr>
                      </a:lvl2pPr>
                      <a:lvl3pPr marL="685800" algn="l" defTabSz="685800" rtl="0" eaLnBrk="1" latinLnBrk="0" hangingPunct="1">
                        <a:defRPr sz="1400" kern="1200">
                          <a:solidFill>
                            <a:schemeClr val="dk1"/>
                          </a:solidFill>
                          <a:latin typeface="Arial"/>
                        </a:defRPr>
                      </a:lvl3pPr>
                      <a:lvl4pPr marL="1028700" algn="l" defTabSz="685800" rtl="0" eaLnBrk="1" latinLnBrk="0" hangingPunct="1">
                        <a:defRPr sz="1400" kern="1200">
                          <a:solidFill>
                            <a:schemeClr val="dk1"/>
                          </a:solidFill>
                          <a:latin typeface="Arial"/>
                        </a:defRPr>
                      </a:lvl4pPr>
                      <a:lvl5pPr marL="1371600" algn="l" defTabSz="685800" rtl="0" eaLnBrk="1" latinLnBrk="0" hangingPunct="1">
                        <a:defRPr sz="1400" kern="1200">
                          <a:solidFill>
                            <a:schemeClr val="dk1"/>
                          </a:solidFill>
                          <a:latin typeface="Arial"/>
                        </a:defRPr>
                      </a:lvl5pPr>
                      <a:lvl6pPr marL="1714500" algn="l" defTabSz="685800" rtl="0" eaLnBrk="1" latinLnBrk="0" hangingPunct="1">
                        <a:defRPr sz="1400" kern="1200">
                          <a:solidFill>
                            <a:schemeClr val="dk1"/>
                          </a:solidFill>
                          <a:latin typeface="Arial"/>
                        </a:defRPr>
                      </a:lvl6pPr>
                      <a:lvl7pPr marL="2057400" algn="l" defTabSz="685800" rtl="0" eaLnBrk="1" latinLnBrk="0" hangingPunct="1">
                        <a:defRPr sz="1400" kern="1200">
                          <a:solidFill>
                            <a:schemeClr val="dk1"/>
                          </a:solidFill>
                          <a:latin typeface="Arial"/>
                        </a:defRPr>
                      </a:lvl7pPr>
                      <a:lvl8pPr marL="2400300" algn="l" defTabSz="685800" rtl="0" eaLnBrk="1" latinLnBrk="0" hangingPunct="1">
                        <a:defRPr sz="1400" kern="1200">
                          <a:solidFill>
                            <a:schemeClr val="dk1"/>
                          </a:solidFill>
                          <a:latin typeface="Arial"/>
                        </a:defRPr>
                      </a:lvl8pPr>
                      <a:lvl9pPr marL="2743200" algn="l" defTabSz="685800" rtl="0" eaLnBrk="1" latinLnBrk="0" hangingPunct="1">
                        <a:defRPr sz="1400" kern="1200">
                          <a:solidFill>
                            <a:schemeClr val="dk1"/>
                          </a:solidFill>
                          <a:latin typeface="Arial"/>
                        </a:defRPr>
                      </a:lvl9pPr>
                    </a:lstStyle>
                    <a:p>
                      <a:r>
                        <a:rPr lang="fr-FR" sz="800"/>
                        <a:t>Verifier l'encadrement des comptes d'administration et la surveillance des activites sensibles.</a:t>
                      </a:r>
                      <a:endParaRPr lang="fr-FR" sz="800" dirty="0"/>
                    </a:p>
                  </a:txBody>
                  <a:tcPr marL="44450" marR="44450" marT="0" marB="0" anchor="ctr">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845147091"/>
                  </a:ext>
                </a:extLst>
              </a:tr>
              <a:tr h="572503">
                <a:tc>
                  <a:txBody>
                    <a:bodyPr/>
                    <a:lstStyle>
                      <a:lvl1pPr marL="0" algn="l" defTabSz="685800" rtl="0" eaLnBrk="1" latinLnBrk="0" hangingPunct="1">
                        <a:defRPr sz="1400" b="1" kern="1200">
                          <a:solidFill>
                            <a:schemeClr val="lt1"/>
                          </a:solidFill>
                          <a:latin typeface="Arial"/>
                        </a:defRPr>
                      </a:lvl1pPr>
                      <a:lvl2pPr marL="342900" algn="l" defTabSz="685800" rtl="0" eaLnBrk="1" latinLnBrk="0" hangingPunct="1">
                        <a:defRPr sz="1400" b="1" kern="1200">
                          <a:solidFill>
                            <a:schemeClr val="lt1"/>
                          </a:solidFill>
                          <a:latin typeface="Arial"/>
                        </a:defRPr>
                      </a:lvl2pPr>
                      <a:lvl3pPr marL="685800" algn="l" defTabSz="685800" rtl="0" eaLnBrk="1" latinLnBrk="0" hangingPunct="1">
                        <a:defRPr sz="1400" b="1" kern="1200">
                          <a:solidFill>
                            <a:schemeClr val="lt1"/>
                          </a:solidFill>
                          <a:latin typeface="Arial"/>
                        </a:defRPr>
                      </a:lvl3pPr>
                      <a:lvl4pPr marL="1028700" algn="l" defTabSz="685800" rtl="0" eaLnBrk="1" latinLnBrk="0" hangingPunct="1">
                        <a:defRPr sz="1400" b="1" kern="1200">
                          <a:solidFill>
                            <a:schemeClr val="lt1"/>
                          </a:solidFill>
                          <a:latin typeface="Arial"/>
                        </a:defRPr>
                      </a:lvl4pPr>
                      <a:lvl5pPr marL="1371600" algn="l" defTabSz="685800" rtl="0" eaLnBrk="1" latinLnBrk="0" hangingPunct="1">
                        <a:defRPr sz="1400" b="1" kern="1200">
                          <a:solidFill>
                            <a:schemeClr val="lt1"/>
                          </a:solidFill>
                          <a:latin typeface="Arial"/>
                        </a:defRPr>
                      </a:lvl5pPr>
                      <a:lvl6pPr marL="1714500" algn="l" defTabSz="685800" rtl="0" eaLnBrk="1" latinLnBrk="0" hangingPunct="1">
                        <a:defRPr sz="1400" b="1" kern="1200">
                          <a:solidFill>
                            <a:schemeClr val="lt1"/>
                          </a:solidFill>
                          <a:latin typeface="Arial"/>
                        </a:defRPr>
                      </a:lvl6pPr>
                      <a:lvl7pPr marL="2057400" algn="l" defTabSz="685800" rtl="0" eaLnBrk="1" latinLnBrk="0" hangingPunct="1">
                        <a:defRPr sz="1400" b="1" kern="1200">
                          <a:solidFill>
                            <a:schemeClr val="lt1"/>
                          </a:solidFill>
                          <a:latin typeface="Arial"/>
                        </a:defRPr>
                      </a:lvl7pPr>
                      <a:lvl8pPr marL="2400300" algn="l" defTabSz="685800" rtl="0" eaLnBrk="1" latinLnBrk="0" hangingPunct="1">
                        <a:defRPr sz="1400" b="1" kern="1200">
                          <a:solidFill>
                            <a:schemeClr val="lt1"/>
                          </a:solidFill>
                          <a:latin typeface="Arial"/>
                        </a:defRPr>
                      </a:lvl8pPr>
                      <a:lvl9pPr marL="2743200" algn="l" defTabSz="685800" rtl="0" eaLnBrk="1" latinLnBrk="0" hangingPunct="1">
                        <a:defRPr sz="1400" b="1" kern="1200">
                          <a:solidFill>
                            <a:schemeClr val="lt1"/>
                          </a:solidFill>
                          <a:latin typeface="Arial"/>
                        </a:defRPr>
                      </a:lvl9pPr>
                    </a:lstStyle>
                    <a:p>
                      <a:pPr marL="0" marR="0" lvl="0" indent="0" algn="ctr" defTabSz="685800" rtl="0" eaLnBrk="1" fontAlgn="auto" latinLnBrk="0" hangingPunct="1">
                        <a:lnSpc>
                          <a:spcPct val="100000"/>
                        </a:lnSpc>
                        <a:spcBef>
                          <a:spcPts val="0"/>
                        </a:spcBef>
                        <a:spcAft>
                          <a:spcPts val="0"/>
                        </a:spcAft>
                        <a:buClr>
                          <a:srgbClr val="000000"/>
                        </a:buClr>
                        <a:buSzTx/>
                        <a:buFont typeface="Arial"/>
                        <a:buNone/>
                        <a:tabLst/>
                        <a:defRPr/>
                      </a:pPr>
                      <a:r>
                        <a:rPr lang="fr-FR" sz="800"/>
                        <a:t>APD-05</a:t>
                      </a:r>
                      <a:endParaRPr lang="fr-FR" sz="800" b="0" noProof="0" dirty="0">
                        <a:solidFill>
                          <a:schemeClr val="tx1"/>
                        </a:solidFill>
                        <a:latin typeface="+mn-lt"/>
                      </a:endParaRPr>
                    </a:p>
                  </a:txBody>
                  <a:tcPr anchor="ctr">
                    <a:lnL w="12700" cmpd="sng">
                      <a:solidFill>
                        <a:srgbClr val="FFFFFF"/>
                      </a:solidFill>
                    </a:lnL>
                    <a:lnR w="12700" cmpd="sng">
                      <a:solidFill>
                        <a:srgbClr val="FFFFFF"/>
                      </a:solidFill>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chemeClr val="bg1">
                        <a:lumMod val="85000"/>
                      </a:schemeClr>
                    </a:solidFill>
                  </a:tcPr>
                </a:tc>
                <a:tc>
                  <a:txBody>
                    <a:bodyPr/>
                    <a:lstStyle>
                      <a:lvl1pPr marL="0" algn="l" defTabSz="685800" rtl="0" eaLnBrk="1" latinLnBrk="0" hangingPunct="1">
                        <a:defRPr sz="1400" kern="1200">
                          <a:solidFill>
                            <a:schemeClr val="dk1"/>
                          </a:solidFill>
                          <a:latin typeface="Arial"/>
                        </a:defRPr>
                      </a:lvl1pPr>
                      <a:lvl2pPr marL="342900" algn="l" defTabSz="685800" rtl="0" eaLnBrk="1" latinLnBrk="0" hangingPunct="1">
                        <a:defRPr sz="1400" kern="1200">
                          <a:solidFill>
                            <a:schemeClr val="dk1"/>
                          </a:solidFill>
                          <a:latin typeface="Arial"/>
                        </a:defRPr>
                      </a:lvl2pPr>
                      <a:lvl3pPr marL="685800" algn="l" defTabSz="685800" rtl="0" eaLnBrk="1" latinLnBrk="0" hangingPunct="1">
                        <a:defRPr sz="1400" kern="1200">
                          <a:solidFill>
                            <a:schemeClr val="dk1"/>
                          </a:solidFill>
                          <a:latin typeface="Arial"/>
                        </a:defRPr>
                      </a:lvl3pPr>
                      <a:lvl4pPr marL="1028700" algn="l" defTabSz="685800" rtl="0" eaLnBrk="1" latinLnBrk="0" hangingPunct="1">
                        <a:defRPr sz="1400" kern="1200">
                          <a:solidFill>
                            <a:schemeClr val="dk1"/>
                          </a:solidFill>
                          <a:latin typeface="Arial"/>
                        </a:defRPr>
                      </a:lvl4pPr>
                      <a:lvl5pPr marL="1371600" algn="l" defTabSz="685800" rtl="0" eaLnBrk="1" latinLnBrk="0" hangingPunct="1">
                        <a:defRPr sz="1400" kern="1200">
                          <a:solidFill>
                            <a:schemeClr val="dk1"/>
                          </a:solidFill>
                          <a:latin typeface="Arial"/>
                        </a:defRPr>
                      </a:lvl5pPr>
                      <a:lvl6pPr marL="1714500" algn="l" defTabSz="685800" rtl="0" eaLnBrk="1" latinLnBrk="0" hangingPunct="1">
                        <a:defRPr sz="1400" kern="1200">
                          <a:solidFill>
                            <a:schemeClr val="dk1"/>
                          </a:solidFill>
                          <a:latin typeface="Arial"/>
                        </a:defRPr>
                      </a:lvl6pPr>
                      <a:lvl7pPr marL="2057400" algn="l" defTabSz="685800" rtl="0" eaLnBrk="1" latinLnBrk="0" hangingPunct="1">
                        <a:defRPr sz="1400" kern="1200">
                          <a:solidFill>
                            <a:schemeClr val="dk1"/>
                          </a:solidFill>
                          <a:latin typeface="Arial"/>
                        </a:defRPr>
                      </a:lvl7pPr>
                      <a:lvl8pPr marL="2400300" algn="l" defTabSz="685800" rtl="0" eaLnBrk="1" latinLnBrk="0" hangingPunct="1">
                        <a:defRPr sz="1400" kern="1200">
                          <a:solidFill>
                            <a:schemeClr val="dk1"/>
                          </a:solidFill>
                          <a:latin typeface="Arial"/>
                        </a:defRPr>
                      </a:lvl8pPr>
                      <a:lvl9pPr marL="2743200" algn="l" defTabSz="685800" rtl="0" eaLnBrk="1" latinLnBrk="0" hangingPunct="1">
                        <a:defRPr sz="1400" kern="1200">
                          <a:solidFill>
                            <a:schemeClr val="dk1"/>
                          </a:solidFill>
                          <a:latin typeface="Arial"/>
                        </a:defRPr>
                      </a:lvl9pPr>
                    </a:lstStyle>
                    <a:p>
                      <a:r>
                        <a:rPr lang="fr-FR" sz="800"/>
                        <a:t>Les parametres de securite et mots de passe sont conformes aux politiques en vigueur.</a:t>
                      </a:r>
                      <a:endParaRPr lang="fr-FR" sz="800" dirty="0"/>
                    </a:p>
                  </a:txBody>
                  <a:tcPr marL="44450" marR="44450" marT="0" marB="0" anchor="ctr">
                    <a:lnL w="12700" cmpd="sng">
                      <a:solidFill>
                        <a:srgbClr val="FFFFFF"/>
                      </a:solidFill>
                    </a:lnL>
                    <a:lnR w="12700" cmpd="sng">
                      <a:solidFill>
                        <a:srgbClr val="FFFFFF"/>
                      </a:solidFill>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685800" rtl="0" eaLnBrk="1" latinLnBrk="0" hangingPunct="1">
                        <a:defRPr sz="1400" kern="1200">
                          <a:solidFill>
                            <a:schemeClr val="dk1"/>
                          </a:solidFill>
                          <a:latin typeface="Arial"/>
                        </a:defRPr>
                      </a:lvl1pPr>
                      <a:lvl2pPr marL="342900" algn="l" defTabSz="685800" rtl="0" eaLnBrk="1" latinLnBrk="0" hangingPunct="1">
                        <a:defRPr sz="1400" kern="1200">
                          <a:solidFill>
                            <a:schemeClr val="dk1"/>
                          </a:solidFill>
                          <a:latin typeface="Arial"/>
                        </a:defRPr>
                      </a:lvl2pPr>
                      <a:lvl3pPr marL="685800" algn="l" defTabSz="685800" rtl="0" eaLnBrk="1" latinLnBrk="0" hangingPunct="1">
                        <a:defRPr sz="1400" kern="1200">
                          <a:solidFill>
                            <a:schemeClr val="dk1"/>
                          </a:solidFill>
                          <a:latin typeface="Arial"/>
                        </a:defRPr>
                      </a:lvl3pPr>
                      <a:lvl4pPr marL="1028700" algn="l" defTabSz="685800" rtl="0" eaLnBrk="1" latinLnBrk="0" hangingPunct="1">
                        <a:defRPr sz="1400" kern="1200">
                          <a:solidFill>
                            <a:schemeClr val="dk1"/>
                          </a:solidFill>
                          <a:latin typeface="Arial"/>
                        </a:defRPr>
                      </a:lvl4pPr>
                      <a:lvl5pPr marL="1371600" algn="l" defTabSz="685800" rtl="0" eaLnBrk="1" latinLnBrk="0" hangingPunct="1">
                        <a:defRPr sz="1400" kern="1200">
                          <a:solidFill>
                            <a:schemeClr val="dk1"/>
                          </a:solidFill>
                          <a:latin typeface="Arial"/>
                        </a:defRPr>
                      </a:lvl5pPr>
                      <a:lvl6pPr marL="1714500" algn="l" defTabSz="685800" rtl="0" eaLnBrk="1" latinLnBrk="0" hangingPunct="1">
                        <a:defRPr sz="1400" kern="1200">
                          <a:solidFill>
                            <a:schemeClr val="dk1"/>
                          </a:solidFill>
                          <a:latin typeface="Arial"/>
                        </a:defRPr>
                      </a:lvl6pPr>
                      <a:lvl7pPr marL="2057400" algn="l" defTabSz="685800" rtl="0" eaLnBrk="1" latinLnBrk="0" hangingPunct="1">
                        <a:defRPr sz="1400" kern="1200">
                          <a:solidFill>
                            <a:schemeClr val="dk1"/>
                          </a:solidFill>
                          <a:latin typeface="Arial"/>
                        </a:defRPr>
                      </a:lvl7pPr>
                      <a:lvl8pPr marL="2400300" algn="l" defTabSz="685800" rtl="0" eaLnBrk="1" latinLnBrk="0" hangingPunct="1">
                        <a:defRPr sz="1400" kern="1200">
                          <a:solidFill>
                            <a:schemeClr val="dk1"/>
                          </a:solidFill>
                          <a:latin typeface="Arial"/>
                        </a:defRPr>
                      </a:lvl8pPr>
                      <a:lvl9pPr marL="2743200" algn="l" defTabSz="685800" rtl="0" eaLnBrk="1" latinLnBrk="0" hangingPunct="1">
                        <a:defRPr sz="1400" kern="1200">
                          <a:solidFill>
                            <a:schemeClr val="dk1"/>
                          </a:solidFill>
                          <a:latin typeface="Arial"/>
                        </a:defRPr>
                      </a:lvl9pPr>
                    </a:lstStyle>
                    <a:p>
                      <a:r>
                        <a:rPr lang="fr-FR" sz="800"/>
                        <a:t>Revoir la configuration des parametres de securite et l'alignement avec la politique de securite.</a:t>
                      </a:r>
                      <a:endParaRPr lang="fr-FR" sz="800" noProof="0" dirty="0">
                        <a:effectLst/>
                        <a:latin typeface="+mn-lt"/>
                        <a:ea typeface="Times New Roman" panose="02020603050405020304" pitchFamily="18" charset="0"/>
                      </a:endParaRPr>
                    </a:p>
                  </a:txBody>
                  <a:tcPr marL="44450" marR="44450" marT="0" marB="0" anchor="ctr">
                    <a:lnL w="12700" cmpd="sng">
                      <a:solidFill>
                        <a:srgbClr val="FFFFFF"/>
                      </a:solidFill>
                    </a:lnL>
                    <a:lnR w="12700" cmpd="sng">
                      <a:solidFill>
                        <a:srgbClr val="FFFFFF"/>
                      </a:solidFill>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5823741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97059-CDCB-9FEB-7E43-951E5AC897B4}"/>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7539CD27-4C18-7468-7F60-3CE07E3D0E43}"/>
              </a:ext>
              <a:ext uri="{C183D7F6-B498-43B3-948B-1728B52AA6E4}">
                <adec:decorative xmlns:adec="http://schemas.microsoft.com/office/drawing/2017/decorative" val="0"/>
              </a:ext>
            </a:extLst>
          </p:cNvPr>
          <p:cNvSpPr>
            <a:spLocks noGrp="1"/>
          </p:cNvSpPr>
          <p:nvPr>
            <p:ph type="ftr" sz="quarter" idx="3"/>
          </p:nvPr>
        </p:nvSpPr>
        <p:spPr>
          <a:xfrm>
            <a:off x="800100" y="4873081"/>
            <a:ext cx="6611112" cy="121187"/>
          </a:xfrm>
        </p:spPr>
        <p:txBody>
          <a:bodyPr/>
          <a:lstStyle/>
          <a:p>
            <a:r>
              <a:rPr lang="fr-FR"/>
              <a:t>PwC | Direction des systemes d'information - Groupe Example Janvier 2026 - Mars 2026</a:t>
            </a:r>
            <a:endParaRPr lang="fr-FR" noProof="0" dirty="0"/>
          </a:p>
        </p:txBody>
      </p:sp>
      <p:sp>
        <p:nvSpPr>
          <p:cNvPr id="5" name="Slide Number Placeholder 4">
            <a:extLst>
              <a:ext uri="{FF2B5EF4-FFF2-40B4-BE49-F238E27FC236}">
                <a16:creationId xmlns:a16="http://schemas.microsoft.com/office/drawing/2014/main" id="{F80576BD-520B-4E03-89E7-11189FBFA127}"/>
              </a:ext>
              <a:ext uri="{C183D7F6-B498-43B3-948B-1728B52AA6E4}">
                <adec:decorative xmlns:adec="http://schemas.microsoft.com/office/drawing/2017/decorative" val="0"/>
              </a:ext>
            </a:extLst>
          </p:cNvPr>
          <p:cNvSpPr>
            <a:spLocks noGrp="1"/>
          </p:cNvSpPr>
          <p:nvPr>
            <p:ph type="sldNum" sz="quarter" idx="4"/>
          </p:nvPr>
        </p:nvSpPr>
        <p:spPr>
          <a:xfrm>
            <a:off x="8627864" y="4876039"/>
            <a:ext cx="223657" cy="121187"/>
          </a:xfrm>
        </p:spPr>
        <p:txBody>
          <a:bodyPr/>
          <a:lstStyle/>
          <a:p>
            <a:r>
              <a:rPr lang="fr-FR" noProof="0"/>
              <a:t>11</a:t>
            </a:r>
          </a:p>
        </p:txBody>
      </p:sp>
      <p:sp>
        <p:nvSpPr>
          <p:cNvPr id="14" name="Google Shape;861;p107">
            <a:extLst>
              <a:ext uri="{FF2B5EF4-FFF2-40B4-BE49-F238E27FC236}">
                <a16:creationId xmlns:a16="http://schemas.microsoft.com/office/drawing/2014/main" id="{23EFEC80-FE31-22B9-718B-5443F01E929D}"/>
              </a:ext>
            </a:extLst>
          </p:cNvPr>
          <p:cNvSpPr txBox="1"/>
          <p:nvPr/>
        </p:nvSpPr>
        <p:spPr>
          <a:xfrm>
            <a:off x="433604" y="154935"/>
            <a:ext cx="8449200" cy="287686"/>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fr-FR" sz="3200" i="0" u="none" strike="noStrike" cap="none" noProof="0">
                <a:solidFill>
                  <a:srgbClr val="000000"/>
                </a:solidFill>
                <a:latin typeface="Georgia"/>
                <a:ea typeface="Georgia"/>
                <a:cs typeface="Georgia"/>
                <a:sym typeface="Georgia"/>
              </a:rPr>
              <a:t>Liste des contrôles couverts</a:t>
            </a:r>
          </a:p>
        </p:txBody>
      </p:sp>
      <p:graphicFrame>
        <p:nvGraphicFramePr>
          <p:cNvPr id="4" name="Tableau 3">
            <a:extLst>
              <a:ext uri="{FF2B5EF4-FFF2-40B4-BE49-F238E27FC236}">
                <a16:creationId xmlns:a16="http://schemas.microsoft.com/office/drawing/2014/main" id="{60C688CC-80B7-B781-4A10-CD8EDF6EFD4D}"/>
              </a:ext>
            </a:extLst>
          </p:cNvPr>
          <p:cNvGraphicFramePr>
            <a:graphicFrameLocks noGrp="1"/>
          </p:cNvGraphicFramePr>
          <p:nvPr>
            <p:custDataLst>
              <p:tags r:id="rId1"/>
            </p:custDataLst>
            <p:extLst>
              <p:ext uri="{D42A27DB-BD31-4B8C-83A1-F6EECF244321}">
                <p14:modId xmlns:p14="http://schemas.microsoft.com/office/powerpoint/2010/main" val="300160250"/>
              </p:ext>
            </p:extLst>
          </p:nvPr>
        </p:nvGraphicFramePr>
        <p:xfrm>
          <a:off x="175339" y="655520"/>
          <a:ext cx="8707465" cy="1828412"/>
        </p:xfrm>
        <a:graphic>
          <a:graphicData uri="http://schemas.openxmlformats.org/drawingml/2006/table">
            <a:tbl>
              <a:tblPr firstRow="1" firstCol="1" bandRow="1"/>
              <a:tblGrid>
                <a:gridCol w="830707">
                  <a:extLst>
                    <a:ext uri="{9D8B030D-6E8A-4147-A177-3AD203B41FA5}">
                      <a16:colId xmlns:a16="http://schemas.microsoft.com/office/drawing/2014/main" val="20000"/>
                    </a:ext>
                  </a:extLst>
                </a:gridCol>
                <a:gridCol w="3528131">
                  <a:extLst>
                    <a:ext uri="{9D8B030D-6E8A-4147-A177-3AD203B41FA5}">
                      <a16:colId xmlns:a16="http://schemas.microsoft.com/office/drawing/2014/main" val="20001"/>
                    </a:ext>
                  </a:extLst>
                </a:gridCol>
                <a:gridCol w="4348627">
                  <a:extLst>
                    <a:ext uri="{9D8B030D-6E8A-4147-A177-3AD203B41FA5}">
                      <a16:colId xmlns:a16="http://schemas.microsoft.com/office/drawing/2014/main" val="20002"/>
                    </a:ext>
                  </a:extLst>
                </a:gridCol>
              </a:tblGrid>
              <a:tr h="185129">
                <a:tc>
                  <a:txBody>
                    <a:bodyPr/>
                    <a:lstStyle>
                      <a:lvl1pPr marL="0" algn="l" defTabSz="685800" rtl="0" eaLnBrk="1" latinLnBrk="0" hangingPunct="1">
                        <a:defRPr sz="1400" b="1" kern="1200">
                          <a:solidFill>
                            <a:schemeClr val="lt1"/>
                          </a:solidFill>
                          <a:latin typeface="Arial"/>
                        </a:defRPr>
                      </a:lvl1pPr>
                      <a:lvl2pPr marL="342900" algn="l" defTabSz="685800" rtl="0" eaLnBrk="1" latinLnBrk="0" hangingPunct="1">
                        <a:defRPr sz="1400" b="1" kern="1200">
                          <a:solidFill>
                            <a:schemeClr val="lt1"/>
                          </a:solidFill>
                          <a:latin typeface="Arial"/>
                        </a:defRPr>
                      </a:lvl2pPr>
                      <a:lvl3pPr marL="685800" algn="l" defTabSz="685800" rtl="0" eaLnBrk="1" latinLnBrk="0" hangingPunct="1">
                        <a:defRPr sz="1400" b="1" kern="1200">
                          <a:solidFill>
                            <a:schemeClr val="lt1"/>
                          </a:solidFill>
                          <a:latin typeface="Arial"/>
                        </a:defRPr>
                      </a:lvl3pPr>
                      <a:lvl4pPr marL="1028700" algn="l" defTabSz="685800" rtl="0" eaLnBrk="1" latinLnBrk="0" hangingPunct="1">
                        <a:defRPr sz="1400" b="1" kern="1200">
                          <a:solidFill>
                            <a:schemeClr val="lt1"/>
                          </a:solidFill>
                          <a:latin typeface="Arial"/>
                        </a:defRPr>
                      </a:lvl4pPr>
                      <a:lvl5pPr marL="1371600" algn="l" defTabSz="685800" rtl="0" eaLnBrk="1" latinLnBrk="0" hangingPunct="1">
                        <a:defRPr sz="1400" b="1" kern="1200">
                          <a:solidFill>
                            <a:schemeClr val="lt1"/>
                          </a:solidFill>
                          <a:latin typeface="Arial"/>
                        </a:defRPr>
                      </a:lvl5pPr>
                      <a:lvl6pPr marL="1714500" algn="l" defTabSz="685800" rtl="0" eaLnBrk="1" latinLnBrk="0" hangingPunct="1">
                        <a:defRPr sz="1400" b="1" kern="1200">
                          <a:solidFill>
                            <a:schemeClr val="lt1"/>
                          </a:solidFill>
                          <a:latin typeface="Arial"/>
                        </a:defRPr>
                      </a:lvl6pPr>
                      <a:lvl7pPr marL="2057400" algn="l" defTabSz="685800" rtl="0" eaLnBrk="1" latinLnBrk="0" hangingPunct="1">
                        <a:defRPr sz="1400" b="1" kern="1200">
                          <a:solidFill>
                            <a:schemeClr val="lt1"/>
                          </a:solidFill>
                          <a:latin typeface="Arial"/>
                        </a:defRPr>
                      </a:lvl7pPr>
                      <a:lvl8pPr marL="2400300" algn="l" defTabSz="685800" rtl="0" eaLnBrk="1" latinLnBrk="0" hangingPunct="1">
                        <a:defRPr sz="1400" b="1" kern="1200">
                          <a:solidFill>
                            <a:schemeClr val="lt1"/>
                          </a:solidFill>
                          <a:latin typeface="Arial"/>
                        </a:defRPr>
                      </a:lvl8pPr>
                      <a:lvl9pPr marL="2743200" algn="l" defTabSz="685800" rtl="0" eaLnBrk="1" latinLnBrk="0" hangingPunct="1">
                        <a:defRPr sz="1400" b="1" kern="1200">
                          <a:solidFill>
                            <a:schemeClr val="lt1"/>
                          </a:solidFill>
                          <a:latin typeface="Arial"/>
                        </a:defRPr>
                      </a:lvl9pPr>
                    </a:lstStyle>
                    <a:p>
                      <a:pPr algn="ctr"/>
                      <a:r>
                        <a:rPr lang="fr-FR" sz="800" noProof="0">
                          <a:solidFill>
                            <a:schemeClr val="bg1"/>
                          </a:solidFill>
                          <a:latin typeface="+mn-lt"/>
                        </a:rPr>
                        <a:t>Réf.</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D04A02"/>
                    </a:solidFill>
                  </a:tcPr>
                </a:tc>
                <a:tc>
                  <a:txBody>
                    <a:bodyPr/>
                    <a:lstStyle>
                      <a:lvl1pPr marL="0" algn="l" defTabSz="685800" rtl="0" eaLnBrk="1" latinLnBrk="0" hangingPunct="1">
                        <a:defRPr sz="1400" b="1" kern="1200">
                          <a:solidFill>
                            <a:schemeClr val="lt1"/>
                          </a:solidFill>
                          <a:latin typeface="Arial"/>
                        </a:defRPr>
                      </a:lvl1pPr>
                      <a:lvl2pPr marL="342900" algn="l" defTabSz="685800" rtl="0" eaLnBrk="1" latinLnBrk="0" hangingPunct="1">
                        <a:defRPr sz="1400" b="1" kern="1200">
                          <a:solidFill>
                            <a:schemeClr val="lt1"/>
                          </a:solidFill>
                          <a:latin typeface="Arial"/>
                        </a:defRPr>
                      </a:lvl2pPr>
                      <a:lvl3pPr marL="685800" algn="l" defTabSz="685800" rtl="0" eaLnBrk="1" latinLnBrk="0" hangingPunct="1">
                        <a:defRPr sz="1400" b="1" kern="1200">
                          <a:solidFill>
                            <a:schemeClr val="lt1"/>
                          </a:solidFill>
                          <a:latin typeface="Arial"/>
                        </a:defRPr>
                      </a:lvl3pPr>
                      <a:lvl4pPr marL="1028700" algn="l" defTabSz="685800" rtl="0" eaLnBrk="1" latinLnBrk="0" hangingPunct="1">
                        <a:defRPr sz="1400" b="1" kern="1200">
                          <a:solidFill>
                            <a:schemeClr val="lt1"/>
                          </a:solidFill>
                          <a:latin typeface="Arial"/>
                        </a:defRPr>
                      </a:lvl4pPr>
                      <a:lvl5pPr marL="1371600" algn="l" defTabSz="685800" rtl="0" eaLnBrk="1" latinLnBrk="0" hangingPunct="1">
                        <a:defRPr sz="1400" b="1" kern="1200">
                          <a:solidFill>
                            <a:schemeClr val="lt1"/>
                          </a:solidFill>
                          <a:latin typeface="Arial"/>
                        </a:defRPr>
                      </a:lvl5pPr>
                      <a:lvl6pPr marL="1714500" algn="l" defTabSz="685800" rtl="0" eaLnBrk="1" latinLnBrk="0" hangingPunct="1">
                        <a:defRPr sz="1400" b="1" kern="1200">
                          <a:solidFill>
                            <a:schemeClr val="lt1"/>
                          </a:solidFill>
                          <a:latin typeface="Arial"/>
                        </a:defRPr>
                      </a:lvl6pPr>
                      <a:lvl7pPr marL="2057400" algn="l" defTabSz="685800" rtl="0" eaLnBrk="1" latinLnBrk="0" hangingPunct="1">
                        <a:defRPr sz="1400" b="1" kern="1200">
                          <a:solidFill>
                            <a:schemeClr val="lt1"/>
                          </a:solidFill>
                          <a:latin typeface="Arial"/>
                        </a:defRPr>
                      </a:lvl7pPr>
                      <a:lvl8pPr marL="2400300" algn="l" defTabSz="685800" rtl="0" eaLnBrk="1" latinLnBrk="0" hangingPunct="1">
                        <a:defRPr sz="1400" b="1" kern="1200">
                          <a:solidFill>
                            <a:schemeClr val="lt1"/>
                          </a:solidFill>
                          <a:latin typeface="Arial"/>
                        </a:defRPr>
                      </a:lvl8pPr>
                      <a:lvl9pPr marL="2743200" algn="l" defTabSz="685800" rtl="0" eaLnBrk="1" latinLnBrk="0" hangingPunct="1">
                        <a:defRPr sz="1400" b="1" kern="1200">
                          <a:solidFill>
                            <a:schemeClr val="lt1"/>
                          </a:solidFill>
                          <a:latin typeface="Arial"/>
                        </a:defRPr>
                      </a:lvl9pPr>
                    </a:lstStyle>
                    <a:p>
                      <a:pPr algn="ctr"/>
                      <a:r>
                        <a:rPr lang="fr-FR" sz="800" noProof="0">
                          <a:solidFill>
                            <a:schemeClr val="bg1"/>
                          </a:solidFill>
                          <a:latin typeface="+mn-lt"/>
                        </a:rPr>
                        <a:t>Description du contrôle</a:t>
                      </a:r>
                      <a:endParaRPr lang="fr-FR" sz="800" noProof="0" dirty="0">
                        <a:solidFill>
                          <a:schemeClr val="bg1"/>
                        </a:solidFill>
                        <a:latin typeface="+mn-lt"/>
                      </a:endParaRP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D04A02"/>
                    </a:solidFill>
                  </a:tcPr>
                </a:tc>
                <a:tc>
                  <a:txBody>
                    <a:bodyPr/>
                    <a:lstStyle>
                      <a:lvl1pPr marL="0" algn="l" defTabSz="685800" rtl="0" eaLnBrk="1" latinLnBrk="0" hangingPunct="1">
                        <a:defRPr sz="1400" b="1" kern="1200">
                          <a:solidFill>
                            <a:schemeClr val="lt1"/>
                          </a:solidFill>
                          <a:latin typeface="Arial"/>
                        </a:defRPr>
                      </a:lvl1pPr>
                      <a:lvl2pPr marL="342900" algn="l" defTabSz="685800" rtl="0" eaLnBrk="1" latinLnBrk="0" hangingPunct="1">
                        <a:defRPr sz="1400" b="1" kern="1200">
                          <a:solidFill>
                            <a:schemeClr val="lt1"/>
                          </a:solidFill>
                          <a:latin typeface="Arial"/>
                        </a:defRPr>
                      </a:lvl2pPr>
                      <a:lvl3pPr marL="685800" algn="l" defTabSz="685800" rtl="0" eaLnBrk="1" latinLnBrk="0" hangingPunct="1">
                        <a:defRPr sz="1400" b="1" kern="1200">
                          <a:solidFill>
                            <a:schemeClr val="lt1"/>
                          </a:solidFill>
                          <a:latin typeface="Arial"/>
                        </a:defRPr>
                      </a:lvl3pPr>
                      <a:lvl4pPr marL="1028700" algn="l" defTabSz="685800" rtl="0" eaLnBrk="1" latinLnBrk="0" hangingPunct="1">
                        <a:defRPr sz="1400" b="1" kern="1200">
                          <a:solidFill>
                            <a:schemeClr val="lt1"/>
                          </a:solidFill>
                          <a:latin typeface="Arial"/>
                        </a:defRPr>
                      </a:lvl4pPr>
                      <a:lvl5pPr marL="1371600" algn="l" defTabSz="685800" rtl="0" eaLnBrk="1" latinLnBrk="0" hangingPunct="1">
                        <a:defRPr sz="1400" b="1" kern="1200">
                          <a:solidFill>
                            <a:schemeClr val="lt1"/>
                          </a:solidFill>
                          <a:latin typeface="Arial"/>
                        </a:defRPr>
                      </a:lvl5pPr>
                      <a:lvl6pPr marL="1714500" algn="l" defTabSz="685800" rtl="0" eaLnBrk="1" latinLnBrk="0" hangingPunct="1">
                        <a:defRPr sz="1400" b="1" kern="1200">
                          <a:solidFill>
                            <a:schemeClr val="lt1"/>
                          </a:solidFill>
                          <a:latin typeface="Arial"/>
                        </a:defRPr>
                      </a:lvl6pPr>
                      <a:lvl7pPr marL="2057400" algn="l" defTabSz="685800" rtl="0" eaLnBrk="1" latinLnBrk="0" hangingPunct="1">
                        <a:defRPr sz="1400" b="1" kern="1200">
                          <a:solidFill>
                            <a:schemeClr val="lt1"/>
                          </a:solidFill>
                          <a:latin typeface="Arial"/>
                        </a:defRPr>
                      </a:lvl7pPr>
                      <a:lvl8pPr marL="2400300" algn="l" defTabSz="685800" rtl="0" eaLnBrk="1" latinLnBrk="0" hangingPunct="1">
                        <a:defRPr sz="1400" b="1" kern="1200">
                          <a:solidFill>
                            <a:schemeClr val="lt1"/>
                          </a:solidFill>
                          <a:latin typeface="Arial"/>
                        </a:defRPr>
                      </a:lvl8pPr>
                      <a:lvl9pPr marL="2743200" algn="l" defTabSz="685800" rtl="0" eaLnBrk="1" latinLnBrk="0" hangingPunct="1">
                        <a:defRPr sz="1400" b="1" kern="1200">
                          <a:solidFill>
                            <a:schemeClr val="lt1"/>
                          </a:solidFill>
                          <a:latin typeface="Arial"/>
                        </a:defRPr>
                      </a:lvl9pPr>
                    </a:lstStyle>
                    <a:p>
                      <a:pPr algn="ctr"/>
                      <a:r>
                        <a:rPr lang="fr-FR" sz="800" noProof="0">
                          <a:solidFill>
                            <a:schemeClr val="bg1"/>
                          </a:solidFill>
                          <a:latin typeface="+mn-lt"/>
                        </a:rPr>
                        <a:t>Procédure de test</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D04A02"/>
                    </a:solidFill>
                  </a:tcPr>
                </a:tc>
                <a:extLst>
                  <a:ext uri="{0D108BD9-81ED-4DB2-BD59-A6C34878D82A}">
                    <a16:rowId xmlns:a16="http://schemas.microsoft.com/office/drawing/2014/main" val="10000"/>
                  </a:ext>
                </a:extLst>
              </a:tr>
              <a:tr h="185129">
                <a:tc gridSpan="3">
                  <a:txBody>
                    <a:bodyPr/>
                    <a:lstStyle>
                      <a:lvl1pPr marL="0" algn="l" defTabSz="685800" rtl="0" eaLnBrk="1" latinLnBrk="0" hangingPunct="1">
                        <a:defRPr sz="1400" b="1" kern="1200">
                          <a:solidFill>
                            <a:schemeClr val="lt1"/>
                          </a:solidFill>
                          <a:latin typeface="Arial"/>
                        </a:defRPr>
                      </a:lvl1pPr>
                      <a:lvl2pPr marL="342900" algn="l" defTabSz="685800" rtl="0" eaLnBrk="1" latinLnBrk="0" hangingPunct="1">
                        <a:defRPr sz="1400" b="1" kern="1200">
                          <a:solidFill>
                            <a:schemeClr val="lt1"/>
                          </a:solidFill>
                          <a:latin typeface="Arial"/>
                        </a:defRPr>
                      </a:lvl2pPr>
                      <a:lvl3pPr marL="685800" algn="l" defTabSz="685800" rtl="0" eaLnBrk="1" latinLnBrk="0" hangingPunct="1">
                        <a:defRPr sz="1400" b="1" kern="1200">
                          <a:solidFill>
                            <a:schemeClr val="lt1"/>
                          </a:solidFill>
                          <a:latin typeface="Arial"/>
                        </a:defRPr>
                      </a:lvl3pPr>
                      <a:lvl4pPr marL="1028700" algn="l" defTabSz="685800" rtl="0" eaLnBrk="1" latinLnBrk="0" hangingPunct="1">
                        <a:defRPr sz="1400" b="1" kern="1200">
                          <a:solidFill>
                            <a:schemeClr val="lt1"/>
                          </a:solidFill>
                          <a:latin typeface="Arial"/>
                        </a:defRPr>
                      </a:lvl4pPr>
                      <a:lvl5pPr marL="1371600" algn="l" defTabSz="685800" rtl="0" eaLnBrk="1" latinLnBrk="0" hangingPunct="1">
                        <a:defRPr sz="1400" b="1" kern="1200">
                          <a:solidFill>
                            <a:schemeClr val="lt1"/>
                          </a:solidFill>
                          <a:latin typeface="Arial"/>
                        </a:defRPr>
                      </a:lvl5pPr>
                      <a:lvl6pPr marL="1714500" algn="l" defTabSz="685800" rtl="0" eaLnBrk="1" latinLnBrk="0" hangingPunct="1">
                        <a:defRPr sz="1400" b="1" kern="1200">
                          <a:solidFill>
                            <a:schemeClr val="lt1"/>
                          </a:solidFill>
                          <a:latin typeface="Arial"/>
                        </a:defRPr>
                      </a:lvl6pPr>
                      <a:lvl7pPr marL="2057400" algn="l" defTabSz="685800" rtl="0" eaLnBrk="1" latinLnBrk="0" hangingPunct="1">
                        <a:defRPr sz="1400" b="1" kern="1200">
                          <a:solidFill>
                            <a:schemeClr val="lt1"/>
                          </a:solidFill>
                          <a:latin typeface="Arial"/>
                        </a:defRPr>
                      </a:lvl7pPr>
                      <a:lvl8pPr marL="2400300" algn="l" defTabSz="685800" rtl="0" eaLnBrk="1" latinLnBrk="0" hangingPunct="1">
                        <a:defRPr sz="1400" b="1" kern="1200">
                          <a:solidFill>
                            <a:schemeClr val="lt1"/>
                          </a:solidFill>
                          <a:latin typeface="Arial"/>
                        </a:defRPr>
                      </a:lvl8pPr>
                      <a:lvl9pPr marL="2743200" algn="l" defTabSz="685800" rtl="0" eaLnBrk="1" latinLnBrk="0" hangingPunct="1">
                        <a:defRPr sz="1400" b="1" kern="1200">
                          <a:solidFill>
                            <a:schemeClr val="lt1"/>
                          </a:solidFill>
                          <a:latin typeface="Arial"/>
                        </a:defRPr>
                      </a:lvl9pPr>
                    </a:lstStyle>
                    <a:p>
                      <a:pPr algn="ctr"/>
                      <a:r>
                        <a:rPr lang="fr-FR" sz="800" noProof="0">
                          <a:solidFill>
                            <a:schemeClr val="bg1"/>
                          </a:solidFill>
                          <a:latin typeface="+mn-lt"/>
                        </a:rPr>
                        <a:t>Gestion des changements</a:t>
                      </a:r>
                      <a:endParaRPr lang="fr-FR" sz="800" noProof="0" dirty="0">
                        <a:solidFill>
                          <a:schemeClr val="bg1"/>
                        </a:solidFill>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tx1">
                        <a:lumMod val="65000"/>
                        <a:lumOff val="35000"/>
                      </a:schemeClr>
                    </a:solidFill>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10001"/>
                  </a:ext>
                </a:extLst>
              </a:tr>
              <a:tr h="595058">
                <a:tc>
                  <a:txBody>
                    <a:bodyPr/>
                    <a:lstStyle>
                      <a:lvl1pPr marL="0" algn="l" defTabSz="685800" rtl="0" eaLnBrk="1" latinLnBrk="0" hangingPunct="1">
                        <a:defRPr sz="1400" b="1" kern="1200">
                          <a:solidFill>
                            <a:schemeClr val="lt1"/>
                          </a:solidFill>
                          <a:latin typeface="Arial"/>
                        </a:defRPr>
                      </a:lvl1pPr>
                      <a:lvl2pPr marL="342900" algn="l" defTabSz="685800" rtl="0" eaLnBrk="1" latinLnBrk="0" hangingPunct="1">
                        <a:defRPr sz="1400" b="1" kern="1200">
                          <a:solidFill>
                            <a:schemeClr val="lt1"/>
                          </a:solidFill>
                          <a:latin typeface="Arial"/>
                        </a:defRPr>
                      </a:lvl2pPr>
                      <a:lvl3pPr marL="685800" algn="l" defTabSz="685800" rtl="0" eaLnBrk="1" latinLnBrk="0" hangingPunct="1">
                        <a:defRPr sz="1400" b="1" kern="1200">
                          <a:solidFill>
                            <a:schemeClr val="lt1"/>
                          </a:solidFill>
                          <a:latin typeface="Arial"/>
                        </a:defRPr>
                      </a:lvl3pPr>
                      <a:lvl4pPr marL="1028700" algn="l" defTabSz="685800" rtl="0" eaLnBrk="1" latinLnBrk="0" hangingPunct="1">
                        <a:defRPr sz="1400" b="1" kern="1200">
                          <a:solidFill>
                            <a:schemeClr val="lt1"/>
                          </a:solidFill>
                          <a:latin typeface="Arial"/>
                        </a:defRPr>
                      </a:lvl4pPr>
                      <a:lvl5pPr marL="1371600" algn="l" defTabSz="685800" rtl="0" eaLnBrk="1" latinLnBrk="0" hangingPunct="1">
                        <a:defRPr sz="1400" b="1" kern="1200">
                          <a:solidFill>
                            <a:schemeClr val="lt1"/>
                          </a:solidFill>
                          <a:latin typeface="Arial"/>
                        </a:defRPr>
                      </a:lvl5pPr>
                      <a:lvl6pPr marL="1714500" algn="l" defTabSz="685800" rtl="0" eaLnBrk="1" latinLnBrk="0" hangingPunct="1">
                        <a:defRPr sz="1400" b="1" kern="1200">
                          <a:solidFill>
                            <a:schemeClr val="lt1"/>
                          </a:solidFill>
                          <a:latin typeface="Arial"/>
                        </a:defRPr>
                      </a:lvl6pPr>
                      <a:lvl7pPr marL="2057400" algn="l" defTabSz="685800" rtl="0" eaLnBrk="1" latinLnBrk="0" hangingPunct="1">
                        <a:defRPr sz="1400" b="1" kern="1200">
                          <a:solidFill>
                            <a:schemeClr val="lt1"/>
                          </a:solidFill>
                          <a:latin typeface="Arial"/>
                        </a:defRPr>
                      </a:lvl7pPr>
                      <a:lvl8pPr marL="2400300" algn="l" defTabSz="685800" rtl="0" eaLnBrk="1" latinLnBrk="0" hangingPunct="1">
                        <a:defRPr sz="1400" b="1" kern="1200">
                          <a:solidFill>
                            <a:schemeClr val="lt1"/>
                          </a:solidFill>
                          <a:latin typeface="Arial"/>
                        </a:defRPr>
                      </a:lvl8pPr>
                      <a:lvl9pPr marL="2743200" algn="l" defTabSz="685800" rtl="0" eaLnBrk="1" latinLnBrk="0" hangingPunct="1">
                        <a:defRPr sz="1400" b="1" kern="1200">
                          <a:solidFill>
                            <a:schemeClr val="lt1"/>
                          </a:solidFill>
                          <a:latin typeface="Arial"/>
                        </a:defRPr>
                      </a:lvl9pPr>
                    </a:lstStyle>
                    <a:p>
                      <a:r>
                        <a:rPr lang="fr-FR" sz="800"/>
                        <a:t>PC-01</a:t>
                      </a:r>
                      <a:endParaRPr lang="fr-FR" sz="800" dirty="0"/>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85000"/>
                      </a:schemeClr>
                    </a:solidFill>
                  </a:tcPr>
                </a:tc>
                <a:tc>
                  <a:txBody>
                    <a:bodyPr/>
                    <a:lstStyle>
                      <a:lvl1pPr marL="0" algn="l" defTabSz="685800" rtl="0" eaLnBrk="1" latinLnBrk="0" hangingPunct="1">
                        <a:defRPr sz="1400" kern="1200">
                          <a:solidFill>
                            <a:schemeClr val="dk1"/>
                          </a:solidFill>
                          <a:latin typeface="Arial"/>
                        </a:defRPr>
                      </a:lvl1pPr>
                      <a:lvl2pPr marL="342900" algn="l" defTabSz="685800" rtl="0" eaLnBrk="1" latinLnBrk="0" hangingPunct="1">
                        <a:defRPr sz="1400" kern="1200">
                          <a:solidFill>
                            <a:schemeClr val="dk1"/>
                          </a:solidFill>
                          <a:latin typeface="Arial"/>
                        </a:defRPr>
                      </a:lvl2pPr>
                      <a:lvl3pPr marL="685800" algn="l" defTabSz="685800" rtl="0" eaLnBrk="1" latinLnBrk="0" hangingPunct="1">
                        <a:defRPr sz="1400" kern="1200">
                          <a:solidFill>
                            <a:schemeClr val="dk1"/>
                          </a:solidFill>
                          <a:latin typeface="Arial"/>
                        </a:defRPr>
                      </a:lvl3pPr>
                      <a:lvl4pPr marL="1028700" algn="l" defTabSz="685800" rtl="0" eaLnBrk="1" latinLnBrk="0" hangingPunct="1">
                        <a:defRPr sz="1400" kern="1200">
                          <a:solidFill>
                            <a:schemeClr val="dk1"/>
                          </a:solidFill>
                          <a:latin typeface="Arial"/>
                        </a:defRPr>
                      </a:lvl4pPr>
                      <a:lvl5pPr marL="1371600" algn="l" defTabSz="685800" rtl="0" eaLnBrk="1" latinLnBrk="0" hangingPunct="1">
                        <a:defRPr sz="1400" kern="1200">
                          <a:solidFill>
                            <a:schemeClr val="dk1"/>
                          </a:solidFill>
                          <a:latin typeface="Arial"/>
                        </a:defRPr>
                      </a:lvl5pPr>
                      <a:lvl6pPr marL="1714500" algn="l" defTabSz="685800" rtl="0" eaLnBrk="1" latinLnBrk="0" hangingPunct="1">
                        <a:defRPr sz="1400" kern="1200">
                          <a:solidFill>
                            <a:schemeClr val="dk1"/>
                          </a:solidFill>
                          <a:latin typeface="Arial"/>
                        </a:defRPr>
                      </a:lvl6pPr>
                      <a:lvl7pPr marL="2057400" algn="l" defTabSz="685800" rtl="0" eaLnBrk="1" latinLnBrk="0" hangingPunct="1">
                        <a:defRPr sz="1400" kern="1200">
                          <a:solidFill>
                            <a:schemeClr val="dk1"/>
                          </a:solidFill>
                          <a:latin typeface="Arial"/>
                        </a:defRPr>
                      </a:lvl7pPr>
                      <a:lvl8pPr marL="2400300" algn="l" defTabSz="685800" rtl="0" eaLnBrk="1" latinLnBrk="0" hangingPunct="1">
                        <a:defRPr sz="1400" kern="1200">
                          <a:solidFill>
                            <a:schemeClr val="dk1"/>
                          </a:solidFill>
                          <a:latin typeface="Arial"/>
                        </a:defRPr>
                      </a:lvl8pPr>
                      <a:lvl9pPr marL="2743200" algn="l" defTabSz="685800" rtl="0" eaLnBrk="1" latinLnBrk="0" hangingPunct="1">
                        <a:defRPr sz="1400" kern="1200">
                          <a:solidFill>
                            <a:schemeClr val="dk1"/>
                          </a:solidFill>
                          <a:latin typeface="Arial"/>
                        </a:defRPr>
                      </a:lvl9pPr>
                    </a:lstStyle>
                    <a:p>
                      <a:r>
                        <a:rPr lang="fr-FR" sz="800"/>
                        <a:t>Les changements applicatifs sont testes et valides avant mise en production.</a:t>
                      </a:r>
                      <a:endParaRPr lang="fr-FR" sz="800" dirty="0"/>
                    </a:p>
                  </a:txBody>
                  <a:tcPr marL="44450" marR="44450"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685800" rtl="0" eaLnBrk="1" latinLnBrk="0" hangingPunct="1">
                        <a:defRPr sz="1400" kern="1200">
                          <a:solidFill>
                            <a:schemeClr val="dk1"/>
                          </a:solidFill>
                          <a:latin typeface="Arial"/>
                        </a:defRPr>
                      </a:lvl1pPr>
                      <a:lvl2pPr marL="342900" algn="l" defTabSz="685800" rtl="0" eaLnBrk="1" latinLnBrk="0" hangingPunct="1">
                        <a:defRPr sz="1400" kern="1200">
                          <a:solidFill>
                            <a:schemeClr val="dk1"/>
                          </a:solidFill>
                          <a:latin typeface="Arial"/>
                        </a:defRPr>
                      </a:lvl2pPr>
                      <a:lvl3pPr marL="685800" algn="l" defTabSz="685800" rtl="0" eaLnBrk="1" latinLnBrk="0" hangingPunct="1">
                        <a:defRPr sz="1400" kern="1200">
                          <a:solidFill>
                            <a:schemeClr val="dk1"/>
                          </a:solidFill>
                          <a:latin typeface="Arial"/>
                        </a:defRPr>
                      </a:lvl3pPr>
                      <a:lvl4pPr marL="1028700" algn="l" defTabSz="685800" rtl="0" eaLnBrk="1" latinLnBrk="0" hangingPunct="1">
                        <a:defRPr sz="1400" kern="1200">
                          <a:solidFill>
                            <a:schemeClr val="dk1"/>
                          </a:solidFill>
                          <a:latin typeface="Arial"/>
                        </a:defRPr>
                      </a:lvl4pPr>
                      <a:lvl5pPr marL="1371600" algn="l" defTabSz="685800" rtl="0" eaLnBrk="1" latinLnBrk="0" hangingPunct="1">
                        <a:defRPr sz="1400" kern="1200">
                          <a:solidFill>
                            <a:schemeClr val="dk1"/>
                          </a:solidFill>
                          <a:latin typeface="Arial"/>
                        </a:defRPr>
                      </a:lvl5pPr>
                      <a:lvl6pPr marL="1714500" algn="l" defTabSz="685800" rtl="0" eaLnBrk="1" latinLnBrk="0" hangingPunct="1">
                        <a:defRPr sz="1400" kern="1200">
                          <a:solidFill>
                            <a:schemeClr val="dk1"/>
                          </a:solidFill>
                          <a:latin typeface="Arial"/>
                        </a:defRPr>
                      </a:lvl6pPr>
                      <a:lvl7pPr marL="2057400" algn="l" defTabSz="685800" rtl="0" eaLnBrk="1" latinLnBrk="0" hangingPunct="1">
                        <a:defRPr sz="1400" kern="1200">
                          <a:solidFill>
                            <a:schemeClr val="dk1"/>
                          </a:solidFill>
                          <a:latin typeface="Arial"/>
                        </a:defRPr>
                      </a:lvl7pPr>
                      <a:lvl8pPr marL="2400300" algn="l" defTabSz="685800" rtl="0" eaLnBrk="1" latinLnBrk="0" hangingPunct="1">
                        <a:defRPr sz="1400" kern="1200">
                          <a:solidFill>
                            <a:schemeClr val="dk1"/>
                          </a:solidFill>
                          <a:latin typeface="Arial"/>
                        </a:defRPr>
                      </a:lvl8pPr>
                      <a:lvl9pPr marL="2743200" algn="l" defTabSz="685800" rtl="0" eaLnBrk="1" latinLnBrk="0" hangingPunct="1">
                        <a:defRPr sz="1400" kern="1200">
                          <a:solidFill>
                            <a:schemeClr val="dk1"/>
                          </a:solidFill>
                          <a:latin typeface="Arial"/>
                        </a:defRPr>
                      </a:lvl9pPr>
                    </a:lstStyle>
                    <a:p>
                      <a:r>
                        <a:rPr lang="fr-FR" sz="800"/>
                        <a:t>Examiner un echantillon de changements et verifier les validations prealables a la mise en production.</a:t>
                      </a:r>
                      <a:endParaRPr lang="fr-FR" sz="800" dirty="0"/>
                    </a:p>
                  </a:txBody>
                  <a:tcPr marL="44450" marR="44450"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2"/>
                  </a:ext>
                </a:extLst>
              </a:tr>
              <a:tr h="806634">
                <a:tc>
                  <a:txBody>
                    <a:bodyPr/>
                    <a:lstStyle>
                      <a:lvl1pPr marL="0" algn="l" defTabSz="685800" rtl="0" eaLnBrk="1" latinLnBrk="0" hangingPunct="1">
                        <a:defRPr sz="1400" b="1" kern="1200">
                          <a:solidFill>
                            <a:schemeClr val="lt1"/>
                          </a:solidFill>
                          <a:latin typeface="Arial"/>
                        </a:defRPr>
                      </a:lvl1pPr>
                      <a:lvl2pPr marL="342900" algn="l" defTabSz="685800" rtl="0" eaLnBrk="1" latinLnBrk="0" hangingPunct="1">
                        <a:defRPr sz="1400" b="1" kern="1200">
                          <a:solidFill>
                            <a:schemeClr val="lt1"/>
                          </a:solidFill>
                          <a:latin typeface="Arial"/>
                        </a:defRPr>
                      </a:lvl2pPr>
                      <a:lvl3pPr marL="685800" algn="l" defTabSz="685800" rtl="0" eaLnBrk="1" latinLnBrk="0" hangingPunct="1">
                        <a:defRPr sz="1400" b="1" kern="1200">
                          <a:solidFill>
                            <a:schemeClr val="lt1"/>
                          </a:solidFill>
                          <a:latin typeface="Arial"/>
                        </a:defRPr>
                      </a:lvl3pPr>
                      <a:lvl4pPr marL="1028700" algn="l" defTabSz="685800" rtl="0" eaLnBrk="1" latinLnBrk="0" hangingPunct="1">
                        <a:defRPr sz="1400" b="1" kern="1200">
                          <a:solidFill>
                            <a:schemeClr val="lt1"/>
                          </a:solidFill>
                          <a:latin typeface="Arial"/>
                        </a:defRPr>
                      </a:lvl4pPr>
                      <a:lvl5pPr marL="1371600" algn="l" defTabSz="685800" rtl="0" eaLnBrk="1" latinLnBrk="0" hangingPunct="1">
                        <a:defRPr sz="1400" b="1" kern="1200">
                          <a:solidFill>
                            <a:schemeClr val="lt1"/>
                          </a:solidFill>
                          <a:latin typeface="Arial"/>
                        </a:defRPr>
                      </a:lvl5pPr>
                      <a:lvl6pPr marL="1714500" algn="l" defTabSz="685800" rtl="0" eaLnBrk="1" latinLnBrk="0" hangingPunct="1">
                        <a:defRPr sz="1400" b="1" kern="1200">
                          <a:solidFill>
                            <a:schemeClr val="lt1"/>
                          </a:solidFill>
                          <a:latin typeface="Arial"/>
                        </a:defRPr>
                      </a:lvl6pPr>
                      <a:lvl7pPr marL="2057400" algn="l" defTabSz="685800" rtl="0" eaLnBrk="1" latinLnBrk="0" hangingPunct="1">
                        <a:defRPr sz="1400" b="1" kern="1200">
                          <a:solidFill>
                            <a:schemeClr val="lt1"/>
                          </a:solidFill>
                          <a:latin typeface="Arial"/>
                        </a:defRPr>
                      </a:lvl7pPr>
                      <a:lvl8pPr marL="2400300" algn="l" defTabSz="685800" rtl="0" eaLnBrk="1" latinLnBrk="0" hangingPunct="1">
                        <a:defRPr sz="1400" b="1" kern="1200">
                          <a:solidFill>
                            <a:schemeClr val="lt1"/>
                          </a:solidFill>
                          <a:latin typeface="Arial"/>
                        </a:defRPr>
                      </a:lvl8pPr>
                      <a:lvl9pPr marL="2743200" algn="l" defTabSz="685800" rtl="0" eaLnBrk="1" latinLnBrk="0" hangingPunct="1">
                        <a:defRPr sz="1400" b="1" kern="1200">
                          <a:solidFill>
                            <a:schemeClr val="lt1"/>
                          </a:solidFill>
                          <a:latin typeface="Arial"/>
                        </a:defRPr>
                      </a:lvl9pPr>
                    </a:lstStyle>
                    <a:p>
                      <a:pPr marL="0" marR="0" lvl="0" indent="0" algn="ctr" defTabSz="685800" rtl="0" eaLnBrk="1" fontAlgn="auto" latinLnBrk="0" hangingPunct="1">
                        <a:lnSpc>
                          <a:spcPct val="100000"/>
                        </a:lnSpc>
                        <a:spcBef>
                          <a:spcPts val="0"/>
                        </a:spcBef>
                        <a:spcAft>
                          <a:spcPts val="0"/>
                        </a:spcAft>
                        <a:buClr>
                          <a:srgbClr val="000000"/>
                        </a:buClr>
                        <a:buSzTx/>
                        <a:buFont typeface="Arial"/>
                        <a:buNone/>
                        <a:tabLst/>
                        <a:defRPr/>
                      </a:pPr>
                      <a:r>
                        <a:rPr lang="fr-FR" sz="800"/>
                        <a:t>PC-02</a:t>
                      </a:r>
                      <a:endParaRPr lang="fr-FR" sz="800" dirty="0"/>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85000"/>
                      </a:schemeClr>
                    </a:solidFill>
                  </a:tcPr>
                </a:tc>
                <a:tc>
                  <a:txBody>
                    <a:bodyPr/>
                    <a:lstStyle>
                      <a:lvl1pPr marL="0" algn="l" defTabSz="685800" rtl="0" eaLnBrk="1" latinLnBrk="0" hangingPunct="1">
                        <a:defRPr sz="1400" kern="1200">
                          <a:solidFill>
                            <a:schemeClr val="dk1"/>
                          </a:solidFill>
                          <a:latin typeface="Arial"/>
                        </a:defRPr>
                      </a:lvl1pPr>
                      <a:lvl2pPr marL="342900" algn="l" defTabSz="685800" rtl="0" eaLnBrk="1" latinLnBrk="0" hangingPunct="1">
                        <a:defRPr sz="1400" kern="1200">
                          <a:solidFill>
                            <a:schemeClr val="dk1"/>
                          </a:solidFill>
                          <a:latin typeface="Arial"/>
                        </a:defRPr>
                      </a:lvl2pPr>
                      <a:lvl3pPr marL="685800" algn="l" defTabSz="685800" rtl="0" eaLnBrk="1" latinLnBrk="0" hangingPunct="1">
                        <a:defRPr sz="1400" kern="1200">
                          <a:solidFill>
                            <a:schemeClr val="dk1"/>
                          </a:solidFill>
                          <a:latin typeface="Arial"/>
                        </a:defRPr>
                      </a:lvl3pPr>
                      <a:lvl4pPr marL="1028700" algn="l" defTabSz="685800" rtl="0" eaLnBrk="1" latinLnBrk="0" hangingPunct="1">
                        <a:defRPr sz="1400" kern="1200">
                          <a:solidFill>
                            <a:schemeClr val="dk1"/>
                          </a:solidFill>
                          <a:latin typeface="Arial"/>
                        </a:defRPr>
                      </a:lvl4pPr>
                      <a:lvl5pPr marL="1371600" algn="l" defTabSz="685800" rtl="0" eaLnBrk="1" latinLnBrk="0" hangingPunct="1">
                        <a:defRPr sz="1400" kern="1200">
                          <a:solidFill>
                            <a:schemeClr val="dk1"/>
                          </a:solidFill>
                          <a:latin typeface="Arial"/>
                        </a:defRPr>
                      </a:lvl5pPr>
                      <a:lvl6pPr marL="1714500" algn="l" defTabSz="685800" rtl="0" eaLnBrk="1" latinLnBrk="0" hangingPunct="1">
                        <a:defRPr sz="1400" kern="1200">
                          <a:solidFill>
                            <a:schemeClr val="dk1"/>
                          </a:solidFill>
                          <a:latin typeface="Arial"/>
                        </a:defRPr>
                      </a:lvl6pPr>
                      <a:lvl7pPr marL="2057400" algn="l" defTabSz="685800" rtl="0" eaLnBrk="1" latinLnBrk="0" hangingPunct="1">
                        <a:defRPr sz="1400" kern="1200">
                          <a:solidFill>
                            <a:schemeClr val="dk1"/>
                          </a:solidFill>
                          <a:latin typeface="Arial"/>
                        </a:defRPr>
                      </a:lvl7pPr>
                      <a:lvl8pPr marL="2400300" algn="l" defTabSz="685800" rtl="0" eaLnBrk="1" latinLnBrk="0" hangingPunct="1">
                        <a:defRPr sz="1400" kern="1200">
                          <a:solidFill>
                            <a:schemeClr val="dk1"/>
                          </a:solidFill>
                          <a:latin typeface="Arial"/>
                        </a:defRPr>
                      </a:lvl8pPr>
                      <a:lvl9pPr marL="2743200" algn="l" defTabSz="685800" rtl="0" eaLnBrk="1" latinLnBrk="0" hangingPunct="1">
                        <a:defRPr sz="1400" kern="1200">
                          <a:solidFill>
                            <a:schemeClr val="dk1"/>
                          </a:solidFill>
                          <a:latin typeface="Arial"/>
                        </a:defRPr>
                      </a:lvl9pPr>
                    </a:lstStyle>
                    <a:p>
                      <a:r>
                        <a:rPr lang="fr-FR" sz="800"/>
                        <a:t>Les environnements de developpement, de test et de production sont separes.</a:t>
                      </a:r>
                      <a:endParaRPr lang="fr-FR" sz="800" dirty="0"/>
                    </a:p>
                  </a:txBody>
                  <a:tcPr marL="44450" marR="44450"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685800" rtl="0" eaLnBrk="1" latinLnBrk="0" hangingPunct="1">
                        <a:defRPr sz="1400" kern="1200">
                          <a:solidFill>
                            <a:schemeClr val="dk1"/>
                          </a:solidFill>
                          <a:latin typeface="Arial"/>
                        </a:defRPr>
                      </a:lvl1pPr>
                      <a:lvl2pPr marL="342900" algn="l" defTabSz="685800" rtl="0" eaLnBrk="1" latinLnBrk="0" hangingPunct="1">
                        <a:defRPr sz="1400" kern="1200">
                          <a:solidFill>
                            <a:schemeClr val="dk1"/>
                          </a:solidFill>
                          <a:latin typeface="Arial"/>
                        </a:defRPr>
                      </a:lvl2pPr>
                      <a:lvl3pPr marL="685800" algn="l" defTabSz="685800" rtl="0" eaLnBrk="1" latinLnBrk="0" hangingPunct="1">
                        <a:defRPr sz="1400" kern="1200">
                          <a:solidFill>
                            <a:schemeClr val="dk1"/>
                          </a:solidFill>
                          <a:latin typeface="Arial"/>
                        </a:defRPr>
                      </a:lvl3pPr>
                      <a:lvl4pPr marL="1028700" algn="l" defTabSz="685800" rtl="0" eaLnBrk="1" latinLnBrk="0" hangingPunct="1">
                        <a:defRPr sz="1400" kern="1200">
                          <a:solidFill>
                            <a:schemeClr val="dk1"/>
                          </a:solidFill>
                          <a:latin typeface="Arial"/>
                        </a:defRPr>
                      </a:lvl4pPr>
                      <a:lvl5pPr marL="1371600" algn="l" defTabSz="685800" rtl="0" eaLnBrk="1" latinLnBrk="0" hangingPunct="1">
                        <a:defRPr sz="1400" kern="1200">
                          <a:solidFill>
                            <a:schemeClr val="dk1"/>
                          </a:solidFill>
                          <a:latin typeface="Arial"/>
                        </a:defRPr>
                      </a:lvl5pPr>
                      <a:lvl6pPr marL="1714500" algn="l" defTabSz="685800" rtl="0" eaLnBrk="1" latinLnBrk="0" hangingPunct="1">
                        <a:defRPr sz="1400" kern="1200">
                          <a:solidFill>
                            <a:schemeClr val="dk1"/>
                          </a:solidFill>
                          <a:latin typeface="Arial"/>
                        </a:defRPr>
                      </a:lvl6pPr>
                      <a:lvl7pPr marL="2057400" algn="l" defTabSz="685800" rtl="0" eaLnBrk="1" latinLnBrk="0" hangingPunct="1">
                        <a:defRPr sz="1400" kern="1200">
                          <a:solidFill>
                            <a:schemeClr val="dk1"/>
                          </a:solidFill>
                          <a:latin typeface="Arial"/>
                        </a:defRPr>
                      </a:lvl7pPr>
                      <a:lvl8pPr marL="2400300" algn="l" defTabSz="685800" rtl="0" eaLnBrk="1" latinLnBrk="0" hangingPunct="1">
                        <a:defRPr sz="1400" kern="1200">
                          <a:solidFill>
                            <a:schemeClr val="dk1"/>
                          </a:solidFill>
                          <a:latin typeface="Arial"/>
                        </a:defRPr>
                      </a:lvl8pPr>
                      <a:lvl9pPr marL="2743200" algn="l" defTabSz="685800" rtl="0" eaLnBrk="1" latinLnBrk="0" hangingPunct="1">
                        <a:defRPr sz="1400" kern="1200">
                          <a:solidFill>
                            <a:schemeClr val="dk1"/>
                          </a:solidFill>
                          <a:latin typeface="Arial"/>
                        </a:defRPr>
                      </a:lvl9pPr>
                    </a:lstStyle>
                    <a:p>
                      <a:pPr marL="0" marR="0" lvl="0" indent="0" algn="just" defTabSz="685800" rtl="0" eaLnBrk="1" fontAlgn="auto" latinLnBrk="0" hangingPunct="1">
                        <a:lnSpc>
                          <a:spcPct val="100000"/>
                        </a:lnSpc>
                        <a:spcBef>
                          <a:spcPts val="0"/>
                        </a:spcBef>
                        <a:spcAft>
                          <a:spcPts val="300"/>
                        </a:spcAft>
                        <a:buClr>
                          <a:srgbClr val="000000"/>
                        </a:buClr>
                        <a:buSzTx/>
                        <a:buFont typeface="+mj-lt"/>
                        <a:buNone/>
                        <a:tabLst/>
                        <a:defRPr/>
                      </a:pPr>
                      <a:r>
                        <a:rPr lang="fr-FR" sz="800"/>
                        <a:t>Confirmer la separation logique et organisationnelle entre les environnements.</a:t>
                      </a:r>
                      <a:endParaRPr lang="fr-FR" sz="800" b="0" noProof="0" dirty="0">
                        <a:solidFill>
                          <a:schemeClr val="tx1"/>
                        </a:solidFill>
                        <a:effectLst/>
                        <a:latin typeface="+mn-lt"/>
                        <a:ea typeface="Times New Roman" panose="02020603050405020304" pitchFamily="18" charset="0"/>
                        <a:cs typeface="Arial" panose="020B0604020202020204" pitchFamily="34" charset="0"/>
                      </a:endParaRPr>
                    </a:p>
                  </a:txBody>
                  <a:tcPr marL="44450" marR="44450"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3"/>
                  </a:ext>
                </a:extLst>
              </a:tr>
            </a:tbl>
          </a:graphicData>
        </a:graphic>
      </p:graphicFrame>
      <p:graphicFrame>
        <p:nvGraphicFramePr>
          <p:cNvPr id="6" name="Tableau 5">
            <a:extLst>
              <a:ext uri="{FF2B5EF4-FFF2-40B4-BE49-F238E27FC236}">
                <a16:creationId xmlns:a16="http://schemas.microsoft.com/office/drawing/2014/main" id="{32F8FC89-800F-8DD2-50B4-ED48BE2A5F86}"/>
              </a:ext>
            </a:extLst>
          </p:cNvPr>
          <p:cNvGraphicFramePr>
            <a:graphicFrameLocks noGrp="1"/>
          </p:cNvGraphicFramePr>
          <p:nvPr>
            <p:custDataLst>
              <p:tags r:id="rId2"/>
            </p:custDataLst>
            <p:extLst>
              <p:ext uri="{D42A27DB-BD31-4B8C-83A1-F6EECF244321}">
                <p14:modId xmlns:p14="http://schemas.microsoft.com/office/powerpoint/2010/main" val="1936897619"/>
              </p:ext>
            </p:extLst>
          </p:nvPr>
        </p:nvGraphicFramePr>
        <p:xfrm>
          <a:off x="178665" y="2679766"/>
          <a:ext cx="8707465" cy="1575380"/>
        </p:xfrm>
        <a:graphic>
          <a:graphicData uri="http://schemas.openxmlformats.org/drawingml/2006/table">
            <a:tbl>
              <a:tblPr firstRow="1" firstCol="1" bandRow="1"/>
              <a:tblGrid>
                <a:gridCol w="830707">
                  <a:extLst>
                    <a:ext uri="{9D8B030D-6E8A-4147-A177-3AD203B41FA5}">
                      <a16:colId xmlns:a16="http://schemas.microsoft.com/office/drawing/2014/main" val="20000"/>
                    </a:ext>
                  </a:extLst>
                </a:gridCol>
                <a:gridCol w="3528131">
                  <a:extLst>
                    <a:ext uri="{9D8B030D-6E8A-4147-A177-3AD203B41FA5}">
                      <a16:colId xmlns:a16="http://schemas.microsoft.com/office/drawing/2014/main" val="20001"/>
                    </a:ext>
                  </a:extLst>
                </a:gridCol>
                <a:gridCol w="4348627">
                  <a:extLst>
                    <a:ext uri="{9D8B030D-6E8A-4147-A177-3AD203B41FA5}">
                      <a16:colId xmlns:a16="http://schemas.microsoft.com/office/drawing/2014/main" val="20002"/>
                    </a:ext>
                  </a:extLst>
                </a:gridCol>
              </a:tblGrid>
              <a:tr h="185129">
                <a:tc gridSpan="3">
                  <a:txBody>
                    <a:bodyPr/>
                    <a:lstStyle>
                      <a:lvl1pPr marL="0" algn="l" defTabSz="685800" rtl="0" eaLnBrk="1" latinLnBrk="0" hangingPunct="1">
                        <a:defRPr sz="1400" b="1" kern="1200">
                          <a:solidFill>
                            <a:schemeClr val="lt1"/>
                          </a:solidFill>
                          <a:latin typeface="Arial"/>
                        </a:defRPr>
                      </a:lvl1pPr>
                      <a:lvl2pPr marL="342900" algn="l" defTabSz="685800" rtl="0" eaLnBrk="1" latinLnBrk="0" hangingPunct="1">
                        <a:defRPr sz="1400" b="1" kern="1200">
                          <a:solidFill>
                            <a:schemeClr val="lt1"/>
                          </a:solidFill>
                          <a:latin typeface="Arial"/>
                        </a:defRPr>
                      </a:lvl2pPr>
                      <a:lvl3pPr marL="685800" algn="l" defTabSz="685800" rtl="0" eaLnBrk="1" latinLnBrk="0" hangingPunct="1">
                        <a:defRPr sz="1400" b="1" kern="1200">
                          <a:solidFill>
                            <a:schemeClr val="lt1"/>
                          </a:solidFill>
                          <a:latin typeface="Arial"/>
                        </a:defRPr>
                      </a:lvl3pPr>
                      <a:lvl4pPr marL="1028700" algn="l" defTabSz="685800" rtl="0" eaLnBrk="1" latinLnBrk="0" hangingPunct="1">
                        <a:defRPr sz="1400" b="1" kern="1200">
                          <a:solidFill>
                            <a:schemeClr val="lt1"/>
                          </a:solidFill>
                          <a:latin typeface="Arial"/>
                        </a:defRPr>
                      </a:lvl4pPr>
                      <a:lvl5pPr marL="1371600" algn="l" defTabSz="685800" rtl="0" eaLnBrk="1" latinLnBrk="0" hangingPunct="1">
                        <a:defRPr sz="1400" b="1" kern="1200">
                          <a:solidFill>
                            <a:schemeClr val="lt1"/>
                          </a:solidFill>
                          <a:latin typeface="Arial"/>
                        </a:defRPr>
                      </a:lvl5pPr>
                      <a:lvl6pPr marL="1714500" algn="l" defTabSz="685800" rtl="0" eaLnBrk="1" latinLnBrk="0" hangingPunct="1">
                        <a:defRPr sz="1400" b="1" kern="1200">
                          <a:solidFill>
                            <a:schemeClr val="lt1"/>
                          </a:solidFill>
                          <a:latin typeface="Arial"/>
                        </a:defRPr>
                      </a:lvl6pPr>
                      <a:lvl7pPr marL="2057400" algn="l" defTabSz="685800" rtl="0" eaLnBrk="1" latinLnBrk="0" hangingPunct="1">
                        <a:defRPr sz="1400" b="1" kern="1200">
                          <a:solidFill>
                            <a:schemeClr val="lt1"/>
                          </a:solidFill>
                          <a:latin typeface="Arial"/>
                        </a:defRPr>
                      </a:lvl7pPr>
                      <a:lvl8pPr marL="2400300" algn="l" defTabSz="685800" rtl="0" eaLnBrk="1" latinLnBrk="0" hangingPunct="1">
                        <a:defRPr sz="1400" b="1" kern="1200">
                          <a:solidFill>
                            <a:schemeClr val="lt1"/>
                          </a:solidFill>
                          <a:latin typeface="Arial"/>
                        </a:defRPr>
                      </a:lvl8pPr>
                      <a:lvl9pPr marL="2743200" algn="l" defTabSz="685800" rtl="0" eaLnBrk="1" latinLnBrk="0" hangingPunct="1">
                        <a:defRPr sz="1400" b="1" kern="1200">
                          <a:solidFill>
                            <a:schemeClr val="lt1"/>
                          </a:solidFill>
                          <a:latin typeface="Arial"/>
                        </a:defRPr>
                      </a:lvl9pPr>
                    </a:lstStyle>
                    <a:p>
                      <a:pPr algn="ctr"/>
                      <a:r>
                        <a:rPr lang="fr-FR" sz="800" b="1" i="0" u="none" strike="noStrike" kern="1200" cap="none" noProof="0">
                          <a:solidFill>
                            <a:schemeClr val="bg1"/>
                          </a:solidFill>
                          <a:latin typeface="Arial"/>
                          <a:ea typeface="+mn-ea"/>
                          <a:cs typeface="+mn-cs"/>
                          <a:sym typeface="Arial"/>
                        </a:rPr>
                        <a:t>Exploitation informatique</a:t>
                      </a:r>
                      <a:endParaRPr lang="fr-FR" sz="800" b="1" i="0" u="none" strike="noStrike" kern="1200" cap="none" noProof="0" dirty="0">
                        <a:solidFill>
                          <a:schemeClr val="bg1"/>
                        </a:solidFill>
                        <a:latin typeface="Arial"/>
                        <a:ea typeface="+mn-ea"/>
                        <a:cs typeface="+mn-cs"/>
                        <a:sym typeface="Arial"/>
                      </a:endParaRPr>
                    </a:p>
                  </a:txBody>
                  <a:tcPr anchor="ctr">
                    <a:lnL w="12700" cmpd="sng">
                      <a:solidFill>
                        <a:srgbClr val="FFFFFF"/>
                      </a:solidFill>
                    </a:lnL>
                    <a:lnR w="12700" cmpd="sng">
                      <a:solidFill>
                        <a:srgbClr val="FFFFFF"/>
                      </a:solidFill>
                    </a:lnR>
                    <a:lnT w="381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10001"/>
                  </a:ext>
                </a:extLst>
              </a:tr>
              <a:tr h="595057">
                <a:tc>
                  <a:txBody>
                    <a:bodyPr/>
                    <a:lstStyle/>
                    <a:p>
                      <a:pPr marL="0" marR="0" lvl="0" indent="0" algn="ctr" defTabSz="685800" rtl="0" eaLnBrk="1" fontAlgn="auto" latinLnBrk="0" hangingPunct="1">
                        <a:lnSpc>
                          <a:spcPct val="100000"/>
                        </a:lnSpc>
                        <a:spcBef>
                          <a:spcPts val="0"/>
                        </a:spcBef>
                        <a:spcAft>
                          <a:spcPts val="300"/>
                        </a:spcAft>
                        <a:buClr>
                          <a:srgbClr val="000000"/>
                        </a:buClr>
                        <a:buSzTx/>
                        <a:buFont typeface="+mj-lt"/>
                        <a:buNone/>
                        <a:tabLst/>
                        <a:defRPr/>
                      </a:pPr>
                      <a:r>
                        <a:rPr lang="fr-FR" sz="800"/>
                        <a:t>CO-01</a:t>
                      </a:r>
                      <a:endParaRPr lang="fr-FR" sz="800" b="0" kern="1200" noProof="0" dirty="0">
                        <a:solidFill>
                          <a:schemeClr val="tx1"/>
                        </a:solidFill>
                        <a:effectLst/>
                        <a:latin typeface="+mn-lt"/>
                        <a:ea typeface="Times New Roman" panose="02020603050405020304" pitchFamily="18" charset="0"/>
                        <a:cs typeface="Arial" panose="020B0604020202020204" pitchFamily="34" charset="0"/>
                      </a:endParaRPr>
                    </a:p>
                  </a:txBody>
                  <a:tcPr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r>
                        <a:rPr lang="fr-FR" sz="800"/>
                        <a:t>Les sauvegardes sont realisees et regulierement testees.</a:t>
                      </a:r>
                      <a:endParaRPr lang="fr-FR" sz="800" b="0" kern="1200" noProof="0" dirty="0">
                        <a:solidFill>
                          <a:schemeClr val="tx1"/>
                        </a:solidFill>
                        <a:effectLst/>
                        <a:latin typeface="+mn-lt"/>
                        <a:ea typeface="Times New Roman" panose="02020603050405020304" pitchFamily="18" charset="0"/>
                        <a:cs typeface="Arial" panose="020B0604020202020204" pitchFamily="34" charset="0"/>
                      </a:endParaRPr>
                    </a:p>
                  </a:txBody>
                  <a:tcPr marL="44450" marR="44450" marT="0" marB="0"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just" defTabSz="685800" rtl="0" eaLnBrk="1" fontAlgn="auto" latinLnBrk="0" hangingPunct="1">
                        <a:lnSpc>
                          <a:spcPct val="100000"/>
                        </a:lnSpc>
                        <a:spcBef>
                          <a:spcPts val="0"/>
                        </a:spcBef>
                        <a:spcAft>
                          <a:spcPts val="300"/>
                        </a:spcAft>
                        <a:buClr>
                          <a:srgbClr val="000000"/>
                        </a:buClr>
                        <a:buSzTx/>
                        <a:buFont typeface="+mj-lt"/>
                        <a:buNone/>
                        <a:tabLst/>
                        <a:defRPr/>
                      </a:pPr>
                      <a:r>
                        <a:rPr lang="fr-FR" sz="800"/>
                        <a:t>Verifier la periodicite des sauvegardes et la realisation de tests de restauration.</a:t>
                      </a:r>
                      <a:endParaRPr lang="fr-FR" sz="800" b="0" kern="1200" noProof="0" dirty="0">
                        <a:solidFill>
                          <a:schemeClr val="tx1"/>
                        </a:solidFill>
                        <a:effectLst/>
                        <a:latin typeface="+mn-lt"/>
                        <a:ea typeface="Times New Roman" panose="02020603050405020304" pitchFamily="18" charset="0"/>
                        <a:cs typeface="Arial" panose="020B0604020202020204" pitchFamily="34" charset="0"/>
                      </a:endParaRPr>
                    </a:p>
                  </a:txBody>
                  <a:tcPr marL="44450" marR="44450" marT="0" marB="0"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2"/>
                  </a:ext>
                </a:extLst>
              </a:tr>
              <a:tr h="766963">
                <a:tc>
                  <a:txBody>
                    <a:bodyPr/>
                    <a:lstStyle/>
                    <a:p>
                      <a:pPr marL="0" marR="0" lvl="0" indent="0" algn="ctr" defTabSz="685800" rtl="0" eaLnBrk="1" fontAlgn="auto" latinLnBrk="0" hangingPunct="1">
                        <a:lnSpc>
                          <a:spcPct val="100000"/>
                        </a:lnSpc>
                        <a:spcBef>
                          <a:spcPts val="0"/>
                        </a:spcBef>
                        <a:spcAft>
                          <a:spcPts val="300"/>
                        </a:spcAft>
                        <a:buClr>
                          <a:srgbClr val="000000"/>
                        </a:buClr>
                        <a:buSzTx/>
                        <a:buFont typeface="+mj-lt"/>
                        <a:buNone/>
                        <a:tabLst/>
                        <a:defRPr/>
                      </a:pPr>
                      <a:r>
                        <a:rPr lang="fr-FR" sz="800"/>
                        <a:t>CO-02</a:t>
                      </a:r>
                      <a:endParaRPr lang="fr-FR" sz="800" b="0" kern="1200" noProof="0" dirty="0">
                        <a:solidFill>
                          <a:schemeClr val="tx1"/>
                        </a:solidFill>
                        <a:effectLst/>
                        <a:latin typeface="+mn-lt"/>
                        <a:ea typeface="Times New Roman" panose="02020603050405020304" pitchFamily="18" charset="0"/>
                        <a:cs typeface="Arial" panose="020B0604020202020204" pitchFamily="34" charset="0"/>
                      </a:endParaRPr>
                    </a:p>
                  </a:txBody>
                  <a:tcPr anchor="ct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r>
                        <a:rPr lang="fr-FR" sz="800"/>
                        <a:t>Les incidents de production sont identifies, traces et resolus dans des delais appropries.</a:t>
                      </a:r>
                      <a:endParaRPr lang="fr-FR" sz="800" dirty="0"/>
                    </a:p>
                  </a:txBody>
                  <a:tcPr marL="44450" marR="4445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just" defTabSz="685800" rtl="0" eaLnBrk="1" fontAlgn="auto" latinLnBrk="0" hangingPunct="1">
                        <a:lnSpc>
                          <a:spcPct val="100000"/>
                        </a:lnSpc>
                        <a:spcBef>
                          <a:spcPts val="0"/>
                        </a:spcBef>
                        <a:spcAft>
                          <a:spcPts val="300"/>
                        </a:spcAft>
                        <a:buClr>
                          <a:srgbClr val="000000"/>
                        </a:buClr>
                        <a:buSzTx/>
                        <a:buFont typeface="+mj-lt"/>
                        <a:buNone/>
                        <a:tabLst/>
                        <a:defRPr/>
                      </a:pPr>
                      <a:r>
                        <a:rPr lang="fr-FR" sz="800"/>
                        <a:t>Analyser le suivi des incidents et les delais de resolution associes.</a:t>
                      </a:r>
                      <a:endParaRPr lang="fr-FR" sz="800" b="0" kern="1200" noProof="0" dirty="0">
                        <a:solidFill>
                          <a:schemeClr val="tx1"/>
                        </a:solidFill>
                        <a:effectLst/>
                        <a:latin typeface="+mn-lt"/>
                        <a:ea typeface="Times New Roman" panose="02020603050405020304" pitchFamily="18" charset="0"/>
                        <a:cs typeface="Arial" panose="020B0604020202020204" pitchFamily="34" charset="0"/>
                      </a:endParaRPr>
                    </a:p>
                  </a:txBody>
                  <a:tcPr marL="44450" marR="44450" marT="0" marB="0" anchor="ctr">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932476032"/>
                  </a:ext>
                </a:extLst>
              </a:tr>
            </a:tbl>
          </a:graphicData>
        </a:graphic>
      </p:graphicFrame>
    </p:spTree>
    <p:extLst>
      <p:ext uri="{BB962C8B-B14F-4D97-AF65-F5344CB8AC3E}">
        <p14:creationId xmlns:p14="http://schemas.microsoft.com/office/powerpoint/2010/main" val="29281661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2B2412-78E5-C009-3D05-D455894F1758}"/>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561D224D-25EA-4535-C106-663FD7109010}"/>
              </a:ext>
              <a:ext uri="{C183D7F6-B498-43B3-948B-1728B52AA6E4}">
                <adec:decorative xmlns:adec="http://schemas.microsoft.com/office/drawing/2017/decorative" val="0"/>
              </a:ext>
            </a:extLst>
          </p:cNvPr>
          <p:cNvSpPr>
            <a:spLocks noGrp="1"/>
          </p:cNvSpPr>
          <p:nvPr>
            <p:ph type="ftr" sz="quarter" idx="3"/>
          </p:nvPr>
        </p:nvSpPr>
        <p:spPr>
          <a:xfrm>
            <a:off x="800100" y="4873081"/>
            <a:ext cx="6611112" cy="121187"/>
          </a:xfrm>
        </p:spPr>
        <p:txBody>
          <a:bodyPr/>
          <a:lstStyle/>
          <a:p>
            <a:r>
              <a:rPr lang="fr-FR"/>
              <a:t>PwC | Direction des systemes d'information - Groupe Example Janvier 2026 - Mars 2026</a:t>
            </a:r>
            <a:endParaRPr lang="fr-FR" noProof="0" dirty="0"/>
          </a:p>
        </p:txBody>
      </p:sp>
      <p:sp>
        <p:nvSpPr>
          <p:cNvPr id="5" name="Slide Number Placeholder 4">
            <a:extLst>
              <a:ext uri="{FF2B5EF4-FFF2-40B4-BE49-F238E27FC236}">
                <a16:creationId xmlns:a16="http://schemas.microsoft.com/office/drawing/2014/main" id="{4F4E4413-BDD1-F656-69F6-D50DF5A95CAB}"/>
              </a:ext>
              <a:ext uri="{C183D7F6-B498-43B3-948B-1728B52AA6E4}">
                <adec:decorative xmlns:adec="http://schemas.microsoft.com/office/drawing/2017/decorative" val="0"/>
              </a:ext>
            </a:extLst>
          </p:cNvPr>
          <p:cNvSpPr>
            <a:spLocks noGrp="1"/>
          </p:cNvSpPr>
          <p:nvPr>
            <p:ph type="sldNum" sz="quarter" idx="4"/>
          </p:nvPr>
        </p:nvSpPr>
        <p:spPr>
          <a:xfrm>
            <a:off x="8627864" y="4876039"/>
            <a:ext cx="223657" cy="121187"/>
          </a:xfrm>
        </p:spPr>
        <p:txBody>
          <a:bodyPr/>
          <a:lstStyle/>
          <a:p>
            <a:r>
              <a:rPr lang="fr-FR" noProof="0"/>
              <a:t>12</a:t>
            </a:r>
          </a:p>
        </p:txBody>
      </p:sp>
      <p:sp>
        <p:nvSpPr>
          <p:cNvPr id="14" name="Google Shape;861;p107">
            <a:extLst>
              <a:ext uri="{FF2B5EF4-FFF2-40B4-BE49-F238E27FC236}">
                <a16:creationId xmlns:a16="http://schemas.microsoft.com/office/drawing/2014/main" id="{1A193787-E8ED-8E96-97E3-5AC568B6E56C}"/>
              </a:ext>
            </a:extLst>
          </p:cNvPr>
          <p:cNvSpPr txBox="1"/>
          <p:nvPr/>
        </p:nvSpPr>
        <p:spPr>
          <a:xfrm>
            <a:off x="433604" y="129095"/>
            <a:ext cx="8449200" cy="287686"/>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fr-FR" sz="3200" i="0" u="none" strike="noStrike" cap="none" noProof="0">
                <a:solidFill>
                  <a:srgbClr val="000000"/>
                </a:solidFill>
                <a:latin typeface="Georgia"/>
                <a:ea typeface="Georgia"/>
                <a:cs typeface="Georgia"/>
                <a:sym typeface="Georgia"/>
              </a:rPr>
              <a:t>Approche des travaux d’audit informatique</a:t>
            </a:r>
          </a:p>
        </p:txBody>
      </p:sp>
      <p:sp>
        <p:nvSpPr>
          <p:cNvPr id="3" name="Google Shape;923;p113">
            <a:extLst>
              <a:ext uri="{FF2B5EF4-FFF2-40B4-BE49-F238E27FC236}">
                <a16:creationId xmlns:a16="http://schemas.microsoft.com/office/drawing/2014/main" id="{A1D5F25F-5140-61F0-B619-69DEFA85569B}"/>
              </a:ext>
            </a:extLst>
          </p:cNvPr>
          <p:cNvSpPr txBox="1"/>
          <p:nvPr/>
        </p:nvSpPr>
        <p:spPr>
          <a:xfrm>
            <a:off x="433604" y="629487"/>
            <a:ext cx="8276792" cy="238497"/>
          </a:xfrm>
          <a:prstGeom prst="rect">
            <a:avLst/>
          </a:prstGeom>
          <a:noFill/>
          <a:ln>
            <a:noFill/>
          </a:ln>
        </p:spPr>
        <p:txBody>
          <a:bodyPr spcFirstLastPara="1" wrap="square" lIns="68575" tIns="34275" rIns="68575" bIns="34275" anchor="t" anchorCtr="0">
            <a:spAutoFit/>
          </a:bodyPr>
          <a:lstStyle/>
          <a:p>
            <a:pPr marL="0" marR="0" lvl="0" indent="0" algn="just" rtl="0">
              <a:lnSpc>
                <a:spcPct val="100000"/>
              </a:lnSpc>
              <a:spcBef>
                <a:spcPts val="0"/>
              </a:spcBef>
              <a:spcAft>
                <a:spcPts val="0"/>
              </a:spcAft>
              <a:buClr>
                <a:srgbClr val="000000"/>
              </a:buClr>
              <a:buSzPts val="1000"/>
              <a:buFont typeface="Arial"/>
              <a:buNone/>
            </a:pPr>
            <a:r>
              <a:rPr lang="fr-FR" sz="1100" b="0" i="0" u="none" strike="noStrike" cap="none" noProof="0">
                <a:solidFill>
                  <a:srgbClr val="000000"/>
                </a:solidFill>
                <a:latin typeface="Arial"/>
                <a:ea typeface="Arial"/>
                <a:cs typeface="Arial"/>
                <a:sym typeface="Arial"/>
              </a:rPr>
              <a:t>Niveau de priorité :</a:t>
            </a:r>
          </a:p>
        </p:txBody>
      </p:sp>
      <p:graphicFrame>
        <p:nvGraphicFramePr>
          <p:cNvPr id="6" name="Google Shape;971;p114">
            <a:extLst>
              <a:ext uri="{FF2B5EF4-FFF2-40B4-BE49-F238E27FC236}">
                <a16:creationId xmlns:a16="http://schemas.microsoft.com/office/drawing/2014/main" id="{CA1EAC7D-01B0-B2EA-0648-8B813DBC62F0}"/>
              </a:ext>
            </a:extLst>
          </p:cNvPr>
          <p:cNvGraphicFramePr/>
          <p:nvPr>
            <p:extLst>
              <p:ext uri="{D42A27DB-BD31-4B8C-83A1-F6EECF244321}">
                <p14:modId xmlns:p14="http://schemas.microsoft.com/office/powerpoint/2010/main" val="3482243386"/>
              </p:ext>
            </p:extLst>
          </p:nvPr>
        </p:nvGraphicFramePr>
        <p:xfrm>
          <a:off x="1060511" y="1088170"/>
          <a:ext cx="6646000" cy="3332755"/>
        </p:xfrm>
        <a:graphic>
          <a:graphicData uri="http://schemas.openxmlformats.org/drawingml/2006/table">
            <a:tbl>
              <a:tblPr>
                <a:noFill/>
                <a:tableStyleId>{73734612-505C-44F7-90CF-F3AAC29208FF}</a:tableStyleId>
              </a:tblPr>
              <a:tblGrid>
                <a:gridCol w="1800550">
                  <a:extLst>
                    <a:ext uri="{9D8B030D-6E8A-4147-A177-3AD203B41FA5}">
                      <a16:colId xmlns:a16="http://schemas.microsoft.com/office/drawing/2014/main" val="20000"/>
                    </a:ext>
                  </a:extLst>
                </a:gridCol>
                <a:gridCol w="4845450">
                  <a:extLst>
                    <a:ext uri="{9D8B030D-6E8A-4147-A177-3AD203B41FA5}">
                      <a16:colId xmlns:a16="http://schemas.microsoft.com/office/drawing/2014/main" val="20001"/>
                    </a:ext>
                  </a:extLst>
                </a:gridCol>
              </a:tblGrid>
              <a:tr h="275850">
                <a:tc>
                  <a:txBody>
                    <a:bodyPr/>
                    <a:lstStyle/>
                    <a:p>
                      <a:pPr marL="0" marR="0" lvl="0" indent="0" algn="l" rtl="0">
                        <a:lnSpc>
                          <a:spcPct val="100000"/>
                        </a:lnSpc>
                        <a:spcBef>
                          <a:spcPts val="0"/>
                        </a:spcBef>
                        <a:spcAft>
                          <a:spcPts val="0"/>
                        </a:spcAft>
                        <a:buClr>
                          <a:srgbClr val="000000"/>
                        </a:buClr>
                        <a:buSzPts val="1200"/>
                        <a:buFont typeface="Arial"/>
                        <a:buNone/>
                      </a:pPr>
                      <a:r>
                        <a:rPr lang="fr-FR" sz="1000" b="1" u="none" strike="noStrike" cap="none" noProof="0">
                          <a:solidFill>
                            <a:schemeClr val="bg1"/>
                          </a:solidFill>
                        </a:rPr>
                        <a:t>Notation</a:t>
                      </a:r>
                    </a:p>
                  </a:txBody>
                  <a:tcPr marL="68600" marR="68600" marT="34300" marB="343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75000"/>
                        <a:lumOff val="25000"/>
                      </a:schemeClr>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fr-FR" sz="1000" b="1" u="none" strike="noStrike" cap="none" noProof="0">
                          <a:solidFill>
                            <a:schemeClr val="bg1"/>
                          </a:solidFill>
                        </a:rPr>
                        <a:t>Description</a:t>
                      </a:r>
                    </a:p>
                  </a:txBody>
                  <a:tcPr marL="68600" marR="68600" marT="34300" marB="343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75000"/>
                        <a:lumOff val="25000"/>
                      </a:schemeClr>
                    </a:solidFill>
                  </a:tcPr>
                </a:tc>
                <a:extLst>
                  <a:ext uri="{0D108BD9-81ED-4DB2-BD59-A6C34878D82A}">
                    <a16:rowId xmlns:a16="http://schemas.microsoft.com/office/drawing/2014/main" val="10000"/>
                  </a:ext>
                </a:extLst>
              </a:tr>
              <a:tr h="1104900">
                <a:tc>
                  <a:txBody>
                    <a:bodyPr/>
                    <a:lstStyle/>
                    <a:p>
                      <a:pPr marL="0" marR="0" lvl="0" indent="0" algn="l" rtl="0">
                        <a:lnSpc>
                          <a:spcPct val="100000"/>
                        </a:lnSpc>
                        <a:spcBef>
                          <a:spcPts val="0"/>
                        </a:spcBef>
                        <a:spcAft>
                          <a:spcPts val="0"/>
                        </a:spcAft>
                        <a:buClr>
                          <a:srgbClr val="000000"/>
                        </a:buClr>
                        <a:buSzPts val="800"/>
                        <a:buFont typeface="Arial"/>
                        <a:buNone/>
                      </a:pPr>
                      <a:endParaRPr lang="fr-FR" sz="800" u="none" strike="noStrike" cap="none" noProof="0"/>
                    </a:p>
                  </a:txBody>
                  <a:tcPr marL="68600" marR="68600" marT="34300" marB="34300">
                    <a:lnL w="12700" cmpd="sng">
                      <a:noFill/>
                      <a:prstDash val="solid"/>
                    </a:lnL>
                    <a:lnR w="12700" cmpd="sng">
                      <a:noFill/>
                      <a:prstDash val="solid"/>
                    </a:lnR>
                    <a:lnT w="12700" cap="flat" cmpd="sng" algn="ctr">
                      <a:noFill/>
                      <a:prstDash val="solid"/>
                      <a:round/>
                      <a:headEnd type="none" w="med" len="med"/>
                      <a:tailEnd type="none" w="med" len="med"/>
                    </a:lnT>
                    <a:lnB w="12700" cmpd="sng">
                      <a:noFill/>
                      <a:prstDash val="solid"/>
                    </a:lnB>
                    <a:lnTlToBr w="12700" cmpd="sng">
                      <a:noFill/>
                      <a:prstDash val="solid"/>
                    </a:lnTlToBr>
                    <a:lnBlToTr w="12700" cmpd="sng">
                      <a:noFill/>
                      <a:prstDash val="solid"/>
                    </a:lnBlToTr>
                  </a:tcPr>
                </a:tc>
                <a:tc>
                  <a:txBody>
                    <a:bodyPr/>
                    <a:lstStyle/>
                    <a:p>
                      <a:pPr marL="0" marR="0" lvl="0" indent="0" algn="just" rtl="0">
                        <a:lnSpc>
                          <a:spcPct val="145454"/>
                        </a:lnSpc>
                        <a:spcBef>
                          <a:spcPts val="0"/>
                        </a:spcBef>
                        <a:spcAft>
                          <a:spcPts val="0"/>
                        </a:spcAft>
                        <a:buClr>
                          <a:srgbClr val="000000"/>
                        </a:buClr>
                        <a:buSzPts val="800"/>
                        <a:buFont typeface="Arial"/>
                        <a:buNone/>
                      </a:pPr>
                      <a:endParaRPr lang="fr-FR" sz="800" b="1" i="1" u="none" strike="noStrike" cap="none" noProof="0">
                        <a:solidFill>
                          <a:schemeClr val="dk1"/>
                        </a:solidFill>
                        <a:latin typeface="Georgia"/>
                        <a:ea typeface="Georgia"/>
                        <a:cs typeface="Georgia"/>
                        <a:sym typeface="Georgia"/>
                      </a:endParaRPr>
                    </a:p>
                    <a:p>
                      <a:pPr marL="0" marR="0" lvl="0" indent="0" algn="just" rtl="0">
                        <a:lnSpc>
                          <a:spcPct val="145454"/>
                        </a:lnSpc>
                        <a:spcBef>
                          <a:spcPts val="0"/>
                        </a:spcBef>
                        <a:spcAft>
                          <a:spcPts val="0"/>
                        </a:spcAft>
                        <a:buClr>
                          <a:srgbClr val="000000"/>
                        </a:buClr>
                        <a:buSzPts val="800"/>
                        <a:buFont typeface="Arial"/>
                        <a:buNone/>
                      </a:pPr>
                      <a:r>
                        <a:rPr lang="fr-FR" sz="800" b="1" i="1" u="none" strike="noStrike" cap="none" noProof="0">
                          <a:solidFill>
                            <a:schemeClr val="dk1"/>
                          </a:solidFill>
                          <a:latin typeface="Georgia"/>
                          <a:ea typeface="Georgia"/>
                          <a:cs typeface="Georgia"/>
                          <a:sym typeface="Georgia"/>
                        </a:rPr>
                        <a:t>Risque Faible</a:t>
                      </a:r>
                    </a:p>
                    <a:p>
                      <a:pPr marL="0" marR="0" lvl="0" indent="0" algn="just" rtl="0">
                        <a:lnSpc>
                          <a:spcPct val="145454"/>
                        </a:lnSpc>
                        <a:spcBef>
                          <a:spcPts val="0"/>
                        </a:spcBef>
                        <a:spcAft>
                          <a:spcPts val="0"/>
                        </a:spcAft>
                        <a:buClr>
                          <a:srgbClr val="000000"/>
                        </a:buClr>
                        <a:buSzPts val="800"/>
                        <a:buFont typeface="Arial"/>
                        <a:buNone/>
                      </a:pPr>
                      <a:r>
                        <a:rPr lang="fr-FR" sz="800" b="1" i="1" u="none" strike="noStrike" cap="none" noProof="0">
                          <a:solidFill>
                            <a:schemeClr val="dk1"/>
                          </a:solidFill>
                          <a:latin typeface="Georgia"/>
                          <a:ea typeface="Georgia"/>
                          <a:cs typeface="Georgia"/>
                          <a:sym typeface="Georgia"/>
                        </a:rPr>
                        <a:t>Recommandation ayant pour objectif l’amélioration de l’efficacité du système actuel. Cela implique que le système atteint ses objectifs mais d’une manière non satisfaisante. Le but de la recommandation étant d’optimiser les moyens utilisés.</a:t>
                      </a:r>
                      <a:endParaRPr lang="fr-FR" sz="900" u="none" strike="noStrike" cap="none" noProof="0">
                        <a:latin typeface="Arial"/>
                        <a:ea typeface="Arial"/>
                        <a:cs typeface="Arial"/>
                        <a:sym typeface="Arial"/>
                      </a:endParaRPr>
                    </a:p>
                  </a:txBody>
                  <a:tcPr marL="68600" marR="68600" marT="34300" marB="34300">
                    <a:lnL w="12700" cmpd="sng">
                      <a:noFill/>
                      <a:prstDash val="solid"/>
                    </a:lnL>
                    <a:lnR w="12700" cmpd="sng">
                      <a:noFill/>
                      <a:prstDash val="solid"/>
                    </a:lnR>
                    <a:lnT w="12700" cap="flat" cmpd="sng" algn="ctr">
                      <a:noFill/>
                      <a:prstDash val="solid"/>
                      <a:round/>
                      <a:headEnd type="none" w="med" len="med"/>
                      <a:tailEnd type="none" w="med" len="me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932175">
                <a:tc>
                  <a:txBody>
                    <a:bodyPr/>
                    <a:lstStyle/>
                    <a:p>
                      <a:pPr marL="0" marR="0" lvl="0" indent="0" algn="l" rtl="0">
                        <a:lnSpc>
                          <a:spcPct val="100000"/>
                        </a:lnSpc>
                        <a:spcBef>
                          <a:spcPts val="0"/>
                        </a:spcBef>
                        <a:spcAft>
                          <a:spcPts val="0"/>
                        </a:spcAft>
                        <a:buClr>
                          <a:srgbClr val="000000"/>
                        </a:buClr>
                        <a:buSzPts val="800"/>
                        <a:buFont typeface="Arial"/>
                        <a:buNone/>
                      </a:pPr>
                      <a:endParaRPr lang="fr-FR" sz="800" u="none" strike="noStrike" cap="none" noProof="0"/>
                    </a:p>
                  </a:txBody>
                  <a:tcPr marL="68600" marR="68600" marT="34300" marB="34300">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marL="0" marR="0" lvl="0" indent="0" algn="just" rtl="0">
                        <a:lnSpc>
                          <a:spcPct val="145454"/>
                        </a:lnSpc>
                        <a:spcBef>
                          <a:spcPts val="0"/>
                        </a:spcBef>
                        <a:spcAft>
                          <a:spcPts val="0"/>
                        </a:spcAft>
                        <a:buClr>
                          <a:srgbClr val="000000"/>
                        </a:buClr>
                        <a:buSzPts val="800"/>
                        <a:buFont typeface="Arial"/>
                        <a:buNone/>
                      </a:pPr>
                      <a:endParaRPr lang="fr-FR" sz="800" b="1" i="1" u="none" strike="noStrike" cap="none" noProof="0">
                        <a:latin typeface="Georgia"/>
                        <a:ea typeface="Georgia"/>
                        <a:cs typeface="Georgia"/>
                        <a:sym typeface="Georgia"/>
                      </a:endParaRPr>
                    </a:p>
                    <a:p>
                      <a:pPr marL="0" marR="0" lvl="0" indent="0" algn="just" rtl="0">
                        <a:lnSpc>
                          <a:spcPct val="145454"/>
                        </a:lnSpc>
                        <a:spcBef>
                          <a:spcPts val="0"/>
                        </a:spcBef>
                        <a:spcAft>
                          <a:spcPts val="0"/>
                        </a:spcAft>
                        <a:buClr>
                          <a:srgbClr val="000000"/>
                        </a:buClr>
                        <a:buSzPts val="800"/>
                        <a:buFont typeface="Arial"/>
                        <a:buNone/>
                      </a:pPr>
                      <a:r>
                        <a:rPr lang="fr-FR" sz="800" b="1" i="1" u="none" strike="noStrike" cap="none" noProof="0">
                          <a:latin typeface="Georgia"/>
                          <a:ea typeface="Georgia"/>
                          <a:cs typeface="Georgia"/>
                          <a:sym typeface="Georgia"/>
                        </a:rPr>
                        <a:t>Risque Moyen</a:t>
                      </a:r>
                    </a:p>
                    <a:p>
                      <a:pPr marL="0" marR="0" lvl="0" indent="0" algn="just" rtl="0">
                        <a:lnSpc>
                          <a:spcPct val="145454"/>
                        </a:lnSpc>
                        <a:spcBef>
                          <a:spcPts val="0"/>
                        </a:spcBef>
                        <a:spcAft>
                          <a:spcPts val="0"/>
                        </a:spcAft>
                        <a:buClr>
                          <a:srgbClr val="000000"/>
                        </a:buClr>
                        <a:buSzPts val="800"/>
                        <a:buFont typeface="Arial"/>
                        <a:buNone/>
                      </a:pPr>
                      <a:r>
                        <a:rPr lang="fr-FR" sz="800" b="1" i="1" u="none" strike="noStrike" cap="none" noProof="0">
                          <a:latin typeface="Georgia"/>
                          <a:ea typeface="Georgia"/>
                          <a:cs typeface="Georgia"/>
                          <a:sym typeface="Georgia"/>
                        </a:rPr>
                        <a:t>Recommandation faisant ressortir des insuffisances observées ou potentielles du système de contrôle interne.</a:t>
                      </a:r>
                    </a:p>
                  </a:txBody>
                  <a:tcPr marL="68600" marR="68600" marT="34300" marB="34300">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932175">
                <a:tc>
                  <a:txBody>
                    <a:bodyPr/>
                    <a:lstStyle/>
                    <a:p>
                      <a:pPr marL="0" marR="0" lvl="0" indent="0" algn="l" rtl="0">
                        <a:lnSpc>
                          <a:spcPct val="100000"/>
                        </a:lnSpc>
                        <a:spcBef>
                          <a:spcPts val="0"/>
                        </a:spcBef>
                        <a:spcAft>
                          <a:spcPts val="0"/>
                        </a:spcAft>
                        <a:buClr>
                          <a:srgbClr val="000000"/>
                        </a:buClr>
                        <a:buSzPts val="800"/>
                        <a:buFont typeface="Arial"/>
                        <a:buNone/>
                      </a:pPr>
                      <a:endParaRPr lang="fr-FR" sz="800" u="none" strike="noStrike" cap="none" noProof="0"/>
                    </a:p>
                  </a:txBody>
                  <a:tcPr marL="68600" marR="68600" marT="34300" marB="34300">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marL="0" marR="0" lvl="0" indent="0" algn="just" rtl="0">
                        <a:lnSpc>
                          <a:spcPct val="145454"/>
                        </a:lnSpc>
                        <a:spcBef>
                          <a:spcPts val="0"/>
                        </a:spcBef>
                        <a:spcAft>
                          <a:spcPts val="0"/>
                        </a:spcAft>
                        <a:buClr>
                          <a:srgbClr val="000000"/>
                        </a:buClr>
                        <a:buSzPts val="1100"/>
                        <a:buFont typeface="Arial"/>
                        <a:buNone/>
                      </a:pPr>
                      <a:r>
                        <a:rPr lang="fr-FR" sz="1000" b="1" i="0" u="none" strike="noStrike" cap="none" noProof="0">
                          <a:solidFill>
                            <a:schemeClr val="tx1"/>
                          </a:solidFill>
                          <a:latin typeface="Arial"/>
                          <a:ea typeface="Arial"/>
                          <a:cs typeface="Arial"/>
                          <a:sym typeface="Arial"/>
                        </a:rPr>
                        <a:t>Risque Élevé</a:t>
                      </a:r>
                    </a:p>
                    <a:p>
                      <a:pPr marL="0" marR="0" lvl="0" indent="0" algn="just" rtl="0">
                        <a:lnSpc>
                          <a:spcPct val="145454"/>
                        </a:lnSpc>
                        <a:spcBef>
                          <a:spcPts val="0"/>
                        </a:spcBef>
                        <a:spcAft>
                          <a:spcPts val="0"/>
                        </a:spcAft>
                        <a:buClr>
                          <a:srgbClr val="000000"/>
                        </a:buClr>
                        <a:buSzPts val="1100"/>
                        <a:buFont typeface="Arial"/>
                        <a:buNone/>
                      </a:pPr>
                      <a:r>
                        <a:rPr lang="fr-FR" sz="1000" b="1" i="0" u="none" strike="noStrike" cap="none" noProof="0">
                          <a:solidFill>
                            <a:schemeClr val="tx1"/>
                          </a:solidFill>
                          <a:latin typeface="Arial"/>
                          <a:ea typeface="Arial"/>
                          <a:cs typeface="Arial"/>
                          <a:sym typeface="Arial"/>
                        </a:rPr>
                        <a:t>Recommandation faisant ressortir des insuffisances sérieuses pouvant avoir un impact sur l’activité de la société.</a:t>
                      </a:r>
                    </a:p>
                    <a:p>
                      <a:pPr marL="0" marR="0" lvl="0" indent="0" algn="just" rtl="0">
                        <a:lnSpc>
                          <a:spcPct val="145454"/>
                        </a:lnSpc>
                        <a:spcBef>
                          <a:spcPts val="0"/>
                        </a:spcBef>
                        <a:spcAft>
                          <a:spcPts val="0"/>
                        </a:spcAft>
                        <a:buClr>
                          <a:srgbClr val="000000"/>
                        </a:buClr>
                        <a:buSzPts val="800"/>
                        <a:buFont typeface="Arial"/>
                        <a:buNone/>
                      </a:pPr>
                      <a:endParaRPr lang="fr-FR" sz="800" u="none" strike="noStrike" cap="none" noProof="0"/>
                    </a:p>
                  </a:txBody>
                  <a:tcPr marL="68600" marR="68600" marT="34300" marB="34300">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bl>
          </a:graphicData>
        </a:graphic>
      </p:graphicFrame>
      <p:grpSp>
        <p:nvGrpSpPr>
          <p:cNvPr id="50" name="Groupe 49">
            <a:extLst>
              <a:ext uri="{FF2B5EF4-FFF2-40B4-BE49-F238E27FC236}">
                <a16:creationId xmlns:a16="http://schemas.microsoft.com/office/drawing/2014/main" id="{18220ECB-E862-63BB-B257-A19F6E6035CB}"/>
              </a:ext>
            </a:extLst>
          </p:cNvPr>
          <p:cNvGrpSpPr/>
          <p:nvPr/>
        </p:nvGrpSpPr>
        <p:grpSpPr>
          <a:xfrm>
            <a:off x="1105481" y="3743236"/>
            <a:ext cx="1537189" cy="449502"/>
            <a:chOff x="1105481" y="3743236"/>
            <a:chExt cx="1537189" cy="449502"/>
          </a:xfrm>
        </p:grpSpPr>
        <p:grpSp>
          <p:nvGrpSpPr>
            <p:cNvPr id="8" name="Google Shape;933;p114">
              <a:extLst>
                <a:ext uri="{FF2B5EF4-FFF2-40B4-BE49-F238E27FC236}">
                  <a16:creationId xmlns:a16="http://schemas.microsoft.com/office/drawing/2014/main" id="{9E15B593-E34D-78B2-21E5-CD702FEB9C81}"/>
                </a:ext>
              </a:extLst>
            </p:cNvPr>
            <p:cNvGrpSpPr/>
            <p:nvPr/>
          </p:nvGrpSpPr>
          <p:grpSpPr>
            <a:xfrm>
              <a:off x="1105481" y="3797094"/>
              <a:ext cx="1535914" cy="216242"/>
              <a:chOff x="7492226" y="4261382"/>
              <a:chExt cx="2484000" cy="341878"/>
            </a:xfrm>
          </p:grpSpPr>
          <p:sp>
            <p:nvSpPr>
              <p:cNvPr id="9" name="Google Shape;934;p114">
                <a:extLst>
                  <a:ext uri="{FF2B5EF4-FFF2-40B4-BE49-F238E27FC236}">
                    <a16:creationId xmlns:a16="http://schemas.microsoft.com/office/drawing/2014/main" id="{9B804FE5-9FDD-BF96-A1D4-16B6576B74FB}"/>
                  </a:ext>
                </a:extLst>
              </p:cNvPr>
              <p:cNvSpPr/>
              <p:nvPr/>
            </p:nvSpPr>
            <p:spPr>
              <a:xfrm>
                <a:off x="7492226" y="4261382"/>
                <a:ext cx="2484000" cy="216024"/>
              </a:xfrm>
              <a:prstGeom prst="roundRect">
                <a:avLst>
                  <a:gd name="adj" fmla="val 50000"/>
                </a:avLst>
              </a:prstGeom>
              <a:solidFill>
                <a:schemeClr val="lt2"/>
              </a:solidFill>
              <a:ln w="12700" cap="flat" cmpd="sng">
                <a:solidFill>
                  <a:schemeClr val="lt2"/>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nvGrpSpPr>
              <p:cNvPr id="10" name="Google Shape;935;p114">
                <a:extLst>
                  <a:ext uri="{FF2B5EF4-FFF2-40B4-BE49-F238E27FC236}">
                    <a16:creationId xmlns:a16="http://schemas.microsoft.com/office/drawing/2014/main" id="{5835407E-2EBB-6702-BDFC-C812A02BA7AF}"/>
                  </a:ext>
                </a:extLst>
              </p:cNvPr>
              <p:cNvGrpSpPr/>
              <p:nvPr/>
            </p:nvGrpSpPr>
            <p:grpSpPr>
              <a:xfrm>
                <a:off x="8314794" y="4480199"/>
                <a:ext cx="828918" cy="123061"/>
                <a:chOff x="1493828" y="2467991"/>
                <a:chExt cx="828918" cy="144016"/>
              </a:xfrm>
            </p:grpSpPr>
            <p:cxnSp>
              <p:nvCxnSpPr>
                <p:cNvPr id="11" name="Google Shape;936;p114">
                  <a:extLst>
                    <a:ext uri="{FF2B5EF4-FFF2-40B4-BE49-F238E27FC236}">
                      <a16:creationId xmlns:a16="http://schemas.microsoft.com/office/drawing/2014/main" id="{57B7986A-C5DF-B7EE-6E2B-F1E18F891695}"/>
                    </a:ext>
                  </a:extLst>
                </p:cNvPr>
                <p:cNvCxnSpPr/>
                <p:nvPr/>
              </p:nvCxnSpPr>
              <p:spPr>
                <a:xfrm>
                  <a:off x="1493828" y="2467991"/>
                  <a:ext cx="0" cy="144016"/>
                </a:xfrm>
                <a:prstGeom prst="straightConnector1">
                  <a:avLst/>
                </a:prstGeom>
                <a:noFill/>
                <a:ln w="12700" cap="flat" cmpd="sng">
                  <a:solidFill>
                    <a:schemeClr val="lt2"/>
                  </a:solidFill>
                  <a:prstDash val="solid"/>
                  <a:round/>
                  <a:headEnd type="none" w="sm" len="sm"/>
                  <a:tailEnd type="none" w="sm" len="sm"/>
                </a:ln>
              </p:spPr>
            </p:cxnSp>
            <p:cxnSp>
              <p:nvCxnSpPr>
                <p:cNvPr id="12" name="Google Shape;937;p114">
                  <a:extLst>
                    <a:ext uri="{FF2B5EF4-FFF2-40B4-BE49-F238E27FC236}">
                      <a16:creationId xmlns:a16="http://schemas.microsoft.com/office/drawing/2014/main" id="{1EE24740-B151-31F6-B84E-95664821DC04}"/>
                    </a:ext>
                  </a:extLst>
                </p:cNvPr>
                <p:cNvCxnSpPr/>
                <p:nvPr/>
              </p:nvCxnSpPr>
              <p:spPr>
                <a:xfrm>
                  <a:off x="2322746" y="2467991"/>
                  <a:ext cx="0" cy="144016"/>
                </a:xfrm>
                <a:prstGeom prst="straightConnector1">
                  <a:avLst/>
                </a:prstGeom>
                <a:noFill/>
                <a:ln w="12700" cap="flat" cmpd="sng">
                  <a:solidFill>
                    <a:schemeClr val="lt2"/>
                  </a:solidFill>
                  <a:prstDash val="solid"/>
                  <a:round/>
                  <a:headEnd type="none" w="sm" len="sm"/>
                  <a:tailEnd type="none" w="sm" len="sm"/>
                </a:ln>
              </p:spPr>
            </p:cxnSp>
          </p:grpSp>
        </p:grpSp>
        <p:grpSp>
          <p:nvGrpSpPr>
            <p:cNvPr id="13" name="Google Shape;938;p114">
              <a:extLst>
                <a:ext uri="{FF2B5EF4-FFF2-40B4-BE49-F238E27FC236}">
                  <a16:creationId xmlns:a16="http://schemas.microsoft.com/office/drawing/2014/main" id="{64D4AAD6-ACBA-FDFC-9D07-B687FAE61628}"/>
                </a:ext>
              </a:extLst>
            </p:cNvPr>
            <p:cNvGrpSpPr/>
            <p:nvPr/>
          </p:nvGrpSpPr>
          <p:grpSpPr>
            <a:xfrm>
              <a:off x="2111649" y="3743236"/>
              <a:ext cx="531021" cy="230906"/>
              <a:chOff x="9141172" y="4177369"/>
              <a:chExt cx="828000" cy="360040"/>
            </a:xfrm>
          </p:grpSpPr>
          <p:sp>
            <p:nvSpPr>
              <p:cNvPr id="15" name="Google Shape;939;p114">
                <a:extLst>
                  <a:ext uri="{FF2B5EF4-FFF2-40B4-BE49-F238E27FC236}">
                    <a16:creationId xmlns:a16="http://schemas.microsoft.com/office/drawing/2014/main" id="{3C104E24-D185-2ACD-42EE-167EB4898C24}"/>
                  </a:ext>
                </a:extLst>
              </p:cNvPr>
              <p:cNvSpPr/>
              <p:nvPr/>
            </p:nvSpPr>
            <p:spPr>
              <a:xfrm>
                <a:off x="9141172" y="4281702"/>
                <a:ext cx="828000" cy="180000"/>
              </a:xfrm>
              <a:prstGeom prst="roundRect">
                <a:avLst>
                  <a:gd name="adj" fmla="val 50000"/>
                </a:avLst>
              </a:prstGeom>
              <a:solidFill>
                <a:schemeClr val="accent3"/>
              </a:solidFill>
              <a:ln w="12700" cap="flat" cmpd="sng">
                <a:solidFill>
                  <a:srgbClr val="FFFFFF"/>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sp>
            <p:nvSpPr>
              <p:cNvPr id="16" name="Google Shape;940;p114">
                <a:extLst>
                  <a:ext uri="{FF2B5EF4-FFF2-40B4-BE49-F238E27FC236}">
                    <a16:creationId xmlns:a16="http://schemas.microsoft.com/office/drawing/2014/main" id="{40BD97AA-FE2E-624A-84FF-9E1E09C50C1B}"/>
                  </a:ext>
                </a:extLst>
              </p:cNvPr>
              <p:cNvSpPr/>
              <p:nvPr/>
            </p:nvSpPr>
            <p:spPr>
              <a:xfrm rot="8100000">
                <a:off x="9375152" y="4177369"/>
                <a:ext cx="360040" cy="360040"/>
              </a:xfrm>
              <a:prstGeom prst="teardrop">
                <a:avLst>
                  <a:gd name="adj" fmla="val 111841"/>
                </a:avLst>
              </a:prstGeom>
              <a:solidFill>
                <a:srgbClr val="FFFFFF"/>
              </a:solidFill>
              <a:ln w="9525" cap="flat" cmpd="sng">
                <a:solidFill>
                  <a:srgbClr val="F1F1F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sp>
            <p:nvSpPr>
              <p:cNvPr id="17" name="Google Shape;941;p114">
                <a:extLst>
                  <a:ext uri="{FF2B5EF4-FFF2-40B4-BE49-F238E27FC236}">
                    <a16:creationId xmlns:a16="http://schemas.microsoft.com/office/drawing/2014/main" id="{3CDD232D-2FCC-5DD4-7828-C70BD90954C1}"/>
                  </a:ext>
                </a:extLst>
              </p:cNvPr>
              <p:cNvSpPr/>
              <p:nvPr/>
            </p:nvSpPr>
            <p:spPr>
              <a:xfrm>
                <a:off x="9470322" y="4272539"/>
                <a:ext cx="169700" cy="169700"/>
              </a:xfrm>
              <a:prstGeom prst="ellipse">
                <a:avLst/>
              </a:prstGeom>
              <a:solidFill>
                <a:schemeClr val="lt2"/>
              </a:solidFill>
              <a:ln w="9525" cap="flat" cmpd="sng">
                <a:solidFill>
                  <a:srgbClr val="D8D8D8"/>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sp>
          <p:nvSpPr>
            <p:cNvPr id="18" name="Google Shape;942;p114">
              <a:extLst>
                <a:ext uri="{FF2B5EF4-FFF2-40B4-BE49-F238E27FC236}">
                  <a16:creationId xmlns:a16="http://schemas.microsoft.com/office/drawing/2014/main" id="{CFBD884D-4ADE-E6C3-5077-90C68C1B6D55}"/>
                </a:ext>
              </a:extLst>
            </p:cNvPr>
            <p:cNvSpPr txBox="1"/>
            <p:nvPr/>
          </p:nvSpPr>
          <p:spPr>
            <a:xfrm>
              <a:off x="1133865" y="4035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800" b="0" i="0" u="none" strike="noStrike" cap="none" noProof="0">
                  <a:solidFill>
                    <a:schemeClr val="dk2"/>
                  </a:solidFill>
                  <a:latin typeface="Arial"/>
                  <a:ea typeface="Arial"/>
                  <a:cs typeface="Arial"/>
                  <a:sym typeface="Arial"/>
                </a:rPr>
                <a:t>Low</a:t>
              </a:r>
              <a:endParaRPr lang="fr-FR" sz="800" b="1" i="0" u="none" strike="noStrike" cap="none" noProof="0">
                <a:solidFill>
                  <a:schemeClr val="dk2"/>
                </a:solidFill>
                <a:latin typeface="Arial"/>
                <a:ea typeface="Arial"/>
                <a:cs typeface="Arial"/>
                <a:sym typeface="Arial"/>
              </a:endParaRPr>
            </a:p>
          </p:txBody>
        </p:sp>
        <p:sp>
          <p:nvSpPr>
            <p:cNvPr id="19" name="Google Shape;943;p114">
              <a:extLst>
                <a:ext uri="{FF2B5EF4-FFF2-40B4-BE49-F238E27FC236}">
                  <a16:creationId xmlns:a16="http://schemas.microsoft.com/office/drawing/2014/main" id="{12B9C988-B362-D0AF-6C43-4676094D9B53}"/>
                </a:ext>
              </a:extLst>
            </p:cNvPr>
            <p:cNvSpPr txBox="1"/>
            <p:nvPr/>
          </p:nvSpPr>
          <p:spPr>
            <a:xfrm>
              <a:off x="1648682" y="4035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800" b="0" i="0" u="none" strike="noStrike" cap="none" noProof="0">
                  <a:solidFill>
                    <a:schemeClr val="dk2"/>
                  </a:solidFill>
                  <a:latin typeface="Arial"/>
                  <a:ea typeface="Arial"/>
                  <a:cs typeface="Arial"/>
                  <a:sym typeface="Arial"/>
                </a:rPr>
                <a:t>Medium</a:t>
              </a:r>
              <a:endParaRPr lang="fr-FR" sz="800" b="1" i="0" u="none" strike="noStrike" cap="none" noProof="0">
                <a:solidFill>
                  <a:schemeClr val="dk2"/>
                </a:solidFill>
                <a:latin typeface="Arial"/>
                <a:ea typeface="Arial"/>
                <a:cs typeface="Arial"/>
                <a:sym typeface="Arial"/>
              </a:endParaRPr>
            </a:p>
          </p:txBody>
        </p:sp>
        <p:sp>
          <p:nvSpPr>
            <p:cNvPr id="20" name="Google Shape;944;p114">
              <a:extLst>
                <a:ext uri="{FF2B5EF4-FFF2-40B4-BE49-F238E27FC236}">
                  <a16:creationId xmlns:a16="http://schemas.microsoft.com/office/drawing/2014/main" id="{8199C7A0-3C4B-A86D-1CCA-35E023C23F77}"/>
                </a:ext>
              </a:extLst>
            </p:cNvPr>
            <p:cNvSpPr txBox="1"/>
            <p:nvPr/>
          </p:nvSpPr>
          <p:spPr>
            <a:xfrm>
              <a:off x="2177436" y="4035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800" b="0" i="0" u="none" strike="noStrike" cap="none" noProof="0">
                  <a:solidFill>
                    <a:schemeClr val="dk2"/>
                  </a:solidFill>
                  <a:latin typeface="Arial"/>
                  <a:ea typeface="Arial"/>
                  <a:cs typeface="Arial"/>
                  <a:sym typeface="Arial"/>
                </a:rPr>
                <a:t>High</a:t>
              </a:r>
              <a:endParaRPr lang="fr-FR" sz="800" b="1" i="0" u="none" strike="noStrike" cap="none" noProof="0">
                <a:solidFill>
                  <a:schemeClr val="dk2"/>
                </a:solidFill>
                <a:latin typeface="Arial"/>
                <a:ea typeface="Arial"/>
                <a:cs typeface="Arial"/>
                <a:sym typeface="Arial"/>
              </a:endParaRPr>
            </a:p>
          </p:txBody>
        </p:sp>
      </p:grpSp>
      <p:grpSp>
        <p:nvGrpSpPr>
          <p:cNvPr id="49" name="Groupe 48">
            <a:extLst>
              <a:ext uri="{FF2B5EF4-FFF2-40B4-BE49-F238E27FC236}">
                <a16:creationId xmlns:a16="http://schemas.microsoft.com/office/drawing/2014/main" id="{941AE4FF-8DD2-1E31-52A0-DA846C10D281}"/>
              </a:ext>
            </a:extLst>
          </p:cNvPr>
          <p:cNvGrpSpPr/>
          <p:nvPr/>
        </p:nvGrpSpPr>
        <p:grpSpPr>
          <a:xfrm>
            <a:off x="1105481" y="2796059"/>
            <a:ext cx="1593064" cy="442679"/>
            <a:chOff x="1105481" y="2796059"/>
            <a:chExt cx="1593064" cy="442679"/>
          </a:xfrm>
        </p:grpSpPr>
        <p:grpSp>
          <p:nvGrpSpPr>
            <p:cNvPr id="21" name="Google Shape;945;p114">
              <a:extLst>
                <a:ext uri="{FF2B5EF4-FFF2-40B4-BE49-F238E27FC236}">
                  <a16:creationId xmlns:a16="http://schemas.microsoft.com/office/drawing/2014/main" id="{88D7F697-3AAA-B671-8F47-1CFCD46EC971}"/>
                </a:ext>
              </a:extLst>
            </p:cNvPr>
            <p:cNvGrpSpPr/>
            <p:nvPr/>
          </p:nvGrpSpPr>
          <p:grpSpPr>
            <a:xfrm>
              <a:off x="1105481" y="2849940"/>
              <a:ext cx="1593064" cy="216651"/>
              <a:chOff x="671260" y="2273543"/>
              <a:chExt cx="2484000" cy="337814"/>
            </a:xfrm>
          </p:grpSpPr>
          <p:sp>
            <p:nvSpPr>
              <p:cNvPr id="22" name="Google Shape;946;p114">
                <a:extLst>
                  <a:ext uri="{FF2B5EF4-FFF2-40B4-BE49-F238E27FC236}">
                    <a16:creationId xmlns:a16="http://schemas.microsoft.com/office/drawing/2014/main" id="{64CF914D-680E-EC22-2B09-993892B9A761}"/>
                  </a:ext>
                </a:extLst>
              </p:cNvPr>
              <p:cNvSpPr/>
              <p:nvPr/>
            </p:nvSpPr>
            <p:spPr>
              <a:xfrm>
                <a:off x="671260" y="2273543"/>
                <a:ext cx="2484000" cy="216024"/>
              </a:xfrm>
              <a:prstGeom prst="roundRect">
                <a:avLst>
                  <a:gd name="adj" fmla="val 50000"/>
                </a:avLst>
              </a:prstGeom>
              <a:solidFill>
                <a:schemeClr val="lt2"/>
              </a:solidFill>
              <a:ln w="12700" cap="flat" cmpd="sng">
                <a:solidFill>
                  <a:schemeClr val="lt2"/>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nvGrpSpPr>
              <p:cNvPr id="23" name="Google Shape;947;p114">
                <a:extLst>
                  <a:ext uri="{FF2B5EF4-FFF2-40B4-BE49-F238E27FC236}">
                    <a16:creationId xmlns:a16="http://schemas.microsoft.com/office/drawing/2014/main" id="{85A3539D-8E2B-8F8E-65E5-D0D40D89FDF5}"/>
                  </a:ext>
                </a:extLst>
              </p:cNvPr>
              <p:cNvGrpSpPr/>
              <p:nvPr/>
            </p:nvGrpSpPr>
            <p:grpSpPr>
              <a:xfrm>
                <a:off x="1493828" y="2488296"/>
                <a:ext cx="828918" cy="123061"/>
                <a:chOff x="1493828" y="2467991"/>
                <a:chExt cx="828918" cy="144016"/>
              </a:xfrm>
            </p:grpSpPr>
            <p:cxnSp>
              <p:nvCxnSpPr>
                <p:cNvPr id="24" name="Google Shape;948;p114">
                  <a:extLst>
                    <a:ext uri="{FF2B5EF4-FFF2-40B4-BE49-F238E27FC236}">
                      <a16:creationId xmlns:a16="http://schemas.microsoft.com/office/drawing/2014/main" id="{27287D0F-FB23-9517-B01F-CAF6C9FAE768}"/>
                    </a:ext>
                  </a:extLst>
                </p:cNvPr>
                <p:cNvCxnSpPr/>
                <p:nvPr/>
              </p:nvCxnSpPr>
              <p:spPr>
                <a:xfrm>
                  <a:off x="1493828" y="2467991"/>
                  <a:ext cx="0" cy="144016"/>
                </a:xfrm>
                <a:prstGeom prst="straightConnector1">
                  <a:avLst/>
                </a:prstGeom>
                <a:noFill/>
                <a:ln w="12700" cap="flat" cmpd="sng">
                  <a:solidFill>
                    <a:schemeClr val="lt2"/>
                  </a:solidFill>
                  <a:prstDash val="solid"/>
                  <a:round/>
                  <a:headEnd type="none" w="sm" len="sm"/>
                  <a:tailEnd type="none" w="sm" len="sm"/>
                </a:ln>
              </p:spPr>
            </p:cxnSp>
            <p:cxnSp>
              <p:nvCxnSpPr>
                <p:cNvPr id="25" name="Google Shape;949;p114">
                  <a:extLst>
                    <a:ext uri="{FF2B5EF4-FFF2-40B4-BE49-F238E27FC236}">
                      <a16:creationId xmlns:a16="http://schemas.microsoft.com/office/drawing/2014/main" id="{99D34E67-7D1E-53F3-ED13-4C5441F39E75}"/>
                    </a:ext>
                  </a:extLst>
                </p:cNvPr>
                <p:cNvCxnSpPr/>
                <p:nvPr/>
              </p:nvCxnSpPr>
              <p:spPr>
                <a:xfrm>
                  <a:off x="2322746" y="2467991"/>
                  <a:ext cx="0" cy="144016"/>
                </a:xfrm>
                <a:prstGeom prst="straightConnector1">
                  <a:avLst/>
                </a:prstGeom>
                <a:noFill/>
                <a:ln w="12700" cap="flat" cmpd="sng">
                  <a:solidFill>
                    <a:schemeClr val="lt2"/>
                  </a:solidFill>
                  <a:prstDash val="solid"/>
                  <a:round/>
                  <a:headEnd type="none" w="sm" len="sm"/>
                  <a:tailEnd type="none" w="sm" len="sm"/>
                </a:ln>
              </p:spPr>
            </p:cxnSp>
          </p:grpSp>
        </p:grpSp>
        <p:grpSp>
          <p:nvGrpSpPr>
            <p:cNvPr id="26" name="Google Shape;950;p114">
              <a:extLst>
                <a:ext uri="{FF2B5EF4-FFF2-40B4-BE49-F238E27FC236}">
                  <a16:creationId xmlns:a16="http://schemas.microsoft.com/office/drawing/2014/main" id="{FCEF4829-0513-1005-A9C5-9FB7F308B8FB}"/>
                </a:ext>
              </a:extLst>
            </p:cNvPr>
            <p:cNvGrpSpPr/>
            <p:nvPr/>
          </p:nvGrpSpPr>
          <p:grpSpPr>
            <a:xfrm>
              <a:off x="1630238" y="2796059"/>
              <a:ext cx="531021" cy="230906"/>
              <a:chOff x="8310457" y="3280644"/>
              <a:chExt cx="828000" cy="360040"/>
            </a:xfrm>
          </p:grpSpPr>
          <p:sp>
            <p:nvSpPr>
              <p:cNvPr id="27" name="Google Shape;951;p114">
                <a:extLst>
                  <a:ext uri="{FF2B5EF4-FFF2-40B4-BE49-F238E27FC236}">
                    <a16:creationId xmlns:a16="http://schemas.microsoft.com/office/drawing/2014/main" id="{C9772301-0C1B-6B5B-D028-E9A219F44805}"/>
                  </a:ext>
                </a:extLst>
              </p:cNvPr>
              <p:cNvSpPr/>
              <p:nvPr/>
            </p:nvSpPr>
            <p:spPr>
              <a:xfrm>
                <a:off x="8310457" y="3384977"/>
                <a:ext cx="828000" cy="180000"/>
              </a:xfrm>
              <a:prstGeom prst="roundRect">
                <a:avLst>
                  <a:gd name="adj" fmla="val 50000"/>
                </a:avLst>
              </a:prstGeom>
              <a:solidFill>
                <a:schemeClr val="accent4"/>
              </a:solidFill>
              <a:ln w="12700" cap="flat" cmpd="sng">
                <a:solidFill>
                  <a:srgbClr val="FFFFFF"/>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nvGrpSpPr>
              <p:cNvPr id="28" name="Google Shape;952;p114">
                <a:extLst>
                  <a:ext uri="{FF2B5EF4-FFF2-40B4-BE49-F238E27FC236}">
                    <a16:creationId xmlns:a16="http://schemas.microsoft.com/office/drawing/2014/main" id="{6DBCEBF6-CA65-E6B2-74EC-DF0CCE04EC2F}"/>
                  </a:ext>
                </a:extLst>
              </p:cNvPr>
              <p:cNvGrpSpPr/>
              <p:nvPr/>
            </p:nvGrpSpPr>
            <p:grpSpPr>
              <a:xfrm>
                <a:off x="8544437" y="3280644"/>
                <a:ext cx="360040" cy="360040"/>
                <a:chOff x="-629964" y="1476375"/>
                <a:chExt cx="360040" cy="360040"/>
              </a:xfrm>
            </p:grpSpPr>
            <p:sp>
              <p:nvSpPr>
                <p:cNvPr id="29" name="Google Shape;953;p114">
                  <a:extLst>
                    <a:ext uri="{FF2B5EF4-FFF2-40B4-BE49-F238E27FC236}">
                      <a16:creationId xmlns:a16="http://schemas.microsoft.com/office/drawing/2014/main" id="{D712F54F-9FC7-0FC5-FB36-7FF7614B9E8A}"/>
                    </a:ext>
                  </a:extLst>
                </p:cNvPr>
                <p:cNvSpPr/>
                <p:nvPr/>
              </p:nvSpPr>
              <p:spPr>
                <a:xfrm rot="8100000">
                  <a:off x="-629964" y="1476375"/>
                  <a:ext cx="360040" cy="360040"/>
                </a:xfrm>
                <a:prstGeom prst="teardrop">
                  <a:avLst>
                    <a:gd name="adj" fmla="val 111841"/>
                  </a:avLst>
                </a:prstGeom>
                <a:solidFill>
                  <a:srgbClr val="FFFFFF"/>
                </a:solidFill>
                <a:ln w="9525" cap="flat" cmpd="sng">
                  <a:solidFill>
                    <a:srgbClr val="F1F1F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sp>
              <p:nvSpPr>
                <p:cNvPr id="30" name="Google Shape;954;p114">
                  <a:extLst>
                    <a:ext uri="{FF2B5EF4-FFF2-40B4-BE49-F238E27FC236}">
                      <a16:creationId xmlns:a16="http://schemas.microsoft.com/office/drawing/2014/main" id="{DB608DC2-6207-7764-5B45-0009A8B7E238}"/>
                    </a:ext>
                  </a:extLst>
                </p:cNvPr>
                <p:cNvSpPr/>
                <p:nvPr/>
              </p:nvSpPr>
              <p:spPr>
                <a:xfrm>
                  <a:off x="-534794" y="1571545"/>
                  <a:ext cx="169700" cy="169700"/>
                </a:xfrm>
                <a:prstGeom prst="ellipse">
                  <a:avLst/>
                </a:prstGeom>
                <a:solidFill>
                  <a:schemeClr val="lt2"/>
                </a:solidFill>
                <a:ln w="9525" cap="flat" cmpd="sng">
                  <a:solidFill>
                    <a:srgbClr val="F1F1F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grpSp>
        <p:sp>
          <p:nvSpPr>
            <p:cNvPr id="31" name="Google Shape;955;p114">
              <a:extLst>
                <a:ext uri="{FF2B5EF4-FFF2-40B4-BE49-F238E27FC236}">
                  <a16:creationId xmlns:a16="http://schemas.microsoft.com/office/drawing/2014/main" id="{013807BC-97D9-8F40-15D0-4DFF2DCD6F8E}"/>
                </a:ext>
              </a:extLst>
            </p:cNvPr>
            <p:cNvSpPr txBox="1"/>
            <p:nvPr/>
          </p:nvSpPr>
          <p:spPr>
            <a:xfrm>
              <a:off x="1191015" y="3081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800" b="0" i="0" u="none" strike="noStrike" cap="none" noProof="0">
                  <a:solidFill>
                    <a:schemeClr val="dk2"/>
                  </a:solidFill>
                  <a:latin typeface="Arial"/>
                  <a:ea typeface="Arial"/>
                  <a:cs typeface="Arial"/>
                  <a:sym typeface="Arial"/>
                </a:rPr>
                <a:t>Low</a:t>
              </a:r>
              <a:endParaRPr lang="fr-FR" sz="800" b="1" i="0" u="none" strike="noStrike" cap="none" noProof="0">
                <a:solidFill>
                  <a:schemeClr val="dk2"/>
                </a:solidFill>
                <a:latin typeface="Arial"/>
                <a:ea typeface="Arial"/>
                <a:cs typeface="Arial"/>
                <a:sym typeface="Arial"/>
              </a:endParaRPr>
            </a:p>
          </p:txBody>
        </p:sp>
        <p:sp>
          <p:nvSpPr>
            <p:cNvPr id="32" name="Google Shape;956;p114">
              <a:extLst>
                <a:ext uri="{FF2B5EF4-FFF2-40B4-BE49-F238E27FC236}">
                  <a16:creationId xmlns:a16="http://schemas.microsoft.com/office/drawing/2014/main" id="{3D3C3A6D-F34A-8E4E-DEC4-A7BE0C9ACCD5}"/>
                </a:ext>
              </a:extLst>
            </p:cNvPr>
            <p:cNvSpPr txBox="1"/>
            <p:nvPr/>
          </p:nvSpPr>
          <p:spPr>
            <a:xfrm>
              <a:off x="1699317" y="3081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800" b="0" i="0" u="none" strike="noStrike" cap="none" noProof="0">
                  <a:solidFill>
                    <a:schemeClr val="dk2"/>
                  </a:solidFill>
                  <a:latin typeface="Arial"/>
                  <a:ea typeface="Arial"/>
                  <a:cs typeface="Arial"/>
                  <a:sym typeface="Arial"/>
                </a:rPr>
                <a:t>Medium</a:t>
              </a:r>
              <a:endParaRPr lang="fr-FR" sz="800" b="1" i="0" u="none" strike="noStrike" cap="none" noProof="0">
                <a:solidFill>
                  <a:schemeClr val="dk2"/>
                </a:solidFill>
                <a:latin typeface="Arial"/>
                <a:ea typeface="Arial"/>
                <a:cs typeface="Arial"/>
                <a:sym typeface="Arial"/>
              </a:endParaRPr>
            </a:p>
          </p:txBody>
        </p:sp>
        <p:sp>
          <p:nvSpPr>
            <p:cNvPr id="33" name="Google Shape;957;p114">
              <a:extLst>
                <a:ext uri="{FF2B5EF4-FFF2-40B4-BE49-F238E27FC236}">
                  <a16:creationId xmlns:a16="http://schemas.microsoft.com/office/drawing/2014/main" id="{40B57A50-CC78-5B18-A325-B0CCF9760BF3}"/>
                </a:ext>
              </a:extLst>
            </p:cNvPr>
            <p:cNvSpPr txBox="1"/>
            <p:nvPr/>
          </p:nvSpPr>
          <p:spPr>
            <a:xfrm>
              <a:off x="2234586" y="3081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800" b="0" i="0" u="none" strike="noStrike" cap="none" noProof="0">
                  <a:solidFill>
                    <a:schemeClr val="dk2"/>
                  </a:solidFill>
                  <a:latin typeface="Arial"/>
                  <a:ea typeface="Arial"/>
                  <a:cs typeface="Arial"/>
                  <a:sym typeface="Arial"/>
                </a:rPr>
                <a:t>High</a:t>
              </a:r>
              <a:endParaRPr lang="fr-FR" sz="800" b="1" i="0" u="none" strike="noStrike" cap="none" noProof="0">
                <a:solidFill>
                  <a:schemeClr val="dk2"/>
                </a:solidFill>
                <a:latin typeface="Arial"/>
                <a:ea typeface="Arial"/>
                <a:cs typeface="Arial"/>
                <a:sym typeface="Arial"/>
              </a:endParaRPr>
            </a:p>
          </p:txBody>
        </p:sp>
      </p:grpSp>
      <p:grpSp>
        <p:nvGrpSpPr>
          <p:cNvPr id="48" name="Groupe 47">
            <a:extLst>
              <a:ext uri="{FF2B5EF4-FFF2-40B4-BE49-F238E27FC236}">
                <a16:creationId xmlns:a16="http://schemas.microsoft.com/office/drawing/2014/main" id="{A7C12FF0-5DB9-9276-259B-B552EDE6B296}"/>
              </a:ext>
            </a:extLst>
          </p:cNvPr>
          <p:cNvGrpSpPr/>
          <p:nvPr/>
        </p:nvGrpSpPr>
        <p:grpSpPr>
          <a:xfrm>
            <a:off x="1126912" y="1687668"/>
            <a:ext cx="1593064" cy="442370"/>
            <a:chOff x="1126912" y="1687668"/>
            <a:chExt cx="1593064" cy="442370"/>
          </a:xfrm>
        </p:grpSpPr>
        <p:grpSp>
          <p:nvGrpSpPr>
            <p:cNvPr id="34" name="Google Shape;958;p114">
              <a:extLst>
                <a:ext uri="{FF2B5EF4-FFF2-40B4-BE49-F238E27FC236}">
                  <a16:creationId xmlns:a16="http://schemas.microsoft.com/office/drawing/2014/main" id="{7D93B022-3FEF-A396-96E7-FC6DFE5347AC}"/>
                </a:ext>
              </a:extLst>
            </p:cNvPr>
            <p:cNvGrpSpPr/>
            <p:nvPr/>
          </p:nvGrpSpPr>
          <p:grpSpPr>
            <a:xfrm>
              <a:off x="1126912" y="1741550"/>
              <a:ext cx="1593064" cy="216651"/>
              <a:chOff x="671260" y="2273543"/>
              <a:chExt cx="2484000" cy="337814"/>
            </a:xfrm>
          </p:grpSpPr>
          <p:sp>
            <p:nvSpPr>
              <p:cNvPr id="35" name="Google Shape;959;p114">
                <a:extLst>
                  <a:ext uri="{FF2B5EF4-FFF2-40B4-BE49-F238E27FC236}">
                    <a16:creationId xmlns:a16="http://schemas.microsoft.com/office/drawing/2014/main" id="{E5FEFEC6-1DF9-D409-D82F-E4A871976245}"/>
                  </a:ext>
                </a:extLst>
              </p:cNvPr>
              <p:cNvSpPr/>
              <p:nvPr/>
            </p:nvSpPr>
            <p:spPr>
              <a:xfrm>
                <a:off x="671260" y="2273543"/>
                <a:ext cx="2484000" cy="216024"/>
              </a:xfrm>
              <a:prstGeom prst="roundRect">
                <a:avLst>
                  <a:gd name="adj" fmla="val 50000"/>
                </a:avLst>
              </a:prstGeom>
              <a:solidFill>
                <a:schemeClr val="lt2"/>
              </a:solidFill>
              <a:ln w="12700" cap="flat" cmpd="sng">
                <a:solidFill>
                  <a:schemeClr val="lt2"/>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nvGrpSpPr>
              <p:cNvPr id="36" name="Google Shape;960;p114">
                <a:extLst>
                  <a:ext uri="{FF2B5EF4-FFF2-40B4-BE49-F238E27FC236}">
                    <a16:creationId xmlns:a16="http://schemas.microsoft.com/office/drawing/2014/main" id="{EB8DA24E-DCA7-F201-384B-9691EFCC10F9}"/>
                  </a:ext>
                </a:extLst>
              </p:cNvPr>
              <p:cNvGrpSpPr/>
              <p:nvPr/>
            </p:nvGrpSpPr>
            <p:grpSpPr>
              <a:xfrm>
                <a:off x="1493828" y="2488296"/>
                <a:ext cx="828918" cy="123061"/>
                <a:chOff x="1493828" y="2467991"/>
                <a:chExt cx="828918" cy="144016"/>
              </a:xfrm>
            </p:grpSpPr>
            <p:cxnSp>
              <p:nvCxnSpPr>
                <p:cNvPr id="37" name="Google Shape;961;p114">
                  <a:extLst>
                    <a:ext uri="{FF2B5EF4-FFF2-40B4-BE49-F238E27FC236}">
                      <a16:creationId xmlns:a16="http://schemas.microsoft.com/office/drawing/2014/main" id="{F57952A6-F7BE-D68B-81EA-9B227654435B}"/>
                    </a:ext>
                  </a:extLst>
                </p:cNvPr>
                <p:cNvCxnSpPr/>
                <p:nvPr/>
              </p:nvCxnSpPr>
              <p:spPr>
                <a:xfrm>
                  <a:off x="1493828" y="2467991"/>
                  <a:ext cx="0" cy="144016"/>
                </a:xfrm>
                <a:prstGeom prst="straightConnector1">
                  <a:avLst/>
                </a:prstGeom>
                <a:noFill/>
                <a:ln w="12700" cap="flat" cmpd="sng">
                  <a:solidFill>
                    <a:schemeClr val="lt2"/>
                  </a:solidFill>
                  <a:prstDash val="solid"/>
                  <a:round/>
                  <a:headEnd type="none" w="sm" len="sm"/>
                  <a:tailEnd type="none" w="sm" len="sm"/>
                </a:ln>
              </p:spPr>
            </p:cxnSp>
            <p:cxnSp>
              <p:nvCxnSpPr>
                <p:cNvPr id="38" name="Google Shape;962;p114">
                  <a:extLst>
                    <a:ext uri="{FF2B5EF4-FFF2-40B4-BE49-F238E27FC236}">
                      <a16:creationId xmlns:a16="http://schemas.microsoft.com/office/drawing/2014/main" id="{7BED8F39-6270-323F-CBC5-56E86250C23A}"/>
                    </a:ext>
                  </a:extLst>
                </p:cNvPr>
                <p:cNvCxnSpPr/>
                <p:nvPr/>
              </p:nvCxnSpPr>
              <p:spPr>
                <a:xfrm>
                  <a:off x="2322746" y="2467991"/>
                  <a:ext cx="0" cy="144016"/>
                </a:xfrm>
                <a:prstGeom prst="straightConnector1">
                  <a:avLst/>
                </a:prstGeom>
                <a:noFill/>
                <a:ln w="12700" cap="flat" cmpd="sng">
                  <a:solidFill>
                    <a:schemeClr val="lt2"/>
                  </a:solidFill>
                  <a:prstDash val="solid"/>
                  <a:round/>
                  <a:headEnd type="none" w="sm" len="sm"/>
                  <a:tailEnd type="none" w="sm" len="sm"/>
                </a:ln>
              </p:spPr>
            </p:cxnSp>
          </p:grpSp>
        </p:grpSp>
        <p:grpSp>
          <p:nvGrpSpPr>
            <p:cNvPr id="39" name="Google Shape;963;p114">
              <a:extLst>
                <a:ext uri="{FF2B5EF4-FFF2-40B4-BE49-F238E27FC236}">
                  <a16:creationId xmlns:a16="http://schemas.microsoft.com/office/drawing/2014/main" id="{86FD8E39-903A-EC9E-0EF6-28A173C9278A}"/>
                </a:ext>
              </a:extLst>
            </p:cNvPr>
            <p:cNvGrpSpPr/>
            <p:nvPr/>
          </p:nvGrpSpPr>
          <p:grpSpPr>
            <a:xfrm>
              <a:off x="1133428" y="1687668"/>
              <a:ext cx="531021" cy="230906"/>
              <a:chOff x="7502386" y="2233439"/>
              <a:chExt cx="828000" cy="360040"/>
            </a:xfrm>
          </p:grpSpPr>
          <p:sp>
            <p:nvSpPr>
              <p:cNvPr id="40" name="Google Shape;964;p114">
                <a:extLst>
                  <a:ext uri="{FF2B5EF4-FFF2-40B4-BE49-F238E27FC236}">
                    <a16:creationId xmlns:a16="http://schemas.microsoft.com/office/drawing/2014/main" id="{920EDD62-1684-86AB-DFFB-BDB89CF9CB89}"/>
                  </a:ext>
                </a:extLst>
              </p:cNvPr>
              <p:cNvSpPr/>
              <p:nvPr/>
            </p:nvSpPr>
            <p:spPr>
              <a:xfrm>
                <a:off x="7502386" y="2337772"/>
                <a:ext cx="828000" cy="180000"/>
              </a:xfrm>
              <a:prstGeom prst="roundRect">
                <a:avLst>
                  <a:gd name="adj" fmla="val 50000"/>
                </a:avLst>
              </a:prstGeom>
              <a:solidFill>
                <a:schemeClr val="accent2"/>
              </a:solidFill>
              <a:ln w="12700" cap="flat" cmpd="sng">
                <a:solidFill>
                  <a:srgbClr val="FFFFFF"/>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nvGrpSpPr>
              <p:cNvPr id="41" name="Google Shape;965;p114">
                <a:extLst>
                  <a:ext uri="{FF2B5EF4-FFF2-40B4-BE49-F238E27FC236}">
                    <a16:creationId xmlns:a16="http://schemas.microsoft.com/office/drawing/2014/main" id="{6A5425AF-10DA-CE1B-0902-EEC1AA78435E}"/>
                  </a:ext>
                </a:extLst>
              </p:cNvPr>
              <p:cNvGrpSpPr/>
              <p:nvPr/>
            </p:nvGrpSpPr>
            <p:grpSpPr>
              <a:xfrm>
                <a:off x="7736366" y="2233439"/>
                <a:ext cx="360040" cy="360040"/>
                <a:chOff x="-629964" y="1476375"/>
                <a:chExt cx="360040" cy="360040"/>
              </a:xfrm>
            </p:grpSpPr>
            <p:sp>
              <p:nvSpPr>
                <p:cNvPr id="42" name="Google Shape;966;p114">
                  <a:extLst>
                    <a:ext uri="{FF2B5EF4-FFF2-40B4-BE49-F238E27FC236}">
                      <a16:creationId xmlns:a16="http://schemas.microsoft.com/office/drawing/2014/main" id="{C3D70B53-537C-BF3D-359E-AF28AC84C222}"/>
                    </a:ext>
                  </a:extLst>
                </p:cNvPr>
                <p:cNvSpPr/>
                <p:nvPr/>
              </p:nvSpPr>
              <p:spPr>
                <a:xfrm rot="8100000">
                  <a:off x="-629964" y="1476375"/>
                  <a:ext cx="360040" cy="360040"/>
                </a:xfrm>
                <a:prstGeom prst="teardrop">
                  <a:avLst>
                    <a:gd name="adj" fmla="val 111841"/>
                  </a:avLst>
                </a:prstGeom>
                <a:solidFill>
                  <a:srgbClr val="FFFFFF"/>
                </a:solidFill>
                <a:ln w="9525" cap="flat" cmpd="sng">
                  <a:solidFill>
                    <a:srgbClr val="F1F1F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sp>
              <p:nvSpPr>
                <p:cNvPr id="43" name="Google Shape;967;p114">
                  <a:extLst>
                    <a:ext uri="{FF2B5EF4-FFF2-40B4-BE49-F238E27FC236}">
                      <a16:creationId xmlns:a16="http://schemas.microsoft.com/office/drawing/2014/main" id="{181B1D44-86AD-20AE-E0D4-5496A01BD0AA}"/>
                    </a:ext>
                  </a:extLst>
                </p:cNvPr>
                <p:cNvSpPr/>
                <p:nvPr/>
              </p:nvSpPr>
              <p:spPr>
                <a:xfrm>
                  <a:off x="-534794" y="1571545"/>
                  <a:ext cx="169700" cy="169700"/>
                </a:xfrm>
                <a:prstGeom prst="ellipse">
                  <a:avLst/>
                </a:prstGeom>
                <a:solidFill>
                  <a:schemeClr val="lt2"/>
                </a:solidFill>
                <a:ln w="9525" cap="flat" cmpd="sng">
                  <a:solidFill>
                    <a:srgbClr val="F1F1F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grpSp>
        <p:sp>
          <p:nvSpPr>
            <p:cNvPr id="44" name="Google Shape;968;p114">
              <a:extLst>
                <a:ext uri="{FF2B5EF4-FFF2-40B4-BE49-F238E27FC236}">
                  <a16:creationId xmlns:a16="http://schemas.microsoft.com/office/drawing/2014/main" id="{163CDE29-681F-8DC2-61D8-1ADCACA33FE2}"/>
                </a:ext>
              </a:extLst>
            </p:cNvPr>
            <p:cNvSpPr txBox="1"/>
            <p:nvPr/>
          </p:nvSpPr>
          <p:spPr>
            <a:xfrm>
              <a:off x="1212446" y="19732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800" b="0" i="0" u="none" strike="noStrike" cap="none" noProof="0">
                  <a:solidFill>
                    <a:schemeClr val="dk2"/>
                  </a:solidFill>
                  <a:latin typeface="Arial"/>
                  <a:ea typeface="Arial"/>
                  <a:cs typeface="Arial"/>
                  <a:sym typeface="Arial"/>
                </a:rPr>
                <a:t>Low</a:t>
              </a:r>
              <a:endParaRPr lang="fr-FR" sz="800" b="1" i="0" u="none" strike="noStrike" cap="none" noProof="0">
                <a:solidFill>
                  <a:schemeClr val="dk2"/>
                </a:solidFill>
                <a:latin typeface="Arial"/>
                <a:ea typeface="Arial"/>
                <a:cs typeface="Arial"/>
                <a:sym typeface="Arial"/>
              </a:endParaRPr>
            </a:p>
          </p:txBody>
        </p:sp>
        <p:sp>
          <p:nvSpPr>
            <p:cNvPr id="45" name="Google Shape;969;p114">
              <a:extLst>
                <a:ext uri="{FF2B5EF4-FFF2-40B4-BE49-F238E27FC236}">
                  <a16:creationId xmlns:a16="http://schemas.microsoft.com/office/drawing/2014/main" id="{CC07BF23-B4C9-980A-51CC-E3A294E5E39F}"/>
                </a:ext>
              </a:extLst>
            </p:cNvPr>
            <p:cNvSpPr txBox="1"/>
            <p:nvPr/>
          </p:nvSpPr>
          <p:spPr>
            <a:xfrm>
              <a:off x="1727264" y="19732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800" b="0" i="0" u="none" strike="noStrike" cap="none" noProof="0">
                  <a:solidFill>
                    <a:schemeClr val="dk2"/>
                  </a:solidFill>
                  <a:latin typeface="Arial"/>
                  <a:ea typeface="Arial"/>
                  <a:cs typeface="Arial"/>
                  <a:sym typeface="Arial"/>
                </a:rPr>
                <a:t>Medium</a:t>
              </a:r>
              <a:endParaRPr lang="fr-FR" sz="800" b="1" i="0" u="none" strike="noStrike" cap="none" noProof="0">
                <a:solidFill>
                  <a:schemeClr val="dk2"/>
                </a:solidFill>
                <a:latin typeface="Arial"/>
                <a:ea typeface="Arial"/>
                <a:cs typeface="Arial"/>
                <a:sym typeface="Arial"/>
              </a:endParaRPr>
            </a:p>
          </p:txBody>
        </p:sp>
        <p:sp>
          <p:nvSpPr>
            <p:cNvPr id="46" name="Google Shape;970;p114">
              <a:extLst>
                <a:ext uri="{FF2B5EF4-FFF2-40B4-BE49-F238E27FC236}">
                  <a16:creationId xmlns:a16="http://schemas.microsoft.com/office/drawing/2014/main" id="{BC86BA8F-6DC1-4863-E54B-13BAB5228CF5}"/>
                </a:ext>
              </a:extLst>
            </p:cNvPr>
            <p:cNvSpPr txBox="1"/>
            <p:nvPr/>
          </p:nvSpPr>
          <p:spPr>
            <a:xfrm>
              <a:off x="2256017" y="19732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800" b="0" i="0" u="none" strike="noStrike" cap="none" noProof="0">
                  <a:solidFill>
                    <a:schemeClr val="dk2"/>
                  </a:solidFill>
                  <a:latin typeface="Arial"/>
                  <a:ea typeface="Arial"/>
                  <a:cs typeface="Arial"/>
                  <a:sym typeface="Arial"/>
                </a:rPr>
                <a:t>High</a:t>
              </a:r>
              <a:endParaRPr lang="fr-FR" sz="800" b="1" i="0" u="none" strike="noStrike" cap="none" noProof="0">
                <a:solidFill>
                  <a:schemeClr val="dk2"/>
                </a:solidFill>
                <a:latin typeface="Arial"/>
                <a:ea typeface="Arial"/>
                <a:cs typeface="Arial"/>
                <a:sym typeface="Arial"/>
              </a:endParaRPr>
            </a:p>
          </p:txBody>
        </p:sp>
      </p:grpSp>
    </p:spTree>
    <p:extLst>
      <p:ext uri="{BB962C8B-B14F-4D97-AF65-F5344CB8AC3E}">
        <p14:creationId xmlns:p14="http://schemas.microsoft.com/office/powerpoint/2010/main" val="32325733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numéro de diapositive 2"/>
          <p:cNvSpPr>
            <a:spLocks noGrp="1"/>
          </p:cNvSpPr>
          <p:nvPr>
            <p:ph type="sldNum" sz="quarter" idx="11"/>
          </p:nvPr>
        </p:nvSpPr>
        <p:spPr/>
        <p:txBody>
          <a:bodyPr/>
          <a:lstStyle/>
          <a:p>
            <a:r>
              <a:rPr lang="fr-FR" noProof="0"/>
              <a:t>13</a:t>
            </a:r>
          </a:p>
        </p:txBody>
      </p:sp>
      <p:graphicFrame>
        <p:nvGraphicFramePr>
          <p:cNvPr id="8" name="Tableau 7">
            <a:extLst>
              <a:ext uri="{FF2B5EF4-FFF2-40B4-BE49-F238E27FC236}">
                <a16:creationId xmlns:a16="http://schemas.microsoft.com/office/drawing/2014/main" id="{420B27DE-84C5-4FE1-98E3-DEC4580A8FC9}"/>
              </a:ext>
            </a:extLst>
          </p:cNvPr>
          <p:cNvGraphicFramePr>
            <a:graphicFrameLocks noGrp="1"/>
          </p:cNvGraphicFramePr>
          <p:nvPr>
            <p:extLst>
              <p:ext uri="{D42A27DB-BD31-4B8C-83A1-F6EECF244321}">
                <p14:modId xmlns:p14="http://schemas.microsoft.com/office/powerpoint/2010/main" val="4269851662"/>
              </p:ext>
            </p:extLst>
          </p:nvPr>
        </p:nvGraphicFramePr>
        <p:xfrm>
          <a:off x="103340" y="514001"/>
          <a:ext cx="8774487" cy="4564474"/>
        </p:xfrm>
        <a:graphic>
          <a:graphicData uri="http://schemas.openxmlformats.org/drawingml/2006/table">
            <a:tbl>
              <a:tblPr firstRow="1" bandRow="1"/>
              <a:tblGrid>
                <a:gridCol w="353194">
                  <a:extLst>
                    <a:ext uri="{9D8B030D-6E8A-4147-A177-3AD203B41FA5}">
                      <a16:colId xmlns:a16="http://schemas.microsoft.com/office/drawing/2014/main" val="2571681979"/>
                    </a:ext>
                  </a:extLst>
                </a:gridCol>
                <a:gridCol w="3418411">
                  <a:extLst>
                    <a:ext uri="{9D8B030D-6E8A-4147-A177-3AD203B41FA5}">
                      <a16:colId xmlns:a16="http://schemas.microsoft.com/office/drawing/2014/main" val="142206567"/>
                    </a:ext>
                  </a:extLst>
                </a:gridCol>
                <a:gridCol w="830406">
                  <a:extLst>
                    <a:ext uri="{9D8B030D-6E8A-4147-A177-3AD203B41FA5}">
                      <a16:colId xmlns:a16="http://schemas.microsoft.com/office/drawing/2014/main" val="1387322598"/>
                    </a:ext>
                  </a:extLst>
                </a:gridCol>
                <a:gridCol w="857250">
                  <a:extLst>
                    <a:ext uri="{9D8B030D-6E8A-4147-A177-3AD203B41FA5}">
                      <a16:colId xmlns:a16="http://schemas.microsoft.com/office/drawing/2014/main" val="1642324202"/>
                    </a:ext>
                  </a:extLst>
                </a:gridCol>
                <a:gridCol w="1076326">
                  <a:extLst>
                    <a:ext uri="{9D8B030D-6E8A-4147-A177-3AD203B41FA5}">
                      <a16:colId xmlns:a16="http://schemas.microsoft.com/office/drawing/2014/main" val="697296393"/>
                    </a:ext>
                  </a:extLst>
                </a:gridCol>
                <a:gridCol w="952500">
                  <a:extLst>
                    <a:ext uri="{9D8B030D-6E8A-4147-A177-3AD203B41FA5}">
                      <a16:colId xmlns:a16="http://schemas.microsoft.com/office/drawing/2014/main" val="451301992"/>
                    </a:ext>
                  </a:extLst>
                </a:gridCol>
                <a:gridCol w="1286400">
                  <a:extLst>
                    <a:ext uri="{9D8B030D-6E8A-4147-A177-3AD203B41FA5}">
                      <a16:colId xmlns:a16="http://schemas.microsoft.com/office/drawing/2014/main" val="2529955503"/>
                    </a:ext>
                  </a:extLst>
                </a:gridCol>
              </a:tblGrid>
              <a:tr h="156870">
                <a:tc gridSpan="2">
                  <a:txBody>
                    <a:bodyPr/>
                    <a:lstStyle/>
                    <a:p>
                      <a:pPr algn="ctr">
                        <a:buClr>
                          <a:schemeClr val="tx2"/>
                        </a:buClr>
                      </a:pPr>
                      <a:r>
                        <a:rPr lang="fr-FR" sz="700" b="1" kern="1200" noProof="0">
                          <a:solidFill>
                            <a:schemeClr val="bg1"/>
                          </a:solidFill>
                          <a:latin typeface="+mn-lt"/>
                          <a:ea typeface="+mn-ea"/>
                          <a:cs typeface="Calibri"/>
                        </a:rPr>
                        <a:t>Description du controle</a:t>
                      </a:r>
                    </a:p>
                  </a:txBody>
                  <a:tcPr marL="27000" marR="2700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C00000"/>
                    </a:solidFill>
                  </a:tcPr>
                </a:tc>
                <a:tc hMerge="1">
                  <a:txBody>
                    <a:bodyPr/>
                    <a:lstStyle/>
                    <a:p>
                      <a:endParaRPr lang="en-GB"/>
                    </a:p>
                  </a:txBody>
                  <a:tcPr/>
                </a:tc>
                <a:tc>
                  <a:txBody>
                    <a:bodyPr/>
                    <a:lstStyle/>
                    <a:p>
                      <a:pPr marL="0" marR="0" lvl="0" indent="0" algn="ctr" defTabSz="914400" rtl="0" eaLnBrk="1" fontAlgn="auto" latinLnBrk="0" hangingPunct="1">
                        <a:lnSpc>
                          <a:spcPct val="100000"/>
                        </a:lnSpc>
                        <a:spcBef>
                          <a:spcPts val="0"/>
                        </a:spcBef>
                        <a:spcAft>
                          <a:spcPts val="0"/>
                        </a:spcAft>
                        <a:buClr>
                          <a:schemeClr val="tx2"/>
                        </a:buClr>
                        <a:buSzTx/>
                        <a:buFont typeface="Arial"/>
                        <a:buNone/>
                        <a:tabLst/>
                        <a:defRPr/>
                      </a:pPr>
                      <a:r>
                        <a:rPr lang="fr-FR" sz="800" b="1">
                          <a:solidFill>
                            <a:schemeClr val="bg1"/>
                          </a:solidFill>
                        </a:rPr>
                        <a:t>Active Directory</a:t>
                      </a:r>
                      <a:endParaRPr lang="fr-FR" sz="800" b="1" dirty="0">
                        <a:solidFill>
                          <a:schemeClr val="bg1"/>
                        </a:solidFill>
                      </a:endParaRPr>
                    </a:p>
                  </a:txBody>
                  <a:tcPr marL="0" marR="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fr-FR" sz="800" b="1">
                          <a:solidFill>
                            <a:schemeClr val="bg1"/>
                          </a:solidFill>
                        </a:rPr>
                        <a:t>SAP S/4HANA</a:t>
                      </a:r>
                      <a:endParaRPr lang="fr-FR" sz="800" b="1" dirty="0">
                        <a:solidFill>
                          <a:schemeClr val="bg1"/>
                        </a:solidFill>
                      </a:endParaRPr>
                    </a:p>
                  </a:txBody>
                  <a:tcPr marL="0" marR="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p>
                      <a:pPr algn="ctr"/>
                      <a:r>
                        <a:rPr lang="fr-FR" sz="800" b="1">
                          <a:solidFill>
                            <a:schemeClr val="bg1"/>
                          </a:solidFill>
                        </a:rPr>
                        <a:t>Serveurs Windows</a:t>
                      </a:r>
                      <a:endParaRPr lang="fr-FR" sz="800" b="1" dirty="0">
                        <a:solidFill>
                          <a:schemeClr val="bg1"/>
                        </a:solidFill>
                      </a:endParaRPr>
                    </a:p>
                  </a:txBody>
                  <a:tcPr marL="0" marR="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p>
                      <a:pPr algn="ctr"/>
                      <a:r>
                        <a:rPr lang="fr-FR" sz="800" b="1">
                          <a:solidFill>
                            <a:schemeClr val="bg1"/>
                          </a:solidFill>
                        </a:rPr>
                        <a:t>Application Finance</a:t>
                      </a:r>
                      <a:endParaRPr lang="fr-FR" sz="800" b="1" dirty="0">
                        <a:solidFill>
                          <a:schemeClr val="bg1"/>
                        </a:solidFill>
                      </a:endParaRPr>
                    </a:p>
                  </a:txBody>
                  <a:tcPr marL="0" marR="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p>
                      <a:pPr algn="ctr"/>
                      <a:r>
                        <a:rPr lang="fr-FR" sz="800" b="1">
                          <a:solidFill>
                            <a:schemeClr val="bg1"/>
                          </a:solidFill>
                        </a:rPr>
                        <a:t>Priorite</a:t>
                      </a:r>
                      <a:endParaRPr lang="fr-FR" sz="800" b="1" dirty="0">
                        <a:solidFill>
                          <a:schemeClr val="bg1"/>
                        </a:solidFill>
                      </a:endParaRPr>
                    </a:p>
                  </a:txBody>
                  <a:tcPr marL="0" marR="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3186601291"/>
                  </a:ext>
                </a:extLst>
              </a:tr>
              <a:tr h="199466">
                <a:tc gridSpan="7">
                  <a:txBody>
                    <a:bodyPr/>
                    <a:lstStyle/>
                    <a:p>
                      <a:pPr marL="0" marR="0" lvl="0" indent="0" algn="l" defTabSz="914400" rtl="0" eaLnBrk="1" fontAlgn="auto" latinLnBrk="0" hangingPunct="1">
                        <a:lnSpc>
                          <a:spcPct val="100000"/>
                        </a:lnSpc>
                        <a:spcBef>
                          <a:spcPts val="0"/>
                        </a:spcBef>
                        <a:spcAft>
                          <a:spcPts val="0"/>
                        </a:spcAft>
                        <a:buClr>
                          <a:srgbClr val="0070CD"/>
                        </a:buClr>
                        <a:buSzTx/>
                        <a:buFontTx/>
                        <a:buNone/>
                        <a:tabLst/>
                        <a:defRPr/>
                      </a:pPr>
                      <a:r>
                        <a:rPr kumimoji="0" lang="fr-FR" sz="700" b="1" i="0" u="none" strike="noStrike" kern="1200" cap="none" spc="0" normalizeH="0" baseline="0" noProof="0">
                          <a:ln>
                            <a:noFill/>
                          </a:ln>
                          <a:solidFill>
                            <a:srgbClr val="FFFFFF"/>
                          </a:solidFill>
                          <a:effectLst/>
                          <a:uLnTx/>
                          <a:uFillTx/>
                          <a:latin typeface="+mn-lt"/>
                          <a:ea typeface="+mn-ea"/>
                          <a:cs typeface="Calibri"/>
                        </a:rPr>
                        <a:t>Gestion des accès aux données et aux programmes </a:t>
                      </a:r>
                      <a:endParaRPr kumimoji="0" lang="fr-FR" sz="700" b="1" i="0" u="none" strike="noStrike" kern="1200" cap="none" spc="0" normalizeH="0" baseline="0" noProof="0" dirty="0">
                        <a:ln>
                          <a:noFill/>
                        </a:ln>
                        <a:solidFill>
                          <a:srgbClr val="FFFFFF"/>
                        </a:solidFill>
                        <a:effectLst/>
                        <a:uLnTx/>
                        <a:uFillTx/>
                        <a:latin typeface="+mn-lt"/>
                        <a:ea typeface="+mn-ea"/>
                        <a:cs typeface="Calibri"/>
                      </a:endParaRPr>
                    </a:p>
                  </a:txBody>
                  <a:tcPr marL="54000" marR="5400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lumMod val="50000"/>
                      </a:schemeClr>
                    </a:solidFill>
                  </a:tcPr>
                </a:tc>
                <a:tc hMerge="1">
                  <a:txBody>
                    <a:bodyPr/>
                    <a:lstStyle/>
                    <a:p>
                      <a:endParaRPr lang="en-GB"/>
                    </a:p>
                  </a:txBody>
                  <a:tcPr/>
                </a:tc>
                <a:tc hMerge="1">
                  <a:txBody>
                    <a:bodyPr/>
                    <a:lstStyle/>
                    <a:p>
                      <a:endParaRPr lang="en-GB"/>
                    </a:p>
                  </a:txBody>
                  <a:tcPr>
                    <a:lnL w="12700" cap="flat" cmpd="sng" algn="ctr">
                      <a:solidFill>
                        <a:schemeClr val="bg1"/>
                      </a:solidFill>
                      <a:prstDash val="solid"/>
                      <a:round/>
                      <a:headEnd type="none" w="med" len="med"/>
                      <a:tailEnd type="none" w="med" len="med"/>
                    </a:lnL>
                    <a:lnT w="12700" cmpd="sng">
                      <a:noFill/>
                      <a:prstDash val="solid"/>
                    </a:lnT>
                  </a:tcPr>
                </a:tc>
                <a:tc hMerge="1">
                  <a:txBody>
                    <a:bodyPr/>
                    <a:lstStyle/>
                    <a:p>
                      <a:endParaRPr lang="en-GB"/>
                    </a:p>
                  </a:txBody>
                  <a:tcPr>
                    <a:lnL w="12700" cap="flat" cmpd="sng" algn="ctr">
                      <a:solidFill>
                        <a:schemeClr val="bg1"/>
                      </a:solidFill>
                      <a:prstDash val="solid"/>
                      <a:round/>
                      <a:headEnd type="none" w="med" len="med"/>
                      <a:tailEnd type="none" w="med" len="med"/>
                    </a:lnL>
                  </a:tcPr>
                </a:tc>
                <a:tc hMerge="1">
                  <a:txBody>
                    <a:bodyPr/>
                    <a:lstStyle/>
                    <a:p>
                      <a:pPr marL="0" marR="0" lvl="0" indent="0" algn="ctr" defTabSz="914400" rtl="0" eaLnBrk="1" fontAlgn="auto" latinLnBrk="0" hangingPunct="1">
                        <a:lnSpc>
                          <a:spcPct val="100000"/>
                        </a:lnSpc>
                        <a:spcBef>
                          <a:spcPts val="0"/>
                        </a:spcBef>
                        <a:spcAft>
                          <a:spcPts val="0"/>
                        </a:spcAft>
                        <a:buClr>
                          <a:srgbClr val="0070CD"/>
                        </a:buClr>
                        <a:buSzTx/>
                        <a:buFontTx/>
                        <a:buNone/>
                        <a:tabLst/>
                        <a:defRPr/>
                      </a:pPr>
                      <a:endParaRPr kumimoji="0" lang="fr-FR" sz="700" b="1" i="0" u="none" strike="noStrike" kern="1200" cap="none" spc="0" normalizeH="0" baseline="0" noProof="0">
                        <a:ln>
                          <a:noFill/>
                        </a:ln>
                        <a:solidFill>
                          <a:srgbClr val="FFFFFF"/>
                        </a:solidFill>
                        <a:effectLst/>
                        <a:uLnTx/>
                        <a:uFillTx/>
                        <a:latin typeface="+mn-lt"/>
                        <a:ea typeface="+mn-ea"/>
                        <a:cs typeface="Calibri" panose="020F0502020204030204" pitchFamily="34" charset="0"/>
                      </a:endParaRPr>
                    </a:p>
                  </a:txBody>
                  <a:tcPr marL="54000" marR="54000" marT="27000" marB="27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2">
                        <a:lumMod val="50000"/>
                      </a:schemeClr>
                    </a:solidFill>
                  </a:tcPr>
                </a:tc>
                <a:tc hMerge="1">
                  <a:txBody>
                    <a:bodyPr/>
                    <a:lstStyle/>
                    <a:p>
                      <a:pPr marL="0" marR="0" lvl="0" indent="0" algn="ctr" defTabSz="914400" rtl="0" eaLnBrk="1" fontAlgn="auto" latinLnBrk="0" hangingPunct="1">
                        <a:lnSpc>
                          <a:spcPct val="100000"/>
                        </a:lnSpc>
                        <a:spcBef>
                          <a:spcPts val="0"/>
                        </a:spcBef>
                        <a:spcAft>
                          <a:spcPts val="0"/>
                        </a:spcAft>
                        <a:buClr>
                          <a:srgbClr val="0070CD"/>
                        </a:buClr>
                        <a:buSzTx/>
                        <a:buFontTx/>
                        <a:buNone/>
                        <a:tabLst/>
                        <a:defRPr/>
                      </a:pPr>
                      <a:endParaRPr kumimoji="0" lang="fr-FR" sz="700" b="1" i="0" u="none" strike="noStrike" kern="1200" cap="none" spc="0" normalizeH="0" baseline="0" noProof="0">
                        <a:ln>
                          <a:noFill/>
                        </a:ln>
                        <a:solidFill>
                          <a:srgbClr val="FFFFFF"/>
                        </a:solidFill>
                        <a:effectLst/>
                        <a:uLnTx/>
                        <a:uFillTx/>
                        <a:latin typeface="+mn-lt"/>
                        <a:ea typeface="+mn-ea"/>
                        <a:cs typeface="Calibri" panose="020F0502020204030204" pitchFamily="34" charset="0"/>
                      </a:endParaRPr>
                    </a:p>
                  </a:txBody>
                  <a:tcPr marL="54000" marR="54000" marT="27000" marB="27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2">
                        <a:lumMod val="50000"/>
                      </a:schemeClr>
                    </a:solidFill>
                  </a:tcPr>
                </a:tc>
                <a:tc hMerge="1">
                  <a:txBody>
                    <a:bodyPr/>
                    <a:lstStyle/>
                    <a:p>
                      <a:pPr marL="0" marR="0" lvl="0" indent="0" algn="ctr" defTabSz="914400" rtl="0" eaLnBrk="1" fontAlgn="auto" latinLnBrk="0" hangingPunct="1">
                        <a:lnSpc>
                          <a:spcPct val="100000"/>
                        </a:lnSpc>
                        <a:spcBef>
                          <a:spcPts val="0"/>
                        </a:spcBef>
                        <a:spcAft>
                          <a:spcPts val="0"/>
                        </a:spcAft>
                        <a:buClr>
                          <a:srgbClr val="0070CD"/>
                        </a:buClr>
                        <a:buSzTx/>
                        <a:buFontTx/>
                        <a:buNone/>
                        <a:tabLst/>
                        <a:defRPr/>
                      </a:pPr>
                      <a:endParaRPr kumimoji="0" lang="fr-FR" sz="700" b="1" i="0" u="none" strike="noStrike" kern="1200" cap="none" spc="0" normalizeH="0" baseline="0" noProof="0">
                        <a:ln>
                          <a:noFill/>
                        </a:ln>
                        <a:solidFill>
                          <a:srgbClr val="FFFFFF"/>
                        </a:solidFill>
                        <a:effectLst/>
                        <a:uLnTx/>
                        <a:uFillTx/>
                        <a:latin typeface="+mn-lt"/>
                        <a:ea typeface="+mn-ea"/>
                        <a:cs typeface="Calibri" panose="020F0502020204030204" pitchFamily="34" charset="0"/>
                      </a:endParaRPr>
                    </a:p>
                  </a:txBody>
                  <a:tcPr marL="54000" marR="54000" marT="27000" marB="27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2">
                        <a:lumMod val="50000"/>
                      </a:schemeClr>
                    </a:solidFill>
                  </a:tcPr>
                </a:tc>
                <a:extLst>
                  <a:ext uri="{0D108BD9-81ED-4DB2-BD59-A6C34878D82A}">
                    <a16:rowId xmlns:a16="http://schemas.microsoft.com/office/drawing/2014/main" val="1732199141"/>
                  </a:ext>
                </a:extLst>
              </a:tr>
              <a:tr h="362610">
                <a:tc>
                  <a:txBody>
                    <a:bodyPr/>
                    <a:lstStyle/>
                    <a:p>
                      <a:pPr marL="0" marR="0" indent="0" algn="ctr" defTabSz="914400" rtl="0" eaLnBrk="1" fontAlgn="auto" latinLnBrk="0" hangingPunct="1">
                        <a:lnSpc>
                          <a:spcPct val="100000"/>
                        </a:lnSpc>
                        <a:spcBef>
                          <a:spcPts val="0"/>
                        </a:spcBef>
                        <a:spcAft>
                          <a:spcPts val="0"/>
                        </a:spcAft>
                        <a:buClr>
                          <a:schemeClr val="tx2"/>
                        </a:buClr>
                        <a:buSzTx/>
                        <a:buFontTx/>
                        <a:buNone/>
                        <a:tabLst/>
                        <a:defRPr/>
                      </a:pPr>
                      <a:r>
                        <a:rPr kumimoji="0" lang="fr-FR" sz="700" b="1" i="0" u="none" strike="noStrike" kern="1200" cap="none" normalizeH="0" baseline="0" noProof="0">
                          <a:ln>
                            <a:noFill/>
                          </a:ln>
                          <a:solidFill>
                            <a:schemeClr val="tx1"/>
                          </a:solidFill>
                          <a:effectLst/>
                          <a:latin typeface="+mn-lt"/>
                          <a:ea typeface="+mn-ea"/>
                          <a:cs typeface="Calibri"/>
                        </a:rPr>
                        <a:t>APD-01</a:t>
                      </a:r>
                    </a:p>
                  </a:txBody>
                  <a:tcPr marL="54000" marR="5400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
                          <a:schemeClr val="tx2"/>
                        </a:buClr>
                        <a:buSzTx/>
                        <a:buFontTx/>
                        <a:buNone/>
                        <a:tabLst/>
                        <a:defRPr/>
                      </a:pPr>
                      <a:r>
                        <a:rPr lang="fr-FR" sz="700" noProof="0">
                          <a:solidFill>
                            <a:schemeClr val="tx1"/>
                          </a:solidFill>
                          <a:effectLst/>
                          <a:latin typeface="+mn-lt"/>
                          <a:ea typeface="Times New Roman" panose="02020603050405020304" pitchFamily="18" charset="0"/>
                        </a:rPr>
                        <a:t>Les demandes d'acces aux applications du systeme d'information sont autorisees et validees par le management.</a:t>
                      </a:r>
                      <a:endParaRPr kumimoji="0" lang="fr-FR" sz="700" b="1" i="0" u="none" strike="noStrike" kern="1200" cap="none" normalizeH="0" baseline="0" noProof="0">
                        <a:ln>
                          <a:noFill/>
                        </a:ln>
                        <a:solidFill>
                          <a:schemeClr val="tx1"/>
                        </a:solidFill>
                        <a:effectLst/>
                        <a:latin typeface="+mn-lt"/>
                        <a:ea typeface="+mn-ea"/>
                        <a:cs typeface="Calibri" panose="020F0502020204030204" pitchFamily="34" charset="0"/>
                      </a:endParaRPr>
                    </a:p>
                  </a:txBody>
                  <a:tcPr marL="54000" marR="5400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15000"/>
                        </a:lnSpc>
                        <a:spcBef>
                          <a:spcPts val="0"/>
                        </a:spcBef>
                        <a:spcAft>
                          <a:spcPts val="0"/>
                        </a:spcAft>
                        <a:buClr>
                          <a:srgbClr val="000000"/>
                        </a:buClr>
                        <a:buSzTx/>
                        <a:buFont typeface="Arial"/>
                        <a:buNone/>
                        <a:tabLst/>
                        <a:defRPr/>
                      </a:pPr>
                      <a:r>
                        <a:rPr lang="en-US" sz="800"/>
                        <a:t>N/A</a:t>
                      </a:r>
                      <a:endParaRPr lang="fr-FR" sz="700" b="1" noProof="0" dirty="0">
                        <a:solidFill>
                          <a:srgbClr val="00B050"/>
                        </a:solidFill>
                        <a:effectLst/>
                        <a:latin typeface="Arial"/>
                        <a:ea typeface="Times New Roman" panose="02020603050405020304" pitchFamily="18" charset="0"/>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800"/>
                        <a:t>Point releve</a:t>
                      </a:r>
                      <a:endParaRPr lang="en-US" sz="800" dirty="0"/>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7D7D7D"/>
                        </a:buClr>
                        <a:buSzTx/>
                        <a:buFontTx/>
                        <a:buNone/>
                        <a:tabLst/>
                        <a:defRPr/>
                      </a:pPr>
                      <a:r>
                        <a:rPr lang="en-US" sz="800"/>
                        <a:t>N/A</a:t>
                      </a:r>
                      <a:endParaRPr kumimoji="0" lang="fr-FR" sz="700" b="1" i="0" u="none" strike="noStrike" kern="1200" cap="none" spc="0" normalizeH="0" baseline="0" noProof="0" dirty="0">
                        <a:ln>
                          <a:noFill/>
                        </a:ln>
                        <a:solidFill>
                          <a:srgbClr val="00B050"/>
                        </a:solidFill>
                        <a:effectLst/>
                        <a:uLnTx/>
                        <a:uFillTx/>
                        <a:latin typeface="Arial"/>
                        <a:ea typeface="+mn-ea"/>
                        <a:cs typeface="+mn-cs"/>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4">
                  <a:txBody>
                    <a:bodyPr/>
                    <a:lstStyle/>
                    <a:p>
                      <a:r>
                        <a:rPr lang="en-US" sz="800"/>
                        <a:t>N/A</a:t>
                      </a:r>
                      <a:endParaRPr lang="en-US" sz="800" dirty="0"/>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800"/>
                        <a:t>Moyenne</a:t>
                      </a:r>
                      <a:endParaRPr lang="en-US" sz="800" dirty="0"/>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10714359"/>
                  </a:ext>
                </a:extLst>
              </a:tr>
              <a:tr h="341942">
                <a:tc>
                  <a:txBody>
                    <a:bodyPr/>
                    <a:lstStyle/>
                    <a:p>
                      <a:pPr marL="0" marR="0" indent="0" algn="ctr" defTabSz="914400" rtl="0" eaLnBrk="1" fontAlgn="auto" latinLnBrk="0" hangingPunct="1">
                        <a:lnSpc>
                          <a:spcPct val="100000"/>
                        </a:lnSpc>
                        <a:spcBef>
                          <a:spcPts val="0"/>
                        </a:spcBef>
                        <a:spcAft>
                          <a:spcPts val="0"/>
                        </a:spcAft>
                        <a:buClr>
                          <a:schemeClr val="tx2"/>
                        </a:buClr>
                        <a:buSzTx/>
                        <a:buFontTx/>
                        <a:buNone/>
                        <a:tabLst/>
                        <a:defRPr/>
                      </a:pPr>
                      <a:r>
                        <a:rPr kumimoji="0" lang="fr-FR" sz="700" b="1" i="0" u="none" strike="noStrike" kern="1200" cap="none" normalizeH="0" baseline="0" noProof="0">
                          <a:ln>
                            <a:noFill/>
                          </a:ln>
                          <a:solidFill>
                            <a:schemeClr val="tx1"/>
                          </a:solidFill>
                          <a:effectLst/>
                          <a:latin typeface="+mn-lt"/>
                          <a:ea typeface="+mn-ea"/>
                          <a:cs typeface="Calibri"/>
                        </a:rPr>
                        <a:t>APD-02</a:t>
                      </a:r>
                    </a:p>
                  </a:txBody>
                  <a:tcPr marL="54000" marR="5400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
                          <a:schemeClr val="tx2"/>
                        </a:buClr>
                        <a:buSzTx/>
                        <a:buFontTx/>
                        <a:buNone/>
                        <a:tabLst/>
                        <a:defRPr/>
                      </a:pPr>
                      <a:r>
                        <a:rPr lang="fr-FR" sz="700" noProof="0">
                          <a:effectLst/>
                          <a:latin typeface="+mn-lt"/>
                          <a:ea typeface="Times New Roman" panose="02020603050405020304" pitchFamily="18" charset="0"/>
                        </a:rPr>
                        <a:t>Les droits d'acces des utilisateurs quittant l'entite sont retires en temps opportun.</a:t>
                      </a:r>
                      <a:endParaRPr kumimoji="0" lang="fr-FR" sz="700" b="1" i="0" u="none" strike="noStrike" kern="1200" cap="none" normalizeH="0" baseline="0" noProof="0">
                        <a:ln>
                          <a:noFill/>
                        </a:ln>
                        <a:solidFill>
                          <a:schemeClr val="tx1"/>
                        </a:solidFill>
                        <a:effectLst/>
                        <a:latin typeface="+mn-lt"/>
                        <a:ea typeface="+mn-ea"/>
                        <a:cs typeface="Calibri" panose="020F0502020204030204" pitchFamily="34" charset="0"/>
                      </a:endParaRPr>
                    </a:p>
                  </a:txBody>
                  <a:tcPr marL="54000" marR="5400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1" indent="0" algn="ctr"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kumimoji="0" lang="en-US" sz="700" b="1" i="0" u="none" strike="noStrike" kern="1200" cap="none" spc="0" normalizeH="0" baseline="0" noProof="0">
                          <a:ln>
                            <a:noFill/>
                          </a:ln>
                          <a:solidFill>
                            <a:srgbClr val="FF0000"/>
                          </a:solidFill>
                          <a:effectLst/>
                          <a:uLnTx/>
                          <a:uFillTx/>
                          <a:latin typeface="+mn-lt"/>
                          <a:ea typeface="+mn-ea"/>
                          <a:cs typeface="+mn-cs"/>
                        </a:rPr>
                        <a:t>Point releve</a:t>
                      </a:r>
                      <a:endParaRPr lang="fr-FR" sz="700" b="1" noProof="0" dirty="0">
                        <a:solidFill>
                          <a:srgbClr val="FF0000"/>
                        </a:solidFill>
                        <a:effectLst/>
                        <a:latin typeface="+mn-lt"/>
                        <a:ea typeface="Times New Roman" panose="02020603050405020304" pitchFamily="18" charset="0"/>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800"/>
                        <a:t>N/A</a:t>
                      </a:r>
                      <a:endParaRPr lang="en-US" sz="800" dirty="0"/>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1" indent="0" algn="ctr"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lang="en-US" sz="800"/>
                        <a:t>N/A</a:t>
                      </a:r>
                      <a:endParaRPr lang="fr-FR" sz="700" b="1" noProof="0" dirty="0">
                        <a:solidFill>
                          <a:srgbClr val="FF0000"/>
                        </a:solidFill>
                        <a:effectLst/>
                        <a:latin typeface="+mn-lt"/>
                        <a:ea typeface="Times New Roman" panose="02020603050405020304" pitchFamily="18" charset="0"/>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marL="0" marR="0" indent="0" algn="ctr" defTabSz="914400" rtl="0" eaLnBrk="1" fontAlgn="auto" latinLnBrk="0" hangingPunct="1">
                        <a:lnSpc>
                          <a:spcPct val="100000"/>
                        </a:lnSpc>
                        <a:spcBef>
                          <a:spcPts val="0"/>
                        </a:spcBef>
                        <a:spcAft>
                          <a:spcPts val="0"/>
                        </a:spcAft>
                        <a:buClr>
                          <a:schemeClr val="tx2"/>
                        </a:buClr>
                        <a:buSzTx/>
                        <a:buFontTx/>
                        <a:buNone/>
                        <a:tabLst/>
                        <a:defRPr/>
                      </a:pPr>
                      <a:endParaRPr kumimoji="0" lang="fr-FR" sz="800" b="0" i="0" u="none" strike="noStrike" kern="1200" cap="none" normalizeH="0" baseline="0" noProof="0">
                        <a:ln>
                          <a:noFill/>
                        </a:ln>
                        <a:solidFill>
                          <a:schemeClr val="tx1"/>
                        </a:solidFill>
                        <a:effectLst/>
                        <a:latin typeface="+mn-lt"/>
                        <a:ea typeface="+mn-ea"/>
                        <a:cs typeface="Calibri" panose="020F0502020204030204" pitchFamily="34" charset="0"/>
                      </a:endParaRPr>
                    </a:p>
                  </a:txBody>
                  <a:tcPr marL="0" marR="0" marT="0" marB="0" anchor="ctr">
                    <a:lnL w="3175"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60000"/>
                        <a:lumOff val="40000"/>
                      </a:schemeClr>
                    </a:solidFill>
                  </a:tcPr>
                </a:tc>
                <a:tc>
                  <a:txBody>
                    <a:bodyPr/>
                    <a:lstStyle/>
                    <a:p>
                      <a:r>
                        <a:rPr lang="en-US" sz="800"/>
                        <a:t>Elevee</a:t>
                      </a:r>
                      <a:endParaRPr lang="en-US" sz="800" dirty="0"/>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42969740"/>
                  </a:ext>
                </a:extLst>
              </a:tr>
              <a:tr h="362610">
                <a:tc>
                  <a:txBody>
                    <a:bodyPr/>
                    <a:lstStyle/>
                    <a:p>
                      <a:pPr marL="0" marR="0" indent="0" algn="ctr" defTabSz="914400" rtl="0" eaLnBrk="1" fontAlgn="auto" latinLnBrk="0" hangingPunct="1">
                        <a:lnSpc>
                          <a:spcPct val="100000"/>
                        </a:lnSpc>
                        <a:spcBef>
                          <a:spcPts val="0"/>
                        </a:spcBef>
                        <a:spcAft>
                          <a:spcPts val="0"/>
                        </a:spcAft>
                        <a:buClr>
                          <a:schemeClr val="tx2"/>
                        </a:buClr>
                        <a:buSzTx/>
                        <a:buFontTx/>
                        <a:buNone/>
                        <a:tabLst/>
                        <a:defRPr/>
                      </a:pPr>
                      <a:r>
                        <a:rPr kumimoji="0" lang="fr-FR" sz="700" b="1" i="0" u="none" strike="noStrike" kern="1200" cap="none" normalizeH="0" baseline="0" noProof="0">
                          <a:ln>
                            <a:noFill/>
                          </a:ln>
                          <a:solidFill>
                            <a:schemeClr val="tx1"/>
                          </a:solidFill>
                          <a:effectLst/>
                          <a:latin typeface="+mn-lt"/>
                          <a:ea typeface="+mn-ea"/>
                          <a:cs typeface="Calibri"/>
                        </a:rPr>
                        <a:t>APD-03</a:t>
                      </a:r>
                    </a:p>
                  </a:txBody>
                  <a:tcPr marL="54000" marR="5400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
                          <a:schemeClr val="tx2"/>
                        </a:buClr>
                        <a:buSzTx/>
                        <a:buFontTx/>
                        <a:buNone/>
                        <a:tabLst/>
                        <a:defRPr/>
                      </a:pPr>
                      <a:r>
                        <a:rPr lang="fr-FR" sz="700" noProof="0">
                          <a:effectLst/>
                          <a:latin typeface="+mn-lt"/>
                          <a:ea typeface="Times New Roman" panose="02020603050405020304" pitchFamily="18" charset="0"/>
                        </a:rPr>
                        <a:t>Les droits et transactions sensibles sont revus periodiquement.</a:t>
                      </a:r>
                      <a:endParaRPr kumimoji="0" lang="fr-FR" sz="700" b="1" i="0" u="none" strike="noStrike" kern="1200" cap="none" normalizeH="0" baseline="0" noProof="0">
                        <a:ln>
                          <a:noFill/>
                        </a:ln>
                        <a:solidFill>
                          <a:schemeClr val="tx1"/>
                        </a:solidFill>
                        <a:effectLst/>
                        <a:latin typeface="+mn-lt"/>
                        <a:ea typeface="+mn-ea"/>
                        <a:cs typeface="Calibri" panose="020F0502020204030204" pitchFamily="34" charset="0"/>
                      </a:endParaRPr>
                    </a:p>
                  </a:txBody>
                  <a:tcPr marL="54000" marR="5400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1" indent="0" algn="ctr"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lang="en-US" sz="800"/>
                        <a:t>N/A</a:t>
                      </a:r>
                      <a:endParaRPr lang="fr-FR" sz="700" b="1" noProof="0" dirty="0">
                        <a:solidFill>
                          <a:srgbClr val="FF0000"/>
                        </a:solidFill>
                        <a:effectLst/>
                        <a:latin typeface="+mn-lt"/>
                        <a:ea typeface="Times New Roman" panose="02020603050405020304" pitchFamily="18" charset="0"/>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800"/>
                        <a:t>Point releve</a:t>
                      </a:r>
                      <a:endParaRPr lang="en-US" sz="800" dirty="0"/>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1" indent="0" algn="ctr"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lang="en-US" sz="800"/>
                        <a:t>N/A</a:t>
                      </a:r>
                      <a:endParaRPr lang="fr-FR" sz="700" b="1" noProof="0" dirty="0">
                        <a:solidFill>
                          <a:srgbClr val="FF0000"/>
                        </a:solidFill>
                        <a:effectLst/>
                        <a:latin typeface="+mn-lt"/>
                        <a:ea typeface="Times New Roman" panose="02020603050405020304" pitchFamily="18" charset="0"/>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marL="0" marR="0" lvl="0" indent="0" algn="ctr" defTabSz="914400" rtl="0" eaLnBrk="1" fontAlgn="auto" latinLnBrk="0" hangingPunct="1">
                        <a:lnSpc>
                          <a:spcPct val="100000"/>
                        </a:lnSpc>
                        <a:spcBef>
                          <a:spcPts val="0"/>
                        </a:spcBef>
                        <a:spcAft>
                          <a:spcPts val="0"/>
                        </a:spcAft>
                        <a:buClr>
                          <a:srgbClr val="7D7D7D"/>
                        </a:buClr>
                        <a:buSzTx/>
                        <a:buFontTx/>
                        <a:buNone/>
                        <a:tabLst/>
                        <a:defRPr/>
                      </a:pPr>
                      <a:endParaRPr kumimoji="0" lang="fr-FR" sz="700" b="0" i="0" u="none" strike="noStrike" kern="1200" cap="none" spc="0" normalizeH="0" baseline="0" noProof="0">
                        <a:ln>
                          <a:noFill/>
                        </a:ln>
                        <a:solidFill>
                          <a:srgbClr val="000000"/>
                        </a:solidFill>
                        <a:effectLst/>
                        <a:uLnTx/>
                        <a:uFillTx/>
                        <a:latin typeface="Arial (Corps)"/>
                        <a:ea typeface="+mn-ea"/>
                        <a:cs typeface="+mn-cs"/>
                      </a:endParaRPr>
                    </a:p>
                  </a:txBody>
                  <a:tcPr marL="0" marR="0" marT="0" marB="0" anchor="ctr">
                    <a:lnL w="3175"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60000"/>
                        <a:lumOff val="40000"/>
                      </a:schemeClr>
                    </a:solidFill>
                  </a:tcPr>
                </a:tc>
                <a:tc>
                  <a:txBody>
                    <a:bodyPr/>
                    <a:lstStyle/>
                    <a:p>
                      <a:r>
                        <a:rPr lang="en-US" sz="800"/>
                        <a:t>Elevee</a:t>
                      </a:r>
                      <a:endParaRPr lang="en-US" sz="800" dirty="0"/>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12470150"/>
                  </a:ext>
                </a:extLst>
              </a:tr>
              <a:tr h="554241">
                <a:tc>
                  <a:txBody>
                    <a:bodyPr/>
                    <a:lstStyle/>
                    <a:p>
                      <a:pPr algn="ctr"/>
                      <a:r>
                        <a:rPr kumimoji="0" lang="fr-FR" sz="700" b="1" i="0" u="none" strike="noStrike" kern="1200" cap="none" normalizeH="0" baseline="0" noProof="0">
                          <a:ln>
                            <a:noFill/>
                          </a:ln>
                          <a:solidFill>
                            <a:schemeClr val="tx1"/>
                          </a:solidFill>
                          <a:effectLst/>
                          <a:latin typeface="+mn-lt"/>
                          <a:ea typeface="+mn-ea"/>
                          <a:cs typeface="Calibri"/>
                        </a:rPr>
                        <a:t>APD-04</a:t>
                      </a:r>
                    </a:p>
                  </a:txBody>
                  <a:tcPr marL="54000" marR="5400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fr-FR" sz="700" noProof="0">
                          <a:effectLst/>
                          <a:latin typeface="+mn-lt"/>
                          <a:ea typeface="Times New Roman" panose="02020603050405020304" pitchFamily="18" charset="0"/>
                        </a:rPr>
                        <a:t>Les comptes privilegies et generiques font l'objet d'un suivi adapte.</a:t>
                      </a:r>
                      <a:endParaRPr kumimoji="0" lang="fr-FR" sz="700" b="1" i="0" u="none" strike="noStrike" kern="1200" cap="none" normalizeH="0" baseline="0" noProof="0">
                        <a:ln>
                          <a:noFill/>
                        </a:ln>
                        <a:solidFill>
                          <a:schemeClr val="tx1"/>
                        </a:solidFill>
                        <a:effectLst/>
                        <a:latin typeface="+mn-lt"/>
                        <a:ea typeface="+mn-ea"/>
                        <a:cs typeface="Calibri" panose="020F0502020204030204" pitchFamily="34" charset="0"/>
                      </a:endParaRPr>
                    </a:p>
                  </a:txBody>
                  <a:tcPr marL="54000" marR="5400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1" indent="0" algn="ctr"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lang="en-US" sz="800"/>
                        <a:t>N/A</a:t>
                      </a:r>
                      <a:endParaRPr lang="fr-FR" sz="700" b="1" noProof="0" dirty="0">
                        <a:solidFill>
                          <a:srgbClr val="FF0000"/>
                        </a:solidFill>
                        <a:effectLst/>
                        <a:latin typeface="+mn-lt"/>
                        <a:ea typeface="Times New Roman" panose="02020603050405020304" pitchFamily="18" charset="0"/>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1" indent="0" algn="ctr"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lang="en-US" sz="800"/>
                        <a:t>N/A</a:t>
                      </a:r>
                      <a:endParaRPr lang="fr-FR" sz="700" b="1" noProof="0" dirty="0">
                        <a:solidFill>
                          <a:srgbClr val="FF0000"/>
                        </a:solidFill>
                        <a:effectLst/>
                        <a:latin typeface="+mn-lt"/>
                        <a:ea typeface="Times New Roman" panose="02020603050405020304" pitchFamily="18" charset="0"/>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1" indent="0" algn="ctr"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lang="en-US" sz="800"/>
                        <a:t>Point releve</a:t>
                      </a:r>
                      <a:endParaRPr lang="fr-FR" sz="700" b="1" noProof="0" dirty="0">
                        <a:solidFill>
                          <a:srgbClr val="FF0000"/>
                        </a:solidFill>
                        <a:effectLst/>
                        <a:latin typeface="+mn-lt"/>
                        <a:ea typeface="Times New Roman" panose="02020603050405020304" pitchFamily="18" charset="0"/>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marL="0" marR="0" indent="0" algn="ctr" defTabSz="914400" rtl="0" eaLnBrk="1" fontAlgn="auto" latinLnBrk="0" hangingPunct="1">
                        <a:lnSpc>
                          <a:spcPct val="100000"/>
                        </a:lnSpc>
                        <a:spcBef>
                          <a:spcPts val="0"/>
                        </a:spcBef>
                        <a:spcAft>
                          <a:spcPts val="0"/>
                        </a:spcAft>
                        <a:buClr>
                          <a:schemeClr val="tx2"/>
                        </a:buClr>
                        <a:buSzTx/>
                        <a:buFontTx/>
                        <a:buNone/>
                        <a:tabLst/>
                        <a:defRPr/>
                      </a:pPr>
                      <a:endParaRPr kumimoji="0" lang="fr-FR" sz="800" b="0" i="0" u="none" strike="noStrike" kern="1200" cap="none" normalizeH="0" baseline="0" noProof="0">
                        <a:ln>
                          <a:noFill/>
                        </a:ln>
                        <a:solidFill>
                          <a:schemeClr val="tx1"/>
                        </a:solidFill>
                        <a:effectLst/>
                        <a:latin typeface="+mn-lt"/>
                        <a:ea typeface="+mn-ea"/>
                        <a:cs typeface="Calibri" panose="020F0502020204030204" pitchFamily="34" charset="0"/>
                      </a:endParaRPr>
                    </a:p>
                  </a:txBody>
                  <a:tcPr marL="0" marR="0" marT="0" marB="0" anchor="ctr">
                    <a:lnL w="3175"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60000"/>
                        <a:lumOff val="40000"/>
                      </a:schemeClr>
                    </a:solidFill>
                  </a:tcPr>
                </a:tc>
                <a:tc>
                  <a:txBody>
                    <a:bodyPr/>
                    <a:lstStyle/>
                    <a:p>
                      <a:r>
                        <a:rPr lang="en-US" sz="800"/>
                        <a:t>Elevee</a:t>
                      </a:r>
                      <a:endParaRPr lang="en-US" sz="800" dirty="0"/>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45567868"/>
                  </a:ext>
                </a:extLst>
              </a:tr>
              <a:tr h="465480">
                <a:tc>
                  <a:txBody>
                    <a:bodyPr/>
                    <a:lstStyle/>
                    <a:p>
                      <a:pPr marL="0" algn="ctr" defTabSz="987461" rtl="0" eaLnBrk="1" fontAlgn="ctr" latinLnBrk="0" hangingPunct="1"/>
                      <a:r>
                        <a:rPr kumimoji="0" lang="fr-FR" sz="700" b="1" i="0" u="none" strike="noStrike" kern="1200" cap="none" normalizeH="0" baseline="0" noProof="0">
                          <a:ln>
                            <a:noFill/>
                          </a:ln>
                          <a:solidFill>
                            <a:schemeClr val="tx1"/>
                          </a:solidFill>
                          <a:effectLst/>
                          <a:latin typeface="+mn-lt"/>
                          <a:ea typeface="+mn-ea"/>
                          <a:cs typeface="Calibri"/>
                        </a:rPr>
                        <a:t>APD-05</a:t>
                      </a:r>
                    </a:p>
                  </a:txBody>
                  <a:tcPr marL="54000" marR="5400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1" indent="0" algn="l"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lang="fr-FR" sz="700" kern="1200" baseline="0" noProof="0">
                          <a:solidFill>
                            <a:schemeClr val="tx1"/>
                          </a:solidFill>
                          <a:effectLst/>
                          <a:latin typeface="+mn-lt"/>
                          <a:ea typeface="Times New Roman" panose="02020603050405020304" pitchFamily="18" charset="0"/>
                          <a:cs typeface="+mn-cs"/>
                        </a:rPr>
                        <a:t>Les parametres de securite et mots de passe sont conformes aux politiques en vigueur.</a:t>
                      </a:r>
                      <a:endParaRPr kumimoji="0" lang="fr-FR" sz="700" b="1" i="0" u="none" strike="noStrike" kern="1200" cap="none" normalizeH="0" baseline="0" noProof="0">
                        <a:ln>
                          <a:noFill/>
                        </a:ln>
                        <a:solidFill>
                          <a:schemeClr val="tx1"/>
                        </a:solidFill>
                        <a:effectLst/>
                        <a:latin typeface="+mn-lt"/>
                        <a:ea typeface="+mn-ea"/>
                        <a:cs typeface="Calibri" panose="020F0502020204030204" pitchFamily="34" charset="0"/>
                      </a:endParaRPr>
                    </a:p>
                  </a:txBody>
                  <a:tcPr marL="54000" marR="5400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7D7D7D"/>
                        </a:buClr>
                        <a:buSzTx/>
                        <a:buFontTx/>
                        <a:buNone/>
                        <a:tabLst/>
                        <a:defRPr/>
                      </a:pPr>
                      <a:r>
                        <a:rPr lang="en-US" sz="800"/>
                        <a:t>N/A</a:t>
                      </a:r>
                      <a:endParaRPr kumimoji="0" lang="fr-FR" sz="700" b="1" i="0" u="none" strike="noStrike" kern="1200" cap="none" spc="0" normalizeH="0" baseline="0" noProof="0" dirty="0">
                        <a:ln>
                          <a:noFill/>
                        </a:ln>
                        <a:solidFill>
                          <a:schemeClr val="accent1"/>
                        </a:solidFill>
                        <a:effectLst/>
                        <a:uLnTx/>
                        <a:uFillTx/>
                        <a:latin typeface="Arial (Corps)"/>
                        <a:ea typeface="+mn-ea"/>
                        <a:cs typeface="+mn-cs"/>
                        <a:sym typeface="Arial"/>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7D7D7D"/>
                        </a:buClr>
                        <a:buSzTx/>
                        <a:buFontTx/>
                        <a:buNone/>
                        <a:tabLst/>
                        <a:defRPr/>
                      </a:pPr>
                      <a:r>
                        <a:rPr lang="en-US" sz="800"/>
                        <a:t>N/A</a:t>
                      </a:r>
                      <a:endParaRPr kumimoji="0" lang="fr-FR" sz="700" b="1" i="0" u="none" strike="noStrike" kern="1200" cap="none" spc="0" normalizeH="0" baseline="0" noProof="0" dirty="0">
                        <a:ln>
                          <a:noFill/>
                        </a:ln>
                        <a:solidFill>
                          <a:schemeClr val="accent1"/>
                        </a:solidFill>
                        <a:effectLst/>
                        <a:uLnTx/>
                        <a:uFillTx/>
                        <a:latin typeface="Arial (Corps)"/>
                        <a:ea typeface="+mn-ea"/>
                        <a:cs typeface="+mn-cs"/>
                        <a:sym typeface="Arial"/>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7D7D7D"/>
                        </a:buClr>
                        <a:buSzTx/>
                        <a:buFontTx/>
                        <a:buNone/>
                        <a:tabLst/>
                        <a:defRPr/>
                      </a:pPr>
                      <a:r>
                        <a:rPr lang="en-US" sz="800"/>
                        <a:t>N/A</a:t>
                      </a:r>
                      <a:endParaRPr kumimoji="0" lang="fr-FR" sz="700" b="1" i="0" u="none" strike="noStrike" kern="1200" cap="none" spc="0" normalizeH="0" baseline="0" noProof="0" dirty="0">
                        <a:ln>
                          <a:noFill/>
                        </a:ln>
                        <a:solidFill>
                          <a:schemeClr val="accent1"/>
                        </a:solidFill>
                        <a:effectLst/>
                        <a:uLnTx/>
                        <a:uFillTx/>
                        <a:latin typeface="Arial (Corps)"/>
                        <a:ea typeface="+mn-ea"/>
                        <a:cs typeface="+mn-cs"/>
                        <a:sym typeface="Arial"/>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800"/>
                        <a:t>Point releve</a:t>
                      </a:r>
                      <a:endParaRPr lang="en-US" sz="800" dirty="0"/>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800"/>
                        <a:t>Elevee</a:t>
                      </a:r>
                      <a:endParaRPr lang="en-US" sz="800" dirty="0"/>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24853573"/>
                  </a:ext>
                </a:extLst>
              </a:tr>
              <a:tr h="199466">
                <a:tc gridSpan="7">
                  <a:txBody>
                    <a:bodyPr/>
                    <a:lstStyle/>
                    <a:p>
                      <a:pPr marL="0" marR="0" lvl="0" indent="0" algn="l" defTabSz="914400" rtl="0" eaLnBrk="1" fontAlgn="auto" latinLnBrk="0" hangingPunct="1">
                        <a:lnSpc>
                          <a:spcPct val="100000"/>
                        </a:lnSpc>
                        <a:spcBef>
                          <a:spcPts val="0"/>
                        </a:spcBef>
                        <a:spcAft>
                          <a:spcPts val="0"/>
                        </a:spcAft>
                        <a:buClr>
                          <a:srgbClr val="0070CD"/>
                        </a:buClr>
                        <a:buSzTx/>
                        <a:buFontTx/>
                        <a:buNone/>
                        <a:tabLst/>
                        <a:defRPr/>
                      </a:pPr>
                      <a:r>
                        <a:rPr kumimoji="0" lang="fr-FR" sz="700" b="1" i="0" u="none" strike="noStrike" kern="1200" cap="none" spc="0" normalizeH="0" baseline="0" noProof="0">
                          <a:ln>
                            <a:noFill/>
                          </a:ln>
                          <a:solidFill>
                            <a:srgbClr val="FFFFFF"/>
                          </a:solidFill>
                          <a:effectLst/>
                          <a:uLnTx/>
                          <a:uFillTx/>
                          <a:latin typeface="+mn-lt"/>
                          <a:ea typeface="+mn-ea"/>
                          <a:cs typeface="Calibri"/>
                        </a:rPr>
                        <a:t>Gestion des changements</a:t>
                      </a:r>
                      <a:endParaRPr kumimoji="0" lang="fr-FR" sz="700" b="1" i="0" u="none" strike="noStrike" kern="1200" cap="none" spc="0" normalizeH="0" baseline="0" noProof="0" dirty="0">
                        <a:ln>
                          <a:noFill/>
                        </a:ln>
                        <a:solidFill>
                          <a:srgbClr val="FFFFFF"/>
                        </a:solidFill>
                        <a:effectLst/>
                        <a:uLnTx/>
                        <a:uFillTx/>
                        <a:latin typeface="+mn-lt"/>
                        <a:ea typeface="+mn-ea"/>
                        <a:cs typeface="Calibri"/>
                      </a:endParaRPr>
                    </a:p>
                  </a:txBody>
                  <a:tcPr marL="54000" marR="5400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lumMod val="50000"/>
                      </a:schemeClr>
                    </a:solidFill>
                  </a:tcPr>
                </a:tc>
                <a:tc hMerge="1">
                  <a:txBody>
                    <a:bodyPr/>
                    <a:lstStyle/>
                    <a:p>
                      <a:endParaRPr lang="en-GB"/>
                    </a:p>
                  </a:txBody>
                  <a:tcPr/>
                </a:tc>
                <a:tc hMerge="1">
                  <a:txBody>
                    <a:bodyPr/>
                    <a:lstStyle/>
                    <a:p>
                      <a:endParaRPr lang="en-GB"/>
                    </a:p>
                  </a:txBody>
                  <a:tcPr>
                    <a:lnL w="12700" cap="flat" cmpd="sng" algn="ctr">
                      <a:solidFill>
                        <a:schemeClr val="bg1"/>
                      </a:solidFill>
                      <a:prstDash val="solid"/>
                      <a:round/>
                      <a:headEnd type="none" w="med" len="med"/>
                      <a:tailEnd type="none" w="med" len="med"/>
                    </a:lnL>
                    <a:lnT w="12700" cmpd="sng">
                      <a:noFill/>
                      <a:prstDash val="solid"/>
                    </a:lnT>
                  </a:tcPr>
                </a:tc>
                <a:tc hMerge="1">
                  <a:txBody>
                    <a:bodyPr/>
                    <a:lstStyle/>
                    <a:p>
                      <a:endParaRPr lang="en-GB"/>
                    </a:p>
                  </a:txBody>
                  <a:tcPr>
                    <a:lnL w="12700" cap="flat" cmpd="sng" algn="ctr">
                      <a:solidFill>
                        <a:schemeClr val="bg1"/>
                      </a:solidFill>
                      <a:prstDash val="solid"/>
                      <a:round/>
                      <a:headEnd type="none" w="med" len="med"/>
                      <a:tailEnd type="none" w="med" len="med"/>
                    </a:lnL>
                    <a:lnT w="12700" cmpd="sng">
                      <a:noFill/>
                      <a:prstDash val="solid"/>
                    </a:lnT>
                  </a:tcPr>
                </a:tc>
                <a:tc hMerge="1">
                  <a:txBody>
                    <a:bodyPr/>
                    <a:lstStyle/>
                    <a:p>
                      <a:pPr marL="0" marR="0" lvl="0" indent="0" algn="ctr" defTabSz="914400" rtl="0" eaLnBrk="1" fontAlgn="auto" latinLnBrk="0" hangingPunct="1">
                        <a:lnSpc>
                          <a:spcPct val="100000"/>
                        </a:lnSpc>
                        <a:spcBef>
                          <a:spcPts val="0"/>
                        </a:spcBef>
                        <a:spcAft>
                          <a:spcPts val="0"/>
                        </a:spcAft>
                        <a:buClr>
                          <a:srgbClr val="0070CD"/>
                        </a:buClr>
                        <a:buSzTx/>
                        <a:buFontTx/>
                        <a:buNone/>
                        <a:tabLst/>
                        <a:defRPr/>
                      </a:pPr>
                      <a:endParaRPr kumimoji="0" lang="fr-FR" sz="700" b="1" i="0" u="none" strike="noStrike" kern="1200" cap="none" spc="0" normalizeH="0" baseline="0">
                        <a:ln>
                          <a:noFill/>
                        </a:ln>
                        <a:solidFill>
                          <a:srgbClr val="FFFFFF"/>
                        </a:solidFill>
                        <a:effectLst/>
                        <a:uLnTx/>
                        <a:uFillTx/>
                        <a:latin typeface="+mn-lt"/>
                        <a:ea typeface="+mn-ea"/>
                        <a:cs typeface="Calibri" panose="020F0502020204030204" pitchFamily="34" charset="0"/>
                      </a:endParaRPr>
                    </a:p>
                  </a:txBody>
                  <a:tcPr marL="54000" marR="54000" marT="27000" marB="27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lumMod val="50000"/>
                      </a:schemeClr>
                    </a:solidFill>
                  </a:tcPr>
                </a:tc>
                <a:tc hMerge="1">
                  <a:txBody>
                    <a:bodyPr/>
                    <a:lstStyle/>
                    <a:p>
                      <a:pPr marL="0" marR="0" lvl="0" indent="0" algn="ctr" defTabSz="914400" rtl="0" eaLnBrk="1" fontAlgn="auto" latinLnBrk="0" hangingPunct="1">
                        <a:lnSpc>
                          <a:spcPct val="100000"/>
                        </a:lnSpc>
                        <a:spcBef>
                          <a:spcPts val="0"/>
                        </a:spcBef>
                        <a:spcAft>
                          <a:spcPts val="0"/>
                        </a:spcAft>
                        <a:buClr>
                          <a:srgbClr val="0070CD"/>
                        </a:buClr>
                        <a:buSzTx/>
                        <a:buFontTx/>
                        <a:buNone/>
                        <a:tabLst/>
                        <a:defRPr/>
                      </a:pPr>
                      <a:endParaRPr kumimoji="0" lang="fr-FR" sz="700" b="1" i="0" u="none" strike="noStrike" kern="1200" cap="none" spc="0" normalizeH="0" baseline="0" noProof="0">
                        <a:ln>
                          <a:noFill/>
                        </a:ln>
                        <a:solidFill>
                          <a:srgbClr val="FFFFFF"/>
                        </a:solidFill>
                        <a:effectLst/>
                        <a:uLnTx/>
                        <a:uFillTx/>
                        <a:latin typeface="+mn-lt"/>
                        <a:ea typeface="+mn-ea"/>
                        <a:cs typeface="Calibri" panose="020F0502020204030204" pitchFamily="34" charset="0"/>
                      </a:endParaRPr>
                    </a:p>
                  </a:txBody>
                  <a:tcPr marL="54000" marR="54000" marT="27000" marB="27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lumMod val="50000"/>
                      </a:schemeClr>
                    </a:solidFill>
                  </a:tcPr>
                </a:tc>
                <a:tc hMerge="1">
                  <a:txBody>
                    <a:bodyPr/>
                    <a:lstStyle/>
                    <a:p>
                      <a:pPr marL="0" marR="0" lvl="0" indent="0" algn="ctr" defTabSz="914400" rtl="0" eaLnBrk="1" fontAlgn="auto" latinLnBrk="0" hangingPunct="1">
                        <a:lnSpc>
                          <a:spcPct val="100000"/>
                        </a:lnSpc>
                        <a:spcBef>
                          <a:spcPts val="0"/>
                        </a:spcBef>
                        <a:spcAft>
                          <a:spcPts val="0"/>
                        </a:spcAft>
                        <a:buClr>
                          <a:srgbClr val="0070CD"/>
                        </a:buClr>
                        <a:buSzTx/>
                        <a:buFontTx/>
                        <a:buNone/>
                        <a:tabLst/>
                        <a:defRPr/>
                      </a:pPr>
                      <a:endParaRPr kumimoji="0" lang="fr-FR" sz="700" b="1" i="0" u="none" strike="noStrike" kern="1200" cap="none" spc="0" normalizeH="0" baseline="0" noProof="0">
                        <a:ln>
                          <a:noFill/>
                        </a:ln>
                        <a:solidFill>
                          <a:srgbClr val="FFFFFF"/>
                        </a:solidFill>
                        <a:effectLst/>
                        <a:uLnTx/>
                        <a:uFillTx/>
                        <a:latin typeface="+mn-lt"/>
                        <a:ea typeface="+mn-ea"/>
                        <a:cs typeface="Calibri" panose="020F0502020204030204" pitchFamily="34" charset="0"/>
                      </a:endParaRPr>
                    </a:p>
                  </a:txBody>
                  <a:tcPr marL="54000" marR="54000" marT="27000" marB="27000" anchor="ctr">
                    <a:lnL w="635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lumMod val="50000"/>
                      </a:schemeClr>
                    </a:solidFill>
                  </a:tcPr>
                </a:tc>
                <a:extLst>
                  <a:ext uri="{0D108BD9-81ED-4DB2-BD59-A6C34878D82A}">
                    <a16:rowId xmlns:a16="http://schemas.microsoft.com/office/drawing/2014/main" val="805578786"/>
                  </a:ext>
                </a:extLst>
              </a:tr>
              <a:tr h="341942">
                <a:tc>
                  <a:txBody>
                    <a:bodyPr/>
                    <a:lstStyle/>
                    <a:p>
                      <a:pPr marL="0" algn="ctr" defTabSz="987461" rtl="0" eaLnBrk="1" fontAlgn="ctr" latinLnBrk="0" hangingPunct="1"/>
                      <a:r>
                        <a:rPr kumimoji="0" lang="fr-FR" sz="700" b="1" i="0" u="none" strike="noStrike" kern="1200" cap="none" normalizeH="0" baseline="0" noProof="0">
                          <a:ln>
                            <a:noFill/>
                          </a:ln>
                          <a:solidFill>
                            <a:schemeClr val="tx1"/>
                          </a:solidFill>
                          <a:effectLst/>
                          <a:latin typeface="+mn-lt"/>
                          <a:ea typeface="+mn-ea"/>
                          <a:cs typeface="Calibri"/>
                        </a:rPr>
                        <a:t>PC-01</a:t>
                      </a:r>
                    </a:p>
                  </a:txBody>
                  <a:tcPr marL="54000" marR="5400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87461" rtl="0" eaLnBrk="1" fontAlgn="ctr" latinLnBrk="0" hangingPunct="1"/>
                      <a:r>
                        <a:rPr lang="fr-FR" sz="700" b="0" noProof="0">
                          <a:solidFill>
                            <a:schemeClr val="tx1"/>
                          </a:solidFill>
                          <a:effectLst/>
                          <a:latin typeface="+mn-lt"/>
                          <a:ea typeface="Times New Roman" panose="02020603050405020304" pitchFamily="18" charset="0"/>
                          <a:cs typeface="Arial"/>
                        </a:rPr>
                        <a:t>Les changements applicatifs sont testes et valides avant mise en production.</a:t>
                      </a:r>
                      <a:endParaRPr kumimoji="0" lang="fr-FR" sz="700" b="1" i="0" u="none" strike="noStrike" kern="1200" cap="none" normalizeH="0" baseline="0" noProof="0">
                        <a:ln>
                          <a:noFill/>
                        </a:ln>
                        <a:solidFill>
                          <a:schemeClr val="tx1"/>
                        </a:solidFill>
                        <a:effectLst/>
                        <a:latin typeface="+mn-lt"/>
                        <a:ea typeface="+mn-ea"/>
                        <a:cs typeface="Arial"/>
                      </a:endParaRPr>
                    </a:p>
                  </a:txBody>
                  <a:tcPr marL="54000" marR="5400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800"/>
                        <a:t>N/A</a:t>
                      </a:r>
                      <a:endParaRPr lang="en-US" sz="800" dirty="0"/>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1" indent="0" algn="ctr"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lang="en-US" sz="800"/>
                        <a:t>Point releve</a:t>
                      </a:r>
                      <a:endParaRPr kumimoji="0" lang="fr-FR" sz="700" b="1" i="0" u="none" strike="noStrike" kern="1200" cap="none" spc="0" normalizeH="0" baseline="0" noProof="0" dirty="0">
                        <a:ln>
                          <a:noFill/>
                        </a:ln>
                        <a:solidFill>
                          <a:srgbClr val="FF0000"/>
                        </a:solidFill>
                        <a:effectLst/>
                        <a:uLnTx/>
                        <a:uFillTx/>
                        <a:latin typeface="+mn-lt"/>
                        <a:ea typeface="+mn-ea"/>
                        <a:cs typeface="+mn-cs"/>
                        <a:sym typeface="Arial"/>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1" indent="0" algn="ctr"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lang="en-US" sz="800"/>
                        <a:t>N/A</a:t>
                      </a:r>
                      <a:endParaRPr kumimoji="0" lang="fr-FR" sz="700" b="1" i="0" u="none" strike="noStrike" kern="1200" cap="none" spc="0" normalizeH="0" baseline="0" noProof="0" dirty="0">
                        <a:ln>
                          <a:noFill/>
                        </a:ln>
                        <a:solidFill>
                          <a:srgbClr val="FF0000"/>
                        </a:solidFill>
                        <a:effectLst/>
                        <a:uLnTx/>
                        <a:uFillTx/>
                        <a:latin typeface="+mn-lt"/>
                        <a:ea typeface="+mn-ea"/>
                        <a:cs typeface="+mn-cs"/>
                        <a:sym typeface="Arial"/>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800"/>
                        <a:t>N/A</a:t>
                      </a:r>
                      <a:endParaRPr lang="en-US" sz="800" dirty="0"/>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800"/>
                        <a:t>Elevee</a:t>
                      </a:r>
                      <a:endParaRPr lang="en-US" sz="800" dirty="0"/>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95096274"/>
                  </a:ext>
                </a:extLst>
              </a:tr>
              <a:tr h="341942">
                <a:tc>
                  <a:txBody>
                    <a:bodyPr/>
                    <a:lstStyle/>
                    <a:p>
                      <a:pPr marL="0" algn="ctr" defTabSz="987461" rtl="0" eaLnBrk="1" fontAlgn="ctr" latinLnBrk="0" hangingPunct="1"/>
                      <a:r>
                        <a:rPr kumimoji="0" lang="fr-FR" sz="700" b="1" i="0" u="none" strike="noStrike" kern="1200" cap="none" normalizeH="0" baseline="0" noProof="0">
                          <a:ln>
                            <a:noFill/>
                          </a:ln>
                          <a:solidFill>
                            <a:schemeClr val="tx1"/>
                          </a:solidFill>
                          <a:effectLst/>
                          <a:latin typeface="+mn-lt"/>
                          <a:ea typeface="+mn-ea"/>
                          <a:cs typeface="Calibri"/>
                        </a:rPr>
                        <a:t>PC-02</a:t>
                      </a:r>
                    </a:p>
                  </a:txBody>
                  <a:tcPr marL="54000" marR="5400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87461" rtl="0" eaLnBrk="1" fontAlgn="ctr" latinLnBrk="0" hangingPunct="1"/>
                      <a:r>
                        <a:rPr lang="fr-FR" sz="700" b="0" noProof="0">
                          <a:solidFill>
                            <a:schemeClr val="tx1"/>
                          </a:solidFill>
                          <a:effectLst/>
                          <a:latin typeface="+mn-lt"/>
                          <a:ea typeface="Times New Roman" panose="02020603050405020304" pitchFamily="18" charset="0"/>
                          <a:cs typeface="Arial"/>
                        </a:rPr>
                        <a:t>Les environnements de developpement, de test et de production sont separes.</a:t>
                      </a:r>
                      <a:endParaRPr kumimoji="0" lang="fr-FR" sz="700" b="1" i="0" u="none" strike="noStrike" kern="1200" cap="none" normalizeH="0" baseline="0" noProof="0">
                        <a:ln>
                          <a:noFill/>
                        </a:ln>
                        <a:solidFill>
                          <a:schemeClr val="tx1"/>
                        </a:solidFill>
                        <a:effectLst/>
                        <a:latin typeface="+mn-lt"/>
                        <a:ea typeface="+mn-ea"/>
                        <a:cs typeface="Arial"/>
                      </a:endParaRPr>
                    </a:p>
                  </a:txBody>
                  <a:tcPr marL="54000" marR="5400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15000"/>
                        </a:lnSpc>
                        <a:spcBef>
                          <a:spcPts val="0"/>
                        </a:spcBef>
                        <a:spcAft>
                          <a:spcPts val="0"/>
                        </a:spcAft>
                        <a:buClr>
                          <a:srgbClr val="000000"/>
                        </a:buClr>
                        <a:buSzTx/>
                        <a:buFont typeface="Arial"/>
                        <a:buNone/>
                        <a:tabLst/>
                        <a:defRPr/>
                      </a:pPr>
                      <a:r>
                        <a:rPr lang="en-US" sz="800"/>
                        <a:t>N/A</a:t>
                      </a:r>
                      <a:endParaRPr kumimoji="0" lang="fr-FR" sz="700" b="1" i="0" u="none" strike="noStrike" kern="1200" cap="none" spc="0" normalizeH="0" baseline="0" noProof="0" dirty="0">
                        <a:ln>
                          <a:noFill/>
                        </a:ln>
                        <a:solidFill>
                          <a:srgbClr val="FF0000"/>
                        </a:solidFill>
                        <a:effectLst/>
                        <a:uLnTx/>
                        <a:uFillTx/>
                        <a:latin typeface="+mn-lt"/>
                        <a:ea typeface="+mn-ea"/>
                        <a:cs typeface="+mn-cs"/>
                        <a:sym typeface="Arial"/>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chemeClr val="tx2"/>
                        </a:buClr>
                        <a:buSzTx/>
                        <a:buFontTx/>
                        <a:buNone/>
                        <a:tabLst/>
                        <a:defRPr/>
                      </a:pPr>
                      <a:r>
                        <a:rPr lang="en-US" sz="800"/>
                        <a:t>Point releve</a:t>
                      </a:r>
                      <a:endParaRPr kumimoji="0" lang="fr-FR" sz="700" b="1" i="0" u="none" strike="noStrike" kern="1200" cap="none" spc="0" normalizeH="0" baseline="0" noProof="0" dirty="0">
                        <a:ln>
                          <a:noFill/>
                        </a:ln>
                        <a:solidFill>
                          <a:schemeClr val="accent1"/>
                        </a:solidFill>
                        <a:effectLst/>
                        <a:uLnTx/>
                        <a:uFillTx/>
                        <a:latin typeface="Arial (Corps)"/>
                        <a:ea typeface="+mn-ea"/>
                        <a:cs typeface="+mn-cs"/>
                        <a:sym typeface="Arial"/>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chemeClr val="tx2"/>
                        </a:buClr>
                        <a:buSzTx/>
                        <a:buFontTx/>
                        <a:buNone/>
                        <a:tabLst/>
                        <a:defRPr/>
                      </a:pPr>
                      <a:r>
                        <a:rPr lang="en-US" sz="800"/>
                        <a:t>N/A</a:t>
                      </a:r>
                      <a:endParaRPr kumimoji="0" lang="fr-FR" sz="700" b="1" i="0" u="none" strike="noStrike" kern="1200" cap="none" spc="0" normalizeH="0" baseline="0" noProof="0" dirty="0">
                        <a:ln>
                          <a:noFill/>
                        </a:ln>
                        <a:solidFill>
                          <a:schemeClr val="accent1"/>
                        </a:solidFill>
                        <a:effectLst/>
                        <a:uLnTx/>
                        <a:uFillTx/>
                        <a:latin typeface="Arial (Corps)"/>
                        <a:ea typeface="+mn-ea"/>
                        <a:cs typeface="+mn-cs"/>
                        <a:sym typeface="Arial"/>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800"/>
                        <a:t>N/A</a:t>
                      </a:r>
                      <a:endParaRPr lang="en-US" sz="800" dirty="0"/>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100"/>
                        <a:t>Elevee</a:t>
                      </a:r>
                      <a:endParaRPr lang="en-US" sz="1100" dirty="0"/>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48541624"/>
                  </a:ext>
                </a:extLst>
              </a:tr>
              <a:tr h="178206">
                <a:tc gridSpan="7">
                  <a:txBody>
                    <a:bodyPr/>
                    <a:lstStyle/>
                    <a:p>
                      <a:pPr marL="0" marR="0" lvl="0" indent="0" algn="l" defTabSz="914400" rtl="0" eaLnBrk="1" fontAlgn="auto" latinLnBrk="0" hangingPunct="1">
                        <a:lnSpc>
                          <a:spcPct val="100000"/>
                        </a:lnSpc>
                        <a:spcBef>
                          <a:spcPts val="0"/>
                        </a:spcBef>
                        <a:spcAft>
                          <a:spcPts val="0"/>
                        </a:spcAft>
                        <a:buClr>
                          <a:srgbClr val="0070CD"/>
                        </a:buClr>
                        <a:buSzTx/>
                        <a:buFontTx/>
                        <a:buNone/>
                        <a:tabLst/>
                        <a:defRPr/>
                      </a:pPr>
                      <a:r>
                        <a:rPr kumimoji="0" lang="fr-FR" sz="700" b="1" i="0" u="none" strike="noStrike" kern="1200" cap="none" spc="0" normalizeH="0" baseline="0" noProof="0">
                          <a:ln>
                            <a:noFill/>
                          </a:ln>
                          <a:solidFill>
                            <a:srgbClr val="FFFFFF"/>
                          </a:solidFill>
                          <a:effectLst/>
                          <a:uLnTx/>
                          <a:uFillTx/>
                          <a:latin typeface="+mn-lt"/>
                          <a:ea typeface="+mn-ea"/>
                          <a:cs typeface="Calibri"/>
                        </a:rPr>
                        <a:t>Gestion de l’exploitation informatique</a:t>
                      </a:r>
                      <a:endParaRPr kumimoji="0" lang="fr-FR" sz="700" b="1" i="0" u="none" strike="noStrike" kern="1200" cap="none" spc="0" normalizeH="0" baseline="0" noProof="0" dirty="0">
                        <a:ln>
                          <a:noFill/>
                        </a:ln>
                        <a:solidFill>
                          <a:srgbClr val="FFFFFF"/>
                        </a:solidFill>
                        <a:effectLst/>
                        <a:uLnTx/>
                        <a:uFillTx/>
                        <a:latin typeface="+mn-lt"/>
                        <a:ea typeface="+mn-ea"/>
                        <a:cs typeface="Calibri"/>
                      </a:endParaRPr>
                    </a:p>
                  </a:txBody>
                  <a:tcPr marL="54000" marR="5400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lumMod val="50000"/>
                      </a:schemeClr>
                    </a:solidFill>
                  </a:tcPr>
                </a:tc>
                <a:tc hMerge="1">
                  <a:txBody>
                    <a:bodyPr/>
                    <a:lstStyle/>
                    <a:p>
                      <a:endParaRPr lang="en-GB"/>
                    </a:p>
                  </a:txBody>
                  <a:tcPr/>
                </a:tc>
                <a:tc hMerge="1">
                  <a:txBody>
                    <a:bodyPr/>
                    <a:lstStyle/>
                    <a:p>
                      <a:endParaRPr lang="en-GB"/>
                    </a:p>
                  </a:txBody>
                  <a:tcPr>
                    <a:lnL w="12700" cap="flat" cmpd="sng" algn="ctr">
                      <a:solidFill>
                        <a:schemeClr val="bg1"/>
                      </a:solidFill>
                      <a:prstDash val="solid"/>
                      <a:round/>
                      <a:headEnd type="none" w="med" len="med"/>
                      <a:tailEnd type="none" w="med" len="med"/>
                    </a:lnL>
                    <a:lnT w="12700" cmpd="sng">
                      <a:noFill/>
                      <a:prstDash val="solid"/>
                    </a:lnT>
                  </a:tcPr>
                </a:tc>
                <a:tc hMerge="1">
                  <a:txBody>
                    <a:bodyPr/>
                    <a:lstStyle/>
                    <a:p>
                      <a:endParaRPr lang="en-GB"/>
                    </a:p>
                  </a:txBody>
                  <a:tcPr>
                    <a:lnL w="12700" cap="flat" cmpd="sng" algn="ctr">
                      <a:solidFill>
                        <a:schemeClr val="bg1"/>
                      </a:solidFill>
                      <a:prstDash val="solid"/>
                      <a:round/>
                      <a:headEnd type="none" w="med" len="med"/>
                      <a:tailEnd type="none" w="med" len="med"/>
                    </a:lnL>
                    <a:lnT w="12700" cmpd="sng">
                      <a:noFill/>
                      <a:prstDash val="solid"/>
                    </a:lnT>
                  </a:tcPr>
                </a:tc>
                <a:tc hMerge="1">
                  <a:txBody>
                    <a:bodyPr/>
                    <a:lstStyle/>
                    <a:p>
                      <a:pPr marL="0" marR="0" lvl="0" indent="0" algn="ctr" defTabSz="914400" rtl="0" eaLnBrk="1" fontAlgn="auto" latinLnBrk="0" hangingPunct="1">
                        <a:lnSpc>
                          <a:spcPct val="100000"/>
                        </a:lnSpc>
                        <a:spcBef>
                          <a:spcPts val="0"/>
                        </a:spcBef>
                        <a:spcAft>
                          <a:spcPts val="0"/>
                        </a:spcAft>
                        <a:buClr>
                          <a:srgbClr val="0070CD"/>
                        </a:buClr>
                        <a:buSzTx/>
                        <a:buFontTx/>
                        <a:buNone/>
                        <a:tabLst/>
                        <a:defRPr/>
                      </a:pPr>
                      <a:endParaRPr kumimoji="0" lang="fr-FR" sz="700" b="1" i="0" u="none" strike="noStrike" kern="1200" cap="none" spc="0" normalizeH="0" baseline="0">
                        <a:ln>
                          <a:noFill/>
                        </a:ln>
                        <a:solidFill>
                          <a:srgbClr val="FFFFFF"/>
                        </a:solidFill>
                        <a:effectLst/>
                        <a:uLnTx/>
                        <a:uFillTx/>
                        <a:latin typeface="+mn-lt"/>
                        <a:ea typeface="+mn-ea"/>
                        <a:cs typeface="Calibri" panose="020F0502020204030204" pitchFamily="34" charset="0"/>
                      </a:endParaRPr>
                    </a:p>
                  </a:txBody>
                  <a:tcPr marL="54000" marR="54000" marT="27000" marB="27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2">
                        <a:lumMod val="50000"/>
                      </a:schemeClr>
                    </a:solidFill>
                  </a:tcPr>
                </a:tc>
                <a:tc hMerge="1">
                  <a:txBody>
                    <a:bodyPr/>
                    <a:lstStyle/>
                    <a:p>
                      <a:pPr marL="0" marR="0" lvl="0" indent="0" algn="ctr" defTabSz="914400" rtl="0" eaLnBrk="1" fontAlgn="auto" latinLnBrk="0" hangingPunct="1">
                        <a:lnSpc>
                          <a:spcPct val="100000"/>
                        </a:lnSpc>
                        <a:spcBef>
                          <a:spcPts val="0"/>
                        </a:spcBef>
                        <a:spcAft>
                          <a:spcPts val="0"/>
                        </a:spcAft>
                        <a:buClr>
                          <a:srgbClr val="0070CD"/>
                        </a:buClr>
                        <a:buSzTx/>
                        <a:buFontTx/>
                        <a:buNone/>
                        <a:tabLst/>
                        <a:defRPr/>
                      </a:pPr>
                      <a:endParaRPr kumimoji="0" lang="fr-FR" sz="700" b="1" i="0" u="none" strike="noStrike" kern="1200" cap="none" spc="0" normalizeH="0" baseline="0" noProof="0">
                        <a:ln>
                          <a:noFill/>
                        </a:ln>
                        <a:solidFill>
                          <a:srgbClr val="FFFFFF"/>
                        </a:solidFill>
                        <a:effectLst/>
                        <a:uLnTx/>
                        <a:uFillTx/>
                        <a:latin typeface="+mn-lt"/>
                        <a:ea typeface="+mn-ea"/>
                        <a:cs typeface="Calibri" panose="020F0502020204030204" pitchFamily="34" charset="0"/>
                      </a:endParaRPr>
                    </a:p>
                  </a:txBody>
                  <a:tcPr marL="54000" marR="54000" marT="27000" marB="27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2">
                        <a:lumMod val="50000"/>
                      </a:schemeClr>
                    </a:solidFill>
                  </a:tcPr>
                </a:tc>
                <a:tc hMerge="1">
                  <a:txBody>
                    <a:bodyPr/>
                    <a:lstStyle/>
                    <a:p>
                      <a:pPr marL="0" marR="0" lvl="0" indent="0" algn="ctr" defTabSz="914400" rtl="0" eaLnBrk="1" fontAlgn="auto" latinLnBrk="0" hangingPunct="1">
                        <a:lnSpc>
                          <a:spcPct val="100000"/>
                        </a:lnSpc>
                        <a:spcBef>
                          <a:spcPts val="0"/>
                        </a:spcBef>
                        <a:spcAft>
                          <a:spcPts val="0"/>
                        </a:spcAft>
                        <a:buClr>
                          <a:srgbClr val="0070CD"/>
                        </a:buClr>
                        <a:buSzTx/>
                        <a:buFontTx/>
                        <a:buNone/>
                        <a:tabLst/>
                        <a:defRPr/>
                      </a:pPr>
                      <a:endParaRPr kumimoji="0" lang="fr-FR" sz="700" b="1" i="0" u="none" strike="noStrike" kern="1200" cap="none" spc="0" normalizeH="0" baseline="0" noProof="0">
                        <a:ln>
                          <a:noFill/>
                        </a:ln>
                        <a:solidFill>
                          <a:srgbClr val="FFFFFF"/>
                        </a:solidFill>
                        <a:effectLst/>
                        <a:uLnTx/>
                        <a:uFillTx/>
                        <a:latin typeface="+mn-lt"/>
                        <a:ea typeface="+mn-ea"/>
                        <a:cs typeface="Calibri" panose="020F0502020204030204" pitchFamily="34" charset="0"/>
                      </a:endParaRPr>
                    </a:p>
                  </a:txBody>
                  <a:tcPr marL="54000" marR="54000" marT="27000" marB="27000" anchor="ctr">
                    <a:lnL w="635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2">
                        <a:lumMod val="50000"/>
                      </a:schemeClr>
                    </a:solidFill>
                  </a:tcPr>
                </a:tc>
                <a:extLst>
                  <a:ext uri="{0D108BD9-81ED-4DB2-BD59-A6C34878D82A}">
                    <a16:rowId xmlns:a16="http://schemas.microsoft.com/office/drawing/2014/main" val="2593670548"/>
                  </a:ext>
                </a:extLst>
              </a:tr>
              <a:tr h="494055">
                <a:tc>
                  <a:txBody>
                    <a:bodyPr/>
                    <a:lstStyle/>
                    <a:p>
                      <a:pPr marL="0" algn="ctr" defTabSz="987461" rtl="0" eaLnBrk="1" fontAlgn="ctr" latinLnBrk="0" hangingPunct="1"/>
                      <a:r>
                        <a:rPr kumimoji="0" lang="fr-FR" sz="700" b="1" i="0" u="none" strike="noStrike" kern="1200" cap="none" normalizeH="0" baseline="0" noProof="0">
                          <a:ln>
                            <a:noFill/>
                          </a:ln>
                          <a:solidFill>
                            <a:schemeClr val="tx1"/>
                          </a:solidFill>
                          <a:effectLst/>
                          <a:latin typeface="+mn-lt"/>
                          <a:ea typeface="+mn-ea"/>
                          <a:cs typeface="Calibri"/>
                        </a:rPr>
                        <a:t>CO-01</a:t>
                      </a:r>
                    </a:p>
                  </a:txBody>
                  <a:tcPr marL="54000" marR="5400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0" indent="0" algn="l" defTabSz="685800" rtl="0" eaLnBrk="1" latinLnBrk="0" hangingPunct="1">
                        <a:lnSpc>
                          <a:spcPct val="100000"/>
                        </a:lnSpc>
                        <a:spcAft>
                          <a:spcPts val="300"/>
                        </a:spcAft>
                        <a:buFont typeface="+mj-lt"/>
                        <a:buNone/>
                      </a:pPr>
                      <a:r>
                        <a:rPr lang="fr-FR" sz="700" b="0" kern="1200" noProof="0">
                          <a:solidFill>
                            <a:schemeClr val="tx1"/>
                          </a:solidFill>
                          <a:effectLst/>
                          <a:latin typeface="+mn-lt"/>
                          <a:ea typeface="Times New Roman" panose="02020603050405020304" pitchFamily="18" charset="0"/>
                          <a:cs typeface="Arial"/>
                        </a:rPr>
                        <a:t>Les sauvegardes sont realisees et regulierement testees.</a:t>
                      </a:r>
                    </a:p>
                  </a:txBody>
                  <a:tcPr marL="54000" marR="5400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300"/>
                        </a:spcAft>
                        <a:buClr>
                          <a:srgbClr val="000000"/>
                        </a:buClr>
                        <a:buSzTx/>
                        <a:buFont typeface="+mj-lt"/>
                        <a:buNone/>
                        <a:tabLst/>
                        <a:defRPr/>
                      </a:pPr>
                      <a:r>
                        <a:rPr lang="en-US" sz="800"/>
                        <a:t>N/A</a:t>
                      </a:r>
                      <a:endParaRPr lang="fr-FR" sz="700" b="1" kern="1200" noProof="0" dirty="0">
                        <a:solidFill>
                          <a:srgbClr val="00B050"/>
                        </a:solidFill>
                        <a:effectLst/>
                        <a:latin typeface="+mn-lt"/>
                        <a:ea typeface="Times New Roman" panose="02020603050405020304" pitchFamily="18" charset="0"/>
                        <a:cs typeface="Arial"/>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chemeClr val="tx2"/>
                        </a:buClr>
                        <a:buSzTx/>
                        <a:buFontTx/>
                        <a:buNone/>
                        <a:tabLst/>
                        <a:defRPr/>
                      </a:pPr>
                      <a:r>
                        <a:rPr lang="en-US" sz="800"/>
                        <a:t>N/A</a:t>
                      </a:r>
                      <a:endParaRPr kumimoji="0" lang="fr-FR" sz="700" b="1" i="0" u="none" strike="noStrike" kern="1200" cap="none" spc="0" normalizeH="0" baseline="0" noProof="0" dirty="0">
                        <a:ln>
                          <a:noFill/>
                        </a:ln>
                        <a:solidFill>
                          <a:srgbClr val="00B050"/>
                        </a:solidFill>
                        <a:effectLst/>
                        <a:uLnTx/>
                        <a:uFillTx/>
                        <a:latin typeface="+mn-lt"/>
                        <a:ea typeface="+mn-ea"/>
                        <a:cs typeface="+mn-cs"/>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chemeClr val="tx2"/>
                        </a:buClr>
                        <a:buSzTx/>
                        <a:buFontTx/>
                        <a:buNone/>
                        <a:tabLst/>
                        <a:defRPr/>
                      </a:pPr>
                      <a:r>
                        <a:rPr lang="en-US" sz="800"/>
                        <a:t>N/A</a:t>
                      </a:r>
                      <a:endParaRPr kumimoji="0" lang="fr-FR" sz="700" b="1" i="0" u="none" strike="noStrike" kern="1200" cap="none" spc="0" normalizeH="0" baseline="0" noProof="0" dirty="0">
                        <a:ln>
                          <a:noFill/>
                        </a:ln>
                        <a:solidFill>
                          <a:srgbClr val="00B050"/>
                        </a:solidFill>
                        <a:effectLst/>
                        <a:uLnTx/>
                        <a:uFillTx/>
                        <a:latin typeface="+mn-lt"/>
                        <a:ea typeface="+mn-ea"/>
                        <a:cs typeface="+mn-cs"/>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800"/>
                        <a:t>N/A</a:t>
                      </a:r>
                      <a:endParaRPr lang="en-US" sz="800" dirty="0"/>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7D7D7D"/>
                        </a:buClr>
                        <a:buSzTx/>
                        <a:buFontTx/>
                        <a:buNone/>
                        <a:tabLst/>
                        <a:defRPr/>
                      </a:pPr>
                      <a:r>
                        <a:rPr lang="en-US" sz="800"/>
                        <a:t>Elevee</a:t>
                      </a:r>
                      <a:endParaRPr kumimoji="0" lang="fr-FR" sz="700" b="1" i="0" u="none" strike="noStrike" kern="1200" cap="none" spc="0" normalizeH="0" baseline="0" noProof="0" dirty="0">
                        <a:ln>
                          <a:noFill/>
                        </a:ln>
                        <a:solidFill>
                          <a:srgbClr val="00B050"/>
                        </a:solidFill>
                        <a:effectLst/>
                        <a:uLnTx/>
                        <a:uFillTx/>
                        <a:latin typeface="Arial (Corps)"/>
                        <a:ea typeface="+mn-ea"/>
                        <a:cs typeface="+mn-cs"/>
                        <a:sym typeface="Arial"/>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23323472"/>
                  </a:ext>
                </a:extLst>
              </a:tr>
              <a:tr h="341942">
                <a:tc>
                  <a:txBody>
                    <a:bodyPr/>
                    <a:lstStyle/>
                    <a:p>
                      <a:pPr marL="0" algn="ctr" defTabSz="987461" rtl="0" eaLnBrk="1" fontAlgn="ctr" latinLnBrk="0" hangingPunct="1"/>
                      <a:r>
                        <a:rPr kumimoji="0" lang="fr-FR" sz="700" b="1" i="0" u="none" strike="noStrike" kern="1200" cap="none" normalizeH="0" baseline="0" noProof="0">
                          <a:ln>
                            <a:noFill/>
                          </a:ln>
                          <a:solidFill>
                            <a:schemeClr val="tx1"/>
                          </a:solidFill>
                          <a:effectLst/>
                          <a:latin typeface="+mn-lt"/>
                          <a:ea typeface="+mn-ea"/>
                          <a:cs typeface="Calibri"/>
                        </a:rPr>
                        <a:t>CO-02</a:t>
                      </a:r>
                    </a:p>
                  </a:txBody>
                  <a:tcPr marL="54000" marR="5400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87461" rtl="0" eaLnBrk="1" fontAlgn="ctr" latinLnBrk="0" hangingPunct="1"/>
                      <a:r>
                        <a:rPr lang="fr-FR" sz="700" b="0" kern="1200" noProof="0">
                          <a:solidFill>
                            <a:schemeClr val="tx1"/>
                          </a:solidFill>
                          <a:effectLst/>
                          <a:latin typeface="+mn-lt"/>
                          <a:ea typeface="Times New Roman" panose="02020603050405020304" pitchFamily="18" charset="0"/>
                          <a:cs typeface="Arial"/>
                        </a:rPr>
                        <a:t>Les incidents de production sont identifies, traces et resolus dans des delais appropries.</a:t>
                      </a:r>
                      <a:endParaRPr kumimoji="0" lang="fr-FR" sz="700" b="1" i="0" u="none" strike="noStrike" kern="1200" cap="none" normalizeH="0" baseline="0" noProof="0">
                        <a:ln>
                          <a:noFill/>
                        </a:ln>
                        <a:solidFill>
                          <a:schemeClr val="tx1"/>
                        </a:solidFill>
                        <a:effectLst/>
                        <a:latin typeface="+mn-lt"/>
                        <a:ea typeface="+mn-ea"/>
                        <a:cs typeface="Arial"/>
                      </a:endParaRPr>
                    </a:p>
                  </a:txBody>
                  <a:tcPr marL="54000" marR="5400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4">
                  <a:txBody>
                    <a:bodyPr/>
                    <a:lstStyle/>
                    <a:p>
                      <a:pPr marL="0" marR="0" lvl="0" indent="0" algn="ctr" defTabSz="914400" rtl="0" eaLnBrk="1" fontAlgn="auto" latinLnBrk="0" hangingPunct="1">
                        <a:lnSpc>
                          <a:spcPct val="100000"/>
                        </a:lnSpc>
                        <a:spcBef>
                          <a:spcPts val="0"/>
                        </a:spcBef>
                        <a:spcAft>
                          <a:spcPts val="0"/>
                        </a:spcAft>
                        <a:buClr>
                          <a:srgbClr val="7D7D7D"/>
                        </a:buClr>
                        <a:buSzTx/>
                        <a:buFontTx/>
                        <a:buNone/>
                        <a:tabLst/>
                        <a:defRPr/>
                      </a:pPr>
                      <a:r>
                        <a:rPr kumimoji="0" lang="en-US" sz="700" b="1" i="0" u="none" strike="noStrike" kern="1200" cap="none" spc="0" normalizeH="0" baseline="0" noProof="0">
                          <a:ln>
                            <a:noFill/>
                          </a:ln>
                          <a:solidFill>
                            <a:schemeClr val="tx1"/>
                          </a:solidFill>
                          <a:effectLst/>
                          <a:uLnTx/>
                          <a:uFillTx/>
                          <a:latin typeface="+mn-lt"/>
                          <a:ea typeface="+mn-ea"/>
                          <a:cs typeface="+mn-cs"/>
                        </a:rPr>
                        <a:t>N/A</a:t>
                      </a:r>
                      <a:endParaRPr kumimoji="0" lang="fr-FR" sz="700" b="1" i="0" u="none" strike="noStrike" kern="1200" cap="none" spc="0" normalizeH="0" baseline="0" noProof="0" dirty="0">
                        <a:ln>
                          <a:noFill/>
                        </a:ln>
                        <a:solidFill>
                          <a:schemeClr val="tx1"/>
                        </a:solidFill>
                        <a:effectLst/>
                        <a:uLnTx/>
                        <a:uFillTx/>
                        <a:latin typeface="+mn-lt"/>
                        <a:ea typeface="+mn-ea"/>
                        <a:cs typeface="+mn-cs"/>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hMerge="1">
                  <a:txBody>
                    <a:bodyPr/>
                    <a:lstStyle/>
                    <a:p>
                      <a:endParaRPr/>
                    </a:p>
                  </a:txBody>
                  <a:tcPr marL="0" marR="0" marT="0" marB="0" anchor="ctr">
                    <a:lnL w="3175"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hMerge="1">
                  <a:txBody>
                    <a:bodyPr/>
                    <a:lstStyle/>
                    <a:p>
                      <a:endParaRPr/>
                    </a:p>
                  </a:txBody>
                  <a:tcPr marL="0" marR="0" marT="0" marB="0" anchor="ctr">
                    <a:lnL w="3175"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r>
                        <a:rPr lang="en-US" sz="800"/>
                        <a:t>Moyenne</a:t>
                      </a:r>
                      <a:endParaRPr lang="en-US" sz="800" dirty="0"/>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36352726"/>
                  </a:ext>
                </a:extLst>
              </a:tr>
            </a:tbl>
          </a:graphicData>
        </a:graphic>
      </p:graphicFrame>
      <p:sp>
        <p:nvSpPr>
          <p:cNvPr id="2" name="ZoneTexte 1">
            <a:extLst>
              <a:ext uri="{FF2B5EF4-FFF2-40B4-BE49-F238E27FC236}">
                <a16:creationId xmlns:a16="http://schemas.microsoft.com/office/drawing/2014/main" id="{AFBB2428-47EF-C203-6702-DD72F1ED91C6}"/>
              </a:ext>
            </a:extLst>
          </p:cNvPr>
          <p:cNvSpPr txBox="1"/>
          <p:nvPr/>
        </p:nvSpPr>
        <p:spPr>
          <a:xfrm>
            <a:off x="6928423" y="33334"/>
            <a:ext cx="2838450" cy="170096"/>
          </a:xfrm>
          <a:prstGeom prst="rect">
            <a:avLst/>
          </a:prstGeom>
          <a:noFill/>
        </p:spPr>
        <p:txBody>
          <a:bodyPr wrap="square" rtlCol="0">
            <a:noAutofit/>
          </a:bodyPr>
          <a:lstStyle/>
          <a:p>
            <a:pPr algn="just"/>
            <a:r>
              <a:rPr lang="fr-FR" sz="600" noProof="0">
                <a:ea typeface="Times New Roman" panose="02020603050405020304" pitchFamily="18" charset="0"/>
              </a:rPr>
              <a:t>↗ : Recommandation cloturee en 2026</a:t>
            </a:r>
            <a:endParaRPr lang="fr-FR" sz="600" noProof="0"/>
          </a:p>
        </p:txBody>
      </p:sp>
      <p:sp>
        <p:nvSpPr>
          <p:cNvPr id="9" name="Google Shape;478;p3">
            <a:extLst>
              <a:ext uri="{FF2B5EF4-FFF2-40B4-BE49-F238E27FC236}">
                <a16:creationId xmlns:a16="http://schemas.microsoft.com/office/drawing/2014/main" id="{BD82F423-D1D6-5456-1E63-1C42F5CFE20C}"/>
              </a:ext>
            </a:extLst>
          </p:cNvPr>
          <p:cNvSpPr txBox="1">
            <a:spLocks/>
          </p:cNvSpPr>
          <p:nvPr/>
        </p:nvSpPr>
        <p:spPr>
          <a:xfrm>
            <a:off x="226559" y="118383"/>
            <a:ext cx="6172200" cy="310243"/>
          </a:xfrm>
          <a:prstGeom prst="rect">
            <a:avLst/>
          </a:prstGeom>
          <a:noFill/>
          <a:ln>
            <a:noFill/>
          </a:ln>
        </p:spPr>
        <p:txBody>
          <a:bodyPr spcFirstLastPara="1" vert="horz" wrap="square" lIns="0" tIns="0" rIns="0" bIns="0" rtlCol="0" anchor="t" anchorCtr="0">
            <a:normAutofit/>
          </a:bodyPr>
          <a:lstStyle>
            <a:lvl1pPr algn="l" defTabSz="685800" rtl="0" eaLnBrk="1" latinLnBrk="0" hangingPunct="1">
              <a:lnSpc>
                <a:spcPct val="85000"/>
              </a:lnSpc>
              <a:spcBef>
                <a:spcPct val="0"/>
              </a:spcBef>
              <a:buNone/>
              <a:defRPr sz="2800" kern="1200">
                <a:solidFill>
                  <a:schemeClr val="tx1"/>
                </a:solidFill>
                <a:latin typeface="+mj-lt"/>
                <a:ea typeface="+mj-ea"/>
                <a:cs typeface="+mj-cs"/>
              </a:defRPr>
            </a:lvl1pPr>
          </a:lstStyle>
          <a:p>
            <a:r>
              <a:rPr lang="fr-FR" sz="2250" noProof="0">
                <a:latin typeface="Georgia" panose="02040502050405020303" pitchFamily="18" charset="0"/>
              </a:rPr>
              <a:t>Synthese par controle et par application</a:t>
            </a:r>
          </a:p>
        </p:txBody>
      </p:sp>
      <p:graphicFrame>
        <p:nvGraphicFramePr>
          <p:cNvPr id="4" name="Tableau 3">
            <a:extLst>
              <a:ext uri="{FF2B5EF4-FFF2-40B4-BE49-F238E27FC236}">
                <a16:creationId xmlns:a16="http://schemas.microsoft.com/office/drawing/2014/main" id="{B079A30B-0F97-AF7E-F88B-C7906364BD89}"/>
              </a:ext>
            </a:extLst>
          </p:cNvPr>
          <p:cNvGraphicFramePr>
            <a:graphicFrameLocks noGrp="1"/>
          </p:cNvGraphicFramePr>
          <p:nvPr>
            <p:extLst>
              <p:ext uri="{D42A27DB-BD31-4B8C-83A1-F6EECF244321}">
                <p14:modId xmlns:p14="http://schemas.microsoft.com/office/powerpoint/2010/main" val="2905092545"/>
              </p:ext>
            </p:extLst>
          </p:nvPr>
        </p:nvGraphicFramePr>
        <p:xfrm>
          <a:off x="11001375" y="1895475"/>
          <a:ext cx="208280" cy="609600"/>
        </p:xfrm>
        <a:graphic>
          <a:graphicData uri="http://schemas.openxmlformats.org/drawingml/2006/table">
            <a:tbl>
              <a:tblPr/>
              <a:tblGrid>
                <a:gridCol w="208280">
                  <a:extLst>
                    <a:ext uri="{9D8B030D-6E8A-4147-A177-3AD203B41FA5}">
                      <a16:colId xmlns:a16="http://schemas.microsoft.com/office/drawing/2014/main" val="123945118"/>
                    </a:ext>
                  </a:extLst>
                </a:gridCol>
              </a:tblGrid>
              <a:tr h="0">
                <a:tc>
                  <a:txBody>
                    <a:bodyPr/>
                    <a:lstStyle/>
                    <a:p>
                      <a:pPr lvl="0">
                        <a:buNone/>
                      </a:pPr>
                      <a:endParaRPr lang="fr-FR"/>
                    </a:p>
                  </a:txBody>
                  <a:tcPr>
                    <a:lnL w="3174">
                      <a:solidFill>
                        <a:schemeClr val="bg1"/>
                      </a:solidFill>
                    </a:lnL>
                    <a:lnR w="3174">
                      <a:solidFill>
                        <a:schemeClr val="bg1"/>
                      </a:solidFill>
                    </a:lnR>
                    <a:lnT w="3174">
                      <a:solidFill>
                        <a:schemeClr val="bg1"/>
                      </a:solidFill>
                    </a:lnT>
                    <a:lnB w="3174">
                      <a:solidFill>
                        <a:schemeClr val="bg1"/>
                      </a:solidFill>
                    </a:lnB>
                  </a:tcPr>
                </a:tc>
                <a:extLst>
                  <a:ext uri="{0D108BD9-81ED-4DB2-BD59-A6C34878D82A}">
                    <a16:rowId xmlns:a16="http://schemas.microsoft.com/office/drawing/2014/main" val="128838349"/>
                  </a:ext>
                </a:extLst>
              </a:tr>
              <a:tr h="0">
                <a:tc>
                  <a:txBody>
                    <a:bodyPr/>
                    <a:lstStyle/>
                    <a:p>
                      <a:endParaRPr lang="fr-FR"/>
                    </a:p>
                  </a:txBody>
                  <a:tcPr>
                    <a:lnL w="3175" cmpd="sng">
                      <a:solidFill>
                        <a:schemeClr val="bg1"/>
                      </a:solidFill>
                      <a:prstDash val="solid"/>
                    </a:lnL>
                    <a:lnR w="3175" cmpd="sng">
                      <a:solidFill>
                        <a:schemeClr val="bg1"/>
                      </a:solidFill>
                      <a:prstDash val="solid"/>
                    </a:lnR>
                    <a:lnT w="3174" cap="flat" cmpd="sng" algn="ctr">
                      <a:solidFill>
                        <a:schemeClr val="bg1"/>
                      </a:solidFill>
                      <a:prstDash val="solid"/>
                      <a:round/>
                      <a:headEnd type="none" w="med" len="med"/>
                      <a:tailEnd type="none" w="med" len="med"/>
                    </a:lnT>
                    <a:lnB w="3175" cmpd="sng">
                      <a:solidFill>
                        <a:schemeClr val="bg1"/>
                      </a:solidFill>
                      <a:prstDash val="solid"/>
                    </a:lnB>
                  </a:tcPr>
                </a:tc>
                <a:extLst>
                  <a:ext uri="{0D108BD9-81ED-4DB2-BD59-A6C34878D82A}">
                    <a16:rowId xmlns:a16="http://schemas.microsoft.com/office/drawing/2014/main" val="740852747"/>
                  </a:ext>
                </a:extLst>
              </a:tr>
            </a:tbl>
          </a:graphicData>
        </a:graphic>
      </p:graphicFrame>
    </p:spTree>
    <p:extLst>
      <p:ext uri="{BB962C8B-B14F-4D97-AF65-F5344CB8AC3E}">
        <p14:creationId xmlns:p14="http://schemas.microsoft.com/office/powerpoint/2010/main" val="41281555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a:extLst>
            <a:ext uri="{FF2B5EF4-FFF2-40B4-BE49-F238E27FC236}">
              <a16:creationId xmlns:a16="http://schemas.microsoft.com/office/drawing/2014/main" id="{9CFB5FBD-960C-4E6B-BD02-2A7319345209}"/>
            </a:ext>
          </a:extLst>
        </p:cNvPr>
        <p:cNvGrpSpPr/>
        <p:nvPr/>
      </p:nvGrpSpPr>
      <p:grpSpPr>
        <a:xfrm>
          <a:off x="0" y="0"/>
          <a:ext cx="0" cy="0"/>
          <a:chOff x="0" y="0"/>
          <a:chExt cx="0" cy="0"/>
        </a:xfrm>
      </p:grpSpPr>
      <p:sp>
        <p:nvSpPr>
          <p:cNvPr id="32" name="Title 31">
            <a:extLst>
              <a:ext uri="{FF2B5EF4-FFF2-40B4-BE49-F238E27FC236}">
                <a16:creationId xmlns:a16="http://schemas.microsoft.com/office/drawing/2014/main" id="{C258AF33-8260-9FE7-96D3-9D295D4D5FF0}"/>
              </a:ext>
            </a:extLst>
          </p:cNvPr>
          <p:cNvSpPr>
            <a:spLocks noGrp="1"/>
          </p:cNvSpPr>
          <p:nvPr>
            <p:ph type="title"/>
          </p:nvPr>
        </p:nvSpPr>
        <p:spPr>
          <a:xfrm>
            <a:off x="298329" y="2594969"/>
            <a:ext cx="4940733" cy="1944956"/>
          </a:xfrm>
        </p:spPr>
        <p:txBody>
          <a:bodyPr/>
          <a:lstStyle/>
          <a:p>
            <a:r>
              <a:rPr lang="fr-FR" noProof="0"/>
              <a:t>Points relev?s au cours de l?exercice Janvier 2026 - Mars 2026</a:t>
            </a:r>
            <a:endParaRPr lang="fr-FR" noProof="0" dirty="0"/>
          </a:p>
        </p:txBody>
      </p:sp>
      <p:sp>
        <p:nvSpPr>
          <p:cNvPr id="13" name="Text Placeholder 12">
            <a:extLst>
              <a:ext uri="{FF2B5EF4-FFF2-40B4-BE49-F238E27FC236}">
                <a16:creationId xmlns:a16="http://schemas.microsoft.com/office/drawing/2014/main" id="{628FCE1D-532A-7D44-E95B-913D1158F8D1}"/>
              </a:ext>
            </a:extLst>
          </p:cNvPr>
          <p:cNvSpPr>
            <a:spLocks noGrp="1"/>
          </p:cNvSpPr>
          <p:nvPr>
            <p:ph type="body" idx="1"/>
          </p:nvPr>
        </p:nvSpPr>
        <p:spPr>
          <a:xfrm>
            <a:off x="6145368" y="432054"/>
            <a:ext cx="2596571" cy="3231654"/>
          </a:xfrm>
        </p:spPr>
        <p:txBody>
          <a:bodyPr/>
          <a:lstStyle/>
          <a:p>
            <a:r>
              <a:rPr lang="fr-FR" noProof="0"/>
              <a:t>3</a:t>
            </a:r>
          </a:p>
        </p:txBody>
      </p:sp>
      <p:sp>
        <p:nvSpPr>
          <p:cNvPr id="2" name="Footer Placeholder 1">
            <a:extLst>
              <a:ext uri="{FF2B5EF4-FFF2-40B4-BE49-F238E27FC236}">
                <a16:creationId xmlns:a16="http://schemas.microsoft.com/office/drawing/2014/main" id="{1BADF384-6BED-3D03-7146-09514CB9897B}"/>
              </a:ext>
            </a:extLst>
          </p:cNvPr>
          <p:cNvSpPr>
            <a:spLocks noGrp="1"/>
          </p:cNvSpPr>
          <p:nvPr>
            <p:ph type="ftr" sz="quarter" idx="3"/>
          </p:nvPr>
        </p:nvSpPr>
        <p:spPr>
          <a:xfrm>
            <a:off x="800100" y="4873081"/>
            <a:ext cx="6611112" cy="121187"/>
          </a:xfrm>
        </p:spPr>
        <p:txBody>
          <a:bodyPr/>
          <a:lstStyle/>
          <a:p>
            <a:r>
              <a:rPr lang="fr-FR"/>
              <a:t>PwC | Direction des systemes d'information - Groupe Example Janvier 2026 - Mars 2026</a:t>
            </a:r>
            <a:endParaRPr lang="fr-FR" noProof="0" dirty="0"/>
          </a:p>
        </p:txBody>
      </p:sp>
      <p:sp>
        <p:nvSpPr>
          <p:cNvPr id="3" name="Slide Number Placeholder 2">
            <a:extLst>
              <a:ext uri="{FF2B5EF4-FFF2-40B4-BE49-F238E27FC236}">
                <a16:creationId xmlns:a16="http://schemas.microsoft.com/office/drawing/2014/main" id="{B226AB99-34BC-4E83-F026-1FAF5E9A9ADF}"/>
              </a:ext>
            </a:extLst>
          </p:cNvPr>
          <p:cNvSpPr>
            <a:spLocks noGrp="1"/>
          </p:cNvSpPr>
          <p:nvPr>
            <p:ph type="sldNum" sz="quarter" idx="4"/>
          </p:nvPr>
        </p:nvSpPr>
        <p:spPr>
          <a:xfrm>
            <a:off x="8627864" y="4876039"/>
            <a:ext cx="223657" cy="121187"/>
          </a:xfrm>
        </p:spPr>
        <p:txBody>
          <a:bodyPr/>
          <a:lstStyle/>
          <a:p>
            <a:r>
              <a:rPr lang="fr-FR" noProof="0"/>
              <a:t>14</a:t>
            </a:r>
          </a:p>
        </p:txBody>
      </p:sp>
    </p:spTree>
    <p:extLst>
      <p:ext uri="{BB962C8B-B14F-4D97-AF65-F5344CB8AC3E}">
        <p14:creationId xmlns:p14="http://schemas.microsoft.com/office/powerpoint/2010/main" val="13508769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76D95-31AA-2211-61D8-613810D21FFA}"/>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238F3243-4229-CEF6-494F-7AC15E7CFD5B}"/>
              </a:ext>
              <a:ext uri="{C183D7F6-B498-43B3-948B-1728B52AA6E4}">
                <adec:decorative xmlns:adec="http://schemas.microsoft.com/office/drawing/2017/decorative" val="0"/>
              </a:ext>
            </a:extLst>
          </p:cNvPr>
          <p:cNvSpPr>
            <a:spLocks noGrp="1"/>
          </p:cNvSpPr>
          <p:nvPr>
            <p:ph type="sldNum" sz="quarter" idx="4"/>
          </p:nvPr>
        </p:nvSpPr>
        <p:spPr>
          <a:xfrm>
            <a:off x="8627864" y="4876039"/>
            <a:ext cx="223657" cy="121187"/>
          </a:xfrm>
        </p:spPr>
        <p:txBody>
          <a:bodyPr/>
          <a:lstStyle/>
          <a:p>
            <a:r>
              <a:rPr lang="fr-FR" noProof="0"/>
              <a:t>15</a:t>
            </a:r>
          </a:p>
        </p:txBody>
      </p:sp>
      <p:graphicFrame>
        <p:nvGraphicFramePr>
          <p:cNvPr id="33" name="Tableau 32">
            <a:extLst>
              <a:ext uri="{FF2B5EF4-FFF2-40B4-BE49-F238E27FC236}">
                <a16:creationId xmlns:a16="http://schemas.microsoft.com/office/drawing/2014/main" id="{98851477-C407-48DF-F986-4F1BA222E758}"/>
              </a:ext>
            </a:extLst>
          </p:cNvPr>
          <p:cNvGraphicFramePr>
            <a:graphicFrameLocks noGrp="1"/>
          </p:cNvGraphicFramePr>
          <p:nvPr>
            <p:custDataLst>
              <p:tags r:id="rId1"/>
            </p:custDataLst>
            <p:extLst>
              <p:ext uri="{D42A27DB-BD31-4B8C-83A1-F6EECF244321}">
                <p14:modId xmlns:p14="http://schemas.microsoft.com/office/powerpoint/2010/main" val="869841824"/>
              </p:ext>
            </p:extLst>
          </p:nvPr>
        </p:nvGraphicFramePr>
        <p:xfrm>
          <a:off x="0" y="503347"/>
          <a:ext cx="9144000" cy="4030734"/>
        </p:xfrm>
        <a:graphic>
          <a:graphicData uri="http://schemas.openxmlformats.org/drawingml/2006/table">
            <a:tbl>
              <a:tblPr firstRow="1" firstCol="1" bandRow="1">
                <a:tableStyleId>{5C22544A-7EE6-4342-B048-85BDC9FD1C3A}</a:tableStyleId>
              </a:tblPr>
              <a:tblGrid>
                <a:gridCol w="439993">
                  <a:extLst>
                    <a:ext uri="{9D8B030D-6E8A-4147-A177-3AD203B41FA5}">
                      <a16:colId xmlns:a16="http://schemas.microsoft.com/office/drawing/2014/main" val="20000"/>
                    </a:ext>
                  </a:extLst>
                </a:gridCol>
                <a:gridCol w="1113455">
                  <a:extLst>
                    <a:ext uri="{9D8B030D-6E8A-4147-A177-3AD203B41FA5}">
                      <a16:colId xmlns:a16="http://schemas.microsoft.com/office/drawing/2014/main" val="20001"/>
                    </a:ext>
                  </a:extLst>
                </a:gridCol>
                <a:gridCol w="3486649">
                  <a:extLst>
                    <a:ext uri="{9D8B030D-6E8A-4147-A177-3AD203B41FA5}">
                      <a16:colId xmlns:a16="http://schemas.microsoft.com/office/drawing/2014/main" val="4057883698"/>
                    </a:ext>
                  </a:extLst>
                </a:gridCol>
                <a:gridCol w="2348582">
                  <a:extLst>
                    <a:ext uri="{9D8B030D-6E8A-4147-A177-3AD203B41FA5}">
                      <a16:colId xmlns:a16="http://schemas.microsoft.com/office/drawing/2014/main" val="2265104901"/>
                    </a:ext>
                  </a:extLst>
                </a:gridCol>
                <a:gridCol w="1755321">
                  <a:extLst>
                    <a:ext uri="{9D8B030D-6E8A-4147-A177-3AD203B41FA5}">
                      <a16:colId xmlns:a16="http://schemas.microsoft.com/office/drawing/2014/main" val="1413096817"/>
                    </a:ext>
                  </a:extLst>
                </a:gridCol>
              </a:tblGrid>
              <a:tr h="380404">
                <a:tc>
                  <a:txBody>
                    <a:bodyPr/>
                    <a:lstStyle/>
                    <a:p>
                      <a:pPr algn="ctr"/>
                      <a:r>
                        <a:rPr lang="fr-FR" sz="900" noProof="0">
                          <a:solidFill>
                            <a:schemeClr val="bg1"/>
                          </a:solidFill>
                          <a:latin typeface="+mn-lt"/>
                        </a:rPr>
                        <a:t>Réf.</a:t>
                      </a:r>
                    </a:p>
                  </a:txBody>
                  <a:tcPr anchor="ctr">
                    <a:solidFill>
                      <a:schemeClr val="tx1">
                        <a:lumMod val="75000"/>
                        <a:lumOff val="25000"/>
                      </a:schemeClr>
                    </a:solidFill>
                  </a:tcPr>
                </a:tc>
                <a:tc>
                  <a:txBody>
                    <a:bodyPr/>
                    <a:lstStyle/>
                    <a:p>
                      <a:pPr marL="0" algn="ctr" defTabSz="957796" rtl="0" eaLnBrk="1" latinLnBrk="0" hangingPunct="1"/>
                      <a:r>
                        <a:rPr lang="fr-FR" sz="900" b="1" kern="1200" noProof="0">
                          <a:solidFill>
                            <a:schemeClr val="bg1"/>
                          </a:solidFill>
                          <a:latin typeface="+mn-lt"/>
                          <a:ea typeface="+mn-ea"/>
                          <a:cs typeface="+mn-cs"/>
                        </a:rPr>
                        <a:t>Description du contrôle</a:t>
                      </a:r>
                    </a:p>
                  </a:txBody>
                  <a:tcPr anchor="ctr">
                    <a:solidFill>
                      <a:schemeClr val="tx1">
                        <a:lumMod val="75000"/>
                        <a:lumOff val="25000"/>
                      </a:schemeClr>
                    </a:solidFill>
                  </a:tcPr>
                </a:tc>
                <a:tc>
                  <a:txBody>
                    <a:bodyPr/>
                    <a:lstStyle/>
                    <a:p>
                      <a:pPr marL="0" algn="ctr" defTabSz="957796" rtl="0" eaLnBrk="1" latinLnBrk="0" hangingPunct="1"/>
                      <a:r>
                        <a:rPr lang="fr-FR" sz="900" b="1" kern="1200" noProof="0">
                          <a:solidFill>
                            <a:schemeClr val="bg1"/>
                          </a:solidFill>
                          <a:latin typeface="+mn-lt"/>
                          <a:ea typeface="+mn-ea"/>
                          <a:cs typeface="+mn-cs"/>
                        </a:rPr>
                        <a:t>Constat </a:t>
                      </a:r>
                    </a:p>
                  </a:txBody>
                  <a:tcPr anchor="ctr">
                    <a:solidFill>
                      <a:schemeClr val="tx1">
                        <a:lumMod val="75000"/>
                        <a:lumOff val="25000"/>
                      </a:schemeClr>
                    </a:solidFill>
                  </a:tcPr>
                </a:tc>
                <a:tc>
                  <a:txBody>
                    <a:bodyPr/>
                    <a:lstStyle/>
                    <a:p>
                      <a:pPr marL="0" algn="ctr" defTabSz="957796" rtl="0" eaLnBrk="1" latinLnBrk="0" hangingPunct="1"/>
                      <a:r>
                        <a:rPr lang="fr-FR" sz="900" noProof="0">
                          <a:solidFill>
                            <a:schemeClr val="bg1"/>
                          </a:solidFill>
                          <a:latin typeface="+mn-lt"/>
                        </a:rPr>
                        <a:t>Recommandation</a:t>
                      </a:r>
                      <a:endParaRPr lang="fr-FR" sz="900" b="1" kern="1200" noProof="0">
                        <a:solidFill>
                          <a:schemeClr val="bg1"/>
                        </a:solidFill>
                        <a:latin typeface="+mn-lt"/>
                        <a:ea typeface="+mn-ea"/>
                        <a:cs typeface="+mn-cs"/>
                      </a:endParaRPr>
                    </a:p>
                  </a:txBody>
                  <a:tcPr anchor="ctr">
                    <a:solidFill>
                      <a:schemeClr val="tx1">
                        <a:lumMod val="75000"/>
                        <a:lumOff val="25000"/>
                      </a:schemeClr>
                    </a:solidFill>
                  </a:tcPr>
                </a:tc>
                <a:tc>
                  <a:txBody>
                    <a:bodyPr/>
                    <a:lstStyle/>
                    <a:p>
                      <a:pPr marL="0" algn="ctr" defTabSz="957796" rtl="0" eaLnBrk="1" latinLnBrk="0" hangingPunct="1"/>
                      <a:r>
                        <a:rPr lang="fr-FR" sz="900" b="1" kern="1200" noProof="0">
                          <a:solidFill>
                            <a:schemeClr val="bg1"/>
                          </a:solidFill>
                          <a:latin typeface="+mn-lt"/>
                          <a:ea typeface="+mn-ea"/>
                          <a:cs typeface="+mn-cs"/>
                        </a:rPr>
                        <a:t>Risque</a:t>
                      </a:r>
                    </a:p>
                  </a:txBody>
                  <a:tcPr anchor="ctr">
                    <a:solidFill>
                      <a:schemeClr val="tx1">
                        <a:lumMod val="75000"/>
                        <a:lumOff val="25000"/>
                      </a:schemeClr>
                    </a:solidFill>
                  </a:tcPr>
                </a:tc>
                <a:extLst>
                  <a:ext uri="{0D108BD9-81ED-4DB2-BD59-A6C34878D82A}">
                    <a16:rowId xmlns:a16="http://schemas.microsoft.com/office/drawing/2014/main" val="10000"/>
                  </a:ext>
                </a:extLst>
              </a:tr>
              <a:tr h="237752">
                <a:tc gridSpan="5">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FR" sz="900" noProof="0">
                          <a:solidFill>
                            <a:schemeClr val="bg1"/>
                          </a:solidFill>
                          <a:latin typeface="+mn-lt"/>
                        </a:rPr>
                        <a:t>Gestion des acces</a:t>
                      </a:r>
                    </a:p>
                  </a:txBody>
                  <a:tcPr anchor="ctr">
                    <a:solidFill>
                      <a:schemeClr val="tx1">
                        <a:lumMod val="50000"/>
                        <a:lumOff val="50000"/>
                      </a:schemeClr>
                    </a:solidFill>
                  </a:tcPr>
                </a:tc>
                <a:tc hMerge="1">
                  <a:txBody>
                    <a:bodyPr/>
                    <a:lstStyle/>
                    <a:p>
                      <a:endParaRPr lang="fr-FR"/>
                    </a:p>
                  </a:txBody>
                  <a:tcPr/>
                </a:tc>
                <a:tc hMerge="1">
                  <a:txBody>
                    <a:bodyPr/>
                    <a:lstStyle/>
                    <a:p>
                      <a:endParaRPr lang="fr-FR"/>
                    </a:p>
                  </a:txBody>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fr-FR" sz="900">
                        <a:solidFill>
                          <a:schemeClr val="bg1"/>
                        </a:solidFill>
                        <a:latin typeface="+mn-lt"/>
                      </a:endParaRPr>
                    </a:p>
                  </a:txBody>
                  <a:tcPr anchor="ctr">
                    <a:solidFill>
                      <a:schemeClr val="tx1">
                        <a:lumMod val="50000"/>
                        <a:lumOff val="50000"/>
                      </a:schemeClr>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fr-FR" sz="900" noProof="0">
                        <a:solidFill>
                          <a:schemeClr val="bg1"/>
                        </a:solidFill>
                        <a:latin typeface="+mn-lt"/>
                      </a:endParaRPr>
                    </a:p>
                  </a:txBody>
                  <a:tcPr anchor="ctr">
                    <a:solidFill>
                      <a:schemeClr val="tx1">
                        <a:lumMod val="50000"/>
                        <a:lumOff val="50000"/>
                      </a:schemeClr>
                    </a:solidFill>
                  </a:tcPr>
                </a:tc>
                <a:extLst>
                  <a:ext uri="{0D108BD9-81ED-4DB2-BD59-A6C34878D82A}">
                    <a16:rowId xmlns:a16="http://schemas.microsoft.com/office/drawing/2014/main" val="10001"/>
                  </a:ext>
                </a:extLst>
              </a:tr>
              <a:tr h="633818">
                <a:tc rowSpan="3">
                  <a:txBody>
                    <a:bodyPr/>
                    <a:lstStyle/>
                    <a:p>
                      <a:pPr marL="0" marR="0" lvl="0" indent="0" algn="ctr" defTabSz="957796" rtl="0" eaLnBrk="1" fontAlgn="auto" latinLnBrk="0" hangingPunct="1">
                        <a:lnSpc>
                          <a:spcPct val="100000"/>
                        </a:lnSpc>
                        <a:spcBef>
                          <a:spcPts val="0"/>
                        </a:spcBef>
                        <a:spcAft>
                          <a:spcPts val="0"/>
                        </a:spcAft>
                        <a:buClrTx/>
                        <a:buSzTx/>
                        <a:buFontTx/>
                        <a:buNone/>
                        <a:tabLst/>
                        <a:defRPr/>
                      </a:pPr>
                      <a:r>
                        <a:rPr lang="fr-FR" sz="900" b="1" kern="1200" noProof="0">
                          <a:solidFill>
                            <a:schemeClr val="bg1"/>
                          </a:solidFill>
                          <a:latin typeface="+mn-lt"/>
                          <a:ea typeface="+mn-ea"/>
                          <a:cs typeface="+mn-cs"/>
                        </a:rPr>
                        <a:t>APD-02</a:t>
                      </a:r>
                    </a:p>
                  </a:txBody>
                  <a:tcPr vert="vert270">
                    <a:solidFill>
                      <a:schemeClr val="accent1"/>
                    </a:solidFill>
                  </a:tcPr>
                </a:tc>
                <a:tc rowSpan="3">
                  <a:txBody>
                    <a:bodyPr/>
                    <a:lstStyle/>
                    <a:p>
                      <a:pPr marL="0" marR="0" lvl="1" indent="0" algn="l"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lang="fr-FR" sz="900" kern="1200" baseline="0" noProof="0">
                          <a:solidFill>
                            <a:schemeClr val="tx1"/>
                          </a:solidFill>
                          <a:effectLst/>
                          <a:highlight>
                            <a:srgbClr val="FFFF00"/>
                          </a:highlight>
                          <a:latin typeface="+mn-lt"/>
                          <a:ea typeface="Times New Roman" panose="02020603050405020304" pitchFamily="18" charset="0"/>
                          <a:cs typeface="+mn-cs"/>
                        </a:rPr>
                        <a:t>Les droits d'acces des utilisateurs quittant l'entite sont retires en temps opportun.</a:t>
                      </a:r>
                    </a:p>
                  </a:txBody>
                  <a:tcPr>
                    <a:solidFill>
                      <a:schemeClr val="bg1">
                        <a:lumMod val="95000"/>
                      </a:schemeClr>
                    </a:solidFill>
                  </a:tcPr>
                </a:tc>
                <a:tc rowSpan="3">
                  <a:txBody>
                    <a:bodyPr/>
                    <a:lstStyle/>
                    <a:p>
                      <a:pPr marL="0" marR="0" lvl="0" indent="0" algn="just" defTabSz="741939" rtl="0" eaLnBrk="1" fontAlgn="base" latinLnBrk="0" hangingPunct="1">
                        <a:lnSpc>
                          <a:spcPct val="100000"/>
                        </a:lnSpc>
                        <a:spcBef>
                          <a:spcPts val="0"/>
                        </a:spcBef>
                        <a:spcAft>
                          <a:spcPts val="300"/>
                        </a:spcAft>
                        <a:buClr>
                          <a:srgbClr val="000000"/>
                        </a:buClr>
                        <a:buSzTx/>
                        <a:buFont typeface="Arial"/>
                        <a:buNone/>
                        <a:tabLst/>
                        <a:defRPr/>
                      </a:pPr>
                      <a:r>
                        <a:rPr lang="fr-FR" sz="900" b="0" i="0" u="none" strike="noStrike" kern="1200" cap="none" baseline="0">
                          <a:solidFill>
                            <a:schemeClr val="tx1"/>
                          </a:solidFill>
                          <a:latin typeface="+mn-lt"/>
                          <a:ea typeface="Times New Roman" panose="02020603050405020304" pitchFamily="18" charset="0"/>
                          <a:cs typeface="Arial"/>
                          <a:sym typeface="Arial"/>
                        </a:rPr>
                        <a:t>12 comptes utilisateurs sont restes actifs apres le depart de collaborateurs. Parmi eux, 3 comptes ont enregistre une connexion post-depart durant la periode revue.</a:t>
                      </a:r>
                    </a:p>
                  </a:txBody>
                  <a:tcPr marL="89535" marR="89535" marT="0" marB="0">
                    <a:solidFill>
                      <a:schemeClr val="bg1">
                        <a:lumMod val="95000"/>
                      </a:schemeClr>
                    </a:solidFill>
                  </a:tcPr>
                </a:tc>
                <a:tc rowSpan="3">
                  <a:txBody>
                    <a:bodyPr/>
                    <a:lstStyle/>
                    <a:p>
                      <a:pPr marL="0" marR="0" lvl="0" indent="0" algn="l" rtl="0">
                        <a:lnSpc>
                          <a:spcPct val="100000"/>
                        </a:lnSpc>
                        <a:spcBef>
                          <a:spcPts val="0"/>
                        </a:spcBef>
                        <a:spcAft>
                          <a:spcPts val="0"/>
                        </a:spcAft>
                        <a:buClr>
                          <a:srgbClr val="000000"/>
                        </a:buClr>
                        <a:buSzPts val="900"/>
                        <a:buFont typeface="Noto Sans Symbols"/>
                        <a:buNone/>
                      </a:pPr>
                      <a:r>
                        <a:rPr lang="fr-FR" sz="900" b="0" i="0" u="none" strike="noStrike" cap="none" noProof="0">
                          <a:solidFill>
                            <a:srgbClr val="000000"/>
                          </a:solidFill>
                          <a:latin typeface="+mn-lt"/>
                          <a:ea typeface="Arial"/>
                          <a:cs typeface="Arial"/>
                          <a:sym typeface="Arial"/>
                        </a:rPr>
                        <a:t>Mettre en place un rapprochement formel entre les departs RH et les comptes actifs, avec desactivation immediate des comptes et revue tracee des exceptions.</a:t>
                      </a:r>
                    </a:p>
                    <a:p>
                      <a:pPr marL="0" marR="0" lvl="0" indent="0" algn="l" rtl="0">
                        <a:lnSpc>
                          <a:spcPct val="100000"/>
                        </a:lnSpc>
                        <a:spcBef>
                          <a:spcPts val="0"/>
                        </a:spcBef>
                        <a:spcAft>
                          <a:spcPts val="0"/>
                        </a:spcAft>
                        <a:buClr>
                          <a:srgbClr val="000000"/>
                        </a:buClr>
                        <a:buSzPts val="900"/>
                        <a:buFont typeface="Noto Sans Symbols"/>
                        <a:buNone/>
                      </a:pPr>
                      <a:r>
                        <a:rPr lang="fr-FR" sz="900" b="0" i="0" u="none" strike="noStrike" cap="none" noProof="0">
                          <a:solidFill>
                            <a:srgbClr val="000000"/>
                          </a:solidFill>
                          <a:latin typeface="+mn-lt"/>
                          <a:ea typeface="Arial"/>
                          <a:cs typeface="Arial"/>
                          <a:sym typeface="Arial"/>
                        </a:rPr>
                        <a:t>Procedure compensatoire : Une revue mensuelle des comptes est realisee par l'equipe infrastructure, sans rapprochement formel avec les mouvements RH.</a:t>
                      </a:r>
                    </a:p>
                  </a:txBody>
                  <a:tcPr>
                    <a:solidFill>
                      <a:schemeClr val="bg1">
                        <a:lumMod val="95000"/>
                      </a:schemeClr>
                    </a:solidFill>
                  </a:tcPr>
                </a:tc>
                <a:tc>
                  <a:txBody>
                    <a:bodyPr/>
                    <a:lstStyle/>
                    <a:p>
                      <a:pPr marL="6350" marR="0" lvl="0" indent="0" algn="l" rtl="0">
                        <a:lnSpc>
                          <a:spcPct val="100000"/>
                        </a:lnSpc>
                        <a:spcBef>
                          <a:spcPts val="500"/>
                        </a:spcBef>
                        <a:spcAft>
                          <a:spcPts val="0"/>
                        </a:spcAft>
                        <a:buClr>
                          <a:srgbClr val="000000"/>
                        </a:buClr>
                        <a:buSzPts val="900"/>
                        <a:buFont typeface="Arial"/>
                        <a:buNone/>
                      </a:pPr>
                      <a:endParaRPr lang="fr-FR" sz="900" b="1" u="sng" kern="1200" baseline="0" noProof="0">
                        <a:solidFill>
                          <a:schemeClr val="tx1"/>
                        </a:solidFill>
                        <a:effectLst/>
                        <a:latin typeface="+mn-lt"/>
                        <a:ea typeface="Times New Roman" panose="02020603050405020304" pitchFamily="18" charset="0"/>
                        <a:cs typeface="+mn-cs"/>
                      </a:endParaRPr>
                    </a:p>
                  </a:txBody>
                  <a:tcPr>
                    <a:solidFill>
                      <a:schemeClr val="bg1">
                        <a:lumMod val="95000"/>
                      </a:schemeClr>
                    </a:solidFill>
                  </a:tcPr>
                </a:tc>
                <a:extLst>
                  <a:ext uri="{0D108BD9-81ED-4DB2-BD59-A6C34878D82A}">
                    <a16:rowId xmlns:a16="http://schemas.microsoft.com/office/drawing/2014/main" val="10002"/>
                  </a:ext>
                </a:extLst>
              </a:tr>
              <a:tr h="1867489">
                <a:tc vMerge="1">
                  <a:txBody>
                    <a:bodyPr/>
                    <a:lstStyle/>
                    <a:p>
                      <a:endParaRPr lang="fr-FR"/>
                    </a:p>
                  </a:txBody>
                  <a:tcPr/>
                </a:tc>
                <a:tc vMerge="1">
                  <a:txBody>
                    <a:bodyPr/>
                    <a:lstStyle/>
                    <a:p>
                      <a:endParaRPr lang="fr-FR"/>
                    </a:p>
                  </a:txBody>
                  <a:tcPr/>
                </a:tc>
                <a:tc vMerge="1">
                  <a:txBody>
                    <a:bodyPr/>
                    <a:lstStyle/>
                    <a:p>
                      <a:endParaRPr lang="fr-FR"/>
                    </a:p>
                  </a:txBody>
                  <a:tcPr/>
                </a:tc>
                <a:tc vMerge="1">
                  <a:txBody>
                    <a:bodyPr/>
                    <a:lstStyle/>
                    <a:p>
                      <a:endParaRPr lang="fr-FR"/>
                    </a:p>
                  </a:txBody>
                  <a:tcPr/>
                </a:tc>
                <a:tc>
                  <a:txBody>
                    <a:bodyPr/>
                    <a:lstStyle/>
                    <a:p>
                      <a:pPr marL="177800" marR="0" lvl="0" indent="-171450" algn="l" rtl="0">
                        <a:lnSpc>
                          <a:spcPct val="100000"/>
                        </a:lnSpc>
                        <a:spcBef>
                          <a:spcPts val="500"/>
                        </a:spcBef>
                        <a:spcAft>
                          <a:spcPts val="0"/>
                        </a:spcAft>
                        <a:buClr>
                          <a:srgbClr val="000000"/>
                        </a:buClr>
                        <a:buSzPts val="900"/>
                        <a:buFont typeface="Arial" panose="020B0604020202020204" pitchFamily="34" charset="0"/>
                        <a:buChar char="•"/>
                      </a:pPr>
                      <a:r>
                        <a:rPr lang="fr-FR" sz="900" b="0" u="sng" kern="1200" baseline="0" noProof="0">
                          <a:solidFill>
                            <a:schemeClr val="tx1"/>
                          </a:solidFill>
                          <a:effectLst/>
                          <a:latin typeface="+mn-lt"/>
                          <a:ea typeface="Times New Roman" panose="02020603050405020304" pitchFamily="18" charset="0"/>
                          <a:cs typeface="+mn-cs"/>
                        </a:rPr>
                        <a:t>Risque de maintien d'acces non autorises et d'utilisation inappropriee de comptes.</a:t>
                      </a:r>
                    </a:p>
                    <a:p>
                      <a:pPr marL="177800" marR="0" lvl="0" indent="-171450" algn="l" rtl="0">
                        <a:lnSpc>
                          <a:spcPct val="100000"/>
                        </a:lnSpc>
                        <a:spcBef>
                          <a:spcPts val="500"/>
                        </a:spcBef>
                        <a:spcAft>
                          <a:spcPts val="0"/>
                        </a:spcAft>
                        <a:buClr>
                          <a:srgbClr val="000000"/>
                        </a:buClr>
                        <a:buSzPts val="900"/>
                        <a:buFont typeface="Arial" panose="020B0604020202020204" pitchFamily="34" charset="0"/>
                        <a:buChar char="•"/>
                      </a:pPr>
                      <a:r>
                        <a:rPr lang="fr-FR" sz="900" b="0" u="sng" kern="1200" baseline="0" noProof="0">
                          <a:solidFill>
                            <a:schemeClr val="tx1"/>
                          </a:solidFill>
                          <a:effectLst/>
                          <a:latin typeface="+mn-lt"/>
                          <a:ea typeface="Times New Roman" panose="02020603050405020304" pitchFamily="18" charset="0"/>
                          <a:cs typeface="+mn-cs"/>
                        </a:rPr>
                        <a:t>Commentaire auditeur : Constat etabli a partir des extractions AD et du fichier RH des sorties. Les comptes concernent plusieurs directions support.</a:t>
                      </a:r>
                      <a:endParaRPr lang="fr-FR" sz="900" b="0" u="none" kern="1200" baseline="0" noProof="0">
                        <a:solidFill>
                          <a:schemeClr val="tx1"/>
                        </a:solidFill>
                        <a:effectLst/>
                        <a:latin typeface="+mn-lt"/>
                        <a:ea typeface="Times New Roman" panose="02020603050405020304" pitchFamily="18" charset="0"/>
                        <a:cs typeface="+mn-cs"/>
                      </a:endParaRPr>
                    </a:p>
                  </a:txBody>
                  <a:tcPr anchor="ctr">
                    <a:solidFill>
                      <a:schemeClr val="bg1">
                        <a:lumMod val="95000"/>
                      </a:schemeClr>
                    </a:solidFill>
                  </a:tcPr>
                </a:tc>
                <a:extLst>
                  <a:ext uri="{0D108BD9-81ED-4DB2-BD59-A6C34878D82A}">
                    <a16:rowId xmlns:a16="http://schemas.microsoft.com/office/drawing/2014/main" val="3706568165"/>
                  </a:ext>
                </a:extLst>
              </a:tr>
              <a:tr h="0">
                <a:tc vMerge="1">
                  <a:txBody>
                    <a:bodyPr/>
                    <a:lstStyle/>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txBody>
                  <a:tcPr vert="vert270">
                    <a:solidFill>
                      <a:schemeClr val="accent1"/>
                    </a:solidFill>
                  </a:tcPr>
                </a:tc>
                <a:tc vMerge="1">
                  <a:txBody>
                    <a:bodyPr/>
                    <a:lstStyle/>
                    <a:p>
                      <a:pPr marL="0" marR="0" lvl="1" indent="0" algn="l" defTabSz="957796" rtl="0" eaLnBrk="1" fontAlgn="base" latinLnBrk="0" hangingPunct="1">
                        <a:lnSpc>
                          <a:spcPct val="100000"/>
                        </a:lnSpc>
                        <a:spcBef>
                          <a:spcPct val="0"/>
                        </a:spcBef>
                        <a:spcAft>
                          <a:spcPts val="0"/>
                        </a:spcAft>
                        <a:buClrTx/>
                        <a:buSzTx/>
                        <a:buFont typeface="Arial" panose="020B0604020202020204" pitchFamily="34" charset="0"/>
                        <a:buNone/>
                        <a:tabLst/>
                        <a:defRPr/>
                      </a:pPr>
                      <a:endParaRPr lang="fr-FR" sz="900" kern="1200" baseline="0" noProof="0">
                        <a:solidFill>
                          <a:schemeClr val="tx1"/>
                        </a:solidFill>
                        <a:effectLst/>
                        <a:highlight>
                          <a:srgbClr val="FFFF00"/>
                        </a:highlight>
                        <a:latin typeface="+mn-lt"/>
                        <a:ea typeface="Times New Roman" panose="02020603050405020304" pitchFamily="18" charset="0"/>
                        <a:cs typeface="+mn-cs"/>
                      </a:endParaRPr>
                    </a:p>
                  </a:txBody>
                  <a:tcPr>
                    <a:solidFill>
                      <a:schemeClr val="bg1">
                        <a:lumMod val="95000"/>
                      </a:schemeClr>
                    </a:solidFill>
                  </a:tcPr>
                </a:tc>
                <a:tc vMerge="1">
                  <a:txBody>
                    <a:bodyPr/>
                    <a:lstStyle/>
                    <a:p>
                      <a:pPr marL="171450" marR="0" lvl="0" indent="-171450" algn="just" defTabSz="741939" rtl="0" eaLnBrk="1" fontAlgn="base" latinLnBrk="0" hangingPunct="1">
                        <a:lnSpc>
                          <a:spcPct val="100000"/>
                        </a:lnSpc>
                        <a:spcBef>
                          <a:spcPts val="0"/>
                        </a:spcBef>
                        <a:spcAft>
                          <a:spcPts val="300"/>
                        </a:spcAft>
                        <a:buClr>
                          <a:srgbClr val="000000"/>
                        </a:buClr>
                        <a:buSzTx/>
                        <a:buFont typeface="Wingdings"/>
                        <a:buChar char="Ø"/>
                        <a:tabLst/>
                        <a:defRPr/>
                      </a:pPr>
                      <a:endParaRPr lang="fr-FR" sz="900" b="0" i="0" u="none" strike="noStrike" kern="1200" cap="none" baseline="0">
                        <a:solidFill>
                          <a:schemeClr val="tx1"/>
                        </a:solidFill>
                        <a:latin typeface="+mn-lt"/>
                        <a:ea typeface="Times New Roman" panose="02020603050405020304" pitchFamily="18" charset="0"/>
                        <a:cs typeface="Arial"/>
                        <a:sym typeface="Arial"/>
                      </a:endParaRPr>
                    </a:p>
                  </a:txBody>
                  <a:tcPr marL="89535" marR="89535" marT="0" marB="0">
                    <a:solidFill>
                      <a:schemeClr val="bg1">
                        <a:lumMod val="95000"/>
                      </a:schemeClr>
                    </a:solidFill>
                  </a:tcPr>
                </a:tc>
                <a:tc vMerge="1">
                  <a:txBody>
                    <a:bodyPr/>
                    <a:lstStyle/>
                    <a:p>
                      <a:pPr marL="171450" marR="0" lvl="0" indent="-171450" algn="just" defTabSz="741683" rtl="0" eaLnBrk="1" fontAlgn="auto" latinLnBrk="0" hangingPunct="1">
                        <a:lnSpc>
                          <a:spcPct val="100000"/>
                        </a:lnSpc>
                        <a:spcBef>
                          <a:spcPts val="200"/>
                        </a:spcBef>
                        <a:spcAft>
                          <a:spcPts val="0"/>
                        </a:spcAft>
                        <a:buClr>
                          <a:schemeClr val="dk2"/>
                        </a:buClr>
                        <a:buSzPts val="900"/>
                        <a:buFont typeface="Arial" panose="020B0604020202020204" pitchFamily="34" charset="0"/>
                        <a:buChar char="•"/>
                        <a:tabLst>
                          <a:tab pos="457200" algn="l"/>
                        </a:tabLst>
                        <a:defRPr/>
                      </a:pPr>
                      <a:endParaRPr lang="fr-FR" sz="900" b="0" i="0" u="none" strike="noStrike" cap="none" noProof="0">
                        <a:solidFill>
                          <a:srgbClr val="000000"/>
                        </a:solidFill>
                        <a:latin typeface="+mn-lt"/>
                        <a:ea typeface="Arial"/>
                        <a:cs typeface="Arial"/>
                        <a:sym typeface="Arial"/>
                      </a:endParaRPr>
                    </a:p>
                  </a:txBody>
                  <a:tcPr>
                    <a:solidFill>
                      <a:schemeClr val="bg1">
                        <a:lumMod val="95000"/>
                      </a:schemeClr>
                    </a:solidFill>
                  </a:tcPr>
                </a:tc>
                <a:tc>
                  <a:txBody>
                    <a:bodyPr/>
                    <a:lstStyle/>
                    <a:p>
                      <a:pPr marL="6350" marR="0" lvl="0" indent="0" algn="ctr" defTabSz="914400" rtl="0" eaLnBrk="1" fontAlgn="auto" latinLnBrk="0" hangingPunct="1">
                        <a:lnSpc>
                          <a:spcPct val="100000"/>
                        </a:lnSpc>
                        <a:spcBef>
                          <a:spcPts val="500"/>
                        </a:spcBef>
                        <a:spcAft>
                          <a:spcPts val="0"/>
                        </a:spcAft>
                        <a:buClr>
                          <a:srgbClr val="000000"/>
                        </a:buClr>
                        <a:buSzPts val="900"/>
                        <a:buFont typeface="Arial"/>
                        <a:buNone/>
                        <a:tabLst/>
                        <a:defRPr/>
                      </a:pPr>
                      <a:r>
                        <a:rPr lang="fr-FR" sz="900" b="1" u="none" kern="1200" baseline="0" noProof="0">
                          <a:solidFill>
                            <a:schemeClr val="accent4">
                              <a:lumMod val="75000"/>
                            </a:schemeClr>
                          </a:solidFill>
                          <a:effectLst/>
                          <a:latin typeface="+mn-lt"/>
                          <a:ea typeface="Times New Roman" panose="02020603050405020304" pitchFamily="18" charset="0"/>
                          <a:cs typeface="+mn-cs"/>
                        </a:rPr>
                        <a:t>Priorite de traitement : Elevee</a:t>
                      </a:r>
                    </a:p>
                  </a:txBody>
                  <a:tcPr anchor="ctr">
                    <a:solidFill>
                      <a:schemeClr val="bg1">
                        <a:lumMod val="95000"/>
                      </a:schemeClr>
                    </a:solidFill>
                  </a:tcPr>
                </a:tc>
                <a:extLst>
                  <a:ext uri="{0D108BD9-81ED-4DB2-BD59-A6C34878D82A}">
                    <a16:rowId xmlns:a16="http://schemas.microsoft.com/office/drawing/2014/main" val="3386934975"/>
                  </a:ext>
                </a:extLst>
              </a:tr>
            </a:tbl>
          </a:graphicData>
        </a:graphic>
      </p:graphicFrame>
      <p:grpSp>
        <p:nvGrpSpPr>
          <p:cNvPr id="39" name="Groupe 38">
            <a:extLst>
              <a:ext uri="{FF2B5EF4-FFF2-40B4-BE49-F238E27FC236}">
                <a16:creationId xmlns:a16="http://schemas.microsoft.com/office/drawing/2014/main" id="{A432C86C-F7DD-8E45-14D5-9EF040E826F2}"/>
              </a:ext>
            </a:extLst>
          </p:cNvPr>
          <p:cNvGrpSpPr/>
          <p:nvPr/>
        </p:nvGrpSpPr>
        <p:grpSpPr>
          <a:xfrm>
            <a:off x="7620001" y="1158993"/>
            <a:ext cx="1523999" cy="507874"/>
            <a:chOff x="1105481" y="2796059"/>
            <a:chExt cx="1593064" cy="442679"/>
          </a:xfrm>
        </p:grpSpPr>
        <p:grpSp>
          <p:nvGrpSpPr>
            <p:cNvPr id="40" name="Google Shape;945;p114">
              <a:extLst>
                <a:ext uri="{FF2B5EF4-FFF2-40B4-BE49-F238E27FC236}">
                  <a16:creationId xmlns:a16="http://schemas.microsoft.com/office/drawing/2014/main" id="{1397C9B2-600B-912E-1C09-22E5A2FF8AF1}"/>
                </a:ext>
              </a:extLst>
            </p:cNvPr>
            <p:cNvGrpSpPr/>
            <p:nvPr/>
          </p:nvGrpSpPr>
          <p:grpSpPr>
            <a:xfrm>
              <a:off x="1105481" y="2849940"/>
              <a:ext cx="1593064" cy="216651"/>
              <a:chOff x="671260" y="2273543"/>
              <a:chExt cx="2484000" cy="337814"/>
            </a:xfrm>
          </p:grpSpPr>
          <p:sp>
            <p:nvSpPr>
              <p:cNvPr id="49" name="Google Shape;946;p114">
                <a:extLst>
                  <a:ext uri="{FF2B5EF4-FFF2-40B4-BE49-F238E27FC236}">
                    <a16:creationId xmlns:a16="http://schemas.microsoft.com/office/drawing/2014/main" id="{539835C8-D80E-1279-930F-337B91A07C35}"/>
                  </a:ext>
                </a:extLst>
              </p:cNvPr>
              <p:cNvSpPr/>
              <p:nvPr/>
            </p:nvSpPr>
            <p:spPr>
              <a:xfrm>
                <a:off x="671260" y="2273543"/>
                <a:ext cx="2484000" cy="216024"/>
              </a:xfrm>
              <a:prstGeom prst="roundRect">
                <a:avLst>
                  <a:gd name="adj" fmla="val 50000"/>
                </a:avLst>
              </a:prstGeom>
              <a:solidFill>
                <a:schemeClr val="lt2"/>
              </a:solidFill>
              <a:ln w="12700" cap="flat" cmpd="sng">
                <a:solidFill>
                  <a:schemeClr val="lt2"/>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nvGrpSpPr>
              <p:cNvPr id="50" name="Google Shape;947;p114">
                <a:extLst>
                  <a:ext uri="{FF2B5EF4-FFF2-40B4-BE49-F238E27FC236}">
                    <a16:creationId xmlns:a16="http://schemas.microsoft.com/office/drawing/2014/main" id="{BE0387A4-9B5A-CA45-80A4-82ADCEBACAAA}"/>
                  </a:ext>
                </a:extLst>
              </p:cNvPr>
              <p:cNvGrpSpPr/>
              <p:nvPr/>
            </p:nvGrpSpPr>
            <p:grpSpPr>
              <a:xfrm>
                <a:off x="1493828" y="2488296"/>
                <a:ext cx="828918" cy="123061"/>
                <a:chOff x="1493828" y="2467991"/>
                <a:chExt cx="828918" cy="144016"/>
              </a:xfrm>
            </p:grpSpPr>
            <p:cxnSp>
              <p:nvCxnSpPr>
                <p:cNvPr id="51" name="Google Shape;948;p114">
                  <a:extLst>
                    <a:ext uri="{FF2B5EF4-FFF2-40B4-BE49-F238E27FC236}">
                      <a16:creationId xmlns:a16="http://schemas.microsoft.com/office/drawing/2014/main" id="{F13C216F-F972-92A2-F289-11FD848B13D5}"/>
                    </a:ext>
                  </a:extLst>
                </p:cNvPr>
                <p:cNvCxnSpPr/>
                <p:nvPr/>
              </p:nvCxnSpPr>
              <p:spPr>
                <a:xfrm>
                  <a:off x="1493828" y="2467991"/>
                  <a:ext cx="0" cy="144016"/>
                </a:xfrm>
                <a:prstGeom prst="straightConnector1">
                  <a:avLst/>
                </a:prstGeom>
                <a:noFill/>
                <a:ln w="12700" cap="flat" cmpd="sng">
                  <a:solidFill>
                    <a:schemeClr val="lt2"/>
                  </a:solidFill>
                  <a:prstDash val="solid"/>
                  <a:round/>
                  <a:headEnd type="none" w="sm" len="sm"/>
                  <a:tailEnd type="none" w="sm" len="sm"/>
                </a:ln>
              </p:spPr>
            </p:cxnSp>
            <p:cxnSp>
              <p:nvCxnSpPr>
                <p:cNvPr id="52" name="Google Shape;949;p114">
                  <a:extLst>
                    <a:ext uri="{FF2B5EF4-FFF2-40B4-BE49-F238E27FC236}">
                      <a16:creationId xmlns:a16="http://schemas.microsoft.com/office/drawing/2014/main" id="{1E12E0EE-AB8E-8B14-283B-913FE252F586}"/>
                    </a:ext>
                  </a:extLst>
                </p:cNvPr>
                <p:cNvCxnSpPr/>
                <p:nvPr/>
              </p:nvCxnSpPr>
              <p:spPr>
                <a:xfrm>
                  <a:off x="2322746" y="2467991"/>
                  <a:ext cx="0" cy="144016"/>
                </a:xfrm>
                <a:prstGeom prst="straightConnector1">
                  <a:avLst/>
                </a:prstGeom>
                <a:noFill/>
                <a:ln w="12700" cap="flat" cmpd="sng">
                  <a:solidFill>
                    <a:schemeClr val="lt2"/>
                  </a:solidFill>
                  <a:prstDash val="solid"/>
                  <a:round/>
                  <a:headEnd type="none" w="sm" len="sm"/>
                  <a:tailEnd type="none" w="sm" len="sm"/>
                </a:ln>
              </p:spPr>
            </p:cxnSp>
          </p:grpSp>
        </p:grpSp>
        <p:grpSp>
          <p:nvGrpSpPr>
            <p:cNvPr id="41" name="Google Shape;950;p114">
              <a:extLst>
                <a:ext uri="{FF2B5EF4-FFF2-40B4-BE49-F238E27FC236}">
                  <a16:creationId xmlns:a16="http://schemas.microsoft.com/office/drawing/2014/main" id="{D7701012-2391-CF4A-D3DF-E98A88944CC5}"/>
                </a:ext>
              </a:extLst>
            </p:cNvPr>
            <p:cNvGrpSpPr/>
            <p:nvPr/>
          </p:nvGrpSpPr>
          <p:grpSpPr>
            <a:xfrm>
              <a:off x="1630238" y="2796059"/>
              <a:ext cx="531021" cy="230906"/>
              <a:chOff x="8310457" y="3280644"/>
              <a:chExt cx="828000" cy="360040"/>
            </a:xfrm>
          </p:grpSpPr>
          <p:sp>
            <p:nvSpPr>
              <p:cNvPr id="45" name="Google Shape;951;p114">
                <a:extLst>
                  <a:ext uri="{FF2B5EF4-FFF2-40B4-BE49-F238E27FC236}">
                    <a16:creationId xmlns:a16="http://schemas.microsoft.com/office/drawing/2014/main" id="{3DAD44FB-6AA5-16C0-9D81-E8A7FDED91EC}"/>
                  </a:ext>
                </a:extLst>
              </p:cNvPr>
              <p:cNvSpPr/>
              <p:nvPr/>
            </p:nvSpPr>
            <p:spPr>
              <a:xfrm>
                <a:off x="8310457" y="3384977"/>
                <a:ext cx="828000" cy="180000"/>
              </a:xfrm>
              <a:prstGeom prst="roundRect">
                <a:avLst>
                  <a:gd name="adj" fmla="val 50000"/>
                </a:avLst>
              </a:prstGeom>
              <a:solidFill>
                <a:schemeClr val="accent4"/>
              </a:solidFill>
              <a:ln w="12700" cap="flat" cmpd="sng">
                <a:solidFill>
                  <a:srgbClr val="FFFFFF"/>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nvGrpSpPr>
              <p:cNvPr id="46" name="Google Shape;952;p114">
                <a:extLst>
                  <a:ext uri="{FF2B5EF4-FFF2-40B4-BE49-F238E27FC236}">
                    <a16:creationId xmlns:a16="http://schemas.microsoft.com/office/drawing/2014/main" id="{327C942E-CC51-2A0A-45BE-9599BFBA2793}"/>
                  </a:ext>
                </a:extLst>
              </p:cNvPr>
              <p:cNvGrpSpPr/>
              <p:nvPr/>
            </p:nvGrpSpPr>
            <p:grpSpPr>
              <a:xfrm>
                <a:off x="8544437" y="3280644"/>
                <a:ext cx="360040" cy="360040"/>
                <a:chOff x="-629964" y="1476375"/>
                <a:chExt cx="360040" cy="360040"/>
              </a:xfrm>
            </p:grpSpPr>
            <p:sp>
              <p:nvSpPr>
                <p:cNvPr id="47" name="Google Shape;953;p114">
                  <a:extLst>
                    <a:ext uri="{FF2B5EF4-FFF2-40B4-BE49-F238E27FC236}">
                      <a16:creationId xmlns:a16="http://schemas.microsoft.com/office/drawing/2014/main" id="{28DE9DCD-B4FA-85E2-5496-32DD9A01E5AE}"/>
                    </a:ext>
                  </a:extLst>
                </p:cNvPr>
                <p:cNvSpPr/>
                <p:nvPr/>
              </p:nvSpPr>
              <p:spPr>
                <a:xfrm rot="8100000">
                  <a:off x="-629964" y="1476375"/>
                  <a:ext cx="360040" cy="360040"/>
                </a:xfrm>
                <a:prstGeom prst="teardrop">
                  <a:avLst>
                    <a:gd name="adj" fmla="val 111841"/>
                  </a:avLst>
                </a:prstGeom>
                <a:solidFill>
                  <a:srgbClr val="FFFFFF"/>
                </a:solidFill>
                <a:ln w="9525" cap="flat" cmpd="sng">
                  <a:solidFill>
                    <a:srgbClr val="F1F1F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sp>
              <p:nvSpPr>
                <p:cNvPr id="48" name="Google Shape;954;p114">
                  <a:extLst>
                    <a:ext uri="{FF2B5EF4-FFF2-40B4-BE49-F238E27FC236}">
                      <a16:creationId xmlns:a16="http://schemas.microsoft.com/office/drawing/2014/main" id="{63D40E4A-20C2-6BC7-ECF4-2683A085FF88}"/>
                    </a:ext>
                  </a:extLst>
                </p:cNvPr>
                <p:cNvSpPr/>
                <p:nvPr/>
              </p:nvSpPr>
              <p:spPr>
                <a:xfrm>
                  <a:off x="-534794" y="1571545"/>
                  <a:ext cx="169700" cy="169700"/>
                </a:xfrm>
                <a:prstGeom prst="ellipse">
                  <a:avLst/>
                </a:prstGeom>
                <a:solidFill>
                  <a:schemeClr val="lt2"/>
                </a:solidFill>
                <a:ln w="9525" cap="flat" cmpd="sng">
                  <a:solidFill>
                    <a:srgbClr val="F1F1F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grpSp>
        <p:sp>
          <p:nvSpPr>
            <p:cNvPr id="42" name="Google Shape;955;p114">
              <a:extLst>
                <a:ext uri="{FF2B5EF4-FFF2-40B4-BE49-F238E27FC236}">
                  <a16:creationId xmlns:a16="http://schemas.microsoft.com/office/drawing/2014/main" id="{0099052C-8490-F091-E6C8-C974C82C8962}"/>
                </a:ext>
              </a:extLst>
            </p:cNvPr>
            <p:cNvSpPr txBox="1"/>
            <p:nvPr/>
          </p:nvSpPr>
          <p:spPr>
            <a:xfrm>
              <a:off x="1191015" y="3081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600" b="0" i="0" u="none" strike="noStrike" cap="none" noProof="0">
                  <a:solidFill>
                    <a:schemeClr val="dk2"/>
                  </a:solidFill>
                  <a:latin typeface="Arial"/>
                  <a:ea typeface="Arial"/>
                  <a:cs typeface="Arial"/>
                  <a:sym typeface="Arial"/>
                </a:rPr>
                <a:t>Low</a:t>
              </a:r>
              <a:endParaRPr lang="fr-FR" sz="600" b="1" i="0" u="none" strike="noStrike" cap="none" noProof="0">
                <a:solidFill>
                  <a:schemeClr val="dk2"/>
                </a:solidFill>
                <a:latin typeface="Arial"/>
                <a:ea typeface="Arial"/>
                <a:cs typeface="Arial"/>
                <a:sym typeface="Arial"/>
              </a:endParaRPr>
            </a:p>
          </p:txBody>
        </p:sp>
        <p:sp>
          <p:nvSpPr>
            <p:cNvPr id="43" name="Google Shape;956;p114">
              <a:extLst>
                <a:ext uri="{FF2B5EF4-FFF2-40B4-BE49-F238E27FC236}">
                  <a16:creationId xmlns:a16="http://schemas.microsoft.com/office/drawing/2014/main" id="{2CDDB662-679B-C32C-B9DF-C06D42ABA453}"/>
                </a:ext>
              </a:extLst>
            </p:cNvPr>
            <p:cNvSpPr txBox="1"/>
            <p:nvPr/>
          </p:nvSpPr>
          <p:spPr>
            <a:xfrm>
              <a:off x="1699317" y="3081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600" b="0" i="0" u="none" strike="noStrike" cap="none" noProof="0">
                  <a:solidFill>
                    <a:schemeClr val="dk2"/>
                  </a:solidFill>
                  <a:latin typeface="Arial"/>
                  <a:ea typeface="Arial"/>
                  <a:cs typeface="Arial"/>
                  <a:sym typeface="Arial"/>
                </a:rPr>
                <a:t>Medium</a:t>
              </a:r>
              <a:endParaRPr lang="fr-FR" sz="600" b="1" i="0" u="none" strike="noStrike" cap="none" noProof="0">
                <a:solidFill>
                  <a:schemeClr val="dk2"/>
                </a:solidFill>
                <a:latin typeface="Arial"/>
                <a:ea typeface="Arial"/>
                <a:cs typeface="Arial"/>
                <a:sym typeface="Arial"/>
              </a:endParaRPr>
            </a:p>
          </p:txBody>
        </p:sp>
        <p:sp>
          <p:nvSpPr>
            <p:cNvPr id="44" name="Google Shape;957;p114">
              <a:extLst>
                <a:ext uri="{FF2B5EF4-FFF2-40B4-BE49-F238E27FC236}">
                  <a16:creationId xmlns:a16="http://schemas.microsoft.com/office/drawing/2014/main" id="{4E89A4CF-65B8-1493-8B85-111F2A598B15}"/>
                </a:ext>
              </a:extLst>
            </p:cNvPr>
            <p:cNvSpPr txBox="1"/>
            <p:nvPr/>
          </p:nvSpPr>
          <p:spPr>
            <a:xfrm>
              <a:off x="2234586" y="3081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600" b="0" i="0" u="none" strike="noStrike" cap="none" noProof="0">
                  <a:solidFill>
                    <a:schemeClr val="dk2"/>
                  </a:solidFill>
                  <a:latin typeface="Arial"/>
                  <a:ea typeface="Arial"/>
                  <a:cs typeface="Arial"/>
                  <a:sym typeface="Arial"/>
                </a:rPr>
                <a:t>High</a:t>
              </a:r>
              <a:endParaRPr lang="fr-FR" sz="600" b="1" i="0" u="none" strike="noStrike" cap="none" noProof="0">
                <a:solidFill>
                  <a:schemeClr val="dk2"/>
                </a:solidFill>
                <a:latin typeface="Arial"/>
                <a:ea typeface="Arial"/>
                <a:cs typeface="Arial"/>
                <a:sym typeface="Arial"/>
              </a:endParaRPr>
            </a:p>
          </p:txBody>
        </p:sp>
      </p:grpSp>
      <p:sp>
        <p:nvSpPr>
          <p:cNvPr id="53" name="Footer Placeholder 1">
            <a:extLst>
              <a:ext uri="{FF2B5EF4-FFF2-40B4-BE49-F238E27FC236}">
                <a16:creationId xmlns:a16="http://schemas.microsoft.com/office/drawing/2014/main" id="{89B9D8E1-A056-2B6F-6F3D-989A38562F09}"/>
              </a:ext>
            </a:extLst>
          </p:cNvPr>
          <p:cNvSpPr>
            <a:spLocks noGrp="1"/>
          </p:cNvSpPr>
          <p:nvPr>
            <p:ph type="ftr" sz="quarter" idx="3"/>
          </p:nvPr>
        </p:nvSpPr>
        <p:spPr>
          <a:xfrm>
            <a:off x="800100" y="4873081"/>
            <a:ext cx="6611112" cy="121187"/>
          </a:xfrm>
        </p:spPr>
        <p:txBody>
          <a:bodyPr/>
          <a:lstStyle/>
          <a:p>
            <a:r>
              <a:rPr lang="fr-FR"/>
              <a:t>PwC | Direction des systemes d'information - Groupe Example Janvier 2026 - Mars 2026</a:t>
            </a:r>
            <a:endParaRPr lang="fr-FR" noProof="0" dirty="0"/>
          </a:p>
        </p:txBody>
      </p:sp>
      <p:sp>
        <p:nvSpPr>
          <p:cNvPr id="2" name="Google Shape;861;p107">
            <a:extLst>
              <a:ext uri="{FF2B5EF4-FFF2-40B4-BE49-F238E27FC236}">
                <a16:creationId xmlns:a16="http://schemas.microsoft.com/office/drawing/2014/main" id="{873E8C82-E282-C186-7BB8-9F5CF24908C2}"/>
              </a:ext>
            </a:extLst>
          </p:cNvPr>
          <p:cNvSpPr txBox="1"/>
          <p:nvPr/>
        </p:nvSpPr>
        <p:spPr>
          <a:xfrm>
            <a:off x="444399" y="11337"/>
            <a:ext cx="8719922" cy="269141"/>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fr-FR" sz="2600" i="0" u="none" strike="noStrike" cap="none" noProof="0">
                <a:solidFill>
                  <a:srgbClr val="000000"/>
                </a:solidFill>
                <a:latin typeface="Georgia"/>
                <a:ea typeface="Georgia"/>
                <a:cs typeface="Georgia"/>
                <a:sym typeface="Georgia"/>
              </a:rPr>
              <a:t>Les points relev?s en Janvier 2026 - Mars 2026</a:t>
            </a:r>
          </a:p>
        </p:txBody>
      </p:sp>
    </p:spTree>
    <p:extLst>
      <p:ext uri="{BB962C8B-B14F-4D97-AF65-F5344CB8AC3E}">
        <p14:creationId xmlns:p14="http://schemas.microsoft.com/office/powerpoint/2010/main" val="19173618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76D95-31AA-2211-61D8-613810D21FFA}"/>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238F3243-4229-CEF6-494F-7AC15E7CFD5B}"/>
              </a:ext>
              <a:ext uri="{C183D7F6-B498-43B3-948B-1728B52AA6E4}">
                <adec:decorative xmlns:adec="http://schemas.microsoft.com/office/drawing/2017/decorative" val="0"/>
              </a:ext>
            </a:extLst>
          </p:cNvPr>
          <p:cNvSpPr>
            <a:spLocks noGrp="1"/>
          </p:cNvSpPr>
          <p:nvPr>
            <p:ph type="sldNum" sz="quarter" idx="4"/>
          </p:nvPr>
        </p:nvSpPr>
        <p:spPr>
          <a:xfrm>
            <a:off x="8627864" y="4876039"/>
            <a:ext cx="223657" cy="121187"/>
          </a:xfrm>
        </p:spPr>
        <p:txBody>
          <a:bodyPr/>
          <a:lstStyle/>
          <a:p>
            <a:r>
              <a:rPr lang="fr-FR" noProof="0"/>
              <a:t>15</a:t>
            </a:r>
          </a:p>
        </p:txBody>
      </p:sp>
      <p:graphicFrame>
        <p:nvGraphicFramePr>
          <p:cNvPr id="33" name="Tableau 32">
            <a:extLst>
              <a:ext uri="{FF2B5EF4-FFF2-40B4-BE49-F238E27FC236}">
                <a16:creationId xmlns:a16="http://schemas.microsoft.com/office/drawing/2014/main" id="{98851477-C407-48DF-F986-4F1BA222E758}"/>
              </a:ext>
            </a:extLst>
          </p:cNvPr>
          <p:cNvGraphicFramePr>
            <a:graphicFrameLocks noGrp="1"/>
          </p:cNvGraphicFramePr>
          <p:nvPr>
            <p:custDataLst>
              <p:tags r:id="rId1"/>
            </p:custDataLst>
            <p:extLst>
              <p:ext uri="{D42A27DB-BD31-4B8C-83A1-F6EECF244321}">
                <p14:modId xmlns:p14="http://schemas.microsoft.com/office/powerpoint/2010/main" val="2404770734"/>
              </p:ext>
            </p:extLst>
          </p:nvPr>
        </p:nvGraphicFramePr>
        <p:xfrm>
          <a:off x="0" y="503347"/>
          <a:ext cx="9144000" cy="4030734"/>
        </p:xfrm>
        <a:graphic>
          <a:graphicData uri="http://schemas.openxmlformats.org/drawingml/2006/table">
            <a:tbl>
              <a:tblPr firstRow="1" firstCol="1" bandRow="1">
                <a:tableStyleId>{5C22544A-7EE6-4342-B048-85BDC9FD1C3A}</a:tableStyleId>
              </a:tblPr>
              <a:tblGrid>
                <a:gridCol w="439993">
                  <a:extLst>
                    <a:ext uri="{9D8B030D-6E8A-4147-A177-3AD203B41FA5}">
                      <a16:colId xmlns:a16="http://schemas.microsoft.com/office/drawing/2014/main" val="20000"/>
                    </a:ext>
                  </a:extLst>
                </a:gridCol>
                <a:gridCol w="1113455">
                  <a:extLst>
                    <a:ext uri="{9D8B030D-6E8A-4147-A177-3AD203B41FA5}">
                      <a16:colId xmlns:a16="http://schemas.microsoft.com/office/drawing/2014/main" val="20001"/>
                    </a:ext>
                  </a:extLst>
                </a:gridCol>
                <a:gridCol w="3486649">
                  <a:extLst>
                    <a:ext uri="{9D8B030D-6E8A-4147-A177-3AD203B41FA5}">
                      <a16:colId xmlns:a16="http://schemas.microsoft.com/office/drawing/2014/main" val="4057883698"/>
                    </a:ext>
                  </a:extLst>
                </a:gridCol>
                <a:gridCol w="2348582">
                  <a:extLst>
                    <a:ext uri="{9D8B030D-6E8A-4147-A177-3AD203B41FA5}">
                      <a16:colId xmlns:a16="http://schemas.microsoft.com/office/drawing/2014/main" val="2265104901"/>
                    </a:ext>
                  </a:extLst>
                </a:gridCol>
                <a:gridCol w="1755321">
                  <a:extLst>
                    <a:ext uri="{9D8B030D-6E8A-4147-A177-3AD203B41FA5}">
                      <a16:colId xmlns:a16="http://schemas.microsoft.com/office/drawing/2014/main" val="1413096817"/>
                    </a:ext>
                  </a:extLst>
                </a:gridCol>
              </a:tblGrid>
              <a:tr h="380404">
                <a:tc>
                  <a:txBody>
                    <a:bodyPr/>
                    <a:lstStyle/>
                    <a:p>
                      <a:pPr algn="ctr"/>
                      <a:r>
                        <a:rPr lang="fr-FR" sz="900" noProof="0">
                          <a:solidFill>
                            <a:schemeClr val="bg1"/>
                          </a:solidFill>
                          <a:latin typeface="+mn-lt"/>
                        </a:rPr>
                        <a:t>Réf.</a:t>
                      </a:r>
                    </a:p>
                  </a:txBody>
                  <a:tcPr anchor="ctr">
                    <a:solidFill>
                      <a:schemeClr val="tx1">
                        <a:lumMod val="75000"/>
                        <a:lumOff val="25000"/>
                      </a:schemeClr>
                    </a:solidFill>
                  </a:tcPr>
                </a:tc>
                <a:tc>
                  <a:txBody>
                    <a:bodyPr/>
                    <a:lstStyle/>
                    <a:p>
                      <a:pPr marL="0" algn="ctr" defTabSz="957796" rtl="0" eaLnBrk="1" latinLnBrk="0" hangingPunct="1"/>
                      <a:r>
                        <a:rPr lang="fr-FR" sz="900" b="1" kern="1200" noProof="0">
                          <a:solidFill>
                            <a:schemeClr val="bg1"/>
                          </a:solidFill>
                          <a:latin typeface="+mn-lt"/>
                          <a:ea typeface="+mn-ea"/>
                          <a:cs typeface="+mn-cs"/>
                        </a:rPr>
                        <a:t>Description du contrôle</a:t>
                      </a:r>
                    </a:p>
                  </a:txBody>
                  <a:tcPr anchor="ctr">
                    <a:solidFill>
                      <a:schemeClr val="tx1">
                        <a:lumMod val="75000"/>
                        <a:lumOff val="25000"/>
                      </a:schemeClr>
                    </a:solidFill>
                  </a:tcPr>
                </a:tc>
                <a:tc>
                  <a:txBody>
                    <a:bodyPr/>
                    <a:lstStyle/>
                    <a:p>
                      <a:pPr marL="0" algn="ctr" defTabSz="957796" rtl="0" eaLnBrk="1" latinLnBrk="0" hangingPunct="1"/>
                      <a:r>
                        <a:rPr lang="fr-FR" sz="900" b="1" kern="1200" noProof="0">
                          <a:solidFill>
                            <a:schemeClr val="bg1"/>
                          </a:solidFill>
                          <a:latin typeface="+mn-lt"/>
                          <a:ea typeface="+mn-ea"/>
                          <a:cs typeface="+mn-cs"/>
                        </a:rPr>
                        <a:t>Constat </a:t>
                      </a:r>
                    </a:p>
                  </a:txBody>
                  <a:tcPr anchor="ctr">
                    <a:solidFill>
                      <a:schemeClr val="tx1">
                        <a:lumMod val="75000"/>
                        <a:lumOff val="25000"/>
                      </a:schemeClr>
                    </a:solidFill>
                  </a:tcPr>
                </a:tc>
                <a:tc>
                  <a:txBody>
                    <a:bodyPr/>
                    <a:lstStyle/>
                    <a:p>
                      <a:pPr marL="0" algn="ctr" defTabSz="957796" rtl="0" eaLnBrk="1" latinLnBrk="0" hangingPunct="1"/>
                      <a:r>
                        <a:rPr lang="fr-FR" sz="900" noProof="0">
                          <a:solidFill>
                            <a:schemeClr val="bg1"/>
                          </a:solidFill>
                          <a:latin typeface="+mn-lt"/>
                        </a:rPr>
                        <a:t>Recommandation</a:t>
                      </a:r>
                      <a:endParaRPr lang="fr-FR" sz="900" b="1" kern="1200" noProof="0">
                        <a:solidFill>
                          <a:schemeClr val="bg1"/>
                        </a:solidFill>
                        <a:latin typeface="+mn-lt"/>
                        <a:ea typeface="+mn-ea"/>
                        <a:cs typeface="+mn-cs"/>
                      </a:endParaRPr>
                    </a:p>
                  </a:txBody>
                  <a:tcPr anchor="ctr">
                    <a:solidFill>
                      <a:schemeClr val="tx1">
                        <a:lumMod val="75000"/>
                        <a:lumOff val="25000"/>
                      </a:schemeClr>
                    </a:solidFill>
                  </a:tcPr>
                </a:tc>
                <a:tc>
                  <a:txBody>
                    <a:bodyPr/>
                    <a:lstStyle/>
                    <a:p>
                      <a:pPr marL="0" algn="ctr" defTabSz="957796" rtl="0" eaLnBrk="1" latinLnBrk="0" hangingPunct="1"/>
                      <a:r>
                        <a:rPr lang="fr-FR" sz="900" b="1" kern="1200" noProof="0">
                          <a:solidFill>
                            <a:schemeClr val="bg1"/>
                          </a:solidFill>
                          <a:latin typeface="+mn-lt"/>
                          <a:ea typeface="+mn-ea"/>
                          <a:cs typeface="+mn-cs"/>
                        </a:rPr>
                        <a:t>Risque</a:t>
                      </a:r>
                    </a:p>
                  </a:txBody>
                  <a:tcPr anchor="ctr">
                    <a:solidFill>
                      <a:schemeClr val="tx1">
                        <a:lumMod val="75000"/>
                        <a:lumOff val="25000"/>
                      </a:schemeClr>
                    </a:solidFill>
                  </a:tcPr>
                </a:tc>
                <a:extLst>
                  <a:ext uri="{0D108BD9-81ED-4DB2-BD59-A6C34878D82A}">
                    <a16:rowId xmlns:a16="http://schemas.microsoft.com/office/drawing/2014/main" val="10000"/>
                  </a:ext>
                </a:extLst>
              </a:tr>
              <a:tr h="237752">
                <a:tc gridSpan="5">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FR" sz="900" noProof="0">
                          <a:solidFill>
                            <a:schemeClr val="bg1"/>
                          </a:solidFill>
                          <a:latin typeface="+mn-lt"/>
                        </a:rPr>
                        <a:t>Gestion des acces</a:t>
                      </a:r>
                    </a:p>
                  </a:txBody>
                  <a:tcPr anchor="ctr">
                    <a:solidFill>
                      <a:schemeClr val="tx1">
                        <a:lumMod val="50000"/>
                        <a:lumOff val="50000"/>
                      </a:schemeClr>
                    </a:solidFill>
                  </a:tcPr>
                </a:tc>
                <a:tc hMerge="1">
                  <a:txBody>
                    <a:bodyPr/>
                    <a:lstStyle/>
                    <a:p>
                      <a:endParaRPr lang="fr-FR"/>
                    </a:p>
                  </a:txBody>
                  <a:tcPr/>
                </a:tc>
                <a:tc hMerge="1">
                  <a:txBody>
                    <a:bodyPr/>
                    <a:lstStyle/>
                    <a:p>
                      <a:endParaRPr lang="fr-FR"/>
                    </a:p>
                  </a:txBody>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fr-FR" sz="900">
                        <a:solidFill>
                          <a:schemeClr val="bg1"/>
                        </a:solidFill>
                        <a:latin typeface="+mn-lt"/>
                      </a:endParaRPr>
                    </a:p>
                  </a:txBody>
                  <a:tcPr anchor="ctr">
                    <a:solidFill>
                      <a:schemeClr val="tx1">
                        <a:lumMod val="50000"/>
                        <a:lumOff val="50000"/>
                      </a:schemeClr>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fr-FR" sz="900" noProof="0">
                        <a:solidFill>
                          <a:schemeClr val="bg1"/>
                        </a:solidFill>
                        <a:latin typeface="+mn-lt"/>
                      </a:endParaRPr>
                    </a:p>
                  </a:txBody>
                  <a:tcPr anchor="ctr">
                    <a:solidFill>
                      <a:schemeClr val="tx1">
                        <a:lumMod val="50000"/>
                        <a:lumOff val="50000"/>
                      </a:schemeClr>
                    </a:solidFill>
                  </a:tcPr>
                </a:tc>
                <a:extLst>
                  <a:ext uri="{0D108BD9-81ED-4DB2-BD59-A6C34878D82A}">
                    <a16:rowId xmlns:a16="http://schemas.microsoft.com/office/drawing/2014/main" val="10001"/>
                  </a:ext>
                </a:extLst>
              </a:tr>
              <a:tr h="633818">
                <a:tc rowSpan="3">
                  <a:txBody>
                    <a:bodyPr/>
                    <a:lstStyle/>
                    <a:p>
                      <a:pPr marL="0" marR="0" lvl="0" indent="0" algn="ctr" defTabSz="957796" rtl="0" eaLnBrk="1" fontAlgn="auto" latinLnBrk="0" hangingPunct="1">
                        <a:lnSpc>
                          <a:spcPct val="100000"/>
                        </a:lnSpc>
                        <a:spcBef>
                          <a:spcPts val="0"/>
                        </a:spcBef>
                        <a:spcAft>
                          <a:spcPts val="0"/>
                        </a:spcAft>
                        <a:buClrTx/>
                        <a:buSzTx/>
                        <a:buFontTx/>
                        <a:buNone/>
                        <a:tabLst/>
                        <a:defRPr/>
                      </a:pPr>
                      <a:r>
                        <a:rPr lang="fr-FR" sz="900" b="1" kern="1200" noProof="0">
                          <a:solidFill>
                            <a:schemeClr val="bg1"/>
                          </a:solidFill>
                          <a:latin typeface="+mn-lt"/>
                          <a:ea typeface="+mn-ea"/>
                          <a:cs typeface="+mn-cs"/>
                        </a:rPr>
                        <a:t>APD-03</a:t>
                      </a:r>
                    </a:p>
                  </a:txBody>
                  <a:tcPr vert="vert270">
                    <a:solidFill>
                      <a:schemeClr val="accent1"/>
                    </a:solidFill>
                  </a:tcPr>
                </a:tc>
                <a:tc rowSpan="3">
                  <a:txBody>
                    <a:bodyPr/>
                    <a:lstStyle/>
                    <a:p>
                      <a:pPr marL="0" marR="0" lvl="1" indent="0" algn="l"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lang="fr-FR" sz="900" kern="1200" baseline="0" noProof="0">
                          <a:solidFill>
                            <a:schemeClr val="tx1"/>
                          </a:solidFill>
                          <a:effectLst/>
                          <a:highlight>
                            <a:srgbClr val="FFFF00"/>
                          </a:highlight>
                          <a:latin typeface="+mn-lt"/>
                          <a:ea typeface="Times New Roman" panose="02020603050405020304" pitchFamily="18" charset="0"/>
                          <a:cs typeface="+mn-cs"/>
                        </a:rPr>
                        <a:t>Les droits et transactions sensibles sont revus periodiquement.</a:t>
                      </a:r>
                    </a:p>
                  </a:txBody>
                  <a:tcPr>
                    <a:solidFill>
                      <a:schemeClr val="bg1">
                        <a:lumMod val="95000"/>
                      </a:schemeClr>
                    </a:solidFill>
                  </a:tcPr>
                </a:tc>
                <a:tc rowSpan="3">
                  <a:txBody>
                    <a:bodyPr/>
                    <a:lstStyle/>
                    <a:p>
                      <a:pPr marL="0" marR="0" lvl="0" indent="0" algn="just" defTabSz="741939" rtl="0" eaLnBrk="1" fontAlgn="base" latinLnBrk="0" hangingPunct="1">
                        <a:lnSpc>
                          <a:spcPct val="100000"/>
                        </a:lnSpc>
                        <a:spcBef>
                          <a:spcPts val="0"/>
                        </a:spcBef>
                        <a:spcAft>
                          <a:spcPts val="300"/>
                        </a:spcAft>
                        <a:buClr>
                          <a:srgbClr val="000000"/>
                        </a:buClr>
                        <a:buSzTx/>
                        <a:buFont typeface="Arial"/>
                        <a:buNone/>
                        <a:tabLst/>
                        <a:defRPr/>
                      </a:pPr>
                      <a:r>
                        <a:rPr lang="fr-FR" sz="900" b="0" i="0" u="none" strike="noStrike" kern="1200" cap="none" baseline="0">
                          <a:solidFill>
                            <a:schemeClr val="tx1"/>
                          </a:solidFill>
                          <a:latin typeface="+mn-lt"/>
                          <a:ea typeface="Times New Roman" panose="02020603050405020304" pitchFamily="18" charset="0"/>
                          <a:cs typeface="Arial"/>
                          <a:sym typeface="Arial"/>
                        </a:rPr>
                        <a:t>Aucune campagne formelle de recertification des acces sensibles n'a ete realisee sur l'exercice pour les utilisateurs disposant de transactions critiques.</a:t>
                      </a:r>
                    </a:p>
                  </a:txBody>
                  <a:tcPr marL="89535" marR="89535" marT="0" marB="0">
                    <a:solidFill>
                      <a:schemeClr val="bg1">
                        <a:lumMod val="95000"/>
                      </a:schemeClr>
                    </a:solidFill>
                  </a:tcPr>
                </a:tc>
                <a:tc rowSpan="3">
                  <a:txBody>
                    <a:bodyPr/>
                    <a:lstStyle/>
                    <a:p>
                      <a:pPr marL="0" marR="0" lvl="0" indent="0" algn="l" rtl="0">
                        <a:lnSpc>
                          <a:spcPct val="100000"/>
                        </a:lnSpc>
                        <a:spcBef>
                          <a:spcPts val="0"/>
                        </a:spcBef>
                        <a:spcAft>
                          <a:spcPts val="0"/>
                        </a:spcAft>
                        <a:buClr>
                          <a:srgbClr val="000000"/>
                        </a:buClr>
                        <a:buSzPts val="900"/>
                        <a:buFont typeface="Noto Sans Symbols"/>
                        <a:buNone/>
                      </a:pPr>
                      <a:r>
                        <a:rPr lang="fr-FR" sz="900" b="0" i="0" u="none" strike="noStrike" cap="none" noProof="0">
                          <a:solidFill>
                            <a:srgbClr val="000000"/>
                          </a:solidFill>
                          <a:latin typeface="+mn-lt"/>
                          <a:ea typeface="Arial"/>
                          <a:cs typeface="Arial"/>
                          <a:sym typeface="Arial"/>
                        </a:rPr>
                        <a:t>Mettre en oeuvre une campagne periodique de recertification des acces sensibles, avec validation formelle par les responsables metier et suivi des plans d'action.</a:t>
                      </a:r>
                    </a:p>
                    <a:p>
                      <a:pPr marL="0" marR="0" lvl="0" indent="0" algn="l" rtl="0">
                        <a:lnSpc>
                          <a:spcPct val="100000"/>
                        </a:lnSpc>
                        <a:spcBef>
                          <a:spcPts val="0"/>
                        </a:spcBef>
                        <a:spcAft>
                          <a:spcPts val="0"/>
                        </a:spcAft>
                        <a:buClr>
                          <a:srgbClr val="000000"/>
                        </a:buClr>
                        <a:buSzPts val="900"/>
                        <a:buFont typeface="Noto Sans Symbols"/>
                        <a:buNone/>
                      </a:pPr>
                      <a:r>
                        <a:rPr lang="fr-FR" sz="900" b="0" i="0" u="none" strike="noStrike" cap="none" noProof="0">
                          <a:solidFill>
                            <a:srgbClr val="000000"/>
                          </a:solidFill>
                          <a:latin typeface="+mn-lt"/>
                          <a:ea typeface="Arial"/>
                          <a:cs typeface="Arial"/>
                          <a:sym typeface="Arial"/>
                        </a:rPr>
                        <a:t>Procedure compensatoire : Une revue ponctuelle est effectuee en cas de changement d'organisation, sans periodicite definie ni preuve de validation.</a:t>
                      </a:r>
                    </a:p>
                  </a:txBody>
                  <a:tcPr>
                    <a:solidFill>
                      <a:schemeClr val="bg1">
                        <a:lumMod val="95000"/>
                      </a:schemeClr>
                    </a:solidFill>
                  </a:tcPr>
                </a:tc>
                <a:tc>
                  <a:txBody>
                    <a:bodyPr/>
                    <a:lstStyle/>
                    <a:p>
                      <a:pPr marL="6350" marR="0" lvl="0" indent="0" algn="l" rtl="0">
                        <a:lnSpc>
                          <a:spcPct val="100000"/>
                        </a:lnSpc>
                        <a:spcBef>
                          <a:spcPts val="500"/>
                        </a:spcBef>
                        <a:spcAft>
                          <a:spcPts val="0"/>
                        </a:spcAft>
                        <a:buClr>
                          <a:srgbClr val="000000"/>
                        </a:buClr>
                        <a:buSzPts val="900"/>
                        <a:buFont typeface="Arial"/>
                        <a:buNone/>
                      </a:pPr>
                      <a:endParaRPr lang="fr-FR" sz="900" b="1" u="sng" kern="1200" baseline="0" noProof="0">
                        <a:solidFill>
                          <a:schemeClr val="tx1"/>
                        </a:solidFill>
                        <a:effectLst/>
                        <a:latin typeface="+mn-lt"/>
                        <a:ea typeface="Times New Roman" panose="02020603050405020304" pitchFamily="18" charset="0"/>
                        <a:cs typeface="+mn-cs"/>
                      </a:endParaRPr>
                    </a:p>
                  </a:txBody>
                  <a:tcPr>
                    <a:solidFill>
                      <a:schemeClr val="bg1">
                        <a:lumMod val="95000"/>
                      </a:schemeClr>
                    </a:solidFill>
                  </a:tcPr>
                </a:tc>
                <a:extLst>
                  <a:ext uri="{0D108BD9-81ED-4DB2-BD59-A6C34878D82A}">
                    <a16:rowId xmlns:a16="http://schemas.microsoft.com/office/drawing/2014/main" val="10002"/>
                  </a:ext>
                </a:extLst>
              </a:tr>
              <a:tr h="1867489">
                <a:tc vMerge="1">
                  <a:txBody>
                    <a:bodyPr/>
                    <a:lstStyle/>
                    <a:p>
                      <a:endParaRPr lang="fr-FR"/>
                    </a:p>
                  </a:txBody>
                  <a:tcPr/>
                </a:tc>
                <a:tc vMerge="1">
                  <a:txBody>
                    <a:bodyPr/>
                    <a:lstStyle/>
                    <a:p>
                      <a:endParaRPr lang="fr-FR"/>
                    </a:p>
                  </a:txBody>
                  <a:tcPr/>
                </a:tc>
                <a:tc vMerge="1">
                  <a:txBody>
                    <a:bodyPr/>
                    <a:lstStyle/>
                    <a:p>
                      <a:endParaRPr lang="fr-FR"/>
                    </a:p>
                  </a:txBody>
                  <a:tcPr/>
                </a:tc>
                <a:tc vMerge="1">
                  <a:txBody>
                    <a:bodyPr/>
                    <a:lstStyle/>
                    <a:p>
                      <a:endParaRPr lang="fr-FR"/>
                    </a:p>
                  </a:txBody>
                  <a:tcPr/>
                </a:tc>
                <a:tc>
                  <a:txBody>
                    <a:bodyPr/>
                    <a:lstStyle/>
                    <a:p>
                      <a:pPr marL="177800" marR="0" lvl="0" indent="-171450" algn="l" rtl="0">
                        <a:lnSpc>
                          <a:spcPct val="100000"/>
                        </a:lnSpc>
                        <a:spcBef>
                          <a:spcPts val="500"/>
                        </a:spcBef>
                        <a:spcAft>
                          <a:spcPts val="0"/>
                        </a:spcAft>
                        <a:buClr>
                          <a:srgbClr val="000000"/>
                        </a:buClr>
                        <a:buSzPts val="900"/>
                        <a:buFont typeface="Arial" panose="020B0604020202020204" pitchFamily="34" charset="0"/>
                        <a:buChar char="•"/>
                      </a:pPr>
                      <a:r>
                        <a:rPr lang="fr-FR" sz="900" b="0" u="sng" kern="1200" baseline="0" noProof="0">
                          <a:solidFill>
                            <a:schemeClr val="tx1"/>
                          </a:solidFill>
                          <a:effectLst/>
                          <a:latin typeface="+mn-lt"/>
                          <a:ea typeface="Times New Roman" panose="02020603050405020304" pitchFamily="18" charset="0"/>
                          <a:cs typeface="+mn-cs"/>
                        </a:rPr>
                        <a:t>Risque de faiblesse du dispositif de controle interne sur le processus audite.</a:t>
                      </a:r>
                    </a:p>
                    <a:p>
                      <a:pPr marL="177800" marR="0" lvl="0" indent="-171450" algn="l" rtl="0">
                        <a:lnSpc>
                          <a:spcPct val="100000"/>
                        </a:lnSpc>
                        <a:spcBef>
                          <a:spcPts val="500"/>
                        </a:spcBef>
                        <a:spcAft>
                          <a:spcPts val="0"/>
                        </a:spcAft>
                        <a:buClr>
                          <a:srgbClr val="000000"/>
                        </a:buClr>
                        <a:buSzPts val="900"/>
                        <a:buFont typeface="Arial" panose="020B0604020202020204" pitchFamily="34" charset="0"/>
                        <a:buChar char="•"/>
                      </a:pPr>
                      <a:r>
                        <a:rPr lang="fr-FR" sz="900" b="0" u="sng" kern="1200" baseline="0" noProof="0">
                          <a:solidFill>
                            <a:schemeClr val="tx1"/>
                          </a:solidFill>
                          <a:effectLst/>
                          <a:latin typeface="+mn-lt"/>
                          <a:ea typeface="Times New Roman" panose="02020603050405020304" pitchFamily="18" charset="0"/>
                          <a:cs typeface="+mn-cs"/>
                        </a:rPr>
                        <a:t>Commentaire auditeur : Le perimetre concerne principalement les roles finances et achats disposant de droits etendus.</a:t>
                      </a:r>
                      <a:endParaRPr lang="fr-FR" sz="900" b="0" u="none" kern="1200" baseline="0" noProof="0">
                        <a:solidFill>
                          <a:schemeClr val="tx1"/>
                        </a:solidFill>
                        <a:effectLst/>
                        <a:latin typeface="+mn-lt"/>
                        <a:ea typeface="Times New Roman" panose="02020603050405020304" pitchFamily="18" charset="0"/>
                        <a:cs typeface="+mn-cs"/>
                      </a:endParaRPr>
                    </a:p>
                  </a:txBody>
                  <a:tcPr anchor="ctr">
                    <a:solidFill>
                      <a:schemeClr val="bg1">
                        <a:lumMod val="95000"/>
                      </a:schemeClr>
                    </a:solidFill>
                  </a:tcPr>
                </a:tc>
                <a:extLst>
                  <a:ext uri="{0D108BD9-81ED-4DB2-BD59-A6C34878D82A}">
                    <a16:rowId xmlns:a16="http://schemas.microsoft.com/office/drawing/2014/main" val="3706568165"/>
                  </a:ext>
                </a:extLst>
              </a:tr>
              <a:tr h="0">
                <a:tc vMerge="1">
                  <a:txBody>
                    <a:bodyPr/>
                    <a:lstStyle/>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txBody>
                  <a:tcPr vert="vert270">
                    <a:solidFill>
                      <a:schemeClr val="accent1"/>
                    </a:solidFill>
                  </a:tcPr>
                </a:tc>
                <a:tc vMerge="1">
                  <a:txBody>
                    <a:bodyPr/>
                    <a:lstStyle/>
                    <a:p>
                      <a:pPr marL="0" marR="0" lvl="1" indent="0" algn="l" defTabSz="957796" rtl="0" eaLnBrk="1" fontAlgn="base" latinLnBrk="0" hangingPunct="1">
                        <a:lnSpc>
                          <a:spcPct val="100000"/>
                        </a:lnSpc>
                        <a:spcBef>
                          <a:spcPct val="0"/>
                        </a:spcBef>
                        <a:spcAft>
                          <a:spcPts val="0"/>
                        </a:spcAft>
                        <a:buClrTx/>
                        <a:buSzTx/>
                        <a:buFont typeface="Arial" panose="020B0604020202020204" pitchFamily="34" charset="0"/>
                        <a:buNone/>
                        <a:tabLst/>
                        <a:defRPr/>
                      </a:pPr>
                      <a:endParaRPr lang="fr-FR" sz="900" kern="1200" baseline="0" noProof="0">
                        <a:solidFill>
                          <a:schemeClr val="tx1"/>
                        </a:solidFill>
                        <a:effectLst/>
                        <a:highlight>
                          <a:srgbClr val="FFFF00"/>
                        </a:highlight>
                        <a:latin typeface="+mn-lt"/>
                        <a:ea typeface="Times New Roman" panose="02020603050405020304" pitchFamily="18" charset="0"/>
                        <a:cs typeface="+mn-cs"/>
                      </a:endParaRPr>
                    </a:p>
                  </a:txBody>
                  <a:tcPr>
                    <a:solidFill>
                      <a:schemeClr val="bg1">
                        <a:lumMod val="95000"/>
                      </a:schemeClr>
                    </a:solidFill>
                  </a:tcPr>
                </a:tc>
                <a:tc vMerge="1">
                  <a:txBody>
                    <a:bodyPr/>
                    <a:lstStyle/>
                    <a:p>
                      <a:pPr marL="171450" marR="0" lvl="0" indent="-171450" algn="just" defTabSz="741939" rtl="0" eaLnBrk="1" fontAlgn="base" latinLnBrk="0" hangingPunct="1">
                        <a:lnSpc>
                          <a:spcPct val="100000"/>
                        </a:lnSpc>
                        <a:spcBef>
                          <a:spcPts val="0"/>
                        </a:spcBef>
                        <a:spcAft>
                          <a:spcPts val="300"/>
                        </a:spcAft>
                        <a:buClr>
                          <a:srgbClr val="000000"/>
                        </a:buClr>
                        <a:buSzTx/>
                        <a:buFont typeface="Wingdings"/>
                        <a:buChar char="Ø"/>
                        <a:tabLst/>
                        <a:defRPr/>
                      </a:pPr>
                      <a:endParaRPr lang="fr-FR" sz="900" b="0" i="0" u="none" strike="noStrike" kern="1200" cap="none" baseline="0">
                        <a:solidFill>
                          <a:schemeClr val="tx1"/>
                        </a:solidFill>
                        <a:latin typeface="+mn-lt"/>
                        <a:ea typeface="Times New Roman" panose="02020603050405020304" pitchFamily="18" charset="0"/>
                        <a:cs typeface="Arial"/>
                        <a:sym typeface="Arial"/>
                      </a:endParaRPr>
                    </a:p>
                  </a:txBody>
                  <a:tcPr marL="89535" marR="89535" marT="0" marB="0">
                    <a:solidFill>
                      <a:schemeClr val="bg1">
                        <a:lumMod val="95000"/>
                      </a:schemeClr>
                    </a:solidFill>
                  </a:tcPr>
                </a:tc>
                <a:tc vMerge="1">
                  <a:txBody>
                    <a:bodyPr/>
                    <a:lstStyle/>
                    <a:p>
                      <a:pPr marL="171450" marR="0" lvl="0" indent="-171450" algn="just" defTabSz="741683" rtl="0" eaLnBrk="1" fontAlgn="auto" latinLnBrk="0" hangingPunct="1">
                        <a:lnSpc>
                          <a:spcPct val="100000"/>
                        </a:lnSpc>
                        <a:spcBef>
                          <a:spcPts val="200"/>
                        </a:spcBef>
                        <a:spcAft>
                          <a:spcPts val="0"/>
                        </a:spcAft>
                        <a:buClr>
                          <a:schemeClr val="dk2"/>
                        </a:buClr>
                        <a:buSzPts val="900"/>
                        <a:buFont typeface="Arial" panose="020B0604020202020204" pitchFamily="34" charset="0"/>
                        <a:buChar char="•"/>
                        <a:tabLst>
                          <a:tab pos="457200" algn="l"/>
                        </a:tabLst>
                        <a:defRPr/>
                      </a:pPr>
                      <a:endParaRPr lang="fr-FR" sz="900" b="0" i="0" u="none" strike="noStrike" cap="none" noProof="0">
                        <a:solidFill>
                          <a:srgbClr val="000000"/>
                        </a:solidFill>
                        <a:latin typeface="+mn-lt"/>
                        <a:ea typeface="Arial"/>
                        <a:cs typeface="Arial"/>
                        <a:sym typeface="Arial"/>
                      </a:endParaRPr>
                    </a:p>
                  </a:txBody>
                  <a:tcPr>
                    <a:solidFill>
                      <a:schemeClr val="bg1">
                        <a:lumMod val="95000"/>
                      </a:schemeClr>
                    </a:solidFill>
                  </a:tcPr>
                </a:tc>
                <a:tc>
                  <a:txBody>
                    <a:bodyPr/>
                    <a:lstStyle/>
                    <a:p>
                      <a:pPr marL="6350" marR="0" lvl="0" indent="0" algn="ctr" defTabSz="914400" rtl="0" eaLnBrk="1" fontAlgn="auto" latinLnBrk="0" hangingPunct="1">
                        <a:lnSpc>
                          <a:spcPct val="100000"/>
                        </a:lnSpc>
                        <a:spcBef>
                          <a:spcPts val="500"/>
                        </a:spcBef>
                        <a:spcAft>
                          <a:spcPts val="0"/>
                        </a:spcAft>
                        <a:buClr>
                          <a:srgbClr val="000000"/>
                        </a:buClr>
                        <a:buSzPts val="900"/>
                        <a:buFont typeface="Arial"/>
                        <a:buNone/>
                        <a:tabLst/>
                        <a:defRPr/>
                      </a:pPr>
                      <a:r>
                        <a:rPr lang="fr-FR" sz="900" b="1" u="none" kern="1200" baseline="0" noProof="0">
                          <a:solidFill>
                            <a:schemeClr val="accent4">
                              <a:lumMod val="75000"/>
                            </a:schemeClr>
                          </a:solidFill>
                          <a:effectLst/>
                          <a:latin typeface="+mn-lt"/>
                          <a:ea typeface="Times New Roman" panose="02020603050405020304" pitchFamily="18" charset="0"/>
                          <a:cs typeface="+mn-cs"/>
                        </a:rPr>
                        <a:t>Priorite de traitement : Elevee</a:t>
                      </a:r>
                    </a:p>
                  </a:txBody>
                  <a:tcPr anchor="ctr">
                    <a:solidFill>
                      <a:schemeClr val="bg1">
                        <a:lumMod val="95000"/>
                      </a:schemeClr>
                    </a:solidFill>
                  </a:tcPr>
                </a:tc>
                <a:extLst>
                  <a:ext uri="{0D108BD9-81ED-4DB2-BD59-A6C34878D82A}">
                    <a16:rowId xmlns:a16="http://schemas.microsoft.com/office/drawing/2014/main" val="3386934975"/>
                  </a:ext>
                </a:extLst>
              </a:tr>
            </a:tbl>
          </a:graphicData>
        </a:graphic>
      </p:graphicFrame>
      <p:grpSp>
        <p:nvGrpSpPr>
          <p:cNvPr id="39" name="Groupe 38">
            <a:extLst>
              <a:ext uri="{FF2B5EF4-FFF2-40B4-BE49-F238E27FC236}">
                <a16:creationId xmlns:a16="http://schemas.microsoft.com/office/drawing/2014/main" id="{A432C86C-F7DD-8E45-14D5-9EF040E826F2}"/>
              </a:ext>
            </a:extLst>
          </p:cNvPr>
          <p:cNvGrpSpPr/>
          <p:nvPr/>
        </p:nvGrpSpPr>
        <p:grpSpPr>
          <a:xfrm>
            <a:off x="7620001" y="1158993"/>
            <a:ext cx="1523999" cy="507874"/>
            <a:chOff x="1105481" y="2796059"/>
            <a:chExt cx="1593064" cy="442679"/>
          </a:xfrm>
        </p:grpSpPr>
        <p:grpSp>
          <p:nvGrpSpPr>
            <p:cNvPr id="40" name="Google Shape;945;p114">
              <a:extLst>
                <a:ext uri="{FF2B5EF4-FFF2-40B4-BE49-F238E27FC236}">
                  <a16:creationId xmlns:a16="http://schemas.microsoft.com/office/drawing/2014/main" id="{1397C9B2-600B-912E-1C09-22E5A2FF8AF1}"/>
                </a:ext>
              </a:extLst>
            </p:cNvPr>
            <p:cNvGrpSpPr/>
            <p:nvPr/>
          </p:nvGrpSpPr>
          <p:grpSpPr>
            <a:xfrm>
              <a:off x="1105481" y="2849940"/>
              <a:ext cx="1593064" cy="216651"/>
              <a:chOff x="671260" y="2273543"/>
              <a:chExt cx="2484000" cy="337814"/>
            </a:xfrm>
          </p:grpSpPr>
          <p:sp>
            <p:nvSpPr>
              <p:cNvPr id="49" name="Google Shape;946;p114">
                <a:extLst>
                  <a:ext uri="{FF2B5EF4-FFF2-40B4-BE49-F238E27FC236}">
                    <a16:creationId xmlns:a16="http://schemas.microsoft.com/office/drawing/2014/main" id="{539835C8-D80E-1279-930F-337B91A07C35}"/>
                  </a:ext>
                </a:extLst>
              </p:cNvPr>
              <p:cNvSpPr/>
              <p:nvPr/>
            </p:nvSpPr>
            <p:spPr>
              <a:xfrm>
                <a:off x="671260" y="2273543"/>
                <a:ext cx="2484000" cy="216024"/>
              </a:xfrm>
              <a:prstGeom prst="roundRect">
                <a:avLst>
                  <a:gd name="adj" fmla="val 50000"/>
                </a:avLst>
              </a:prstGeom>
              <a:solidFill>
                <a:schemeClr val="lt2"/>
              </a:solidFill>
              <a:ln w="12700" cap="flat" cmpd="sng">
                <a:solidFill>
                  <a:schemeClr val="lt2"/>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nvGrpSpPr>
              <p:cNvPr id="50" name="Google Shape;947;p114">
                <a:extLst>
                  <a:ext uri="{FF2B5EF4-FFF2-40B4-BE49-F238E27FC236}">
                    <a16:creationId xmlns:a16="http://schemas.microsoft.com/office/drawing/2014/main" id="{BE0387A4-9B5A-CA45-80A4-82ADCEBACAAA}"/>
                  </a:ext>
                </a:extLst>
              </p:cNvPr>
              <p:cNvGrpSpPr/>
              <p:nvPr/>
            </p:nvGrpSpPr>
            <p:grpSpPr>
              <a:xfrm>
                <a:off x="1493828" y="2488296"/>
                <a:ext cx="828918" cy="123061"/>
                <a:chOff x="1493828" y="2467991"/>
                <a:chExt cx="828918" cy="144016"/>
              </a:xfrm>
            </p:grpSpPr>
            <p:cxnSp>
              <p:nvCxnSpPr>
                <p:cNvPr id="51" name="Google Shape;948;p114">
                  <a:extLst>
                    <a:ext uri="{FF2B5EF4-FFF2-40B4-BE49-F238E27FC236}">
                      <a16:creationId xmlns:a16="http://schemas.microsoft.com/office/drawing/2014/main" id="{F13C216F-F972-92A2-F289-11FD848B13D5}"/>
                    </a:ext>
                  </a:extLst>
                </p:cNvPr>
                <p:cNvCxnSpPr/>
                <p:nvPr/>
              </p:nvCxnSpPr>
              <p:spPr>
                <a:xfrm>
                  <a:off x="1493828" y="2467991"/>
                  <a:ext cx="0" cy="144016"/>
                </a:xfrm>
                <a:prstGeom prst="straightConnector1">
                  <a:avLst/>
                </a:prstGeom>
                <a:noFill/>
                <a:ln w="12700" cap="flat" cmpd="sng">
                  <a:solidFill>
                    <a:schemeClr val="lt2"/>
                  </a:solidFill>
                  <a:prstDash val="solid"/>
                  <a:round/>
                  <a:headEnd type="none" w="sm" len="sm"/>
                  <a:tailEnd type="none" w="sm" len="sm"/>
                </a:ln>
              </p:spPr>
            </p:cxnSp>
            <p:cxnSp>
              <p:nvCxnSpPr>
                <p:cNvPr id="52" name="Google Shape;949;p114">
                  <a:extLst>
                    <a:ext uri="{FF2B5EF4-FFF2-40B4-BE49-F238E27FC236}">
                      <a16:creationId xmlns:a16="http://schemas.microsoft.com/office/drawing/2014/main" id="{1E12E0EE-AB8E-8B14-283B-913FE252F586}"/>
                    </a:ext>
                  </a:extLst>
                </p:cNvPr>
                <p:cNvCxnSpPr/>
                <p:nvPr/>
              </p:nvCxnSpPr>
              <p:spPr>
                <a:xfrm>
                  <a:off x="2322746" y="2467991"/>
                  <a:ext cx="0" cy="144016"/>
                </a:xfrm>
                <a:prstGeom prst="straightConnector1">
                  <a:avLst/>
                </a:prstGeom>
                <a:noFill/>
                <a:ln w="12700" cap="flat" cmpd="sng">
                  <a:solidFill>
                    <a:schemeClr val="lt2"/>
                  </a:solidFill>
                  <a:prstDash val="solid"/>
                  <a:round/>
                  <a:headEnd type="none" w="sm" len="sm"/>
                  <a:tailEnd type="none" w="sm" len="sm"/>
                </a:ln>
              </p:spPr>
            </p:cxnSp>
          </p:grpSp>
        </p:grpSp>
        <p:grpSp>
          <p:nvGrpSpPr>
            <p:cNvPr id="41" name="Google Shape;950;p114">
              <a:extLst>
                <a:ext uri="{FF2B5EF4-FFF2-40B4-BE49-F238E27FC236}">
                  <a16:creationId xmlns:a16="http://schemas.microsoft.com/office/drawing/2014/main" id="{D7701012-2391-CF4A-D3DF-E98A88944CC5}"/>
                </a:ext>
              </a:extLst>
            </p:cNvPr>
            <p:cNvGrpSpPr/>
            <p:nvPr/>
          </p:nvGrpSpPr>
          <p:grpSpPr>
            <a:xfrm>
              <a:off x="1630238" y="2796059"/>
              <a:ext cx="531021" cy="230906"/>
              <a:chOff x="8310457" y="3280644"/>
              <a:chExt cx="828000" cy="360040"/>
            </a:xfrm>
          </p:grpSpPr>
          <p:sp>
            <p:nvSpPr>
              <p:cNvPr id="45" name="Google Shape;951;p114">
                <a:extLst>
                  <a:ext uri="{FF2B5EF4-FFF2-40B4-BE49-F238E27FC236}">
                    <a16:creationId xmlns:a16="http://schemas.microsoft.com/office/drawing/2014/main" id="{3DAD44FB-6AA5-16C0-9D81-E8A7FDED91EC}"/>
                  </a:ext>
                </a:extLst>
              </p:cNvPr>
              <p:cNvSpPr/>
              <p:nvPr/>
            </p:nvSpPr>
            <p:spPr>
              <a:xfrm>
                <a:off x="8310457" y="3384977"/>
                <a:ext cx="828000" cy="180000"/>
              </a:xfrm>
              <a:prstGeom prst="roundRect">
                <a:avLst>
                  <a:gd name="adj" fmla="val 50000"/>
                </a:avLst>
              </a:prstGeom>
              <a:solidFill>
                <a:schemeClr val="accent4"/>
              </a:solidFill>
              <a:ln w="12700" cap="flat" cmpd="sng">
                <a:solidFill>
                  <a:srgbClr val="FFFFFF"/>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nvGrpSpPr>
              <p:cNvPr id="46" name="Google Shape;952;p114">
                <a:extLst>
                  <a:ext uri="{FF2B5EF4-FFF2-40B4-BE49-F238E27FC236}">
                    <a16:creationId xmlns:a16="http://schemas.microsoft.com/office/drawing/2014/main" id="{327C942E-CC51-2A0A-45BE-9599BFBA2793}"/>
                  </a:ext>
                </a:extLst>
              </p:cNvPr>
              <p:cNvGrpSpPr/>
              <p:nvPr/>
            </p:nvGrpSpPr>
            <p:grpSpPr>
              <a:xfrm>
                <a:off x="8544437" y="3280644"/>
                <a:ext cx="360040" cy="360040"/>
                <a:chOff x="-629964" y="1476375"/>
                <a:chExt cx="360040" cy="360040"/>
              </a:xfrm>
            </p:grpSpPr>
            <p:sp>
              <p:nvSpPr>
                <p:cNvPr id="47" name="Google Shape;953;p114">
                  <a:extLst>
                    <a:ext uri="{FF2B5EF4-FFF2-40B4-BE49-F238E27FC236}">
                      <a16:creationId xmlns:a16="http://schemas.microsoft.com/office/drawing/2014/main" id="{28DE9DCD-B4FA-85E2-5496-32DD9A01E5AE}"/>
                    </a:ext>
                  </a:extLst>
                </p:cNvPr>
                <p:cNvSpPr/>
                <p:nvPr/>
              </p:nvSpPr>
              <p:spPr>
                <a:xfrm rot="8100000">
                  <a:off x="-629964" y="1476375"/>
                  <a:ext cx="360040" cy="360040"/>
                </a:xfrm>
                <a:prstGeom prst="teardrop">
                  <a:avLst>
                    <a:gd name="adj" fmla="val 111841"/>
                  </a:avLst>
                </a:prstGeom>
                <a:solidFill>
                  <a:srgbClr val="FFFFFF"/>
                </a:solidFill>
                <a:ln w="9525" cap="flat" cmpd="sng">
                  <a:solidFill>
                    <a:srgbClr val="F1F1F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sp>
              <p:nvSpPr>
                <p:cNvPr id="48" name="Google Shape;954;p114">
                  <a:extLst>
                    <a:ext uri="{FF2B5EF4-FFF2-40B4-BE49-F238E27FC236}">
                      <a16:creationId xmlns:a16="http://schemas.microsoft.com/office/drawing/2014/main" id="{63D40E4A-20C2-6BC7-ECF4-2683A085FF88}"/>
                    </a:ext>
                  </a:extLst>
                </p:cNvPr>
                <p:cNvSpPr/>
                <p:nvPr/>
              </p:nvSpPr>
              <p:spPr>
                <a:xfrm>
                  <a:off x="-534794" y="1571545"/>
                  <a:ext cx="169700" cy="169700"/>
                </a:xfrm>
                <a:prstGeom prst="ellipse">
                  <a:avLst/>
                </a:prstGeom>
                <a:solidFill>
                  <a:schemeClr val="lt2"/>
                </a:solidFill>
                <a:ln w="9525" cap="flat" cmpd="sng">
                  <a:solidFill>
                    <a:srgbClr val="F1F1F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grpSp>
        <p:sp>
          <p:nvSpPr>
            <p:cNvPr id="42" name="Google Shape;955;p114">
              <a:extLst>
                <a:ext uri="{FF2B5EF4-FFF2-40B4-BE49-F238E27FC236}">
                  <a16:creationId xmlns:a16="http://schemas.microsoft.com/office/drawing/2014/main" id="{0099052C-8490-F091-E6C8-C974C82C8962}"/>
                </a:ext>
              </a:extLst>
            </p:cNvPr>
            <p:cNvSpPr txBox="1"/>
            <p:nvPr/>
          </p:nvSpPr>
          <p:spPr>
            <a:xfrm>
              <a:off x="1191015" y="3081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600" b="0" i="0" u="none" strike="noStrike" cap="none" noProof="0">
                  <a:solidFill>
                    <a:schemeClr val="dk2"/>
                  </a:solidFill>
                  <a:latin typeface="Arial"/>
                  <a:ea typeface="Arial"/>
                  <a:cs typeface="Arial"/>
                  <a:sym typeface="Arial"/>
                </a:rPr>
                <a:t>Low</a:t>
              </a:r>
              <a:endParaRPr lang="fr-FR" sz="600" b="1" i="0" u="none" strike="noStrike" cap="none" noProof="0">
                <a:solidFill>
                  <a:schemeClr val="dk2"/>
                </a:solidFill>
                <a:latin typeface="Arial"/>
                <a:ea typeface="Arial"/>
                <a:cs typeface="Arial"/>
                <a:sym typeface="Arial"/>
              </a:endParaRPr>
            </a:p>
          </p:txBody>
        </p:sp>
        <p:sp>
          <p:nvSpPr>
            <p:cNvPr id="43" name="Google Shape;956;p114">
              <a:extLst>
                <a:ext uri="{FF2B5EF4-FFF2-40B4-BE49-F238E27FC236}">
                  <a16:creationId xmlns:a16="http://schemas.microsoft.com/office/drawing/2014/main" id="{2CDDB662-679B-C32C-B9DF-C06D42ABA453}"/>
                </a:ext>
              </a:extLst>
            </p:cNvPr>
            <p:cNvSpPr txBox="1"/>
            <p:nvPr/>
          </p:nvSpPr>
          <p:spPr>
            <a:xfrm>
              <a:off x="1699317" y="3081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600" b="0" i="0" u="none" strike="noStrike" cap="none" noProof="0">
                  <a:solidFill>
                    <a:schemeClr val="dk2"/>
                  </a:solidFill>
                  <a:latin typeface="Arial"/>
                  <a:ea typeface="Arial"/>
                  <a:cs typeface="Arial"/>
                  <a:sym typeface="Arial"/>
                </a:rPr>
                <a:t>Medium</a:t>
              </a:r>
              <a:endParaRPr lang="fr-FR" sz="600" b="1" i="0" u="none" strike="noStrike" cap="none" noProof="0">
                <a:solidFill>
                  <a:schemeClr val="dk2"/>
                </a:solidFill>
                <a:latin typeface="Arial"/>
                <a:ea typeface="Arial"/>
                <a:cs typeface="Arial"/>
                <a:sym typeface="Arial"/>
              </a:endParaRPr>
            </a:p>
          </p:txBody>
        </p:sp>
        <p:sp>
          <p:nvSpPr>
            <p:cNvPr id="44" name="Google Shape;957;p114">
              <a:extLst>
                <a:ext uri="{FF2B5EF4-FFF2-40B4-BE49-F238E27FC236}">
                  <a16:creationId xmlns:a16="http://schemas.microsoft.com/office/drawing/2014/main" id="{4E89A4CF-65B8-1493-8B85-111F2A598B15}"/>
                </a:ext>
              </a:extLst>
            </p:cNvPr>
            <p:cNvSpPr txBox="1"/>
            <p:nvPr/>
          </p:nvSpPr>
          <p:spPr>
            <a:xfrm>
              <a:off x="2234586" y="3081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600" b="0" i="0" u="none" strike="noStrike" cap="none" noProof="0">
                  <a:solidFill>
                    <a:schemeClr val="dk2"/>
                  </a:solidFill>
                  <a:latin typeface="Arial"/>
                  <a:ea typeface="Arial"/>
                  <a:cs typeface="Arial"/>
                  <a:sym typeface="Arial"/>
                </a:rPr>
                <a:t>High</a:t>
              </a:r>
              <a:endParaRPr lang="fr-FR" sz="600" b="1" i="0" u="none" strike="noStrike" cap="none" noProof="0">
                <a:solidFill>
                  <a:schemeClr val="dk2"/>
                </a:solidFill>
                <a:latin typeface="Arial"/>
                <a:ea typeface="Arial"/>
                <a:cs typeface="Arial"/>
                <a:sym typeface="Arial"/>
              </a:endParaRPr>
            </a:p>
          </p:txBody>
        </p:sp>
      </p:grpSp>
      <p:sp>
        <p:nvSpPr>
          <p:cNvPr id="53" name="Footer Placeholder 1">
            <a:extLst>
              <a:ext uri="{FF2B5EF4-FFF2-40B4-BE49-F238E27FC236}">
                <a16:creationId xmlns:a16="http://schemas.microsoft.com/office/drawing/2014/main" id="{89B9D8E1-A056-2B6F-6F3D-989A38562F09}"/>
              </a:ext>
            </a:extLst>
          </p:cNvPr>
          <p:cNvSpPr>
            <a:spLocks noGrp="1"/>
          </p:cNvSpPr>
          <p:nvPr>
            <p:ph type="ftr" sz="quarter" idx="3"/>
          </p:nvPr>
        </p:nvSpPr>
        <p:spPr>
          <a:xfrm>
            <a:off x="800100" y="4873081"/>
            <a:ext cx="6611112" cy="121187"/>
          </a:xfrm>
        </p:spPr>
        <p:txBody>
          <a:bodyPr/>
          <a:lstStyle/>
          <a:p>
            <a:r>
              <a:rPr lang="fr-FR"/>
              <a:t>PwC | Direction des systemes d'information - Groupe Example Janvier 2026 - Mars 2026</a:t>
            </a:r>
            <a:endParaRPr lang="fr-FR" noProof="0" dirty="0"/>
          </a:p>
        </p:txBody>
      </p:sp>
      <p:sp>
        <p:nvSpPr>
          <p:cNvPr id="2" name="Google Shape;861;p107">
            <a:extLst>
              <a:ext uri="{FF2B5EF4-FFF2-40B4-BE49-F238E27FC236}">
                <a16:creationId xmlns:a16="http://schemas.microsoft.com/office/drawing/2014/main" id="{873E8C82-E282-C186-7BB8-9F5CF24908C2}"/>
              </a:ext>
            </a:extLst>
          </p:cNvPr>
          <p:cNvSpPr txBox="1"/>
          <p:nvPr/>
        </p:nvSpPr>
        <p:spPr>
          <a:xfrm>
            <a:off x="444399" y="11337"/>
            <a:ext cx="8719922" cy="269141"/>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fr-FR" sz="2600" i="0" u="none" strike="noStrike" cap="none" noProof="0">
                <a:solidFill>
                  <a:srgbClr val="000000"/>
                </a:solidFill>
                <a:latin typeface="Georgia"/>
                <a:ea typeface="Georgia"/>
                <a:cs typeface="Georgia"/>
                <a:sym typeface="Georgia"/>
              </a:rPr>
              <a:t>Les points relev?s en Janvier 2026 - Mars 2026</a:t>
            </a:r>
          </a:p>
        </p:txBody>
      </p:sp>
    </p:spTree>
    <p:extLst>
      <p:ext uri="{BB962C8B-B14F-4D97-AF65-F5344CB8AC3E}">
        <p14:creationId xmlns:p14="http://schemas.microsoft.com/office/powerpoint/2010/main" val="15202803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76D95-31AA-2211-61D8-613810D21FFA}"/>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238F3243-4229-CEF6-494F-7AC15E7CFD5B}"/>
              </a:ext>
              <a:ext uri="{C183D7F6-B498-43B3-948B-1728B52AA6E4}">
                <adec:decorative xmlns:adec="http://schemas.microsoft.com/office/drawing/2017/decorative" val="0"/>
              </a:ext>
            </a:extLst>
          </p:cNvPr>
          <p:cNvSpPr>
            <a:spLocks noGrp="1"/>
          </p:cNvSpPr>
          <p:nvPr>
            <p:ph type="sldNum" sz="quarter" idx="4"/>
          </p:nvPr>
        </p:nvSpPr>
        <p:spPr>
          <a:xfrm>
            <a:off x="8627864" y="4876039"/>
            <a:ext cx="223657" cy="121187"/>
          </a:xfrm>
        </p:spPr>
        <p:txBody>
          <a:bodyPr/>
          <a:lstStyle/>
          <a:p>
            <a:r>
              <a:rPr lang="fr-FR" noProof="0"/>
              <a:t>15</a:t>
            </a:r>
          </a:p>
        </p:txBody>
      </p:sp>
      <p:graphicFrame>
        <p:nvGraphicFramePr>
          <p:cNvPr id="33" name="Tableau 32">
            <a:extLst>
              <a:ext uri="{FF2B5EF4-FFF2-40B4-BE49-F238E27FC236}">
                <a16:creationId xmlns:a16="http://schemas.microsoft.com/office/drawing/2014/main" id="{98851477-C407-48DF-F986-4F1BA222E758}"/>
              </a:ext>
            </a:extLst>
          </p:cNvPr>
          <p:cNvGraphicFramePr>
            <a:graphicFrameLocks noGrp="1"/>
          </p:cNvGraphicFramePr>
          <p:nvPr>
            <p:custDataLst>
              <p:tags r:id="rId1"/>
            </p:custDataLst>
            <p:extLst>
              <p:ext uri="{D42A27DB-BD31-4B8C-83A1-F6EECF244321}">
                <p14:modId xmlns:p14="http://schemas.microsoft.com/office/powerpoint/2010/main" val="1150521343"/>
              </p:ext>
            </p:extLst>
          </p:nvPr>
        </p:nvGraphicFramePr>
        <p:xfrm>
          <a:off x="0" y="503347"/>
          <a:ext cx="9144000" cy="4030734"/>
        </p:xfrm>
        <a:graphic>
          <a:graphicData uri="http://schemas.openxmlformats.org/drawingml/2006/table">
            <a:tbl>
              <a:tblPr firstRow="1" firstCol="1" bandRow="1">
                <a:tableStyleId>{5C22544A-7EE6-4342-B048-85BDC9FD1C3A}</a:tableStyleId>
              </a:tblPr>
              <a:tblGrid>
                <a:gridCol w="439993">
                  <a:extLst>
                    <a:ext uri="{9D8B030D-6E8A-4147-A177-3AD203B41FA5}">
                      <a16:colId xmlns:a16="http://schemas.microsoft.com/office/drawing/2014/main" val="20000"/>
                    </a:ext>
                  </a:extLst>
                </a:gridCol>
                <a:gridCol w="1113455">
                  <a:extLst>
                    <a:ext uri="{9D8B030D-6E8A-4147-A177-3AD203B41FA5}">
                      <a16:colId xmlns:a16="http://schemas.microsoft.com/office/drawing/2014/main" val="20001"/>
                    </a:ext>
                  </a:extLst>
                </a:gridCol>
                <a:gridCol w="3486649">
                  <a:extLst>
                    <a:ext uri="{9D8B030D-6E8A-4147-A177-3AD203B41FA5}">
                      <a16:colId xmlns:a16="http://schemas.microsoft.com/office/drawing/2014/main" val="4057883698"/>
                    </a:ext>
                  </a:extLst>
                </a:gridCol>
                <a:gridCol w="2348582">
                  <a:extLst>
                    <a:ext uri="{9D8B030D-6E8A-4147-A177-3AD203B41FA5}">
                      <a16:colId xmlns:a16="http://schemas.microsoft.com/office/drawing/2014/main" val="2265104901"/>
                    </a:ext>
                  </a:extLst>
                </a:gridCol>
                <a:gridCol w="1755321">
                  <a:extLst>
                    <a:ext uri="{9D8B030D-6E8A-4147-A177-3AD203B41FA5}">
                      <a16:colId xmlns:a16="http://schemas.microsoft.com/office/drawing/2014/main" val="1413096817"/>
                    </a:ext>
                  </a:extLst>
                </a:gridCol>
              </a:tblGrid>
              <a:tr h="380404">
                <a:tc>
                  <a:txBody>
                    <a:bodyPr/>
                    <a:lstStyle/>
                    <a:p>
                      <a:pPr algn="ctr"/>
                      <a:r>
                        <a:rPr lang="fr-FR" sz="900" noProof="0">
                          <a:solidFill>
                            <a:schemeClr val="bg1"/>
                          </a:solidFill>
                          <a:latin typeface="+mn-lt"/>
                        </a:rPr>
                        <a:t>Réf.</a:t>
                      </a:r>
                    </a:p>
                  </a:txBody>
                  <a:tcPr anchor="ctr">
                    <a:solidFill>
                      <a:schemeClr val="tx1">
                        <a:lumMod val="75000"/>
                        <a:lumOff val="25000"/>
                      </a:schemeClr>
                    </a:solidFill>
                  </a:tcPr>
                </a:tc>
                <a:tc>
                  <a:txBody>
                    <a:bodyPr/>
                    <a:lstStyle/>
                    <a:p>
                      <a:pPr marL="0" algn="ctr" defTabSz="957796" rtl="0" eaLnBrk="1" latinLnBrk="0" hangingPunct="1"/>
                      <a:r>
                        <a:rPr lang="fr-FR" sz="900" b="1" kern="1200" noProof="0">
                          <a:solidFill>
                            <a:schemeClr val="bg1"/>
                          </a:solidFill>
                          <a:latin typeface="+mn-lt"/>
                          <a:ea typeface="+mn-ea"/>
                          <a:cs typeface="+mn-cs"/>
                        </a:rPr>
                        <a:t>Description du contrôle</a:t>
                      </a:r>
                    </a:p>
                  </a:txBody>
                  <a:tcPr anchor="ctr">
                    <a:solidFill>
                      <a:schemeClr val="tx1">
                        <a:lumMod val="75000"/>
                        <a:lumOff val="25000"/>
                      </a:schemeClr>
                    </a:solidFill>
                  </a:tcPr>
                </a:tc>
                <a:tc>
                  <a:txBody>
                    <a:bodyPr/>
                    <a:lstStyle/>
                    <a:p>
                      <a:pPr marL="0" algn="ctr" defTabSz="957796" rtl="0" eaLnBrk="1" latinLnBrk="0" hangingPunct="1"/>
                      <a:r>
                        <a:rPr lang="fr-FR" sz="900" b="1" kern="1200" noProof="0">
                          <a:solidFill>
                            <a:schemeClr val="bg1"/>
                          </a:solidFill>
                          <a:latin typeface="+mn-lt"/>
                          <a:ea typeface="+mn-ea"/>
                          <a:cs typeface="+mn-cs"/>
                        </a:rPr>
                        <a:t>Constat </a:t>
                      </a:r>
                    </a:p>
                  </a:txBody>
                  <a:tcPr anchor="ctr">
                    <a:solidFill>
                      <a:schemeClr val="tx1">
                        <a:lumMod val="75000"/>
                        <a:lumOff val="25000"/>
                      </a:schemeClr>
                    </a:solidFill>
                  </a:tcPr>
                </a:tc>
                <a:tc>
                  <a:txBody>
                    <a:bodyPr/>
                    <a:lstStyle/>
                    <a:p>
                      <a:pPr marL="0" algn="ctr" defTabSz="957796" rtl="0" eaLnBrk="1" latinLnBrk="0" hangingPunct="1"/>
                      <a:r>
                        <a:rPr lang="fr-FR" sz="900" noProof="0">
                          <a:solidFill>
                            <a:schemeClr val="bg1"/>
                          </a:solidFill>
                          <a:latin typeface="+mn-lt"/>
                        </a:rPr>
                        <a:t>Recommandation</a:t>
                      </a:r>
                      <a:endParaRPr lang="fr-FR" sz="900" b="1" kern="1200" noProof="0">
                        <a:solidFill>
                          <a:schemeClr val="bg1"/>
                        </a:solidFill>
                        <a:latin typeface="+mn-lt"/>
                        <a:ea typeface="+mn-ea"/>
                        <a:cs typeface="+mn-cs"/>
                      </a:endParaRPr>
                    </a:p>
                  </a:txBody>
                  <a:tcPr anchor="ctr">
                    <a:solidFill>
                      <a:schemeClr val="tx1">
                        <a:lumMod val="75000"/>
                        <a:lumOff val="25000"/>
                      </a:schemeClr>
                    </a:solidFill>
                  </a:tcPr>
                </a:tc>
                <a:tc>
                  <a:txBody>
                    <a:bodyPr/>
                    <a:lstStyle/>
                    <a:p>
                      <a:pPr marL="0" algn="ctr" defTabSz="957796" rtl="0" eaLnBrk="1" latinLnBrk="0" hangingPunct="1"/>
                      <a:r>
                        <a:rPr lang="fr-FR" sz="900" b="1" kern="1200" noProof="0">
                          <a:solidFill>
                            <a:schemeClr val="bg1"/>
                          </a:solidFill>
                          <a:latin typeface="+mn-lt"/>
                          <a:ea typeface="+mn-ea"/>
                          <a:cs typeface="+mn-cs"/>
                        </a:rPr>
                        <a:t>Risque</a:t>
                      </a:r>
                    </a:p>
                  </a:txBody>
                  <a:tcPr anchor="ctr">
                    <a:solidFill>
                      <a:schemeClr val="tx1">
                        <a:lumMod val="75000"/>
                        <a:lumOff val="25000"/>
                      </a:schemeClr>
                    </a:solidFill>
                  </a:tcPr>
                </a:tc>
                <a:extLst>
                  <a:ext uri="{0D108BD9-81ED-4DB2-BD59-A6C34878D82A}">
                    <a16:rowId xmlns:a16="http://schemas.microsoft.com/office/drawing/2014/main" val="10000"/>
                  </a:ext>
                </a:extLst>
              </a:tr>
              <a:tr h="237752">
                <a:tc gridSpan="5">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FR" sz="900" noProof="0">
                          <a:solidFill>
                            <a:schemeClr val="bg1"/>
                          </a:solidFill>
                          <a:latin typeface="+mn-lt"/>
                        </a:rPr>
                        <a:t>Gestion des acces</a:t>
                      </a:r>
                    </a:p>
                  </a:txBody>
                  <a:tcPr anchor="ctr">
                    <a:solidFill>
                      <a:schemeClr val="tx1">
                        <a:lumMod val="50000"/>
                        <a:lumOff val="50000"/>
                      </a:schemeClr>
                    </a:solidFill>
                  </a:tcPr>
                </a:tc>
                <a:tc hMerge="1">
                  <a:txBody>
                    <a:bodyPr/>
                    <a:lstStyle/>
                    <a:p>
                      <a:endParaRPr lang="fr-FR"/>
                    </a:p>
                  </a:txBody>
                  <a:tcPr/>
                </a:tc>
                <a:tc hMerge="1">
                  <a:txBody>
                    <a:bodyPr/>
                    <a:lstStyle/>
                    <a:p>
                      <a:endParaRPr lang="fr-FR"/>
                    </a:p>
                  </a:txBody>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fr-FR" sz="900">
                        <a:solidFill>
                          <a:schemeClr val="bg1"/>
                        </a:solidFill>
                        <a:latin typeface="+mn-lt"/>
                      </a:endParaRPr>
                    </a:p>
                  </a:txBody>
                  <a:tcPr anchor="ctr">
                    <a:solidFill>
                      <a:schemeClr val="tx1">
                        <a:lumMod val="50000"/>
                        <a:lumOff val="50000"/>
                      </a:schemeClr>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fr-FR" sz="900" noProof="0">
                        <a:solidFill>
                          <a:schemeClr val="bg1"/>
                        </a:solidFill>
                        <a:latin typeface="+mn-lt"/>
                      </a:endParaRPr>
                    </a:p>
                  </a:txBody>
                  <a:tcPr anchor="ctr">
                    <a:solidFill>
                      <a:schemeClr val="tx1">
                        <a:lumMod val="50000"/>
                        <a:lumOff val="50000"/>
                      </a:schemeClr>
                    </a:solidFill>
                  </a:tcPr>
                </a:tc>
                <a:extLst>
                  <a:ext uri="{0D108BD9-81ED-4DB2-BD59-A6C34878D82A}">
                    <a16:rowId xmlns:a16="http://schemas.microsoft.com/office/drawing/2014/main" val="10001"/>
                  </a:ext>
                </a:extLst>
              </a:tr>
              <a:tr h="633818">
                <a:tc rowSpan="3">
                  <a:txBody>
                    <a:bodyPr/>
                    <a:lstStyle/>
                    <a:p>
                      <a:pPr marL="0" marR="0" lvl="0" indent="0" algn="ctr" defTabSz="957796" rtl="0" eaLnBrk="1" fontAlgn="auto" latinLnBrk="0" hangingPunct="1">
                        <a:lnSpc>
                          <a:spcPct val="100000"/>
                        </a:lnSpc>
                        <a:spcBef>
                          <a:spcPts val="0"/>
                        </a:spcBef>
                        <a:spcAft>
                          <a:spcPts val="0"/>
                        </a:spcAft>
                        <a:buClrTx/>
                        <a:buSzTx/>
                        <a:buFontTx/>
                        <a:buNone/>
                        <a:tabLst/>
                        <a:defRPr/>
                      </a:pPr>
                      <a:r>
                        <a:rPr lang="fr-FR" sz="900" b="1" kern="1200" noProof="0">
                          <a:solidFill>
                            <a:schemeClr val="bg1"/>
                          </a:solidFill>
                          <a:latin typeface="+mn-lt"/>
                          <a:ea typeface="+mn-ea"/>
                          <a:cs typeface="+mn-cs"/>
                        </a:rPr>
                        <a:t>APD-04</a:t>
                      </a:r>
                    </a:p>
                  </a:txBody>
                  <a:tcPr vert="vert270">
                    <a:solidFill>
                      <a:schemeClr val="accent1"/>
                    </a:solidFill>
                  </a:tcPr>
                </a:tc>
                <a:tc rowSpan="3">
                  <a:txBody>
                    <a:bodyPr/>
                    <a:lstStyle/>
                    <a:p>
                      <a:pPr marL="0" marR="0" lvl="1" indent="0" algn="l"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lang="fr-FR" sz="900" kern="1200" baseline="0" noProof="0">
                          <a:solidFill>
                            <a:schemeClr val="tx1"/>
                          </a:solidFill>
                          <a:effectLst/>
                          <a:highlight>
                            <a:srgbClr val="FFFF00"/>
                          </a:highlight>
                          <a:latin typeface="+mn-lt"/>
                          <a:ea typeface="Times New Roman" panose="02020603050405020304" pitchFamily="18" charset="0"/>
                          <a:cs typeface="+mn-cs"/>
                        </a:rPr>
                        <a:t>Les comptes privilegies et generiques font l'objet d'un suivi adapte.</a:t>
                      </a:r>
                    </a:p>
                  </a:txBody>
                  <a:tcPr>
                    <a:solidFill>
                      <a:schemeClr val="bg1">
                        <a:lumMod val="95000"/>
                      </a:schemeClr>
                    </a:solidFill>
                  </a:tcPr>
                </a:tc>
                <a:tc rowSpan="3">
                  <a:txBody>
                    <a:bodyPr/>
                    <a:lstStyle/>
                    <a:p>
                      <a:pPr marL="0" marR="0" lvl="0" indent="0" algn="just" defTabSz="741939" rtl="0" eaLnBrk="1" fontAlgn="base" latinLnBrk="0" hangingPunct="1">
                        <a:lnSpc>
                          <a:spcPct val="100000"/>
                        </a:lnSpc>
                        <a:spcBef>
                          <a:spcPts val="0"/>
                        </a:spcBef>
                        <a:spcAft>
                          <a:spcPts val="300"/>
                        </a:spcAft>
                        <a:buClr>
                          <a:srgbClr val="000000"/>
                        </a:buClr>
                        <a:buSzTx/>
                        <a:buFont typeface="Arial"/>
                        <a:buNone/>
                        <a:tabLst/>
                        <a:defRPr/>
                      </a:pPr>
                      <a:r>
                        <a:rPr lang="fr-FR" sz="900" b="0" i="0" u="none" strike="noStrike" kern="1200" cap="none" baseline="0">
                          <a:solidFill>
                            <a:schemeClr val="tx1"/>
                          </a:solidFill>
                          <a:latin typeface="+mn-lt"/>
                          <a:ea typeface="Times New Roman" panose="02020603050405020304" pitchFamily="18" charset="0"/>
                          <a:cs typeface="Arial"/>
                          <a:sym typeface="Arial"/>
                        </a:rPr>
                        <a:t>Les journaux d'activite des comptes administrateurs locaux ne font pas l'objet d'une revue periodique formalisee. 5 comptes privilegies generiques ont ete identifies sur le perimetre teste.</a:t>
                      </a:r>
                    </a:p>
                  </a:txBody>
                  <a:tcPr marL="89535" marR="89535" marT="0" marB="0">
                    <a:solidFill>
                      <a:schemeClr val="bg1">
                        <a:lumMod val="95000"/>
                      </a:schemeClr>
                    </a:solidFill>
                  </a:tcPr>
                </a:tc>
                <a:tc rowSpan="3">
                  <a:txBody>
                    <a:bodyPr/>
                    <a:lstStyle/>
                    <a:p>
                      <a:pPr marL="0" marR="0" lvl="0" indent="0" algn="l" rtl="0">
                        <a:lnSpc>
                          <a:spcPct val="100000"/>
                        </a:lnSpc>
                        <a:spcBef>
                          <a:spcPts val="0"/>
                        </a:spcBef>
                        <a:spcAft>
                          <a:spcPts val="0"/>
                        </a:spcAft>
                        <a:buClr>
                          <a:srgbClr val="000000"/>
                        </a:buClr>
                        <a:buSzPts val="900"/>
                        <a:buFont typeface="Noto Sans Symbols"/>
                        <a:buNone/>
                      </a:pPr>
                      <a:r>
                        <a:rPr lang="fr-FR" sz="900" b="0" i="0" u="none" strike="noStrike" cap="none" noProof="0">
                          <a:solidFill>
                            <a:srgbClr val="000000"/>
                          </a:solidFill>
                          <a:latin typeface="+mn-lt"/>
                          <a:ea typeface="Arial"/>
                          <a:cs typeface="Arial"/>
                          <a:sym typeface="Arial"/>
                        </a:rPr>
                        <a:t>Formaliser la gestion des comptes privilegies et mettre en place une revue periodique des activites d'administration et des comptes generiques.</a:t>
                      </a:r>
                    </a:p>
                    <a:p>
                      <a:pPr marL="0" marR="0" lvl="0" indent="0" algn="l" rtl="0">
                        <a:lnSpc>
                          <a:spcPct val="100000"/>
                        </a:lnSpc>
                        <a:spcBef>
                          <a:spcPts val="0"/>
                        </a:spcBef>
                        <a:spcAft>
                          <a:spcPts val="0"/>
                        </a:spcAft>
                        <a:buClr>
                          <a:srgbClr val="000000"/>
                        </a:buClr>
                        <a:buSzPts val="900"/>
                        <a:buFont typeface="Noto Sans Symbols"/>
                        <a:buNone/>
                      </a:pPr>
                      <a:r>
                        <a:rPr lang="fr-FR" sz="900" b="0" i="0" u="none" strike="noStrike" cap="none" noProof="0">
                          <a:solidFill>
                            <a:srgbClr val="000000"/>
                          </a:solidFill>
                          <a:latin typeface="+mn-lt"/>
                          <a:ea typeface="Arial"/>
                          <a:cs typeface="Arial"/>
                          <a:sym typeface="Arial"/>
                        </a:rPr>
                        <a:t>Procedure compensatoire : Les journaux systeme sont conserves 30 jours et consultes uniquement en cas d'incident declare.</a:t>
                      </a:r>
                    </a:p>
                  </a:txBody>
                  <a:tcPr>
                    <a:solidFill>
                      <a:schemeClr val="bg1">
                        <a:lumMod val="95000"/>
                      </a:schemeClr>
                    </a:solidFill>
                  </a:tcPr>
                </a:tc>
                <a:tc>
                  <a:txBody>
                    <a:bodyPr/>
                    <a:lstStyle/>
                    <a:p>
                      <a:pPr marL="6350" marR="0" lvl="0" indent="0" algn="l" rtl="0">
                        <a:lnSpc>
                          <a:spcPct val="100000"/>
                        </a:lnSpc>
                        <a:spcBef>
                          <a:spcPts val="500"/>
                        </a:spcBef>
                        <a:spcAft>
                          <a:spcPts val="0"/>
                        </a:spcAft>
                        <a:buClr>
                          <a:srgbClr val="000000"/>
                        </a:buClr>
                        <a:buSzPts val="900"/>
                        <a:buFont typeface="Arial"/>
                        <a:buNone/>
                      </a:pPr>
                      <a:endParaRPr lang="fr-FR" sz="900" b="1" u="sng" kern="1200" baseline="0" noProof="0">
                        <a:solidFill>
                          <a:schemeClr val="tx1"/>
                        </a:solidFill>
                        <a:effectLst/>
                        <a:latin typeface="+mn-lt"/>
                        <a:ea typeface="Times New Roman" panose="02020603050405020304" pitchFamily="18" charset="0"/>
                        <a:cs typeface="+mn-cs"/>
                      </a:endParaRPr>
                    </a:p>
                  </a:txBody>
                  <a:tcPr>
                    <a:solidFill>
                      <a:schemeClr val="bg1">
                        <a:lumMod val="95000"/>
                      </a:schemeClr>
                    </a:solidFill>
                  </a:tcPr>
                </a:tc>
                <a:extLst>
                  <a:ext uri="{0D108BD9-81ED-4DB2-BD59-A6C34878D82A}">
                    <a16:rowId xmlns:a16="http://schemas.microsoft.com/office/drawing/2014/main" val="10002"/>
                  </a:ext>
                </a:extLst>
              </a:tr>
              <a:tr h="1867489">
                <a:tc vMerge="1">
                  <a:txBody>
                    <a:bodyPr/>
                    <a:lstStyle/>
                    <a:p>
                      <a:endParaRPr lang="fr-FR"/>
                    </a:p>
                  </a:txBody>
                  <a:tcPr/>
                </a:tc>
                <a:tc vMerge="1">
                  <a:txBody>
                    <a:bodyPr/>
                    <a:lstStyle/>
                    <a:p>
                      <a:endParaRPr lang="fr-FR"/>
                    </a:p>
                  </a:txBody>
                  <a:tcPr/>
                </a:tc>
                <a:tc vMerge="1">
                  <a:txBody>
                    <a:bodyPr/>
                    <a:lstStyle/>
                    <a:p>
                      <a:endParaRPr lang="fr-FR"/>
                    </a:p>
                  </a:txBody>
                  <a:tcPr/>
                </a:tc>
                <a:tc vMerge="1">
                  <a:txBody>
                    <a:bodyPr/>
                    <a:lstStyle/>
                    <a:p>
                      <a:endParaRPr lang="fr-FR"/>
                    </a:p>
                  </a:txBody>
                  <a:tcPr/>
                </a:tc>
                <a:tc>
                  <a:txBody>
                    <a:bodyPr/>
                    <a:lstStyle/>
                    <a:p>
                      <a:pPr marL="177800" marR="0" lvl="0" indent="-171450" algn="l" rtl="0">
                        <a:lnSpc>
                          <a:spcPct val="100000"/>
                        </a:lnSpc>
                        <a:spcBef>
                          <a:spcPts val="500"/>
                        </a:spcBef>
                        <a:spcAft>
                          <a:spcPts val="0"/>
                        </a:spcAft>
                        <a:buClr>
                          <a:srgbClr val="000000"/>
                        </a:buClr>
                        <a:buSzPts val="900"/>
                        <a:buFont typeface="Arial" panose="020B0604020202020204" pitchFamily="34" charset="0"/>
                        <a:buChar char="•"/>
                      </a:pPr>
                      <a:r>
                        <a:rPr lang="fr-FR" sz="900" b="0" u="sng" kern="1200" baseline="0" noProof="0">
                          <a:solidFill>
                            <a:schemeClr val="tx1"/>
                          </a:solidFill>
                          <a:effectLst/>
                          <a:latin typeface="+mn-lt"/>
                          <a:ea typeface="Times New Roman" panose="02020603050405020304" pitchFamily="18" charset="0"/>
                          <a:cs typeface="+mn-cs"/>
                        </a:rPr>
                        <a:t>Risque de faiblesse du dispositif de controle interne sur le processus audite.</a:t>
                      </a:r>
                    </a:p>
                    <a:p>
                      <a:pPr marL="177800" marR="0" lvl="0" indent="-171450" algn="l" rtl="0">
                        <a:lnSpc>
                          <a:spcPct val="100000"/>
                        </a:lnSpc>
                        <a:spcBef>
                          <a:spcPts val="500"/>
                        </a:spcBef>
                        <a:spcAft>
                          <a:spcPts val="0"/>
                        </a:spcAft>
                        <a:buClr>
                          <a:srgbClr val="000000"/>
                        </a:buClr>
                        <a:buSzPts val="900"/>
                        <a:buFont typeface="Arial" panose="020B0604020202020204" pitchFamily="34" charset="0"/>
                        <a:buChar char="•"/>
                      </a:pPr>
                      <a:r>
                        <a:rPr lang="fr-FR" sz="900" b="0" u="sng" kern="1200" baseline="0" noProof="0">
                          <a:solidFill>
                            <a:schemeClr val="tx1"/>
                          </a:solidFill>
                          <a:effectLst/>
                          <a:latin typeface="+mn-lt"/>
                          <a:ea typeface="Times New Roman" panose="02020603050405020304" pitchFamily="18" charset="0"/>
                          <a:cs typeface="+mn-cs"/>
                        </a:rPr>
                        <a:t>Commentaire auditeur : Les comptes concernes sont utilises par l'equipe infrastructure pour les operations d'administration courante.</a:t>
                      </a:r>
                      <a:endParaRPr lang="fr-FR" sz="900" b="0" u="none" kern="1200" baseline="0" noProof="0">
                        <a:solidFill>
                          <a:schemeClr val="tx1"/>
                        </a:solidFill>
                        <a:effectLst/>
                        <a:latin typeface="+mn-lt"/>
                        <a:ea typeface="Times New Roman" panose="02020603050405020304" pitchFamily="18" charset="0"/>
                        <a:cs typeface="+mn-cs"/>
                      </a:endParaRPr>
                    </a:p>
                  </a:txBody>
                  <a:tcPr anchor="ctr">
                    <a:solidFill>
                      <a:schemeClr val="bg1">
                        <a:lumMod val="95000"/>
                      </a:schemeClr>
                    </a:solidFill>
                  </a:tcPr>
                </a:tc>
                <a:extLst>
                  <a:ext uri="{0D108BD9-81ED-4DB2-BD59-A6C34878D82A}">
                    <a16:rowId xmlns:a16="http://schemas.microsoft.com/office/drawing/2014/main" val="3706568165"/>
                  </a:ext>
                </a:extLst>
              </a:tr>
              <a:tr h="0">
                <a:tc vMerge="1">
                  <a:txBody>
                    <a:bodyPr/>
                    <a:lstStyle/>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txBody>
                  <a:tcPr vert="vert270">
                    <a:solidFill>
                      <a:schemeClr val="accent1"/>
                    </a:solidFill>
                  </a:tcPr>
                </a:tc>
                <a:tc vMerge="1">
                  <a:txBody>
                    <a:bodyPr/>
                    <a:lstStyle/>
                    <a:p>
                      <a:pPr marL="0" marR="0" lvl="1" indent="0" algn="l" defTabSz="957796" rtl="0" eaLnBrk="1" fontAlgn="base" latinLnBrk="0" hangingPunct="1">
                        <a:lnSpc>
                          <a:spcPct val="100000"/>
                        </a:lnSpc>
                        <a:spcBef>
                          <a:spcPct val="0"/>
                        </a:spcBef>
                        <a:spcAft>
                          <a:spcPts val="0"/>
                        </a:spcAft>
                        <a:buClrTx/>
                        <a:buSzTx/>
                        <a:buFont typeface="Arial" panose="020B0604020202020204" pitchFamily="34" charset="0"/>
                        <a:buNone/>
                        <a:tabLst/>
                        <a:defRPr/>
                      </a:pPr>
                      <a:endParaRPr lang="fr-FR" sz="900" kern="1200" baseline="0" noProof="0">
                        <a:solidFill>
                          <a:schemeClr val="tx1"/>
                        </a:solidFill>
                        <a:effectLst/>
                        <a:highlight>
                          <a:srgbClr val="FFFF00"/>
                        </a:highlight>
                        <a:latin typeface="+mn-lt"/>
                        <a:ea typeface="Times New Roman" panose="02020603050405020304" pitchFamily="18" charset="0"/>
                        <a:cs typeface="+mn-cs"/>
                      </a:endParaRPr>
                    </a:p>
                  </a:txBody>
                  <a:tcPr>
                    <a:solidFill>
                      <a:schemeClr val="bg1">
                        <a:lumMod val="95000"/>
                      </a:schemeClr>
                    </a:solidFill>
                  </a:tcPr>
                </a:tc>
                <a:tc vMerge="1">
                  <a:txBody>
                    <a:bodyPr/>
                    <a:lstStyle/>
                    <a:p>
                      <a:pPr marL="171450" marR="0" lvl="0" indent="-171450" algn="just" defTabSz="741939" rtl="0" eaLnBrk="1" fontAlgn="base" latinLnBrk="0" hangingPunct="1">
                        <a:lnSpc>
                          <a:spcPct val="100000"/>
                        </a:lnSpc>
                        <a:spcBef>
                          <a:spcPts val="0"/>
                        </a:spcBef>
                        <a:spcAft>
                          <a:spcPts val="300"/>
                        </a:spcAft>
                        <a:buClr>
                          <a:srgbClr val="000000"/>
                        </a:buClr>
                        <a:buSzTx/>
                        <a:buFont typeface="Wingdings"/>
                        <a:buChar char="Ø"/>
                        <a:tabLst/>
                        <a:defRPr/>
                      </a:pPr>
                      <a:endParaRPr lang="fr-FR" sz="900" b="0" i="0" u="none" strike="noStrike" kern="1200" cap="none" baseline="0">
                        <a:solidFill>
                          <a:schemeClr val="tx1"/>
                        </a:solidFill>
                        <a:latin typeface="+mn-lt"/>
                        <a:ea typeface="Times New Roman" panose="02020603050405020304" pitchFamily="18" charset="0"/>
                        <a:cs typeface="Arial"/>
                        <a:sym typeface="Arial"/>
                      </a:endParaRPr>
                    </a:p>
                  </a:txBody>
                  <a:tcPr marL="89535" marR="89535" marT="0" marB="0">
                    <a:solidFill>
                      <a:schemeClr val="bg1">
                        <a:lumMod val="95000"/>
                      </a:schemeClr>
                    </a:solidFill>
                  </a:tcPr>
                </a:tc>
                <a:tc vMerge="1">
                  <a:txBody>
                    <a:bodyPr/>
                    <a:lstStyle/>
                    <a:p>
                      <a:pPr marL="171450" marR="0" lvl="0" indent="-171450" algn="just" defTabSz="741683" rtl="0" eaLnBrk="1" fontAlgn="auto" latinLnBrk="0" hangingPunct="1">
                        <a:lnSpc>
                          <a:spcPct val="100000"/>
                        </a:lnSpc>
                        <a:spcBef>
                          <a:spcPts val="200"/>
                        </a:spcBef>
                        <a:spcAft>
                          <a:spcPts val="0"/>
                        </a:spcAft>
                        <a:buClr>
                          <a:schemeClr val="dk2"/>
                        </a:buClr>
                        <a:buSzPts val="900"/>
                        <a:buFont typeface="Arial" panose="020B0604020202020204" pitchFamily="34" charset="0"/>
                        <a:buChar char="•"/>
                        <a:tabLst>
                          <a:tab pos="457200" algn="l"/>
                        </a:tabLst>
                        <a:defRPr/>
                      </a:pPr>
                      <a:endParaRPr lang="fr-FR" sz="900" b="0" i="0" u="none" strike="noStrike" cap="none" noProof="0">
                        <a:solidFill>
                          <a:srgbClr val="000000"/>
                        </a:solidFill>
                        <a:latin typeface="+mn-lt"/>
                        <a:ea typeface="Arial"/>
                        <a:cs typeface="Arial"/>
                        <a:sym typeface="Arial"/>
                      </a:endParaRPr>
                    </a:p>
                  </a:txBody>
                  <a:tcPr>
                    <a:solidFill>
                      <a:schemeClr val="bg1">
                        <a:lumMod val="95000"/>
                      </a:schemeClr>
                    </a:solidFill>
                  </a:tcPr>
                </a:tc>
                <a:tc>
                  <a:txBody>
                    <a:bodyPr/>
                    <a:lstStyle/>
                    <a:p>
                      <a:pPr marL="6350" marR="0" lvl="0" indent="0" algn="ctr" defTabSz="914400" rtl="0" eaLnBrk="1" fontAlgn="auto" latinLnBrk="0" hangingPunct="1">
                        <a:lnSpc>
                          <a:spcPct val="100000"/>
                        </a:lnSpc>
                        <a:spcBef>
                          <a:spcPts val="500"/>
                        </a:spcBef>
                        <a:spcAft>
                          <a:spcPts val="0"/>
                        </a:spcAft>
                        <a:buClr>
                          <a:srgbClr val="000000"/>
                        </a:buClr>
                        <a:buSzPts val="900"/>
                        <a:buFont typeface="Arial"/>
                        <a:buNone/>
                        <a:tabLst/>
                        <a:defRPr/>
                      </a:pPr>
                      <a:r>
                        <a:rPr lang="fr-FR" sz="900" b="1" u="none" kern="1200" baseline="0" noProof="0">
                          <a:solidFill>
                            <a:schemeClr val="accent4">
                              <a:lumMod val="75000"/>
                            </a:schemeClr>
                          </a:solidFill>
                          <a:effectLst/>
                          <a:latin typeface="+mn-lt"/>
                          <a:ea typeface="Times New Roman" panose="02020603050405020304" pitchFamily="18" charset="0"/>
                          <a:cs typeface="+mn-cs"/>
                        </a:rPr>
                        <a:t>Priorite de traitement : Elevee</a:t>
                      </a:r>
                    </a:p>
                  </a:txBody>
                  <a:tcPr anchor="ctr">
                    <a:solidFill>
                      <a:schemeClr val="bg1">
                        <a:lumMod val="95000"/>
                      </a:schemeClr>
                    </a:solidFill>
                  </a:tcPr>
                </a:tc>
                <a:extLst>
                  <a:ext uri="{0D108BD9-81ED-4DB2-BD59-A6C34878D82A}">
                    <a16:rowId xmlns:a16="http://schemas.microsoft.com/office/drawing/2014/main" val="3386934975"/>
                  </a:ext>
                </a:extLst>
              </a:tr>
            </a:tbl>
          </a:graphicData>
        </a:graphic>
      </p:graphicFrame>
      <p:grpSp>
        <p:nvGrpSpPr>
          <p:cNvPr id="39" name="Groupe 38">
            <a:extLst>
              <a:ext uri="{FF2B5EF4-FFF2-40B4-BE49-F238E27FC236}">
                <a16:creationId xmlns:a16="http://schemas.microsoft.com/office/drawing/2014/main" id="{A432C86C-F7DD-8E45-14D5-9EF040E826F2}"/>
              </a:ext>
            </a:extLst>
          </p:cNvPr>
          <p:cNvGrpSpPr/>
          <p:nvPr/>
        </p:nvGrpSpPr>
        <p:grpSpPr>
          <a:xfrm>
            <a:off x="7620001" y="1158993"/>
            <a:ext cx="1523999" cy="507874"/>
            <a:chOff x="1105481" y="2796059"/>
            <a:chExt cx="1593064" cy="442679"/>
          </a:xfrm>
        </p:grpSpPr>
        <p:grpSp>
          <p:nvGrpSpPr>
            <p:cNvPr id="40" name="Google Shape;945;p114">
              <a:extLst>
                <a:ext uri="{FF2B5EF4-FFF2-40B4-BE49-F238E27FC236}">
                  <a16:creationId xmlns:a16="http://schemas.microsoft.com/office/drawing/2014/main" id="{1397C9B2-600B-912E-1C09-22E5A2FF8AF1}"/>
                </a:ext>
              </a:extLst>
            </p:cNvPr>
            <p:cNvGrpSpPr/>
            <p:nvPr/>
          </p:nvGrpSpPr>
          <p:grpSpPr>
            <a:xfrm>
              <a:off x="1105481" y="2849940"/>
              <a:ext cx="1593064" cy="216651"/>
              <a:chOff x="671260" y="2273543"/>
              <a:chExt cx="2484000" cy="337814"/>
            </a:xfrm>
          </p:grpSpPr>
          <p:sp>
            <p:nvSpPr>
              <p:cNvPr id="49" name="Google Shape;946;p114">
                <a:extLst>
                  <a:ext uri="{FF2B5EF4-FFF2-40B4-BE49-F238E27FC236}">
                    <a16:creationId xmlns:a16="http://schemas.microsoft.com/office/drawing/2014/main" id="{539835C8-D80E-1279-930F-337B91A07C35}"/>
                  </a:ext>
                </a:extLst>
              </p:cNvPr>
              <p:cNvSpPr/>
              <p:nvPr/>
            </p:nvSpPr>
            <p:spPr>
              <a:xfrm>
                <a:off x="671260" y="2273543"/>
                <a:ext cx="2484000" cy="216024"/>
              </a:xfrm>
              <a:prstGeom prst="roundRect">
                <a:avLst>
                  <a:gd name="adj" fmla="val 50000"/>
                </a:avLst>
              </a:prstGeom>
              <a:solidFill>
                <a:schemeClr val="lt2"/>
              </a:solidFill>
              <a:ln w="12700" cap="flat" cmpd="sng">
                <a:solidFill>
                  <a:schemeClr val="lt2"/>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nvGrpSpPr>
              <p:cNvPr id="50" name="Google Shape;947;p114">
                <a:extLst>
                  <a:ext uri="{FF2B5EF4-FFF2-40B4-BE49-F238E27FC236}">
                    <a16:creationId xmlns:a16="http://schemas.microsoft.com/office/drawing/2014/main" id="{BE0387A4-9B5A-CA45-80A4-82ADCEBACAAA}"/>
                  </a:ext>
                </a:extLst>
              </p:cNvPr>
              <p:cNvGrpSpPr/>
              <p:nvPr/>
            </p:nvGrpSpPr>
            <p:grpSpPr>
              <a:xfrm>
                <a:off x="1493828" y="2488296"/>
                <a:ext cx="828918" cy="123061"/>
                <a:chOff x="1493828" y="2467991"/>
                <a:chExt cx="828918" cy="144016"/>
              </a:xfrm>
            </p:grpSpPr>
            <p:cxnSp>
              <p:nvCxnSpPr>
                <p:cNvPr id="51" name="Google Shape;948;p114">
                  <a:extLst>
                    <a:ext uri="{FF2B5EF4-FFF2-40B4-BE49-F238E27FC236}">
                      <a16:creationId xmlns:a16="http://schemas.microsoft.com/office/drawing/2014/main" id="{F13C216F-F972-92A2-F289-11FD848B13D5}"/>
                    </a:ext>
                  </a:extLst>
                </p:cNvPr>
                <p:cNvCxnSpPr/>
                <p:nvPr/>
              </p:nvCxnSpPr>
              <p:spPr>
                <a:xfrm>
                  <a:off x="1493828" y="2467991"/>
                  <a:ext cx="0" cy="144016"/>
                </a:xfrm>
                <a:prstGeom prst="straightConnector1">
                  <a:avLst/>
                </a:prstGeom>
                <a:noFill/>
                <a:ln w="12700" cap="flat" cmpd="sng">
                  <a:solidFill>
                    <a:schemeClr val="lt2"/>
                  </a:solidFill>
                  <a:prstDash val="solid"/>
                  <a:round/>
                  <a:headEnd type="none" w="sm" len="sm"/>
                  <a:tailEnd type="none" w="sm" len="sm"/>
                </a:ln>
              </p:spPr>
            </p:cxnSp>
            <p:cxnSp>
              <p:nvCxnSpPr>
                <p:cNvPr id="52" name="Google Shape;949;p114">
                  <a:extLst>
                    <a:ext uri="{FF2B5EF4-FFF2-40B4-BE49-F238E27FC236}">
                      <a16:creationId xmlns:a16="http://schemas.microsoft.com/office/drawing/2014/main" id="{1E12E0EE-AB8E-8B14-283B-913FE252F586}"/>
                    </a:ext>
                  </a:extLst>
                </p:cNvPr>
                <p:cNvCxnSpPr/>
                <p:nvPr/>
              </p:nvCxnSpPr>
              <p:spPr>
                <a:xfrm>
                  <a:off x="2322746" y="2467991"/>
                  <a:ext cx="0" cy="144016"/>
                </a:xfrm>
                <a:prstGeom prst="straightConnector1">
                  <a:avLst/>
                </a:prstGeom>
                <a:noFill/>
                <a:ln w="12700" cap="flat" cmpd="sng">
                  <a:solidFill>
                    <a:schemeClr val="lt2"/>
                  </a:solidFill>
                  <a:prstDash val="solid"/>
                  <a:round/>
                  <a:headEnd type="none" w="sm" len="sm"/>
                  <a:tailEnd type="none" w="sm" len="sm"/>
                </a:ln>
              </p:spPr>
            </p:cxnSp>
          </p:grpSp>
        </p:grpSp>
        <p:grpSp>
          <p:nvGrpSpPr>
            <p:cNvPr id="41" name="Google Shape;950;p114">
              <a:extLst>
                <a:ext uri="{FF2B5EF4-FFF2-40B4-BE49-F238E27FC236}">
                  <a16:creationId xmlns:a16="http://schemas.microsoft.com/office/drawing/2014/main" id="{D7701012-2391-CF4A-D3DF-E98A88944CC5}"/>
                </a:ext>
              </a:extLst>
            </p:cNvPr>
            <p:cNvGrpSpPr/>
            <p:nvPr/>
          </p:nvGrpSpPr>
          <p:grpSpPr>
            <a:xfrm>
              <a:off x="1630238" y="2796059"/>
              <a:ext cx="531021" cy="230906"/>
              <a:chOff x="8310457" y="3280644"/>
              <a:chExt cx="828000" cy="360040"/>
            </a:xfrm>
          </p:grpSpPr>
          <p:sp>
            <p:nvSpPr>
              <p:cNvPr id="45" name="Google Shape;951;p114">
                <a:extLst>
                  <a:ext uri="{FF2B5EF4-FFF2-40B4-BE49-F238E27FC236}">
                    <a16:creationId xmlns:a16="http://schemas.microsoft.com/office/drawing/2014/main" id="{3DAD44FB-6AA5-16C0-9D81-E8A7FDED91EC}"/>
                  </a:ext>
                </a:extLst>
              </p:cNvPr>
              <p:cNvSpPr/>
              <p:nvPr/>
            </p:nvSpPr>
            <p:spPr>
              <a:xfrm>
                <a:off x="8310457" y="3384977"/>
                <a:ext cx="828000" cy="180000"/>
              </a:xfrm>
              <a:prstGeom prst="roundRect">
                <a:avLst>
                  <a:gd name="adj" fmla="val 50000"/>
                </a:avLst>
              </a:prstGeom>
              <a:solidFill>
                <a:schemeClr val="accent4"/>
              </a:solidFill>
              <a:ln w="12700" cap="flat" cmpd="sng">
                <a:solidFill>
                  <a:srgbClr val="FFFFFF"/>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nvGrpSpPr>
              <p:cNvPr id="46" name="Google Shape;952;p114">
                <a:extLst>
                  <a:ext uri="{FF2B5EF4-FFF2-40B4-BE49-F238E27FC236}">
                    <a16:creationId xmlns:a16="http://schemas.microsoft.com/office/drawing/2014/main" id="{327C942E-CC51-2A0A-45BE-9599BFBA2793}"/>
                  </a:ext>
                </a:extLst>
              </p:cNvPr>
              <p:cNvGrpSpPr/>
              <p:nvPr/>
            </p:nvGrpSpPr>
            <p:grpSpPr>
              <a:xfrm>
                <a:off x="8544437" y="3280644"/>
                <a:ext cx="360040" cy="360040"/>
                <a:chOff x="-629964" y="1476375"/>
                <a:chExt cx="360040" cy="360040"/>
              </a:xfrm>
            </p:grpSpPr>
            <p:sp>
              <p:nvSpPr>
                <p:cNvPr id="47" name="Google Shape;953;p114">
                  <a:extLst>
                    <a:ext uri="{FF2B5EF4-FFF2-40B4-BE49-F238E27FC236}">
                      <a16:creationId xmlns:a16="http://schemas.microsoft.com/office/drawing/2014/main" id="{28DE9DCD-B4FA-85E2-5496-32DD9A01E5AE}"/>
                    </a:ext>
                  </a:extLst>
                </p:cNvPr>
                <p:cNvSpPr/>
                <p:nvPr/>
              </p:nvSpPr>
              <p:spPr>
                <a:xfrm rot="8100000">
                  <a:off x="-629964" y="1476375"/>
                  <a:ext cx="360040" cy="360040"/>
                </a:xfrm>
                <a:prstGeom prst="teardrop">
                  <a:avLst>
                    <a:gd name="adj" fmla="val 111841"/>
                  </a:avLst>
                </a:prstGeom>
                <a:solidFill>
                  <a:srgbClr val="FFFFFF"/>
                </a:solidFill>
                <a:ln w="9525" cap="flat" cmpd="sng">
                  <a:solidFill>
                    <a:srgbClr val="F1F1F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sp>
              <p:nvSpPr>
                <p:cNvPr id="48" name="Google Shape;954;p114">
                  <a:extLst>
                    <a:ext uri="{FF2B5EF4-FFF2-40B4-BE49-F238E27FC236}">
                      <a16:creationId xmlns:a16="http://schemas.microsoft.com/office/drawing/2014/main" id="{63D40E4A-20C2-6BC7-ECF4-2683A085FF88}"/>
                    </a:ext>
                  </a:extLst>
                </p:cNvPr>
                <p:cNvSpPr/>
                <p:nvPr/>
              </p:nvSpPr>
              <p:spPr>
                <a:xfrm>
                  <a:off x="-534794" y="1571545"/>
                  <a:ext cx="169700" cy="169700"/>
                </a:xfrm>
                <a:prstGeom prst="ellipse">
                  <a:avLst/>
                </a:prstGeom>
                <a:solidFill>
                  <a:schemeClr val="lt2"/>
                </a:solidFill>
                <a:ln w="9525" cap="flat" cmpd="sng">
                  <a:solidFill>
                    <a:srgbClr val="F1F1F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grpSp>
        <p:sp>
          <p:nvSpPr>
            <p:cNvPr id="42" name="Google Shape;955;p114">
              <a:extLst>
                <a:ext uri="{FF2B5EF4-FFF2-40B4-BE49-F238E27FC236}">
                  <a16:creationId xmlns:a16="http://schemas.microsoft.com/office/drawing/2014/main" id="{0099052C-8490-F091-E6C8-C974C82C8962}"/>
                </a:ext>
              </a:extLst>
            </p:cNvPr>
            <p:cNvSpPr txBox="1"/>
            <p:nvPr/>
          </p:nvSpPr>
          <p:spPr>
            <a:xfrm>
              <a:off x="1191015" y="3081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600" b="0" i="0" u="none" strike="noStrike" cap="none" noProof="0">
                  <a:solidFill>
                    <a:schemeClr val="dk2"/>
                  </a:solidFill>
                  <a:latin typeface="Arial"/>
                  <a:ea typeface="Arial"/>
                  <a:cs typeface="Arial"/>
                  <a:sym typeface="Arial"/>
                </a:rPr>
                <a:t>Low</a:t>
              </a:r>
              <a:endParaRPr lang="fr-FR" sz="600" b="1" i="0" u="none" strike="noStrike" cap="none" noProof="0">
                <a:solidFill>
                  <a:schemeClr val="dk2"/>
                </a:solidFill>
                <a:latin typeface="Arial"/>
                <a:ea typeface="Arial"/>
                <a:cs typeface="Arial"/>
                <a:sym typeface="Arial"/>
              </a:endParaRPr>
            </a:p>
          </p:txBody>
        </p:sp>
        <p:sp>
          <p:nvSpPr>
            <p:cNvPr id="43" name="Google Shape;956;p114">
              <a:extLst>
                <a:ext uri="{FF2B5EF4-FFF2-40B4-BE49-F238E27FC236}">
                  <a16:creationId xmlns:a16="http://schemas.microsoft.com/office/drawing/2014/main" id="{2CDDB662-679B-C32C-B9DF-C06D42ABA453}"/>
                </a:ext>
              </a:extLst>
            </p:cNvPr>
            <p:cNvSpPr txBox="1"/>
            <p:nvPr/>
          </p:nvSpPr>
          <p:spPr>
            <a:xfrm>
              <a:off x="1699317" y="3081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600" b="0" i="0" u="none" strike="noStrike" cap="none" noProof="0">
                  <a:solidFill>
                    <a:schemeClr val="dk2"/>
                  </a:solidFill>
                  <a:latin typeface="Arial"/>
                  <a:ea typeface="Arial"/>
                  <a:cs typeface="Arial"/>
                  <a:sym typeface="Arial"/>
                </a:rPr>
                <a:t>Medium</a:t>
              </a:r>
              <a:endParaRPr lang="fr-FR" sz="600" b="1" i="0" u="none" strike="noStrike" cap="none" noProof="0">
                <a:solidFill>
                  <a:schemeClr val="dk2"/>
                </a:solidFill>
                <a:latin typeface="Arial"/>
                <a:ea typeface="Arial"/>
                <a:cs typeface="Arial"/>
                <a:sym typeface="Arial"/>
              </a:endParaRPr>
            </a:p>
          </p:txBody>
        </p:sp>
        <p:sp>
          <p:nvSpPr>
            <p:cNvPr id="44" name="Google Shape;957;p114">
              <a:extLst>
                <a:ext uri="{FF2B5EF4-FFF2-40B4-BE49-F238E27FC236}">
                  <a16:creationId xmlns:a16="http://schemas.microsoft.com/office/drawing/2014/main" id="{4E89A4CF-65B8-1493-8B85-111F2A598B15}"/>
                </a:ext>
              </a:extLst>
            </p:cNvPr>
            <p:cNvSpPr txBox="1"/>
            <p:nvPr/>
          </p:nvSpPr>
          <p:spPr>
            <a:xfrm>
              <a:off x="2234586" y="3081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600" b="0" i="0" u="none" strike="noStrike" cap="none" noProof="0">
                  <a:solidFill>
                    <a:schemeClr val="dk2"/>
                  </a:solidFill>
                  <a:latin typeface="Arial"/>
                  <a:ea typeface="Arial"/>
                  <a:cs typeface="Arial"/>
                  <a:sym typeface="Arial"/>
                </a:rPr>
                <a:t>High</a:t>
              </a:r>
              <a:endParaRPr lang="fr-FR" sz="600" b="1" i="0" u="none" strike="noStrike" cap="none" noProof="0">
                <a:solidFill>
                  <a:schemeClr val="dk2"/>
                </a:solidFill>
                <a:latin typeface="Arial"/>
                <a:ea typeface="Arial"/>
                <a:cs typeface="Arial"/>
                <a:sym typeface="Arial"/>
              </a:endParaRPr>
            </a:p>
          </p:txBody>
        </p:sp>
      </p:grpSp>
      <p:sp>
        <p:nvSpPr>
          <p:cNvPr id="53" name="Footer Placeholder 1">
            <a:extLst>
              <a:ext uri="{FF2B5EF4-FFF2-40B4-BE49-F238E27FC236}">
                <a16:creationId xmlns:a16="http://schemas.microsoft.com/office/drawing/2014/main" id="{89B9D8E1-A056-2B6F-6F3D-989A38562F09}"/>
              </a:ext>
            </a:extLst>
          </p:cNvPr>
          <p:cNvSpPr>
            <a:spLocks noGrp="1"/>
          </p:cNvSpPr>
          <p:nvPr>
            <p:ph type="ftr" sz="quarter" idx="3"/>
          </p:nvPr>
        </p:nvSpPr>
        <p:spPr>
          <a:xfrm>
            <a:off x="800100" y="4873081"/>
            <a:ext cx="6611112" cy="121187"/>
          </a:xfrm>
        </p:spPr>
        <p:txBody>
          <a:bodyPr/>
          <a:lstStyle/>
          <a:p>
            <a:r>
              <a:rPr lang="fr-FR"/>
              <a:t>PwC | Direction des systemes d'information - Groupe Example Janvier 2026 - Mars 2026</a:t>
            </a:r>
            <a:endParaRPr lang="fr-FR" noProof="0" dirty="0"/>
          </a:p>
        </p:txBody>
      </p:sp>
      <p:sp>
        <p:nvSpPr>
          <p:cNvPr id="2" name="Google Shape;861;p107">
            <a:extLst>
              <a:ext uri="{FF2B5EF4-FFF2-40B4-BE49-F238E27FC236}">
                <a16:creationId xmlns:a16="http://schemas.microsoft.com/office/drawing/2014/main" id="{873E8C82-E282-C186-7BB8-9F5CF24908C2}"/>
              </a:ext>
            </a:extLst>
          </p:cNvPr>
          <p:cNvSpPr txBox="1"/>
          <p:nvPr/>
        </p:nvSpPr>
        <p:spPr>
          <a:xfrm>
            <a:off x="444399" y="11337"/>
            <a:ext cx="8719922" cy="269141"/>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fr-FR" sz="2600" i="0" u="none" strike="noStrike" cap="none" noProof="0">
                <a:solidFill>
                  <a:srgbClr val="000000"/>
                </a:solidFill>
                <a:latin typeface="Georgia"/>
                <a:ea typeface="Georgia"/>
                <a:cs typeface="Georgia"/>
                <a:sym typeface="Georgia"/>
              </a:rPr>
              <a:t>Les points relev?s en Janvier 2026 - Mars 2026</a:t>
            </a:r>
          </a:p>
        </p:txBody>
      </p:sp>
    </p:spTree>
    <p:extLst>
      <p:ext uri="{BB962C8B-B14F-4D97-AF65-F5344CB8AC3E}">
        <p14:creationId xmlns:p14="http://schemas.microsoft.com/office/powerpoint/2010/main" val="4408860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76D95-31AA-2211-61D8-613810D21FFA}"/>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238F3243-4229-CEF6-494F-7AC15E7CFD5B}"/>
              </a:ext>
              <a:ext uri="{C183D7F6-B498-43B3-948B-1728B52AA6E4}">
                <adec:decorative xmlns:adec="http://schemas.microsoft.com/office/drawing/2017/decorative" val="0"/>
              </a:ext>
            </a:extLst>
          </p:cNvPr>
          <p:cNvSpPr>
            <a:spLocks noGrp="1"/>
          </p:cNvSpPr>
          <p:nvPr>
            <p:ph type="sldNum" sz="quarter" idx="4"/>
          </p:nvPr>
        </p:nvSpPr>
        <p:spPr>
          <a:xfrm>
            <a:off x="8627864" y="4876039"/>
            <a:ext cx="223657" cy="121187"/>
          </a:xfrm>
        </p:spPr>
        <p:txBody>
          <a:bodyPr/>
          <a:lstStyle/>
          <a:p>
            <a:r>
              <a:rPr lang="fr-FR" noProof="0"/>
              <a:t>15</a:t>
            </a:r>
          </a:p>
        </p:txBody>
      </p:sp>
      <p:graphicFrame>
        <p:nvGraphicFramePr>
          <p:cNvPr id="33" name="Tableau 32">
            <a:extLst>
              <a:ext uri="{FF2B5EF4-FFF2-40B4-BE49-F238E27FC236}">
                <a16:creationId xmlns:a16="http://schemas.microsoft.com/office/drawing/2014/main" id="{98851477-C407-48DF-F986-4F1BA222E758}"/>
              </a:ext>
            </a:extLst>
          </p:cNvPr>
          <p:cNvGraphicFramePr>
            <a:graphicFrameLocks noGrp="1"/>
          </p:cNvGraphicFramePr>
          <p:nvPr>
            <p:custDataLst>
              <p:tags r:id="rId1"/>
            </p:custDataLst>
            <p:extLst>
              <p:ext uri="{D42A27DB-BD31-4B8C-83A1-F6EECF244321}">
                <p14:modId xmlns:p14="http://schemas.microsoft.com/office/powerpoint/2010/main" val="1495931742"/>
              </p:ext>
            </p:extLst>
          </p:nvPr>
        </p:nvGraphicFramePr>
        <p:xfrm>
          <a:off x="0" y="503347"/>
          <a:ext cx="9144000" cy="4030734"/>
        </p:xfrm>
        <a:graphic>
          <a:graphicData uri="http://schemas.openxmlformats.org/drawingml/2006/table">
            <a:tbl>
              <a:tblPr firstRow="1" firstCol="1" bandRow="1">
                <a:tableStyleId>{5C22544A-7EE6-4342-B048-85BDC9FD1C3A}</a:tableStyleId>
              </a:tblPr>
              <a:tblGrid>
                <a:gridCol w="439993">
                  <a:extLst>
                    <a:ext uri="{9D8B030D-6E8A-4147-A177-3AD203B41FA5}">
                      <a16:colId xmlns:a16="http://schemas.microsoft.com/office/drawing/2014/main" val="20000"/>
                    </a:ext>
                  </a:extLst>
                </a:gridCol>
                <a:gridCol w="1113455">
                  <a:extLst>
                    <a:ext uri="{9D8B030D-6E8A-4147-A177-3AD203B41FA5}">
                      <a16:colId xmlns:a16="http://schemas.microsoft.com/office/drawing/2014/main" val="20001"/>
                    </a:ext>
                  </a:extLst>
                </a:gridCol>
                <a:gridCol w="3486649">
                  <a:extLst>
                    <a:ext uri="{9D8B030D-6E8A-4147-A177-3AD203B41FA5}">
                      <a16:colId xmlns:a16="http://schemas.microsoft.com/office/drawing/2014/main" val="4057883698"/>
                    </a:ext>
                  </a:extLst>
                </a:gridCol>
                <a:gridCol w="2348582">
                  <a:extLst>
                    <a:ext uri="{9D8B030D-6E8A-4147-A177-3AD203B41FA5}">
                      <a16:colId xmlns:a16="http://schemas.microsoft.com/office/drawing/2014/main" val="2265104901"/>
                    </a:ext>
                  </a:extLst>
                </a:gridCol>
                <a:gridCol w="1755321">
                  <a:extLst>
                    <a:ext uri="{9D8B030D-6E8A-4147-A177-3AD203B41FA5}">
                      <a16:colId xmlns:a16="http://schemas.microsoft.com/office/drawing/2014/main" val="1413096817"/>
                    </a:ext>
                  </a:extLst>
                </a:gridCol>
              </a:tblGrid>
              <a:tr h="380404">
                <a:tc>
                  <a:txBody>
                    <a:bodyPr/>
                    <a:lstStyle/>
                    <a:p>
                      <a:pPr algn="ctr"/>
                      <a:r>
                        <a:rPr lang="fr-FR" sz="900" noProof="0">
                          <a:solidFill>
                            <a:schemeClr val="bg1"/>
                          </a:solidFill>
                          <a:latin typeface="+mn-lt"/>
                        </a:rPr>
                        <a:t>Réf.</a:t>
                      </a:r>
                    </a:p>
                  </a:txBody>
                  <a:tcPr anchor="ctr">
                    <a:solidFill>
                      <a:schemeClr val="tx1">
                        <a:lumMod val="75000"/>
                        <a:lumOff val="25000"/>
                      </a:schemeClr>
                    </a:solidFill>
                  </a:tcPr>
                </a:tc>
                <a:tc>
                  <a:txBody>
                    <a:bodyPr/>
                    <a:lstStyle/>
                    <a:p>
                      <a:pPr marL="0" algn="ctr" defTabSz="957796" rtl="0" eaLnBrk="1" latinLnBrk="0" hangingPunct="1"/>
                      <a:r>
                        <a:rPr lang="fr-FR" sz="900" b="1" kern="1200" noProof="0">
                          <a:solidFill>
                            <a:schemeClr val="bg1"/>
                          </a:solidFill>
                          <a:latin typeface="+mn-lt"/>
                          <a:ea typeface="+mn-ea"/>
                          <a:cs typeface="+mn-cs"/>
                        </a:rPr>
                        <a:t>Description du contrôle</a:t>
                      </a:r>
                    </a:p>
                  </a:txBody>
                  <a:tcPr anchor="ctr">
                    <a:solidFill>
                      <a:schemeClr val="tx1">
                        <a:lumMod val="75000"/>
                        <a:lumOff val="25000"/>
                      </a:schemeClr>
                    </a:solidFill>
                  </a:tcPr>
                </a:tc>
                <a:tc>
                  <a:txBody>
                    <a:bodyPr/>
                    <a:lstStyle/>
                    <a:p>
                      <a:pPr marL="0" algn="ctr" defTabSz="957796" rtl="0" eaLnBrk="1" latinLnBrk="0" hangingPunct="1"/>
                      <a:r>
                        <a:rPr lang="fr-FR" sz="900" b="1" kern="1200" noProof="0">
                          <a:solidFill>
                            <a:schemeClr val="bg1"/>
                          </a:solidFill>
                          <a:latin typeface="+mn-lt"/>
                          <a:ea typeface="+mn-ea"/>
                          <a:cs typeface="+mn-cs"/>
                        </a:rPr>
                        <a:t>Constat </a:t>
                      </a:r>
                    </a:p>
                  </a:txBody>
                  <a:tcPr anchor="ctr">
                    <a:solidFill>
                      <a:schemeClr val="tx1">
                        <a:lumMod val="75000"/>
                        <a:lumOff val="25000"/>
                      </a:schemeClr>
                    </a:solidFill>
                  </a:tcPr>
                </a:tc>
                <a:tc>
                  <a:txBody>
                    <a:bodyPr/>
                    <a:lstStyle/>
                    <a:p>
                      <a:pPr marL="0" algn="ctr" defTabSz="957796" rtl="0" eaLnBrk="1" latinLnBrk="0" hangingPunct="1"/>
                      <a:r>
                        <a:rPr lang="fr-FR" sz="900" noProof="0">
                          <a:solidFill>
                            <a:schemeClr val="bg1"/>
                          </a:solidFill>
                          <a:latin typeface="+mn-lt"/>
                        </a:rPr>
                        <a:t>Recommandation</a:t>
                      </a:r>
                      <a:endParaRPr lang="fr-FR" sz="900" b="1" kern="1200" noProof="0">
                        <a:solidFill>
                          <a:schemeClr val="bg1"/>
                        </a:solidFill>
                        <a:latin typeface="+mn-lt"/>
                        <a:ea typeface="+mn-ea"/>
                        <a:cs typeface="+mn-cs"/>
                      </a:endParaRPr>
                    </a:p>
                  </a:txBody>
                  <a:tcPr anchor="ctr">
                    <a:solidFill>
                      <a:schemeClr val="tx1">
                        <a:lumMod val="75000"/>
                        <a:lumOff val="25000"/>
                      </a:schemeClr>
                    </a:solidFill>
                  </a:tcPr>
                </a:tc>
                <a:tc>
                  <a:txBody>
                    <a:bodyPr/>
                    <a:lstStyle/>
                    <a:p>
                      <a:pPr marL="0" algn="ctr" defTabSz="957796" rtl="0" eaLnBrk="1" latinLnBrk="0" hangingPunct="1"/>
                      <a:r>
                        <a:rPr lang="fr-FR" sz="900" b="1" kern="1200" noProof="0">
                          <a:solidFill>
                            <a:schemeClr val="bg1"/>
                          </a:solidFill>
                          <a:latin typeface="+mn-lt"/>
                          <a:ea typeface="+mn-ea"/>
                          <a:cs typeface="+mn-cs"/>
                        </a:rPr>
                        <a:t>Risque</a:t>
                      </a:r>
                    </a:p>
                  </a:txBody>
                  <a:tcPr anchor="ctr">
                    <a:solidFill>
                      <a:schemeClr val="tx1">
                        <a:lumMod val="75000"/>
                        <a:lumOff val="25000"/>
                      </a:schemeClr>
                    </a:solidFill>
                  </a:tcPr>
                </a:tc>
                <a:extLst>
                  <a:ext uri="{0D108BD9-81ED-4DB2-BD59-A6C34878D82A}">
                    <a16:rowId xmlns:a16="http://schemas.microsoft.com/office/drawing/2014/main" val="10000"/>
                  </a:ext>
                </a:extLst>
              </a:tr>
              <a:tr h="237752">
                <a:tc gridSpan="5">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FR" sz="900" noProof="0">
                          <a:solidFill>
                            <a:schemeClr val="bg1"/>
                          </a:solidFill>
                          <a:latin typeface="+mn-lt"/>
                        </a:rPr>
                        <a:t>Gestion des acces</a:t>
                      </a:r>
                    </a:p>
                  </a:txBody>
                  <a:tcPr anchor="ctr">
                    <a:solidFill>
                      <a:schemeClr val="tx1">
                        <a:lumMod val="50000"/>
                        <a:lumOff val="50000"/>
                      </a:schemeClr>
                    </a:solidFill>
                  </a:tcPr>
                </a:tc>
                <a:tc hMerge="1">
                  <a:txBody>
                    <a:bodyPr/>
                    <a:lstStyle/>
                    <a:p>
                      <a:endParaRPr lang="fr-FR"/>
                    </a:p>
                  </a:txBody>
                  <a:tcPr/>
                </a:tc>
                <a:tc hMerge="1">
                  <a:txBody>
                    <a:bodyPr/>
                    <a:lstStyle/>
                    <a:p>
                      <a:endParaRPr lang="fr-FR"/>
                    </a:p>
                  </a:txBody>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fr-FR" sz="900">
                        <a:solidFill>
                          <a:schemeClr val="bg1"/>
                        </a:solidFill>
                        <a:latin typeface="+mn-lt"/>
                      </a:endParaRPr>
                    </a:p>
                  </a:txBody>
                  <a:tcPr anchor="ctr">
                    <a:solidFill>
                      <a:schemeClr val="tx1">
                        <a:lumMod val="50000"/>
                        <a:lumOff val="50000"/>
                      </a:schemeClr>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fr-FR" sz="900" noProof="0">
                        <a:solidFill>
                          <a:schemeClr val="bg1"/>
                        </a:solidFill>
                        <a:latin typeface="+mn-lt"/>
                      </a:endParaRPr>
                    </a:p>
                  </a:txBody>
                  <a:tcPr anchor="ctr">
                    <a:solidFill>
                      <a:schemeClr val="tx1">
                        <a:lumMod val="50000"/>
                        <a:lumOff val="50000"/>
                      </a:schemeClr>
                    </a:solidFill>
                  </a:tcPr>
                </a:tc>
                <a:extLst>
                  <a:ext uri="{0D108BD9-81ED-4DB2-BD59-A6C34878D82A}">
                    <a16:rowId xmlns:a16="http://schemas.microsoft.com/office/drawing/2014/main" val="10001"/>
                  </a:ext>
                </a:extLst>
              </a:tr>
              <a:tr h="633818">
                <a:tc rowSpan="3">
                  <a:txBody>
                    <a:bodyPr/>
                    <a:lstStyle/>
                    <a:p>
                      <a:pPr marL="0" marR="0" lvl="0" indent="0" algn="ctr" defTabSz="957796" rtl="0" eaLnBrk="1" fontAlgn="auto" latinLnBrk="0" hangingPunct="1">
                        <a:lnSpc>
                          <a:spcPct val="100000"/>
                        </a:lnSpc>
                        <a:spcBef>
                          <a:spcPts val="0"/>
                        </a:spcBef>
                        <a:spcAft>
                          <a:spcPts val="0"/>
                        </a:spcAft>
                        <a:buClrTx/>
                        <a:buSzTx/>
                        <a:buFontTx/>
                        <a:buNone/>
                        <a:tabLst/>
                        <a:defRPr/>
                      </a:pPr>
                      <a:r>
                        <a:rPr lang="fr-FR" sz="900" b="1" kern="1200" noProof="0">
                          <a:solidFill>
                            <a:schemeClr val="bg1"/>
                          </a:solidFill>
                          <a:latin typeface="+mn-lt"/>
                          <a:ea typeface="+mn-ea"/>
                          <a:cs typeface="+mn-cs"/>
                        </a:rPr>
                        <a:t>APD-05</a:t>
                      </a:r>
                    </a:p>
                  </a:txBody>
                  <a:tcPr vert="vert270">
                    <a:solidFill>
                      <a:schemeClr val="accent1"/>
                    </a:solidFill>
                  </a:tcPr>
                </a:tc>
                <a:tc rowSpan="3">
                  <a:txBody>
                    <a:bodyPr/>
                    <a:lstStyle/>
                    <a:p>
                      <a:pPr marL="0" marR="0" lvl="1" indent="0" algn="l"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lang="fr-FR" sz="900" kern="1200" baseline="0" noProof="0">
                          <a:solidFill>
                            <a:schemeClr val="tx1"/>
                          </a:solidFill>
                          <a:effectLst/>
                          <a:highlight>
                            <a:srgbClr val="FFFF00"/>
                          </a:highlight>
                          <a:latin typeface="+mn-lt"/>
                          <a:ea typeface="Times New Roman" panose="02020603050405020304" pitchFamily="18" charset="0"/>
                          <a:cs typeface="+mn-cs"/>
                        </a:rPr>
                        <a:t>Les parametres de securite et mots de passe sont conformes aux politiques en vigueur.</a:t>
                      </a:r>
                    </a:p>
                  </a:txBody>
                  <a:tcPr>
                    <a:solidFill>
                      <a:schemeClr val="bg1">
                        <a:lumMod val="95000"/>
                      </a:schemeClr>
                    </a:solidFill>
                  </a:tcPr>
                </a:tc>
                <a:tc rowSpan="3">
                  <a:txBody>
                    <a:bodyPr/>
                    <a:lstStyle/>
                    <a:p>
                      <a:pPr marL="0" marR="0" lvl="0" indent="0" algn="just" defTabSz="741939" rtl="0" eaLnBrk="1" fontAlgn="base" latinLnBrk="0" hangingPunct="1">
                        <a:lnSpc>
                          <a:spcPct val="100000"/>
                        </a:lnSpc>
                        <a:spcBef>
                          <a:spcPts val="0"/>
                        </a:spcBef>
                        <a:spcAft>
                          <a:spcPts val="300"/>
                        </a:spcAft>
                        <a:buClr>
                          <a:srgbClr val="000000"/>
                        </a:buClr>
                        <a:buSzTx/>
                        <a:buFont typeface="Arial"/>
                        <a:buNone/>
                        <a:tabLst/>
                        <a:defRPr/>
                      </a:pPr>
                      <a:r>
                        <a:rPr lang="fr-FR" sz="900" b="0" i="0" u="none" strike="noStrike" kern="1200" cap="none" baseline="0">
                          <a:solidFill>
                            <a:schemeClr val="tx1"/>
                          </a:solidFill>
                          <a:latin typeface="+mn-lt"/>
                          <a:ea typeface="Times New Roman" panose="02020603050405020304" pitchFamily="18" charset="0"/>
                          <a:cs typeface="Arial"/>
                          <a:sym typeface="Arial"/>
                        </a:rPr>
                        <a:t>La longueur minimale du mot de passe est definie a 6 caracteres et aucun blocage automatique n'est configure apres plusieurs tentatives infructueuses.</a:t>
                      </a:r>
                    </a:p>
                  </a:txBody>
                  <a:tcPr marL="89535" marR="89535" marT="0" marB="0">
                    <a:solidFill>
                      <a:schemeClr val="bg1">
                        <a:lumMod val="95000"/>
                      </a:schemeClr>
                    </a:solidFill>
                  </a:tcPr>
                </a:tc>
                <a:tc rowSpan="3">
                  <a:txBody>
                    <a:bodyPr/>
                    <a:lstStyle/>
                    <a:p>
                      <a:pPr marL="0" marR="0" lvl="0" indent="0" algn="l" rtl="0">
                        <a:lnSpc>
                          <a:spcPct val="100000"/>
                        </a:lnSpc>
                        <a:spcBef>
                          <a:spcPts val="0"/>
                        </a:spcBef>
                        <a:spcAft>
                          <a:spcPts val="0"/>
                        </a:spcAft>
                        <a:buClr>
                          <a:srgbClr val="000000"/>
                        </a:buClr>
                        <a:buSzPts val="900"/>
                        <a:buFont typeface="Noto Sans Symbols"/>
                        <a:buNone/>
                      </a:pPr>
                      <a:r>
                        <a:rPr lang="fr-FR" sz="900" b="0" i="0" u="none" strike="noStrike" cap="none" noProof="0">
                          <a:solidFill>
                            <a:srgbClr val="000000"/>
                          </a:solidFill>
                          <a:latin typeface="+mn-lt"/>
                          <a:ea typeface="Arial"/>
                          <a:cs typeface="Arial"/>
                          <a:sym typeface="Arial"/>
                        </a:rPr>
                        <a:t>Aligner les parametres de mots de passe et de verrouillage sur la politique de securite et formaliser leur revue periodique.</a:t>
                      </a:r>
                    </a:p>
                    <a:p>
                      <a:pPr marL="0" marR="0" lvl="0" indent="0" algn="l" rtl="0">
                        <a:lnSpc>
                          <a:spcPct val="100000"/>
                        </a:lnSpc>
                        <a:spcBef>
                          <a:spcPts val="0"/>
                        </a:spcBef>
                        <a:spcAft>
                          <a:spcPts val="0"/>
                        </a:spcAft>
                        <a:buClr>
                          <a:srgbClr val="000000"/>
                        </a:buClr>
                        <a:buSzPts val="900"/>
                        <a:buFont typeface="Noto Sans Symbols"/>
                        <a:buNone/>
                      </a:pPr>
                      <a:r>
                        <a:rPr lang="fr-FR" sz="900" b="0" i="0" u="none" strike="noStrike" cap="none" noProof="0">
                          <a:solidFill>
                            <a:srgbClr val="000000"/>
                          </a:solidFill>
                          <a:latin typeface="+mn-lt"/>
                          <a:ea typeface="Arial"/>
                          <a:cs typeface="Arial"/>
                          <a:sym typeface="Arial"/>
                        </a:rPr>
                        <a:t>Procedure compensatoire : L'authentification est renforcee au niveau du VPN pour les acces distants, mais pas directement dans l'application.</a:t>
                      </a:r>
                    </a:p>
                  </a:txBody>
                  <a:tcPr>
                    <a:solidFill>
                      <a:schemeClr val="bg1">
                        <a:lumMod val="95000"/>
                      </a:schemeClr>
                    </a:solidFill>
                  </a:tcPr>
                </a:tc>
                <a:tc>
                  <a:txBody>
                    <a:bodyPr/>
                    <a:lstStyle/>
                    <a:p>
                      <a:pPr marL="6350" marR="0" lvl="0" indent="0" algn="l" rtl="0">
                        <a:lnSpc>
                          <a:spcPct val="100000"/>
                        </a:lnSpc>
                        <a:spcBef>
                          <a:spcPts val="500"/>
                        </a:spcBef>
                        <a:spcAft>
                          <a:spcPts val="0"/>
                        </a:spcAft>
                        <a:buClr>
                          <a:srgbClr val="000000"/>
                        </a:buClr>
                        <a:buSzPts val="900"/>
                        <a:buFont typeface="Arial"/>
                        <a:buNone/>
                      </a:pPr>
                      <a:endParaRPr lang="fr-FR" sz="900" b="1" u="sng" kern="1200" baseline="0" noProof="0">
                        <a:solidFill>
                          <a:schemeClr val="tx1"/>
                        </a:solidFill>
                        <a:effectLst/>
                        <a:latin typeface="+mn-lt"/>
                        <a:ea typeface="Times New Roman" panose="02020603050405020304" pitchFamily="18" charset="0"/>
                        <a:cs typeface="+mn-cs"/>
                      </a:endParaRPr>
                    </a:p>
                  </a:txBody>
                  <a:tcPr>
                    <a:solidFill>
                      <a:schemeClr val="bg1">
                        <a:lumMod val="95000"/>
                      </a:schemeClr>
                    </a:solidFill>
                  </a:tcPr>
                </a:tc>
                <a:extLst>
                  <a:ext uri="{0D108BD9-81ED-4DB2-BD59-A6C34878D82A}">
                    <a16:rowId xmlns:a16="http://schemas.microsoft.com/office/drawing/2014/main" val="10002"/>
                  </a:ext>
                </a:extLst>
              </a:tr>
              <a:tr h="1867489">
                <a:tc vMerge="1">
                  <a:txBody>
                    <a:bodyPr/>
                    <a:lstStyle/>
                    <a:p>
                      <a:endParaRPr lang="fr-FR"/>
                    </a:p>
                  </a:txBody>
                  <a:tcPr/>
                </a:tc>
                <a:tc vMerge="1">
                  <a:txBody>
                    <a:bodyPr/>
                    <a:lstStyle/>
                    <a:p>
                      <a:endParaRPr lang="fr-FR"/>
                    </a:p>
                  </a:txBody>
                  <a:tcPr/>
                </a:tc>
                <a:tc vMerge="1">
                  <a:txBody>
                    <a:bodyPr/>
                    <a:lstStyle/>
                    <a:p>
                      <a:endParaRPr lang="fr-FR"/>
                    </a:p>
                  </a:txBody>
                  <a:tcPr/>
                </a:tc>
                <a:tc vMerge="1">
                  <a:txBody>
                    <a:bodyPr/>
                    <a:lstStyle/>
                    <a:p>
                      <a:endParaRPr lang="fr-FR"/>
                    </a:p>
                  </a:txBody>
                  <a:tcPr/>
                </a:tc>
                <a:tc>
                  <a:txBody>
                    <a:bodyPr/>
                    <a:lstStyle/>
                    <a:p>
                      <a:pPr marL="177800" marR="0" lvl="0" indent="-171450" algn="l" rtl="0">
                        <a:lnSpc>
                          <a:spcPct val="100000"/>
                        </a:lnSpc>
                        <a:spcBef>
                          <a:spcPts val="500"/>
                        </a:spcBef>
                        <a:spcAft>
                          <a:spcPts val="0"/>
                        </a:spcAft>
                        <a:buClr>
                          <a:srgbClr val="000000"/>
                        </a:buClr>
                        <a:buSzPts val="900"/>
                        <a:buFont typeface="Arial" panose="020B0604020202020204" pitchFamily="34" charset="0"/>
                        <a:buChar char="•"/>
                      </a:pPr>
                      <a:r>
                        <a:rPr lang="fr-FR" sz="900" b="0" u="sng" kern="1200" baseline="0" noProof="0">
                          <a:solidFill>
                            <a:schemeClr val="tx1"/>
                          </a:solidFill>
                          <a:effectLst/>
                          <a:latin typeface="+mn-lt"/>
                          <a:ea typeface="Times New Roman" panose="02020603050405020304" pitchFamily="18" charset="0"/>
                          <a:cs typeface="+mn-cs"/>
                        </a:rPr>
                        <a:t>Risque de faiblesse du dispositif de controle interne sur le processus audite.</a:t>
                      </a:r>
                    </a:p>
                    <a:p>
                      <a:pPr marL="177800" marR="0" lvl="0" indent="-171450" algn="l" rtl="0">
                        <a:lnSpc>
                          <a:spcPct val="100000"/>
                        </a:lnSpc>
                        <a:spcBef>
                          <a:spcPts val="500"/>
                        </a:spcBef>
                        <a:spcAft>
                          <a:spcPts val="0"/>
                        </a:spcAft>
                        <a:buClr>
                          <a:srgbClr val="000000"/>
                        </a:buClr>
                        <a:buSzPts val="900"/>
                        <a:buFont typeface="Arial" panose="020B0604020202020204" pitchFamily="34" charset="0"/>
                        <a:buChar char="•"/>
                      </a:pPr>
                      <a:r>
                        <a:rPr lang="fr-FR" sz="900" b="0" u="sng" kern="1200" baseline="0" noProof="0">
                          <a:solidFill>
                            <a:schemeClr val="tx1"/>
                          </a:solidFill>
                          <a:effectLst/>
                          <a:latin typeface="+mn-lt"/>
                          <a:ea typeface="Times New Roman" panose="02020603050405020304" pitchFamily="18" charset="0"/>
                          <a:cs typeface="+mn-cs"/>
                        </a:rPr>
                        <a:t>Commentaire auditeur : Le parametrage a ete confirme lors de la revue de configuration avec l'administrateur applicatif.</a:t>
                      </a:r>
                      <a:endParaRPr lang="fr-FR" sz="900" b="0" u="none" kern="1200" baseline="0" noProof="0">
                        <a:solidFill>
                          <a:schemeClr val="tx1"/>
                        </a:solidFill>
                        <a:effectLst/>
                        <a:latin typeface="+mn-lt"/>
                        <a:ea typeface="Times New Roman" panose="02020603050405020304" pitchFamily="18" charset="0"/>
                        <a:cs typeface="+mn-cs"/>
                      </a:endParaRPr>
                    </a:p>
                  </a:txBody>
                  <a:tcPr anchor="ctr">
                    <a:solidFill>
                      <a:schemeClr val="bg1">
                        <a:lumMod val="95000"/>
                      </a:schemeClr>
                    </a:solidFill>
                  </a:tcPr>
                </a:tc>
                <a:extLst>
                  <a:ext uri="{0D108BD9-81ED-4DB2-BD59-A6C34878D82A}">
                    <a16:rowId xmlns:a16="http://schemas.microsoft.com/office/drawing/2014/main" val="3706568165"/>
                  </a:ext>
                </a:extLst>
              </a:tr>
              <a:tr h="0">
                <a:tc vMerge="1">
                  <a:txBody>
                    <a:bodyPr/>
                    <a:lstStyle/>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txBody>
                  <a:tcPr vert="vert270">
                    <a:solidFill>
                      <a:schemeClr val="accent1"/>
                    </a:solidFill>
                  </a:tcPr>
                </a:tc>
                <a:tc vMerge="1">
                  <a:txBody>
                    <a:bodyPr/>
                    <a:lstStyle/>
                    <a:p>
                      <a:pPr marL="0" marR="0" lvl="1" indent="0" algn="l" defTabSz="957796" rtl="0" eaLnBrk="1" fontAlgn="base" latinLnBrk="0" hangingPunct="1">
                        <a:lnSpc>
                          <a:spcPct val="100000"/>
                        </a:lnSpc>
                        <a:spcBef>
                          <a:spcPct val="0"/>
                        </a:spcBef>
                        <a:spcAft>
                          <a:spcPts val="0"/>
                        </a:spcAft>
                        <a:buClrTx/>
                        <a:buSzTx/>
                        <a:buFont typeface="Arial" panose="020B0604020202020204" pitchFamily="34" charset="0"/>
                        <a:buNone/>
                        <a:tabLst/>
                        <a:defRPr/>
                      </a:pPr>
                      <a:endParaRPr lang="fr-FR" sz="900" kern="1200" baseline="0" noProof="0">
                        <a:solidFill>
                          <a:schemeClr val="tx1"/>
                        </a:solidFill>
                        <a:effectLst/>
                        <a:highlight>
                          <a:srgbClr val="FFFF00"/>
                        </a:highlight>
                        <a:latin typeface="+mn-lt"/>
                        <a:ea typeface="Times New Roman" panose="02020603050405020304" pitchFamily="18" charset="0"/>
                        <a:cs typeface="+mn-cs"/>
                      </a:endParaRPr>
                    </a:p>
                  </a:txBody>
                  <a:tcPr>
                    <a:solidFill>
                      <a:schemeClr val="bg1">
                        <a:lumMod val="95000"/>
                      </a:schemeClr>
                    </a:solidFill>
                  </a:tcPr>
                </a:tc>
                <a:tc vMerge="1">
                  <a:txBody>
                    <a:bodyPr/>
                    <a:lstStyle/>
                    <a:p>
                      <a:pPr marL="171450" marR="0" lvl="0" indent="-171450" algn="just" defTabSz="741939" rtl="0" eaLnBrk="1" fontAlgn="base" latinLnBrk="0" hangingPunct="1">
                        <a:lnSpc>
                          <a:spcPct val="100000"/>
                        </a:lnSpc>
                        <a:spcBef>
                          <a:spcPts val="0"/>
                        </a:spcBef>
                        <a:spcAft>
                          <a:spcPts val="300"/>
                        </a:spcAft>
                        <a:buClr>
                          <a:srgbClr val="000000"/>
                        </a:buClr>
                        <a:buSzTx/>
                        <a:buFont typeface="Wingdings"/>
                        <a:buChar char="Ø"/>
                        <a:tabLst/>
                        <a:defRPr/>
                      </a:pPr>
                      <a:endParaRPr lang="fr-FR" sz="900" b="0" i="0" u="none" strike="noStrike" kern="1200" cap="none" baseline="0">
                        <a:solidFill>
                          <a:schemeClr val="tx1"/>
                        </a:solidFill>
                        <a:latin typeface="+mn-lt"/>
                        <a:ea typeface="Times New Roman" panose="02020603050405020304" pitchFamily="18" charset="0"/>
                        <a:cs typeface="Arial"/>
                        <a:sym typeface="Arial"/>
                      </a:endParaRPr>
                    </a:p>
                  </a:txBody>
                  <a:tcPr marL="89535" marR="89535" marT="0" marB="0">
                    <a:solidFill>
                      <a:schemeClr val="bg1">
                        <a:lumMod val="95000"/>
                      </a:schemeClr>
                    </a:solidFill>
                  </a:tcPr>
                </a:tc>
                <a:tc vMerge="1">
                  <a:txBody>
                    <a:bodyPr/>
                    <a:lstStyle/>
                    <a:p>
                      <a:pPr marL="171450" marR="0" lvl="0" indent="-171450" algn="just" defTabSz="741683" rtl="0" eaLnBrk="1" fontAlgn="auto" latinLnBrk="0" hangingPunct="1">
                        <a:lnSpc>
                          <a:spcPct val="100000"/>
                        </a:lnSpc>
                        <a:spcBef>
                          <a:spcPts val="200"/>
                        </a:spcBef>
                        <a:spcAft>
                          <a:spcPts val="0"/>
                        </a:spcAft>
                        <a:buClr>
                          <a:schemeClr val="dk2"/>
                        </a:buClr>
                        <a:buSzPts val="900"/>
                        <a:buFont typeface="Arial" panose="020B0604020202020204" pitchFamily="34" charset="0"/>
                        <a:buChar char="•"/>
                        <a:tabLst>
                          <a:tab pos="457200" algn="l"/>
                        </a:tabLst>
                        <a:defRPr/>
                      </a:pPr>
                      <a:endParaRPr lang="fr-FR" sz="900" b="0" i="0" u="none" strike="noStrike" cap="none" noProof="0">
                        <a:solidFill>
                          <a:srgbClr val="000000"/>
                        </a:solidFill>
                        <a:latin typeface="+mn-lt"/>
                        <a:ea typeface="Arial"/>
                        <a:cs typeface="Arial"/>
                        <a:sym typeface="Arial"/>
                      </a:endParaRPr>
                    </a:p>
                  </a:txBody>
                  <a:tcPr>
                    <a:solidFill>
                      <a:schemeClr val="bg1">
                        <a:lumMod val="95000"/>
                      </a:schemeClr>
                    </a:solidFill>
                  </a:tcPr>
                </a:tc>
                <a:tc>
                  <a:txBody>
                    <a:bodyPr/>
                    <a:lstStyle/>
                    <a:p>
                      <a:pPr marL="6350" marR="0" lvl="0" indent="0" algn="ctr" defTabSz="914400" rtl="0" eaLnBrk="1" fontAlgn="auto" latinLnBrk="0" hangingPunct="1">
                        <a:lnSpc>
                          <a:spcPct val="100000"/>
                        </a:lnSpc>
                        <a:spcBef>
                          <a:spcPts val="500"/>
                        </a:spcBef>
                        <a:spcAft>
                          <a:spcPts val="0"/>
                        </a:spcAft>
                        <a:buClr>
                          <a:srgbClr val="000000"/>
                        </a:buClr>
                        <a:buSzPts val="900"/>
                        <a:buFont typeface="Arial"/>
                        <a:buNone/>
                        <a:tabLst/>
                        <a:defRPr/>
                      </a:pPr>
                      <a:r>
                        <a:rPr lang="fr-FR" sz="900" b="1" u="none" kern="1200" baseline="0" noProof="0">
                          <a:solidFill>
                            <a:schemeClr val="accent4">
                              <a:lumMod val="75000"/>
                            </a:schemeClr>
                          </a:solidFill>
                          <a:effectLst/>
                          <a:latin typeface="+mn-lt"/>
                          <a:ea typeface="Times New Roman" panose="02020603050405020304" pitchFamily="18" charset="0"/>
                          <a:cs typeface="+mn-cs"/>
                        </a:rPr>
                        <a:t>Priorite de traitement : Elevee</a:t>
                      </a:r>
                    </a:p>
                  </a:txBody>
                  <a:tcPr anchor="ctr">
                    <a:solidFill>
                      <a:schemeClr val="bg1">
                        <a:lumMod val="95000"/>
                      </a:schemeClr>
                    </a:solidFill>
                  </a:tcPr>
                </a:tc>
                <a:extLst>
                  <a:ext uri="{0D108BD9-81ED-4DB2-BD59-A6C34878D82A}">
                    <a16:rowId xmlns:a16="http://schemas.microsoft.com/office/drawing/2014/main" val="3386934975"/>
                  </a:ext>
                </a:extLst>
              </a:tr>
            </a:tbl>
          </a:graphicData>
        </a:graphic>
      </p:graphicFrame>
      <p:grpSp>
        <p:nvGrpSpPr>
          <p:cNvPr id="39" name="Groupe 38">
            <a:extLst>
              <a:ext uri="{FF2B5EF4-FFF2-40B4-BE49-F238E27FC236}">
                <a16:creationId xmlns:a16="http://schemas.microsoft.com/office/drawing/2014/main" id="{A432C86C-F7DD-8E45-14D5-9EF040E826F2}"/>
              </a:ext>
            </a:extLst>
          </p:cNvPr>
          <p:cNvGrpSpPr/>
          <p:nvPr/>
        </p:nvGrpSpPr>
        <p:grpSpPr>
          <a:xfrm>
            <a:off x="7620001" y="1158993"/>
            <a:ext cx="1523999" cy="507874"/>
            <a:chOff x="1105481" y="2796059"/>
            <a:chExt cx="1593064" cy="442679"/>
          </a:xfrm>
        </p:grpSpPr>
        <p:grpSp>
          <p:nvGrpSpPr>
            <p:cNvPr id="40" name="Google Shape;945;p114">
              <a:extLst>
                <a:ext uri="{FF2B5EF4-FFF2-40B4-BE49-F238E27FC236}">
                  <a16:creationId xmlns:a16="http://schemas.microsoft.com/office/drawing/2014/main" id="{1397C9B2-600B-912E-1C09-22E5A2FF8AF1}"/>
                </a:ext>
              </a:extLst>
            </p:cNvPr>
            <p:cNvGrpSpPr/>
            <p:nvPr/>
          </p:nvGrpSpPr>
          <p:grpSpPr>
            <a:xfrm>
              <a:off x="1105481" y="2849940"/>
              <a:ext cx="1593064" cy="216651"/>
              <a:chOff x="671260" y="2273543"/>
              <a:chExt cx="2484000" cy="337814"/>
            </a:xfrm>
          </p:grpSpPr>
          <p:sp>
            <p:nvSpPr>
              <p:cNvPr id="49" name="Google Shape;946;p114">
                <a:extLst>
                  <a:ext uri="{FF2B5EF4-FFF2-40B4-BE49-F238E27FC236}">
                    <a16:creationId xmlns:a16="http://schemas.microsoft.com/office/drawing/2014/main" id="{539835C8-D80E-1279-930F-337B91A07C35}"/>
                  </a:ext>
                </a:extLst>
              </p:cNvPr>
              <p:cNvSpPr/>
              <p:nvPr/>
            </p:nvSpPr>
            <p:spPr>
              <a:xfrm>
                <a:off x="671260" y="2273543"/>
                <a:ext cx="2484000" cy="216024"/>
              </a:xfrm>
              <a:prstGeom prst="roundRect">
                <a:avLst>
                  <a:gd name="adj" fmla="val 50000"/>
                </a:avLst>
              </a:prstGeom>
              <a:solidFill>
                <a:schemeClr val="lt2"/>
              </a:solidFill>
              <a:ln w="12700" cap="flat" cmpd="sng">
                <a:solidFill>
                  <a:schemeClr val="lt2"/>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nvGrpSpPr>
              <p:cNvPr id="50" name="Google Shape;947;p114">
                <a:extLst>
                  <a:ext uri="{FF2B5EF4-FFF2-40B4-BE49-F238E27FC236}">
                    <a16:creationId xmlns:a16="http://schemas.microsoft.com/office/drawing/2014/main" id="{BE0387A4-9B5A-CA45-80A4-82ADCEBACAAA}"/>
                  </a:ext>
                </a:extLst>
              </p:cNvPr>
              <p:cNvGrpSpPr/>
              <p:nvPr/>
            </p:nvGrpSpPr>
            <p:grpSpPr>
              <a:xfrm>
                <a:off x="1493828" y="2488296"/>
                <a:ext cx="828918" cy="123061"/>
                <a:chOff x="1493828" y="2467991"/>
                <a:chExt cx="828918" cy="144016"/>
              </a:xfrm>
            </p:grpSpPr>
            <p:cxnSp>
              <p:nvCxnSpPr>
                <p:cNvPr id="51" name="Google Shape;948;p114">
                  <a:extLst>
                    <a:ext uri="{FF2B5EF4-FFF2-40B4-BE49-F238E27FC236}">
                      <a16:creationId xmlns:a16="http://schemas.microsoft.com/office/drawing/2014/main" id="{F13C216F-F972-92A2-F289-11FD848B13D5}"/>
                    </a:ext>
                  </a:extLst>
                </p:cNvPr>
                <p:cNvCxnSpPr/>
                <p:nvPr/>
              </p:nvCxnSpPr>
              <p:spPr>
                <a:xfrm>
                  <a:off x="1493828" y="2467991"/>
                  <a:ext cx="0" cy="144016"/>
                </a:xfrm>
                <a:prstGeom prst="straightConnector1">
                  <a:avLst/>
                </a:prstGeom>
                <a:noFill/>
                <a:ln w="12700" cap="flat" cmpd="sng">
                  <a:solidFill>
                    <a:schemeClr val="lt2"/>
                  </a:solidFill>
                  <a:prstDash val="solid"/>
                  <a:round/>
                  <a:headEnd type="none" w="sm" len="sm"/>
                  <a:tailEnd type="none" w="sm" len="sm"/>
                </a:ln>
              </p:spPr>
            </p:cxnSp>
            <p:cxnSp>
              <p:nvCxnSpPr>
                <p:cNvPr id="52" name="Google Shape;949;p114">
                  <a:extLst>
                    <a:ext uri="{FF2B5EF4-FFF2-40B4-BE49-F238E27FC236}">
                      <a16:creationId xmlns:a16="http://schemas.microsoft.com/office/drawing/2014/main" id="{1E12E0EE-AB8E-8B14-283B-913FE252F586}"/>
                    </a:ext>
                  </a:extLst>
                </p:cNvPr>
                <p:cNvCxnSpPr/>
                <p:nvPr/>
              </p:nvCxnSpPr>
              <p:spPr>
                <a:xfrm>
                  <a:off x="2322746" y="2467991"/>
                  <a:ext cx="0" cy="144016"/>
                </a:xfrm>
                <a:prstGeom prst="straightConnector1">
                  <a:avLst/>
                </a:prstGeom>
                <a:noFill/>
                <a:ln w="12700" cap="flat" cmpd="sng">
                  <a:solidFill>
                    <a:schemeClr val="lt2"/>
                  </a:solidFill>
                  <a:prstDash val="solid"/>
                  <a:round/>
                  <a:headEnd type="none" w="sm" len="sm"/>
                  <a:tailEnd type="none" w="sm" len="sm"/>
                </a:ln>
              </p:spPr>
            </p:cxnSp>
          </p:grpSp>
        </p:grpSp>
        <p:grpSp>
          <p:nvGrpSpPr>
            <p:cNvPr id="41" name="Google Shape;950;p114">
              <a:extLst>
                <a:ext uri="{FF2B5EF4-FFF2-40B4-BE49-F238E27FC236}">
                  <a16:creationId xmlns:a16="http://schemas.microsoft.com/office/drawing/2014/main" id="{D7701012-2391-CF4A-D3DF-E98A88944CC5}"/>
                </a:ext>
              </a:extLst>
            </p:cNvPr>
            <p:cNvGrpSpPr/>
            <p:nvPr/>
          </p:nvGrpSpPr>
          <p:grpSpPr>
            <a:xfrm>
              <a:off x="1630238" y="2796059"/>
              <a:ext cx="531021" cy="230906"/>
              <a:chOff x="8310457" y="3280644"/>
              <a:chExt cx="828000" cy="360040"/>
            </a:xfrm>
          </p:grpSpPr>
          <p:sp>
            <p:nvSpPr>
              <p:cNvPr id="45" name="Google Shape;951;p114">
                <a:extLst>
                  <a:ext uri="{FF2B5EF4-FFF2-40B4-BE49-F238E27FC236}">
                    <a16:creationId xmlns:a16="http://schemas.microsoft.com/office/drawing/2014/main" id="{3DAD44FB-6AA5-16C0-9D81-E8A7FDED91EC}"/>
                  </a:ext>
                </a:extLst>
              </p:cNvPr>
              <p:cNvSpPr/>
              <p:nvPr/>
            </p:nvSpPr>
            <p:spPr>
              <a:xfrm>
                <a:off x="8310457" y="3384977"/>
                <a:ext cx="828000" cy="180000"/>
              </a:xfrm>
              <a:prstGeom prst="roundRect">
                <a:avLst>
                  <a:gd name="adj" fmla="val 50000"/>
                </a:avLst>
              </a:prstGeom>
              <a:solidFill>
                <a:schemeClr val="accent4"/>
              </a:solidFill>
              <a:ln w="12700" cap="flat" cmpd="sng">
                <a:solidFill>
                  <a:srgbClr val="FFFFFF"/>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nvGrpSpPr>
              <p:cNvPr id="46" name="Google Shape;952;p114">
                <a:extLst>
                  <a:ext uri="{FF2B5EF4-FFF2-40B4-BE49-F238E27FC236}">
                    <a16:creationId xmlns:a16="http://schemas.microsoft.com/office/drawing/2014/main" id="{327C942E-CC51-2A0A-45BE-9599BFBA2793}"/>
                  </a:ext>
                </a:extLst>
              </p:cNvPr>
              <p:cNvGrpSpPr/>
              <p:nvPr/>
            </p:nvGrpSpPr>
            <p:grpSpPr>
              <a:xfrm>
                <a:off x="8544437" y="3280644"/>
                <a:ext cx="360040" cy="360040"/>
                <a:chOff x="-629964" y="1476375"/>
                <a:chExt cx="360040" cy="360040"/>
              </a:xfrm>
            </p:grpSpPr>
            <p:sp>
              <p:nvSpPr>
                <p:cNvPr id="47" name="Google Shape;953;p114">
                  <a:extLst>
                    <a:ext uri="{FF2B5EF4-FFF2-40B4-BE49-F238E27FC236}">
                      <a16:creationId xmlns:a16="http://schemas.microsoft.com/office/drawing/2014/main" id="{28DE9DCD-B4FA-85E2-5496-32DD9A01E5AE}"/>
                    </a:ext>
                  </a:extLst>
                </p:cNvPr>
                <p:cNvSpPr/>
                <p:nvPr/>
              </p:nvSpPr>
              <p:spPr>
                <a:xfrm rot="8100000">
                  <a:off x="-629964" y="1476375"/>
                  <a:ext cx="360040" cy="360040"/>
                </a:xfrm>
                <a:prstGeom prst="teardrop">
                  <a:avLst>
                    <a:gd name="adj" fmla="val 111841"/>
                  </a:avLst>
                </a:prstGeom>
                <a:solidFill>
                  <a:srgbClr val="FFFFFF"/>
                </a:solidFill>
                <a:ln w="9525" cap="flat" cmpd="sng">
                  <a:solidFill>
                    <a:srgbClr val="F1F1F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sp>
              <p:nvSpPr>
                <p:cNvPr id="48" name="Google Shape;954;p114">
                  <a:extLst>
                    <a:ext uri="{FF2B5EF4-FFF2-40B4-BE49-F238E27FC236}">
                      <a16:creationId xmlns:a16="http://schemas.microsoft.com/office/drawing/2014/main" id="{63D40E4A-20C2-6BC7-ECF4-2683A085FF88}"/>
                    </a:ext>
                  </a:extLst>
                </p:cNvPr>
                <p:cNvSpPr/>
                <p:nvPr/>
              </p:nvSpPr>
              <p:spPr>
                <a:xfrm>
                  <a:off x="-534794" y="1571545"/>
                  <a:ext cx="169700" cy="169700"/>
                </a:xfrm>
                <a:prstGeom prst="ellipse">
                  <a:avLst/>
                </a:prstGeom>
                <a:solidFill>
                  <a:schemeClr val="lt2"/>
                </a:solidFill>
                <a:ln w="9525" cap="flat" cmpd="sng">
                  <a:solidFill>
                    <a:srgbClr val="F1F1F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grpSp>
        <p:sp>
          <p:nvSpPr>
            <p:cNvPr id="42" name="Google Shape;955;p114">
              <a:extLst>
                <a:ext uri="{FF2B5EF4-FFF2-40B4-BE49-F238E27FC236}">
                  <a16:creationId xmlns:a16="http://schemas.microsoft.com/office/drawing/2014/main" id="{0099052C-8490-F091-E6C8-C974C82C8962}"/>
                </a:ext>
              </a:extLst>
            </p:cNvPr>
            <p:cNvSpPr txBox="1"/>
            <p:nvPr/>
          </p:nvSpPr>
          <p:spPr>
            <a:xfrm>
              <a:off x="1191015" y="3081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600" b="0" i="0" u="none" strike="noStrike" cap="none" noProof="0">
                  <a:solidFill>
                    <a:schemeClr val="dk2"/>
                  </a:solidFill>
                  <a:latin typeface="Arial"/>
                  <a:ea typeface="Arial"/>
                  <a:cs typeface="Arial"/>
                  <a:sym typeface="Arial"/>
                </a:rPr>
                <a:t>Low</a:t>
              </a:r>
              <a:endParaRPr lang="fr-FR" sz="600" b="1" i="0" u="none" strike="noStrike" cap="none" noProof="0">
                <a:solidFill>
                  <a:schemeClr val="dk2"/>
                </a:solidFill>
                <a:latin typeface="Arial"/>
                <a:ea typeface="Arial"/>
                <a:cs typeface="Arial"/>
                <a:sym typeface="Arial"/>
              </a:endParaRPr>
            </a:p>
          </p:txBody>
        </p:sp>
        <p:sp>
          <p:nvSpPr>
            <p:cNvPr id="43" name="Google Shape;956;p114">
              <a:extLst>
                <a:ext uri="{FF2B5EF4-FFF2-40B4-BE49-F238E27FC236}">
                  <a16:creationId xmlns:a16="http://schemas.microsoft.com/office/drawing/2014/main" id="{2CDDB662-679B-C32C-B9DF-C06D42ABA453}"/>
                </a:ext>
              </a:extLst>
            </p:cNvPr>
            <p:cNvSpPr txBox="1"/>
            <p:nvPr/>
          </p:nvSpPr>
          <p:spPr>
            <a:xfrm>
              <a:off x="1699317" y="3081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600" b="0" i="0" u="none" strike="noStrike" cap="none" noProof="0">
                  <a:solidFill>
                    <a:schemeClr val="dk2"/>
                  </a:solidFill>
                  <a:latin typeface="Arial"/>
                  <a:ea typeface="Arial"/>
                  <a:cs typeface="Arial"/>
                  <a:sym typeface="Arial"/>
                </a:rPr>
                <a:t>Medium</a:t>
              </a:r>
              <a:endParaRPr lang="fr-FR" sz="600" b="1" i="0" u="none" strike="noStrike" cap="none" noProof="0">
                <a:solidFill>
                  <a:schemeClr val="dk2"/>
                </a:solidFill>
                <a:latin typeface="Arial"/>
                <a:ea typeface="Arial"/>
                <a:cs typeface="Arial"/>
                <a:sym typeface="Arial"/>
              </a:endParaRPr>
            </a:p>
          </p:txBody>
        </p:sp>
        <p:sp>
          <p:nvSpPr>
            <p:cNvPr id="44" name="Google Shape;957;p114">
              <a:extLst>
                <a:ext uri="{FF2B5EF4-FFF2-40B4-BE49-F238E27FC236}">
                  <a16:creationId xmlns:a16="http://schemas.microsoft.com/office/drawing/2014/main" id="{4E89A4CF-65B8-1493-8B85-111F2A598B15}"/>
                </a:ext>
              </a:extLst>
            </p:cNvPr>
            <p:cNvSpPr txBox="1"/>
            <p:nvPr/>
          </p:nvSpPr>
          <p:spPr>
            <a:xfrm>
              <a:off x="2234586" y="3081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600" b="0" i="0" u="none" strike="noStrike" cap="none" noProof="0">
                  <a:solidFill>
                    <a:schemeClr val="dk2"/>
                  </a:solidFill>
                  <a:latin typeface="Arial"/>
                  <a:ea typeface="Arial"/>
                  <a:cs typeface="Arial"/>
                  <a:sym typeface="Arial"/>
                </a:rPr>
                <a:t>High</a:t>
              </a:r>
              <a:endParaRPr lang="fr-FR" sz="600" b="1" i="0" u="none" strike="noStrike" cap="none" noProof="0">
                <a:solidFill>
                  <a:schemeClr val="dk2"/>
                </a:solidFill>
                <a:latin typeface="Arial"/>
                <a:ea typeface="Arial"/>
                <a:cs typeface="Arial"/>
                <a:sym typeface="Arial"/>
              </a:endParaRPr>
            </a:p>
          </p:txBody>
        </p:sp>
      </p:grpSp>
      <p:sp>
        <p:nvSpPr>
          <p:cNvPr id="53" name="Footer Placeholder 1">
            <a:extLst>
              <a:ext uri="{FF2B5EF4-FFF2-40B4-BE49-F238E27FC236}">
                <a16:creationId xmlns:a16="http://schemas.microsoft.com/office/drawing/2014/main" id="{89B9D8E1-A056-2B6F-6F3D-989A38562F09}"/>
              </a:ext>
            </a:extLst>
          </p:cNvPr>
          <p:cNvSpPr>
            <a:spLocks noGrp="1"/>
          </p:cNvSpPr>
          <p:nvPr>
            <p:ph type="ftr" sz="quarter" idx="3"/>
          </p:nvPr>
        </p:nvSpPr>
        <p:spPr>
          <a:xfrm>
            <a:off x="800100" y="4873081"/>
            <a:ext cx="6611112" cy="121187"/>
          </a:xfrm>
        </p:spPr>
        <p:txBody>
          <a:bodyPr/>
          <a:lstStyle/>
          <a:p>
            <a:r>
              <a:rPr lang="fr-FR"/>
              <a:t>PwC | Direction des systemes d'information - Groupe Example Janvier 2026 - Mars 2026</a:t>
            </a:r>
            <a:endParaRPr lang="fr-FR" noProof="0" dirty="0"/>
          </a:p>
        </p:txBody>
      </p:sp>
      <p:sp>
        <p:nvSpPr>
          <p:cNvPr id="2" name="Google Shape;861;p107">
            <a:extLst>
              <a:ext uri="{FF2B5EF4-FFF2-40B4-BE49-F238E27FC236}">
                <a16:creationId xmlns:a16="http://schemas.microsoft.com/office/drawing/2014/main" id="{873E8C82-E282-C186-7BB8-9F5CF24908C2}"/>
              </a:ext>
            </a:extLst>
          </p:cNvPr>
          <p:cNvSpPr txBox="1"/>
          <p:nvPr/>
        </p:nvSpPr>
        <p:spPr>
          <a:xfrm>
            <a:off x="444399" y="11337"/>
            <a:ext cx="8719922" cy="269141"/>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fr-FR" sz="2600" i="0" u="none" strike="noStrike" cap="none" noProof="0">
                <a:solidFill>
                  <a:srgbClr val="000000"/>
                </a:solidFill>
                <a:latin typeface="Georgia"/>
                <a:ea typeface="Georgia"/>
                <a:cs typeface="Georgia"/>
                <a:sym typeface="Georgia"/>
              </a:rPr>
              <a:t>Les points relev?s en Janvier 2026 - Mars 2026</a:t>
            </a:r>
          </a:p>
        </p:txBody>
      </p:sp>
    </p:spTree>
    <p:extLst>
      <p:ext uri="{BB962C8B-B14F-4D97-AF65-F5344CB8AC3E}">
        <p14:creationId xmlns:p14="http://schemas.microsoft.com/office/powerpoint/2010/main" val="21042960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76D95-31AA-2211-61D8-613810D21FFA}"/>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238F3243-4229-CEF6-494F-7AC15E7CFD5B}"/>
              </a:ext>
              <a:ext uri="{C183D7F6-B498-43B3-948B-1728B52AA6E4}">
                <adec:decorative xmlns:adec="http://schemas.microsoft.com/office/drawing/2017/decorative" val="0"/>
              </a:ext>
            </a:extLst>
          </p:cNvPr>
          <p:cNvSpPr>
            <a:spLocks noGrp="1"/>
          </p:cNvSpPr>
          <p:nvPr>
            <p:ph type="sldNum" sz="quarter" idx="4"/>
          </p:nvPr>
        </p:nvSpPr>
        <p:spPr>
          <a:xfrm>
            <a:off x="8627864" y="4876039"/>
            <a:ext cx="223657" cy="121187"/>
          </a:xfrm>
        </p:spPr>
        <p:txBody>
          <a:bodyPr/>
          <a:lstStyle/>
          <a:p>
            <a:r>
              <a:rPr lang="fr-FR" noProof="0"/>
              <a:t>15</a:t>
            </a:r>
          </a:p>
        </p:txBody>
      </p:sp>
      <p:graphicFrame>
        <p:nvGraphicFramePr>
          <p:cNvPr id="33" name="Tableau 32">
            <a:extLst>
              <a:ext uri="{FF2B5EF4-FFF2-40B4-BE49-F238E27FC236}">
                <a16:creationId xmlns:a16="http://schemas.microsoft.com/office/drawing/2014/main" id="{98851477-C407-48DF-F986-4F1BA222E758}"/>
              </a:ext>
            </a:extLst>
          </p:cNvPr>
          <p:cNvGraphicFramePr>
            <a:graphicFrameLocks noGrp="1"/>
          </p:cNvGraphicFramePr>
          <p:nvPr>
            <p:custDataLst>
              <p:tags r:id="rId1"/>
            </p:custDataLst>
            <p:extLst>
              <p:ext uri="{D42A27DB-BD31-4B8C-83A1-F6EECF244321}">
                <p14:modId xmlns:p14="http://schemas.microsoft.com/office/powerpoint/2010/main" val="1273956924"/>
              </p:ext>
            </p:extLst>
          </p:nvPr>
        </p:nvGraphicFramePr>
        <p:xfrm>
          <a:off x="0" y="503347"/>
          <a:ext cx="9144000" cy="4030734"/>
        </p:xfrm>
        <a:graphic>
          <a:graphicData uri="http://schemas.openxmlformats.org/drawingml/2006/table">
            <a:tbl>
              <a:tblPr firstRow="1" firstCol="1" bandRow="1">
                <a:tableStyleId>{5C22544A-7EE6-4342-B048-85BDC9FD1C3A}</a:tableStyleId>
              </a:tblPr>
              <a:tblGrid>
                <a:gridCol w="439993">
                  <a:extLst>
                    <a:ext uri="{9D8B030D-6E8A-4147-A177-3AD203B41FA5}">
                      <a16:colId xmlns:a16="http://schemas.microsoft.com/office/drawing/2014/main" val="20000"/>
                    </a:ext>
                  </a:extLst>
                </a:gridCol>
                <a:gridCol w="1113455">
                  <a:extLst>
                    <a:ext uri="{9D8B030D-6E8A-4147-A177-3AD203B41FA5}">
                      <a16:colId xmlns:a16="http://schemas.microsoft.com/office/drawing/2014/main" val="20001"/>
                    </a:ext>
                  </a:extLst>
                </a:gridCol>
                <a:gridCol w="3486649">
                  <a:extLst>
                    <a:ext uri="{9D8B030D-6E8A-4147-A177-3AD203B41FA5}">
                      <a16:colId xmlns:a16="http://schemas.microsoft.com/office/drawing/2014/main" val="4057883698"/>
                    </a:ext>
                  </a:extLst>
                </a:gridCol>
                <a:gridCol w="2348582">
                  <a:extLst>
                    <a:ext uri="{9D8B030D-6E8A-4147-A177-3AD203B41FA5}">
                      <a16:colId xmlns:a16="http://schemas.microsoft.com/office/drawing/2014/main" val="2265104901"/>
                    </a:ext>
                  </a:extLst>
                </a:gridCol>
                <a:gridCol w="1755321">
                  <a:extLst>
                    <a:ext uri="{9D8B030D-6E8A-4147-A177-3AD203B41FA5}">
                      <a16:colId xmlns:a16="http://schemas.microsoft.com/office/drawing/2014/main" val="1413096817"/>
                    </a:ext>
                  </a:extLst>
                </a:gridCol>
              </a:tblGrid>
              <a:tr h="380404">
                <a:tc>
                  <a:txBody>
                    <a:bodyPr/>
                    <a:lstStyle/>
                    <a:p>
                      <a:pPr algn="ctr"/>
                      <a:r>
                        <a:rPr lang="fr-FR" sz="900" noProof="0">
                          <a:solidFill>
                            <a:schemeClr val="bg1"/>
                          </a:solidFill>
                          <a:latin typeface="+mn-lt"/>
                        </a:rPr>
                        <a:t>Réf.</a:t>
                      </a:r>
                    </a:p>
                  </a:txBody>
                  <a:tcPr anchor="ctr">
                    <a:solidFill>
                      <a:schemeClr val="tx1">
                        <a:lumMod val="75000"/>
                        <a:lumOff val="25000"/>
                      </a:schemeClr>
                    </a:solidFill>
                  </a:tcPr>
                </a:tc>
                <a:tc>
                  <a:txBody>
                    <a:bodyPr/>
                    <a:lstStyle/>
                    <a:p>
                      <a:pPr marL="0" algn="ctr" defTabSz="957796" rtl="0" eaLnBrk="1" latinLnBrk="0" hangingPunct="1"/>
                      <a:r>
                        <a:rPr lang="fr-FR" sz="900" b="1" kern="1200" noProof="0">
                          <a:solidFill>
                            <a:schemeClr val="bg1"/>
                          </a:solidFill>
                          <a:latin typeface="+mn-lt"/>
                          <a:ea typeface="+mn-ea"/>
                          <a:cs typeface="+mn-cs"/>
                        </a:rPr>
                        <a:t>Description du contrôle</a:t>
                      </a:r>
                    </a:p>
                  </a:txBody>
                  <a:tcPr anchor="ctr">
                    <a:solidFill>
                      <a:schemeClr val="tx1">
                        <a:lumMod val="75000"/>
                        <a:lumOff val="25000"/>
                      </a:schemeClr>
                    </a:solidFill>
                  </a:tcPr>
                </a:tc>
                <a:tc>
                  <a:txBody>
                    <a:bodyPr/>
                    <a:lstStyle/>
                    <a:p>
                      <a:pPr marL="0" algn="ctr" defTabSz="957796" rtl="0" eaLnBrk="1" latinLnBrk="0" hangingPunct="1"/>
                      <a:r>
                        <a:rPr lang="fr-FR" sz="900" b="1" kern="1200" noProof="0">
                          <a:solidFill>
                            <a:schemeClr val="bg1"/>
                          </a:solidFill>
                          <a:latin typeface="+mn-lt"/>
                          <a:ea typeface="+mn-ea"/>
                          <a:cs typeface="+mn-cs"/>
                        </a:rPr>
                        <a:t>Constat </a:t>
                      </a:r>
                    </a:p>
                  </a:txBody>
                  <a:tcPr anchor="ctr">
                    <a:solidFill>
                      <a:schemeClr val="tx1">
                        <a:lumMod val="75000"/>
                        <a:lumOff val="25000"/>
                      </a:schemeClr>
                    </a:solidFill>
                  </a:tcPr>
                </a:tc>
                <a:tc>
                  <a:txBody>
                    <a:bodyPr/>
                    <a:lstStyle/>
                    <a:p>
                      <a:pPr marL="0" algn="ctr" defTabSz="957796" rtl="0" eaLnBrk="1" latinLnBrk="0" hangingPunct="1"/>
                      <a:r>
                        <a:rPr lang="fr-FR" sz="900" noProof="0">
                          <a:solidFill>
                            <a:schemeClr val="bg1"/>
                          </a:solidFill>
                          <a:latin typeface="+mn-lt"/>
                        </a:rPr>
                        <a:t>Recommandation</a:t>
                      </a:r>
                      <a:endParaRPr lang="fr-FR" sz="900" b="1" kern="1200" noProof="0">
                        <a:solidFill>
                          <a:schemeClr val="bg1"/>
                        </a:solidFill>
                        <a:latin typeface="+mn-lt"/>
                        <a:ea typeface="+mn-ea"/>
                        <a:cs typeface="+mn-cs"/>
                      </a:endParaRPr>
                    </a:p>
                  </a:txBody>
                  <a:tcPr anchor="ctr">
                    <a:solidFill>
                      <a:schemeClr val="tx1">
                        <a:lumMod val="75000"/>
                        <a:lumOff val="25000"/>
                      </a:schemeClr>
                    </a:solidFill>
                  </a:tcPr>
                </a:tc>
                <a:tc>
                  <a:txBody>
                    <a:bodyPr/>
                    <a:lstStyle/>
                    <a:p>
                      <a:pPr marL="0" algn="ctr" defTabSz="957796" rtl="0" eaLnBrk="1" latinLnBrk="0" hangingPunct="1"/>
                      <a:r>
                        <a:rPr lang="fr-FR" sz="900" b="1" kern="1200" noProof="0">
                          <a:solidFill>
                            <a:schemeClr val="bg1"/>
                          </a:solidFill>
                          <a:latin typeface="+mn-lt"/>
                          <a:ea typeface="+mn-ea"/>
                          <a:cs typeface="+mn-cs"/>
                        </a:rPr>
                        <a:t>Risque</a:t>
                      </a:r>
                    </a:p>
                  </a:txBody>
                  <a:tcPr anchor="ctr">
                    <a:solidFill>
                      <a:schemeClr val="tx1">
                        <a:lumMod val="75000"/>
                        <a:lumOff val="25000"/>
                      </a:schemeClr>
                    </a:solidFill>
                  </a:tcPr>
                </a:tc>
                <a:extLst>
                  <a:ext uri="{0D108BD9-81ED-4DB2-BD59-A6C34878D82A}">
                    <a16:rowId xmlns:a16="http://schemas.microsoft.com/office/drawing/2014/main" val="10000"/>
                  </a:ext>
                </a:extLst>
              </a:tr>
              <a:tr h="237752">
                <a:tc gridSpan="5">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FR" sz="900" noProof="0">
                          <a:solidFill>
                            <a:schemeClr val="bg1"/>
                          </a:solidFill>
                          <a:latin typeface="+mn-lt"/>
                        </a:rPr>
                        <a:t>Exploitation informatique</a:t>
                      </a:r>
                    </a:p>
                  </a:txBody>
                  <a:tcPr anchor="ctr">
                    <a:solidFill>
                      <a:schemeClr val="tx1">
                        <a:lumMod val="50000"/>
                        <a:lumOff val="50000"/>
                      </a:schemeClr>
                    </a:solidFill>
                  </a:tcPr>
                </a:tc>
                <a:tc hMerge="1">
                  <a:txBody>
                    <a:bodyPr/>
                    <a:lstStyle/>
                    <a:p>
                      <a:endParaRPr lang="fr-FR"/>
                    </a:p>
                  </a:txBody>
                  <a:tcPr/>
                </a:tc>
                <a:tc hMerge="1">
                  <a:txBody>
                    <a:bodyPr/>
                    <a:lstStyle/>
                    <a:p>
                      <a:endParaRPr lang="fr-FR"/>
                    </a:p>
                  </a:txBody>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fr-FR" sz="900">
                        <a:solidFill>
                          <a:schemeClr val="bg1"/>
                        </a:solidFill>
                        <a:latin typeface="+mn-lt"/>
                      </a:endParaRPr>
                    </a:p>
                  </a:txBody>
                  <a:tcPr anchor="ctr">
                    <a:solidFill>
                      <a:schemeClr val="tx1">
                        <a:lumMod val="50000"/>
                        <a:lumOff val="50000"/>
                      </a:schemeClr>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fr-FR" sz="900" noProof="0">
                        <a:solidFill>
                          <a:schemeClr val="bg1"/>
                        </a:solidFill>
                        <a:latin typeface="+mn-lt"/>
                      </a:endParaRPr>
                    </a:p>
                  </a:txBody>
                  <a:tcPr anchor="ctr">
                    <a:solidFill>
                      <a:schemeClr val="tx1">
                        <a:lumMod val="50000"/>
                        <a:lumOff val="50000"/>
                      </a:schemeClr>
                    </a:solidFill>
                  </a:tcPr>
                </a:tc>
                <a:extLst>
                  <a:ext uri="{0D108BD9-81ED-4DB2-BD59-A6C34878D82A}">
                    <a16:rowId xmlns:a16="http://schemas.microsoft.com/office/drawing/2014/main" val="10001"/>
                  </a:ext>
                </a:extLst>
              </a:tr>
              <a:tr h="633818">
                <a:tc rowSpan="3">
                  <a:txBody>
                    <a:bodyPr/>
                    <a:lstStyle/>
                    <a:p>
                      <a:pPr marL="0" marR="0" lvl="0" indent="0" algn="ctr" defTabSz="957796" rtl="0" eaLnBrk="1" fontAlgn="auto" latinLnBrk="0" hangingPunct="1">
                        <a:lnSpc>
                          <a:spcPct val="100000"/>
                        </a:lnSpc>
                        <a:spcBef>
                          <a:spcPts val="0"/>
                        </a:spcBef>
                        <a:spcAft>
                          <a:spcPts val="0"/>
                        </a:spcAft>
                        <a:buClrTx/>
                        <a:buSzTx/>
                        <a:buFontTx/>
                        <a:buNone/>
                        <a:tabLst/>
                        <a:defRPr/>
                      </a:pPr>
                      <a:r>
                        <a:rPr lang="fr-FR" sz="900" b="1" kern="1200" noProof="0">
                          <a:solidFill>
                            <a:schemeClr val="bg1"/>
                          </a:solidFill>
                          <a:latin typeface="+mn-lt"/>
                          <a:ea typeface="+mn-ea"/>
                          <a:cs typeface="+mn-cs"/>
                        </a:rPr>
                        <a:t>CO-01</a:t>
                      </a:r>
                    </a:p>
                  </a:txBody>
                  <a:tcPr vert="vert270">
                    <a:solidFill>
                      <a:schemeClr val="accent1"/>
                    </a:solidFill>
                  </a:tcPr>
                </a:tc>
                <a:tc rowSpan="3">
                  <a:txBody>
                    <a:bodyPr/>
                    <a:lstStyle/>
                    <a:p>
                      <a:pPr marL="0" marR="0" lvl="1" indent="0" algn="l"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lang="fr-FR" sz="900" kern="1200" baseline="0" noProof="0">
                          <a:solidFill>
                            <a:schemeClr val="tx1"/>
                          </a:solidFill>
                          <a:effectLst/>
                          <a:highlight>
                            <a:srgbClr val="FFFF00"/>
                          </a:highlight>
                          <a:latin typeface="+mn-lt"/>
                          <a:ea typeface="Times New Roman" panose="02020603050405020304" pitchFamily="18" charset="0"/>
                          <a:cs typeface="+mn-cs"/>
                        </a:rPr>
                        <a:t>Les sauvegardes sont realisees et regulierement testees.</a:t>
                      </a:r>
                    </a:p>
                  </a:txBody>
                  <a:tcPr>
                    <a:solidFill>
                      <a:schemeClr val="bg1">
                        <a:lumMod val="95000"/>
                      </a:schemeClr>
                    </a:solidFill>
                  </a:tcPr>
                </a:tc>
                <a:tc rowSpan="3">
                  <a:txBody>
                    <a:bodyPr/>
                    <a:lstStyle/>
                    <a:p>
                      <a:pPr marL="0" marR="0" lvl="0" indent="0" algn="just" defTabSz="741939" rtl="0" eaLnBrk="1" fontAlgn="base" latinLnBrk="0" hangingPunct="1">
                        <a:lnSpc>
                          <a:spcPct val="100000"/>
                        </a:lnSpc>
                        <a:spcBef>
                          <a:spcPts val="0"/>
                        </a:spcBef>
                        <a:spcAft>
                          <a:spcPts val="300"/>
                        </a:spcAft>
                        <a:buClr>
                          <a:srgbClr val="000000"/>
                        </a:buClr>
                        <a:buSzTx/>
                        <a:buFont typeface="Arial"/>
                        <a:buNone/>
                        <a:tabLst/>
                        <a:defRPr/>
                      </a:pPr>
                      <a:r>
                        <a:rPr lang="fr-FR" sz="900" b="0" i="0" u="none" strike="noStrike" kern="1200" cap="none" baseline="0">
                          <a:solidFill>
                            <a:schemeClr val="tx1"/>
                          </a:solidFill>
                          <a:latin typeface="+mn-lt"/>
                          <a:ea typeface="Times New Roman" panose="02020603050405020304" pitchFamily="18" charset="0"/>
                          <a:cs typeface="Arial"/>
                          <a:sym typeface="Arial"/>
                        </a:rPr>
                        <a:t>Aucun test de restauration complet n'a ete realise sur les 12 derniers mois pour les sauvegardes des applications critiques du perimetre.</a:t>
                      </a:r>
                    </a:p>
                  </a:txBody>
                  <a:tcPr marL="89535" marR="89535" marT="0" marB="0">
                    <a:solidFill>
                      <a:schemeClr val="bg1">
                        <a:lumMod val="95000"/>
                      </a:schemeClr>
                    </a:solidFill>
                  </a:tcPr>
                </a:tc>
                <a:tc rowSpan="3">
                  <a:txBody>
                    <a:bodyPr/>
                    <a:lstStyle/>
                    <a:p>
                      <a:pPr marL="0" marR="0" lvl="0" indent="0" algn="l" rtl="0">
                        <a:lnSpc>
                          <a:spcPct val="100000"/>
                        </a:lnSpc>
                        <a:spcBef>
                          <a:spcPts val="0"/>
                        </a:spcBef>
                        <a:spcAft>
                          <a:spcPts val="0"/>
                        </a:spcAft>
                        <a:buClr>
                          <a:srgbClr val="000000"/>
                        </a:buClr>
                        <a:buSzPts val="900"/>
                        <a:buFont typeface="Noto Sans Symbols"/>
                        <a:buNone/>
                      </a:pPr>
                      <a:r>
                        <a:rPr lang="fr-FR" sz="900" b="0" i="0" u="none" strike="noStrike" cap="none" noProof="0">
                          <a:solidFill>
                            <a:srgbClr val="000000"/>
                          </a:solidFill>
                          <a:latin typeface="+mn-lt"/>
                          <a:ea typeface="Arial"/>
                          <a:cs typeface="Arial"/>
                          <a:sym typeface="Arial"/>
                        </a:rPr>
                        <a:t>Planifier et documenter des tests de restauration periodiques afin de confirmer la recuperabilite effective des sauvegardes.</a:t>
                      </a:r>
                    </a:p>
                    <a:p>
                      <a:pPr marL="0" marR="0" lvl="0" indent="0" algn="l" rtl="0">
                        <a:lnSpc>
                          <a:spcPct val="100000"/>
                        </a:lnSpc>
                        <a:spcBef>
                          <a:spcPts val="0"/>
                        </a:spcBef>
                        <a:spcAft>
                          <a:spcPts val="0"/>
                        </a:spcAft>
                        <a:buClr>
                          <a:srgbClr val="000000"/>
                        </a:buClr>
                        <a:buSzPts val="900"/>
                        <a:buFont typeface="Noto Sans Symbols"/>
                        <a:buNone/>
                      </a:pPr>
                      <a:r>
                        <a:rPr lang="fr-FR" sz="900" b="0" i="0" u="none" strike="noStrike" cap="none" noProof="0">
                          <a:solidFill>
                            <a:srgbClr val="000000"/>
                          </a:solidFill>
                          <a:latin typeface="+mn-lt"/>
                          <a:ea typeface="Arial"/>
                          <a:cs typeface="Arial"/>
                          <a:sym typeface="Arial"/>
                        </a:rPr>
                        <a:t>Procedure compensatoire : Les sauvegardes quotidiennes sont supervisees et les echecs techniques font l'objet d'un suivi operationnel.</a:t>
                      </a:r>
                    </a:p>
                  </a:txBody>
                  <a:tcPr>
                    <a:solidFill>
                      <a:schemeClr val="bg1">
                        <a:lumMod val="95000"/>
                      </a:schemeClr>
                    </a:solidFill>
                  </a:tcPr>
                </a:tc>
                <a:tc>
                  <a:txBody>
                    <a:bodyPr/>
                    <a:lstStyle/>
                    <a:p>
                      <a:pPr marL="6350" marR="0" lvl="0" indent="0" algn="l" rtl="0">
                        <a:lnSpc>
                          <a:spcPct val="100000"/>
                        </a:lnSpc>
                        <a:spcBef>
                          <a:spcPts val="500"/>
                        </a:spcBef>
                        <a:spcAft>
                          <a:spcPts val="0"/>
                        </a:spcAft>
                        <a:buClr>
                          <a:srgbClr val="000000"/>
                        </a:buClr>
                        <a:buSzPts val="900"/>
                        <a:buFont typeface="Arial"/>
                        <a:buNone/>
                      </a:pPr>
                      <a:endParaRPr lang="fr-FR" sz="900" b="1" u="sng" kern="1200" baseline="0" noProof="0">
                        <a:solidFill>
                          <a:schemeClr val="tx1"/>
                        </a:solidFill>
                        <a:effectLst/>
                        <a:latin typeface="+mn-lt"/>
                        <a:ea typeface="Times New Roman" panose="02020603050405020304" pitchFamily="18" charset="0"/>
                        <a:cs typeface="+mn-cs"/>
                      </a:endParaRPr>
                    </a:p>
                  </a:txBody>
                  <a:tcPr>
                    <a:solidFill>
                      <a:schemeClr val="bg1">
                        <a:lumMod val="95000"/>
                      </a:schemeClr>
                    </a:solidFill>
                  </a:tcPr>
                </a:tc>
                <a:extLst>
                  <a:ext uri="{0D108BD9-81ED-4DB2-BD59-A6C34878D82A}">
                    <a16:rowId xmlns:a16="http://schemas.microsoft.com/office/drawing/2014/main" val="10002"/>
                  </a:ext>
                </a:extLst>
              </a:tr>
              <a:tr h="1867489">
                <a:tc vMerge="1">
                  <a:txBody>
                    <a:bodyPr/>
                    <a:lstStyle/>
                    <a:p>
                      <a:endParaRPr lang="fr-FR"/>
                    </a:p>
                  </a:txBody>
                  <a:tcPr/>
                </a:tc>
                <a:tc vMerge="1">
                  <a:txBody>
                    <a:bodyPr/>
                    <a:lstStyle/>
                    <a:p>
                      <a:endParaRPr lang="fr-FR"/>
                    </a:p>
                  </a:txBody>
                  <a:tcPr/>
                </a:tc>
                <a:tc vMerge="1">
                  <a:txBody>
                    <a:bodyPr/>
                    <a:lstStyle/>
                    <a:p>
                      <a:endParaRPr lang="fr-FR"/>
                    </a:p>
                  </a:txBody>
                  <a:tcPr/>
                </a:tc>
                <a:tc vMerge="1">
                  <a:txBody>
                    <a:bodyPr/>
                    <a:lstStyle/>
                    <a:p>
                      <a:endParaRPr lang="fr-FR"/>
                    </a:p>
                  </a:txBody>
                  <a:tcPr/>
                </a:tc>
                <a:tc>
                  <a:txBody>
                    <a:bodyPr/>
                    <a:lstStyle/>
                    <a:p>
                      <a:pPr marL="177800" marR="0" lvl="0" indent="-171450" algn="l" rtl="0">
                        <a:lnSpc>
                          <a:spcPct val="100000"/>
                        </a:lnSpc>
                        <a:spcBef>
                          <a:spcPts val="500"/>
                        </a:spcBef>
                        <a:spcAft>
                          <a:spcPts val="0"/>
                        </a:spcAft>
                        <a:buClr>
                          <a:srgbClr val="000000"/>
                        </a:buClr>
                        <a:buSzPts val="900"/>
                        <a:buFont typeface="Arial" panose="020B0604020202020204" pitchFamily="34" charset="0"/>
                        <a:buChar char="•"/>
                      </a:pPr>
                      <a:r>
                        <a:rPr lang="fr-FR" sz="900" b="0" u="sng" kern="1200" baseline="0" noProof="0">
                          <a:solidFill>
                            <a:schemeClr val="tx1"/>
                          </a:solidFill>
                          <a:effectLst/>
                          <a:latin typeface="+mn-lt"/>
                          <a:ea typeface="Times New Roman" panose="02020603050405020304" pitchFamily="18" charset="0"/>
                          <a:cs typeface="+mn-cs"/>
                        </a:rPr>
                        <a:t>Risque d'indisponibilite ou de perte de donnees en cas d'incident.</a:t>
                      </a:r>
                    </a:p>
                    <a:p>
                      <a:pPr marL="177800" marR="0" lvl="0" indent="-171450" algn="l" rtl="0">
                        <a:lnSpc>
                          <a:spcPct val="100000"/>
                        </a:lnSpc>
                        <a:spcBef>
                          <a:spcPts val="500"/>
                        </a:spcBef>
                        <a:spcAft>
                          <a:spcPts val="0"/>
                        </a:spcAft>
                        <a:buClr>
                          <a:srgbClr val="000000"/>
                        </a:buClr>
                        <a:buSzPts val="900"/>
                        <a:buFont typeface="Arial" panose="020B0604020202020204" pitchFamily="34" charset="0"/>
                        <a:buChar char="•"/>
                      </a:pPr>
                      <a:r>
                        <a:rPr lang="fr-FR" sz="900" b="0" u="sng" kern="1200" baseline="0" noProof="0">
                          <a:solidFill>
                            <a:schemeClr val="tx1"/>
                          </a:solidFill>
                          <a:effectLst/>
                          <a:latin typeface="+mn-lt"/>
                          <a:ea typeface="Times New Roman" panose="02020603050405020304" pitchFamily="18" charset="0"/>
                          <a:cs typeface="+mn-cs"/>
                        </a:rPr>
                        <a:t>Commentaire auditeur : Les journaux de sauvegarde ont ete fournis pour les dates echantillonnees et montrent une execution quotidienne reguliere.</a:t>
                      </a:r>
                      <a:endParaRPr lang="fr-FR" sz="900" b="0" u="none" kern="1200" baseline="0" noProof="0">
                        <a:solidFill>
                          <a:schemeClr val="tx1"/>
                        </a:solidFill>
                        <a:effectLst/>
                        <a:latin typeface="+mn-lt"/>
                        <a:ea typeface="Times New Roman" panose="02020603050405020304" pitchFamily="18" charset="0"/>
                        <a:cs typeface="+mn-cs"/>
                      </a:endParaRPr>
                    </a:p>
                  </a:txBody>
                  <a:tcPr anchor="ctr">
                    <a:solidFill>
                      <a:schemeClr val="bg1">
                        <a:lumMod val="95000"/>
                      </a:schemeClr>
                    </a:solidFill>
                  </a:tcPr>
                </a:tc>
                <a:extLst>
                  <a:ext uri="{0D108BD9-81ED-4DB2-BD59-A6C34878D82A}">
                    <a16:rowId xmlns:a16="http://schemas.microsoft.com/office/drawing/2014/main" val="3706568165"/>
                  </a:ext>
                </a:extLst>
              </a:tr>
              <a:tr h="0">
                <a:tc vMerge="1">
                  <a:txBody>
                    <a:bodyPr/>
                    <a:lstStyle/>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txBody>
                  <a:tcPr vert="vert270">
                    <a:solidFill>
                      <a:schemeClr val="accent1"/>
                    </a:solidFill>
                  </a:tcPr>
                </a:tc>
                <a:tc vMerge="1">
                  <a:txBody>
                    <a:bodyPr/>
                    <a:lstStyle/>
                    <a:p>
                      <a:pPr marL="0" marR="0" lvl="1" indent="0" algn="l" defTabSz="957796" rtl="0" eaLnBrk="1" fontAlgn="base" latinLnBrk="0" hangingPunct="1">
                        <a:lnSpc>
                          <a:spcPct val="100000"/>
                        </a:lnSpc>
                        <a:spcBef>
                          <a:spcPct val="0"/>
                        </a:spcBef>
                        <a:spcAft>
                          <a:spcPts val="0"/>
                        </a:spcAft>
                        <a:buClrTx/>
                        <a:buSzTx/>
                        <a:buFont typeface="Arial" panose="020B0604020202020204" pitchFamily="34" charset="0"/>
                        <a:buNone/>
                        <a:tabLst/>
                        <a:defRPr/>
                      </a:pPr>
                      <a:endParaRPr lang="fr-FR" sz="900" kern="1200" baseline="0" noProof="0">
                        <a:solidFill>
                          <a:schemeClr val="tx1"/>
                        </a:solidFill>
                        <a:effectLst/>
                        <a:highlight>
                          <a:srgbClr val="FFFF00"/>
                        </a:highlight>
                        <a:latin typeface="+mn-lt"/>
                        <a:ea typeface="Times New Roman" panose="02020603050405020304" pitchFamily="18" charset="0"/>
                        <a:cs typeface="+mn-cs"/>
                      </a:endParaRPr>
                    </a:p>
                  </a:txBody>
                  <a:tcPr>
                    <a:solidFill>
                      <a:schemeClr val="bg1">
                        <a:lumMod val="95000"/>
                      </a:schemeClr>
                    </a:solidFill>
                  </a:tcPr>
                </a:tc>
                <a:tc vMerge="1">
                  <a:txBody>
                    <a:bodyPr/>
                    <a:lstStyle/>
                    <a:p>
                      <a:pPr marL="171450" marR="0" lvl="0" indent="-171450" algn="just" defTabSz="741939" rtl="0" eaLnBrk="1" fontAlgn="base" latinLnBrk="0" hangingPunct="1">
                        <a:lnSpc>
                          <a:spcPct val="100000"/>
                        </a:lnSpc>
                        <a:spcBef>
                          <a:spcPts val="0"/>
                        </a:spcBef>
                        <a:spcAft>
                          <a:spcPts val="300"/>
                        </a:spcAft>
                        <a:buClr>
                          <a:srgbClr val="000000"/>
                        </a:buClr>
                        <a:buSzTx/>
                        <a:buFont typeface="Wingdings"/>
                        <a:buChar char="Ø"/>
                        <a:tabLst/>
                        <a:defRPr/>
                      </a:pPr>
                      <a:endParaRPr lang="fr-FR" sz="900" b="0" i="0" u="none" strike="noStrike" kern="1200" cap="none" baseline="0">
                        <a:solidFill>
                          <a:schemeClr val="tx1"/>
                        </a:solidFill>
                        <a:latin typeface="+mn-lt"/>
                        <a:ea typeface="Times New Roman" panose="02020603050405020304" pitchFamily="18" charset="0"/>
                        <a:cs typeface="Arial"/>
                        <a:sym typeface="Arial"/>
                      </a:endParaRPr>
                    </a:p>
                  </a:txBody>
                  <a:tcPr marL="89535" marR="89535" marT="0" marB="0">
                    <a:solidFill>
                      <a:schemeClr val="bg1">
                        <a:lumMod val="95000"/>
                      </a:schemeClr>
                    </a:solidFill>
                  </a:tcPr>
                </a:tc>
                <a:tc vMerge="1">
                  <a:txBody>
                    <a:bodyPr/>
                    <a:lstStyle/>
                    <a:p>
                      <a:pPr marL="171450" marR="0" lvl="0" indent="-171450" algn="just" defTabSz="741683" rtl="0" eaLnBrk="1" fontAlgn="auto" latinLnBrk="0" hangingPunct="1">
                        <a:lnSpc>
                          <a:spcPct val="100000"/>
                        </a:lnSpc>
                        <a:spcBef>
                          <a:spcPts val="200"/>
                        </a:spcBef>
                        <a:spcAft>
                          <a:spcPts val="0"/>
                        </a:spcAft>
                        <a:buClr>
                          <a:schemeClr val="dk2"/>
                        </a:buClr>
                        <a:buSzPts val="900"/>
                        <a:buFont typeface="Arial" panose="020B0604020202020204" pitchFamily="34" charset="0"/>
                        <a:buChar char="•"/>
                        <a:tabLst>
                          <a:tab pos="457200" algn="l"/>
                        </a:tabLst>
                        <a:defRPr/>
                      </a:pPr>
                      <a:endParaRPr lang="fr-FR" sz="900" b="0" i="0" u="none" strike="noStrike" cap="none" noProof="0">
                        <a:solidFill>
                          <a:srgbClr val="000000"/>
                        </a:solidFill>
                        <a:latin typeface="+mn-lt"/>
                        <a:ea typeface="Arial"/>
                        <a:cs typeface="Arial"/>
                        <a:sym typeface="Arial"/>
                      </a:endParaRPr>
                    </a:p>
                  </a:txBody>
                  <a:tcPr>
                    <a:solidFill>
                      <a:schemeClr val="bg1">
                        <a:lumMod val="95000"/>
                      </a:schemeClr>
                    </a:solidFill>
                  </a:tcPr>
                </a:tc>
                <a:tc>
                  <a:txBody>
                    <a:bodyPr/>
                    <a:lstStyle/>
                    <a:p>
                      <a:pPr marL="6350" marR="0" lvl="0" indent="0" algn="ctr" defTabSz="914400" rtl="0" eaLnBrk="1" fontAlgn="auto" latinLnBrk="0" hangingPunct="1">
                        <a:lnSpc>
                          <a:spcPct val="100000"/>
                        </a:lnSpc>
                        <a:spcBef>
                          <a:spcPts val="500"/>
                        </a:spcBef>
                        <a:spcAft>
                          <a:spcPts val="0"/>
                        </a:spcAft>
                        <a:buClr>
                          <a:srgbClr val="000000"/>
                        </a:buClr>
                        <a:buSzPts val="900"/>
                        <a:buFont typeface="Arial"/>
                        <a:buNone/>
                        <a:tabLst/>
                        <a:defRPr/>
                      </a:pPr>
                      <a:r>
                        <a:rPr lang="fr-FR" sz="900" b="1" u="none" kern="1200" baseline="0" noProof="0">
                          <a:solidFill>
                            <a:schemeClr val="accent4">
                              <a:lumMod val="75000"/>
                            </a:schemeClr>
                          </a:solidFill>
                          <a:effectLst/>
                          <a:latin typeface="+mn-lt"/>
                          <a:ea typeface="Times New Roman" panose="02020603050405020304" pitchFamily="18" charset="0"/>
                          <a:cs typeface="+mn-cs"/>
                        </a:rPr>
                        <a:t>Priorite de traitement : Elevee</a:t>
                      </a:r>
                    </a:p>
                  </a:txBody>
                  <a:tcPr anchor="ctr">
                    <a:solidFill>
                      <a:schemeClr val="bg1">
                        <a:lumMod val="95000"/>
                      </a:schemeClr>
                    </a:solidFill>
                  </a:tcPr>
                </a:tc>
                <a:extLst>
                  <a:ext uri="{0D108BD9-81ED-4DB2-BD59-A6C34878D82A}">
                    <a16:rowId xmlns:a16="http://schemas.microsoft.com/office/drawing/2014/main" val="3386934975"/>
                  </a:ext>
                </a:extLst>
              </a:tr>
            </a:tbl>
          </a:graphicData>
        </a:graphic>
      </p:graphicFrame>
      <p:grpSp>
        <p:nvGrpSpPr>
          <p:cNvPr id="39" name="Groupe 38">
            <a:extLst>
              <a:ext uri="{FF2B5EF4-FFF2-40B4-BE49-F238E27FC236}">
                <a16:creationId xmlns:a16="http://schemas.microsoft.com/office/drawing/2014/main" id="{A432C86C-F7DD-8E45-14D5-9EF040E826F2}"/>
              </a:ext>
            </a:extLst>
          </p:cNvPr>
          <p:cNvGrpSpPr/>
          <p:nvPr/>
        </p:nvGrpSpPr>
        <p:grpSpPr>
          <a:xfrm>
            <a:off x="7620001" y="1158993"/>
            <a:ext cx="1523999" cy="507874"/>
            <a:chOff x="1105481" y="2796059"/>
            <a:chExt cx="1593064" cy="442679"/>
          </a:xfrm>
        </p:grpSpPr>
        <p:grpSp>
          <p:nvGrpSpPr>
            <p:cNvPr id="40" name="Google Shape;945;p114">
              <a:extLst>
                <a:ext uri="{FF2B5EF4-FFF2-40B4-BE49-F238E27FC236}">
                  <a16:creationId xmlns:a16="http://schemas.microsoft.com/office/drawing/2014/main" id="{1397C9B2-600B-912E-1C09-22E5A2FF8AF1}"/>
                </a:ext>
              </a:extLst>
            </p:cNvPr>
            <p:cNvGrpSpPr/>
            <p:nvPr/>
          </p:nvGrpSpPr>
          <p:grpSpPr>
            <a:xfrm>
              <a:off x="1105481" y="2849940"/>
              <a:ext cx="1593064" cy="216651"/>
              <a:chOff x="671260" y="2273543"/>
              <a:chExt cx="2484000" cy="337814"/>
            </a:xfrm>
          </p:grpSpPr>
          <p:sp>
            <p:nvSpPr>
              <p:cNvPr id="49" name="Google Shape;946;p114">
                <a:extLst>
                  <a:ext uri="{FF2B5EF4-FFF2-40B4-BE49-F238E27FC236}">
                    <a16:creationId xmlns:a16="http://schemas.microsoft.com/office/drawing/2014/main" id="{539835C8-D80E-1279-930F-337B91A07C35}"/>
                  </a:ext>
                </a:extLst>
              </p:cNvPr>
              <p:cNvSpPr/>
              <p:nvPr/>
            </p:nvSpPr>
            <p:spPr>
              <a:xfrm>
                <a:off x="671260" y="2273543"/>
                <a:ext cx="2484000" cy="216024"/>
              </a:xfrm>
              <a:prstGeom prst="roundRect">
                <a:avLst>
                  <a:gd name="adj" fmla="val 50000"/>
                </a:avLst>
              </a:prstGeom>
              <a:solidFill>
                <a:schemeClr val="lt2"/>
              </a:solidFill>
              <a:ln w="12700" cap="flat" cmpd="sng">
                <a:solidFill>
                  <a:schemeClr val="lt2"/>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nvGrpSpPr>
              <p:cNvPr id="50" name="Google Shape;947;p114">
                <a:extLst>
                  <a:ext uri="{FF2B5EF4-FFF2-40B4-BE49-F238E27FC236}">
                    <a16:creationId xmlns:a16="http://schemas.microsoft.com/office/drawing/2014/main" id="{BE0387A4-9B5A-CA45-80A4-82ADCEBACAAA}"/>
                  </a:ext>
                </a:extLst>
              </p:cNvPr>
              <p:cNvGrpSpPr/>
              <p:nvPr/>
            </p:nvGrpSpPr>
            <p:grpSpPr>
              <a:xfrm>
                <a:off x="1493828" y="2488296"/>
                <a:ext cx="828918" cy="123061"/>
                <a:chOff x="1493828" y="2467991"/>
                <a:chExt cx="828918" cy="144016"/>
              </a:xfrm>
            </p:grpSpPr>
            <p:cxnSp>
              <p:nvCxnSpPr>
                <p:cNvPr id="51" name="Google Shape;948;p114">
                  <a:extLst>
                    <a:ext uri="{FF2B5EF4-FFF2-40B4-BE49-F238E27FC236}">
                      <a16:creationId xmlns:a16="http://schemas.microsoft.com/office/drawing/2014/main" id="{F13C216F-F972-92A2-F289-11FD848B13D5}"/>
                    </a:ext>
                  </a:extLst>
                </p:cNvPr>
                <p:cNvCxnSpPr/>
                <p:nvPr/>
              </p:nvCxnSpPr>
              <p:spPr>
                <a:xfrm>
                  <a:off x="1493828" y="2467991"/>
                  <a:ext cx="0" cy="144016"/>
                </a:xfrm>
                <a:prstGeom prst="straightConnector1">
                  <a:avLst/>
                </a:prstGeom>
                <a:noFill/>
                <a:ln w="12700" cap="flat" cmpd="sng">
                  <a:solidFill>
                    <a:schemeClr val="lt2"/>
                  </a:solidFill>
                  <a:prstDash val="solid"/>
                  <a:round/>
                  <a:headEnd type="none" w="sm" len="sm"/>
                  <a:tailEnd type="none" w="sm" len="sm"/>
                </a:ln>
              </p:spPr>
            </p:cxnSp>
            <p:cxnSp>
              <p:nvCxnSpPr>
                <p:cNvPr id="52" name="Google Shape;949;p114">
                  <a:extLst>
                    <a:ext uri="{FF2B5EF4-FFF2-40B4-BE49-F238E27FC236}">
                      <a16:creationId xmlns:a16="http://schemas.microsoft.com/office/drawing/2014/main" id="{1E12E0EE-AB8E-8B14-283B-913FE252F586}"/>
                    </a:ext>
                  </a:extLst>
                </p:cNvPr>
                <p:cNvCxnSpPr/>
                <p:nvPr/>
              </p:nvCxnSpPr>
              <p:spPr>
                <a:xfrm>
                  <a:off x="2322746" y="2467991"/>
                  <a:ext cx="0" cy="144016"/>
                </a:xfrm>
                <a:prstGeom prst="straightConnector1">
                  <a:avLst/>
                </a:prstGeom>
                <a:noFill/>
                <a:ln w="12700" cap="flat" cmpd="sng">
                  <a:solidFill>
                    <a:schemeClr val="lt2"/>
                  </a:solidFill>
                  <a:prstDash val="solid"/>
                  <a:round/>
                  <a:headEnd type="none" w="sm" len="sm"/>
                  <a:tailEnd type="none" w="sm" len="sm"/>
                </a:ln>
              </p:spPr>
            </p:cxnSp>
          </p:grpSp>
        </p:grpSp>
        <p:grpSp>
          <p:nvGrpSpPr>
            <p:cNvPr id="41" name="Google Shape;950;p114">
              <a:extLst>
                <a:ext uri="{FF2B5EF4-FFF2-40B4-BE49-F238E27FC236}">
                  <a16:creationId xmlns:a16="http://schemas.microsoft.com/office/drawing/2014/main" id="{D7701012-2391-CF4A-D3DF-E98A88944CC5}"/>
                </a:ext>
              </a:extLst>
            </p:cNvPr>
            <p:cNvGrpSpPr/>
            <p:nvPr/>
          </p:nvGrpSpPr>
          <p:grpSpPr>
            <a:xfrm>
              <a:off x="1630238" y="2796059"/>
              <a:ext cx="531021" cy="230906"/>
              <a:chOff x="8310457" y="3280644"/>
              <a:chExt cx="828000" cy="360040"/>
            </a:xfrm>
          </p:grpSpPr>
          <p:sp>
            <p:nvSpPr>
              <p:cNvPr id="45" name="Google Shape;951;p114">
                <a:extLst>
                  <a:ext uri="{FF2B5EF4-FFF2-40B4-BE49-F238E27FC236}">
                    <a16:creationId xmlns:a16="http://schemas.microsoft.com/office/drawing/2014/main" id="{3DAD44FB-6AA5-16C0-9D81-E8A7FDED91EC}"/>
                  </a:ext>
                </a:extLst>
              </p:cNvPr>
              <p:cNvSpPr/>
              <p:nvPr/>
            </p:nvSpPr>
            <p:spPr>
              <a:xfrm>
                <a:off x="8310457" y="3384977"/>
                <a:ext cx="828000" cy="180000"/>
              </a:xfrm>
              <a:prstGeom prst="roundRect">
                <a:avLst>
                  <a:gd name="adj" fmla="val 50000"/>
                </a:avLst>
              </a:prstGeom>
              <a:solidFill>
                <a:schemeClr val="accent4"/>
              </a:solidFill>
              <a:ln w="12700" cap="flat" cmpd="sng">
                <a:solidFill>
                  <a:srgbClr val="FFFFFF"/>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nvGrpSpPr>
              <p:cNvPr id="46" name="Google Shape;952;p114">
                <a:extLst>
                  <a:ext uri="{FF2B5EF4-FFF2-40B4-BE49-F238E27FC236}">
                    <a16:creationId xmlns:a16="http://schemas.microsoft.com/office/drawing/2014/main" id="{327C942E-CC51-2A0A-45BE-9599BFBA2793}"/>
                  </a:ext>
                </a:extLst>
              </p:cNvPr>
              <p:cNvGrpSpPr/>
              <p:nvPr/>
            </p:nvGrpSpPr>
            <p:grpSpPr>
              <a:xfrm>
                <a:off x="8544437" y="3280644"/>
                <a:ext cx="360040" cy="360040"/>
                <a:chOff x="-629964" y="1476375"/>
                <a:chExt cx="360040" cy="360040"/>
              </a:xfrm>
            </p:grpSpPr>
            <p:sp>
              <p:nvSpPr>
                <p:cNvPr id="47" name="Google Shape;953;p114">
                  <a:extLst>
                    <a:ext uri="{FF2B5EF4-FFF2-40B4-BE49-F238E27FC236}">
                      <a16:creationId xmlns:a16="http://schemas.microsoft.com/office/drawing/2014/main" id="{28DE9DCD-B4FA-85E2-5496-32DD9A01E5AE}"/>
                    </a:ext>
                  </a:extLst>
                </p:cNvPr>
                <p:cNvSpPr/>
                <p:nvPr/>
              </p:nvSpPr>
              <p:spPr>
                <a:xfrm rot="8100000">
                  <a:off x="-629964" y="1476375"/>
                  <a:ext cx="360040" cy="360040"/>
                </a:xfrm>
                <a:prstGeom prst="teardrop">
                  <a:avLst>
                    <a:gd name="adj" fmla="val 111841"/>
                  </a:avLst>
                </a:prstGeom>
                <a:solidFill>
                  <a:srgbClr val="FFFFFF"/>
                </a:solidFill>
                <a:ln w="9525" cap="flat" cmpd="sng">
                  <a:solidFill>
                    <a:srgbClr val="F1F1F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sp>
              <p:nvSpPr>
                <p:cNvPr id="48" name="Google Shape;954;p114">
                  <a:extLst>
                    <a:ext uri="{FF2B5EF4-FFF2-40B4-BE49-F238E27FC236}">
                      <a16:creationId xmlns:a16="http://schemas.microsoft.com/office/drawing/2014/main" id="{63D40E4A-20C2-6BC7-ECF4-2683A085FF88}"/>
                    </a:ext>
                  </a:extLst>
                </p:cNvPr>
                <p:cNvSpPr/>
                <p:nvPr/>
              </p:nvSpPr>
              <p:spPr>
                <a:xfrm>
                  <a:off x="-534794" y="1571545"/>
                  <a:ext cx="169700" cy="169700"/>
                </a:xfrm>
                <a:prstGeom prst="ellipse">
                  <a:avLst/>
                </a:prstGeom>
                <a:solidFill>
                  <a:schemeClr val="lt2"/>
                </a:solidFill>
                <a:ln w="9525" cap="flat" cmpd="sng">
                  <a:solidFill>
                    <a:srgbClr val="F1F1F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grpSp>
        <p:sp>
          <p:nvSpPr>
            <p:cNvPr id="42" name="Google Shape;955;p114">
              <a:extLst>
                <a:ext uri="{FF2B5EF4-FFF2-40B4-BE49-F238E27FC236}">
                  <a16:creationId xmlns:a16="http://schemas.microsoft.com/office/drawing/2014/main" id="{0099052C-8490-F091-E6C8-C974C82C8962}"/>
                </a:ext>
              </a:extLst>
            </p:cNvPr>
            <p:cNvSpPr txBox="1"/>
            <p:nvPr/>
          </p:nvSpPr>
          <p:spPr>
            <a:xfrm>
              <a:off x="1191015" y="3081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600" b="0" i="0" u="none" strike="noStrike" cap="none" noProof="0">
                  <a:solidFill>
                    <a:schemeClr val="dk2"/>
                  </a:solidFill>
                  <a:latin typeface="Arial"/>
                  <a:ea typeface="Arial"/>
                  <a:cs typeface="Arial"/>
                  <a:sym typeface="Arial"/>
                </a:rPr>
                <a:t>Low</a:t>
              </a:r>
              <a:endParaRPr lang="fr-FR" sz="600" b="1" i="0" u="none" strike="noStrike" cap="none" noProof="0">
                <a:solidFill>
                  <a:schemeClr val="dk2"/>
                </a:solidFill>
                <a:latin typeface="Arial"/>
                <a:ea typeface="Arial"/>
                <a:cs typeface="Arial"/>
                <a:sym typeface="Arial"/>
              </a:endParaRPr>
            </a:p>
          </p:txBody>
        </p:sp>
        <p:sp>
          <p:nvSpPr>
            <p:cNvPr id="43" name="Google Shape;956;p114">
              <a:extLst>
                <a:ext uri="{FF2B5EF4-FFF2-40B4-BE49-F238E27FC236}">
                  <a16:creationId xmlns:a16="http://schemas.microsoft.com/office/drawing/2014/main" id="{2CDDB662-679B-C32C-B9DF-C06D42ABA453}"/>
                </a:ext>
              </a:extLst>
            </p:cNvPr>
            <p:cNvSpPr txBox="1"/>
            <p:nvPr/>
          </p:nvSpPr>
          <p:spPr>
            <a:xfrm>
              <a:off x="1699317" y="3081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600" b="0" i="0" u="none" strike="noStrike" cap="none" noProof="0">
                  <a:solidFill>
                    <a:schemeClr val="dk2"/>
                  </a:solidFill>
                  <a:latin typeface="Arial"/>
                  <a:ea typeface="Arial"/>
                  <a:cs typeface="Arial"/>
                  <a:sym typeface="Arial"/>
                </a:rPr>
                <a:t>Medium</a:t>
              </a:r>
              <a:endParaRPr lang="fr-FR" sz="600" b="1" i="0" u="none" strike="noStrike" cap="none" noProof="0">
                <a:solidFill>
                  <a:schemeClr val="dk2"/>
                </a:solidFill>
                <a:latin typeface="Arial"/>
                <a:ea typeface="Arial"/>
                <a:cs typeface="Arial"/>
                <a:sym typeface="Arial"/>
              </a:endParaRPr>
            </a:p>
          </p:txBody>
        </p:sp>
        <p:sp>
          <p:nvSpPr>
            <p:cNvPr id="44" name="Google Shape;957;p114">
              <a:extLst>
                <a:ext uri="{FF2B5EF4-FFF2-40B4-BE49-F238E27FC236}">
                  <a16:creationId xmlns:a16="http://schemas.microsoft.com/office/drawing/2014/main" id="{4E89A4CF-65B8-1493-8B85-111F2A598B15}"/>
                </a:ext>
              </a:extLst>
            </p:cNvPr>
            <p:cNvSpPr txBox="1"/>
            <p:nvPr/>
          </p:nvSpPr>
          <p:spPr>
            <a:xfrm>
              <a:off x="2234586" y="3081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600" b="0" i="0" u="none" strike="noStrike" cap="none" noProof="0">
                  <a:solidFill>
                    <a:schemeClr val="dk2"/>
                  </a:solidFill>
                  <a:latin typeface="Arial"/>
                  <a:ea typeface="Arial"/>
                  <a:cs typeface="Arial"/>
                  <a:sym typeface="Arial"/>
                </a:rPr>
                <a:t>High</a:t>
              </a:r>
              <a:endParaRPr lang="fr-FR" sz="600" b="1" i="0" u="none" strike="noStrike" cap="none" noProof="0">
                <a:solidFill>
                  <a:schemeClr val="dk2"/>
                </a:solidFill>
                <a:latin typeface="Arial"/>
                <a:ea typeface="Arial"/>
                <a:cs typeface="Arial"/>
                <a:sym typeface="Arial"/>
              </a:endParaRPr>
            </a:p>
          </p:txBody>
        </p:sp>
      </p:grpSp>
      <p:sp>
        <p:nvSpPr>
          <p:cNvPr id="53" name="Footer Placeholder 1">
            <a:extLst>
              <a:ext uri="{FF2B5EF4-FFF2-40B4-BE49-F238E27FC236}">
                <a16:creationId xmlns:a16="http://schemas.microsoft.com/office/drawing/2014/main" id="{89B9D8E1-A056-2B6F-6F3D-989A38562F09}"/>
              </a:ext>
            </a:extLst>
          </p:cNvPr>
          <p:cNvSpPr>
            <a:spLocks noGrp="1"/>
          </p:cNvSpPr>
          <p:nvPr>
            <p:ph type="ftr" sz="quarter" idx="3"/>
          </p:nvPr>
        </p:nvSpPr>
        <p:spPr>
          <a:xfrm>
            <a:off x="800100" y="4873081"/>
            <a:ext cx="6611112" cy="121187"/>
          </a:xfrm>
        </p:spPr>
        <p:txBody>
          <a:bodyPr/>
          <a:lstStyle/>
          <a:p>
            <a:r>
              <a:rPr lang="fr-FR"/>
              <a:t>PwC | Direction des systemes d'information - Groupe Example Janvier 2026 - Mars 2026</a:t>
            </a:r>
            <a:endParaRPr lang="fr-FR" noProof="0" dirty="0"/>
          </a:p>
        </p:txBody>
      </p:sp>
      <p:sp>
        <p:nvSpPr>
          <p:cNvPr id="2" name="Google Shape;861;p107">
            <a:extLst>
              <a:ext uri="{FF2B5EF4-FFF2-40B4-BE49-F238E27FC236}">
                <a16:creationId xmlns:a16="http://schemas.microsoft.com/office/drawing/2014/main" id="{873E8C82-E282-C186-7BB8-9F5CF24908C2}"/>
              </a:ext>
            </a:extLst>
          </p:cNvPr>
          <p:cNvSpPr txBox="1"/>
          <p:nvPr/>
        </p:nvSpPr>
        <p:spPr>
          <a:xfrm>
            <a:off x="444399" y="11337"/>
            <a:ext cx="8719922" cy="269141"/>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fr-FR" sz="2600" i="0" u="none" strike="noStrike" cap="none" noProof="0">
                <a:solidFill>
                  <a:srgbClr val="000000"/>
                </a:solidFill>
                <a:latin typeface="Georgia"/>
                <a:ea typeface="Georgia"/>
                <a:cs typeface="Georgia"/>
                <a:sym typeface="Georgia"/>
              </a:rPr>
              <a:t>Les points relev?s en Janvier 2026 - Mars 2026</a:t>
            </a:r>
          </a:p>
        </p:txBody>
      </p:sp>
    </p:spTree>
    <p:extLst>
      <p:ext uri="{BB962C8B-B14F-4D97-AF65-F5344CB8AC3E}">
        <p14:creationId xmlns:p14="http://schemas.microsoft.com/office/powerpoint/2010/main" val="12873956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76D95-31AA-2211-61D8-613810D21FFA}"/>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238F3243-4229-CEF6-494F-7AC15E7CFD5B}"/>
              </a:ext>
              <a:ext uri="{C183D7F6-B498-43B3-948B-1728B52AA6E4}">
                <adec:decorative xmlns:adec="http://schemas.microsoft.com/office/drawing/2017/decorative" val="0"/>
              </a:ext>
            </a:extLst>
          </p:cNvPr>
          <p:cNvSpPr>
            <a:spLocks noGrp="1"/>
          </p:cNvSpPr>
          <p:nvPr>
            <p:ph type="sldNum" sz="quarter" idx="4"/>
          </p:nvPr>
        </p:nvSpPr>
        <p:spPr>
          <a:xfrm>
            <a:off x="8627864" y="4876039"/>
            <a:ext cx="223657" cy="121187"/>
          </a:xfrm>
        </p:spPr>
        <p:txBody>
          <a:bodyPr/>
          <a:lstStyle/>
          <a:p>
            <a:r>
              <a:rPr lang="fr-FR" noProof="0"/>
              <a:t>15</a:t>
            </a:r>
          </a:p>
        </p:txBody>
      </p:sp>
      <p:graphicFrame>
        <p:nvGraphicFramePr>
          <p:cNvPr id="33" name="Tableau 32">
            <a:extLst>
              <a:ext uri="{FF2B5EF4-FFF2-40B4-BE49-F238E27FC236}">
                <a16:creationId xmlns:a16="http://schemas.microsoft.com/office/drawing/2014/main" id="{98851477-C407-48DF-F986-4F1BA222E758}"/>
              </a:ext>
            </a:extLst>
          </p:cNvPr>
          <p:cNvGraphicFramePr>
            <a:graphicFrameLocks noGrp="1"/>
          </p:cNvGraphicFramePr>
          <p:nvPr>
            <p:custDataLst>
              <p:tags r:id="rId1"/>
            </p:custDataLst>
            <p:extLst>
              <p:ext uri="{D42A27DB-BD31-4B8C-83A1-F6EECF244321}">
                <p14:modId xmlns:p14="http://schemas.microsoft.com/office/powerpoint/2010/main" val="862864525"/>
              </p:ext>
            </p:extLst>
          </p:nvPr>
        </p:nvGraphicFramePr>
        <p:xfrm>
          <a:off x="0" y="503347"/>
          <a:ext cx="9144000" cy="4030734"/>
        </p:xfrm>
        <a:graphic>
          <a:graphicData uri="http://schemas.openxmlformats.org/drawingml/2006/table">
            <a:tbl>
              <a:tblPr firstRow="1" firstCol="1" bandRow="1">
                <a:tableStyleId>{5C22544A-7EE6-4342-B048-85BDC9FD1C3A}</a:tableStyleId>
              </a:tblPr>
              <a:tblGrid>
                <a:gridCol w="439993">
                  <a:extLst>
                    <a:ext uri="{9D8B030D-6E8A-4147-A177-3AD203B41FA5}">
                      <a16:colId xmlns:a16="http://schemas.microsoft.com/office/drawing/2014/main" val="20000"/>
                    </a:ext>
                  </a:extLst>
                </a:gridCol>
                <a:gridCol w="1113455">
                  <a:extLst>
                    <a:ext uri="{9D8B030D-6E8A-4147-A177-3AD203B41FA5}">
                      <a16:colId xmlns:a16="http://schemas.microsoft.com/office/drawing/2014/main" val="20001"/>
                    </a:ext>
                  </a:extLst>
                </a:gridCol>
                <a:gridCol w="3486649">
                  <a:extLst>
                    <a:ext uri="{9D8B030D-6E8A-4147-A177-3AD203B41FA5}">
                      <a16:colId xmlns:a16="http://schemas.microsoft.com/office/drawing/2014/main" val="4057883698"/>
                    </a:ext>
                  </a:extLst>
                </a:gridCol>
                <a:gridCol w="2348582">
                  <a:extLst>
                    <a:ext uri="{9D8B030D-6E8A-4147-A177-3AD203B41FA5}">
                      <a16:colId xmlns:a16="http://schemas.microsoft.com/office/drawing/2014/main" val="2265104901"/>
                    </a:ext>
                  </a:extLst>
                </a:gridCol>
                <a:gridCol w="1755321">
                  <a:extLst>
                    <a:ext uri="{9D8B030D-6E8A-4147-A177-3AD203B41FA5}">
                      <a16:colId xmlns:a16="http://schemas.microsoft.com/office/drawing/2014/main" val="1413096817"/>
                    </a:ext>
                  </a:extLst>
                </a:gridCol>
              </a:tblGrid>
              <a:tr h="380404">
                <a:tc>
                  <a:txBody>
                    <a:bodyPr/>
                    <a:lstStyle/>
                    <a:p>
                      <a:pPr algn="ctr"/>
                      <a:r>
                        <a:rPr lang="fr-FR" sz="900" noProof="0">
                          <a:solidFill>
                            <a:schemeClr val="bg1"/>
                          </a:solidFill>
                          <a:latin typeface="+mn-lt"/>
                        </a:rPr>
                        <a:t>Réf.</a:t>
                      </a:r>
                    </a:p>
                  </a:txBody>
                  <a:tcPr anchor="ctr">
                    <a:solidFill>
                      <a:schemeClr val="tx1">
                        <a:lumMod val="75000"/>
                        <a:lumOff val="25000"/>
                      </a:schemeClr>
                    </a:solidFill>
                  </a:tcPr>
                </a:tc>
                <a:tc>
                  <a:txBody>
                    <a:bodyPr/>
                    <a:lstStyle/>
                    <a:p>
                      <a:pPr marL="0" algn="ctr" defTabSz="957796" rtl="0" eaLnBrk="1" latinLnBrk="0" hangingPunct="1"/>
                      <a:r>
                        <a:rPr lang="fr-FR" sz="900" b="1" kern="1200" noProof="0">
                          <a:solidFill>
                            <a:schemeClr val="bg1"/>
                          </a:solidFill>
                          <a:latin typeface="+mn-lt"/>
                          <a:ea typeface="+mn-ea"/>
                          <a:cs typeface="+mn-cs"/>
                        </a:rPr>
                        <a:t>Description du contrôle</a:t>
                      </a:r>
                    </a:p>
                  </a:txBody>
                  <a:tcPr anchor="ctr">
                    <a:solidFill>
                      <a:schemeClr val="tx1">
                        <a:lumMod val="75000"/>
                        <a:lumOff val="25000"/>
                      </a:schemeClr>
                    </a:solidFill>
                  </a:tcPr>
                </a:tc>
                <a:tc>
                  <a:txBody>
                    <a:bodyPr/>
                    <a:lstStyle/>
                    <a:p>
                      <a:pPr marL="0" algn="ctr" defTabSz="957796" rtl="0" eaLnBrk="1" latinLnBrk="0" hangingPunct="1"/>
                      <a:r>
                        <a:rPr lang="fr-FR" sz="900" b="1" kern="1200" noProof="0">
                          <a:solidFill>
                            <a:schemeClr val="bg1"/>
                          </a:solidFill>
                          <a:latin typeface="+mn-lt"/>
                          <a:ea typeface="+mn-ea"/>
                          <a:cs typeface="+mn-cs"/>
                        </a:rPr>
                        <a:t>Constat </a:t>
                      </a:r>
                    </a:p>
                  </a:txBody>
                  <a:tcPr anchor="ctr">
                    <a:solidFill>
                      <a:schemeClr val="tx1">
                        <a:lumMod val="75000"/>
                        <a:lumOff val="25000"/>
                      </a:schemeClr>
                    </a:solidFill>
                  </a:tcPr>
                </a:tc>
                <a:tc>
                  <a:txBody>
                    <a:bodyPr/>
                    <a:lstStyle/>
                    <a:p>
                      <a:pPr marL="0" algn="ctr" defTabSz="957796" rtl="0" eaLnBrk="1" latinLnBrk="0" hangingPunct="1"/>
                      <a:r>
                        <a:rPr lang="fr-FR" sz="900" noProof="0">
                          <a:solidFill>
                            <a:schemeClr val="bg1"/>
                          </a:solidFill>
                          <a:latin typeface="+mn-lt"/>
                        </a:rPr>
                        <a:t>Recommandation</a:t>
                      </a:r>
                      <a:endParaRPr lang="fr-FR" sz="900" b="1" kern="1200" noProof="0">
                        <a:solidFill>
                          <a:schemeClr val="bg1"/>
                        </a:solidFill>
                        <a:latin typeface="+mn-lt"/>
                        <a:ea typeface="+mn-ea"/>
                        <a:cs typeface="+mn-cs"/>
                      </a:endParaRPr>
                    </a:p>
                  </a:txBody>
                  <a:tcPr anchor="ctr">
                    <a:solidFill>
                      <a:schemeClr val="tx1">
                        <a:lumMod val="75000"/>
                        <a:lumOff val="25000"/>
                      </a:schemeClr>
                    </a:solidFill>
                  </a:tcPr>
                </a:tc>
                <a:tc>
                  <a:txBody>
                    <a:bodyPr/>
                    <a:lstStyle/>
                    <a:p>
                      <a:pPr marL="0" algn="ctr" defTabSz="957796" rtl="0" eaLnBrk="1" latinLnBrk="0" hangingPunct="1"/>
                      <a:r>
                        <a:rPr lang="fr-FR" sz="900" b="1" kern="1200" noProof="0">
                          <a:solidFill>
                            <a:schemeClr val="bg1"/>
                          </a:solidFill>
                          <a:latin typeface="+mn-lt"/>
                          <a:ea typeface="+mn-ea"/>
                          <a:cs typeface="+mn-cs"/>
                        </a:rPr>
                        <a:t>Risque</a:t>
                      </a:r>
                    </a:p>
                  </a:txBody>
                  <a:tcPr anchor="ctr">
                    <a:solidFill>
                      <a:schemeClr val="tx1">
                        <a:lumMod val="75000"/>
                        <a:lumOff val="25000"/>
                      </a:schemeClr>
                    </a:solidFill>
                  </a:tcPr>
                </a:tc>
                <a:extLst>
                  <a:ext uri="{0D108BD9-81ED-4DB2-BD59-A6C34878D82A}">
                    <a16:rowId xmlns:a16="http://schemas.microsoft.com/office/drawing/2014/main" val="10000"/>
                  </a:ext>
                </a:extLst>
              </a:tr>
              <a:tr h="237752">
                <a:tc gridSpan="5">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FR" sz="900" noProof="0">
                          <a:solidFill>
                            <a:schemeClr val="bg1"/>
                          </a:solidFill>
                          <a:latin typeface="+mn-lt"/>
                        </a:rPr>
                        <a:t>Gestion des changements</a:t>
                      </a:r>
                    </a:p>
                  </a:txBody>
                  <a:tcPr anchor="ctr">
                    <a:solidFill>
                      <a:schemeClr val="tx1">
                        <a:lumMod val="50000"/>
                        <a:lumOff val="50000"/>
                      </a:schemeClr>
                    </a:solidFill>
                  </a:tcPr>
                </a:tc>
                <a:tc hMerge="1">
                  <a:txBody>
                    <a:bodyPr/>
                    <a:lstStyle/>
                    <a:p>
                      <a:endParaRPr lang="fr-FR"/>
                    </a:p>
                  </a:txBody>
                  <a:tcPr/>
                </a:tc>
                <a:tc hMerge="1">
                  <a:txBody>
                    <a:bodyPr/>
                    <a:lstStyle/>
                    <a:p>
                      <a:endParaRPr lang="fr-FR"/>
                    </a:p>
                  </a:txBody>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fr-FR" sz="900">
                        <a:solidFill>
                          <a:schemeClr val="bg1"/>
                        </a:solidFill>
                        <a:latin typeface="+mn-lt"/>
                      </a:endParaRPr>
                    </a:p>
                  </a:txBody>
                  <a:tcPr anchor="ctr">
                    <a:solidFill>
                      <a:schemeClr val="tx1">
                        <a:lumMod val="50000"/>
                        <a:lumOff val="50000"/>
                      </a:schemeClr>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fr-FR" sz="900" noProof="0">
                        <a:solidFill>
                          <a:schemeClr val="bg1"/>
                        </a:solidFill>
                        <a:latin typeface="+mn-lt"/>
                      </a:endParaRPr>
                    </a:p>
                  </a:txBody>
                  <a:tcPr anchor="ctr">
                    <a:solidFill>
                      <a:schemeClr val="tx1">
                        <a:lumMod val="50000"/>
                        <a:lumOff val="50000"/>
                      </a:schemeClr>
                    </a:solidFill>
                  </a:tcPr>
                </a:tc>
                <a:extLst>
                  <a:ext uri="{0D108BD9-81ED-4DB2-BD59-A6C34878D82A}">
                    <a16:rowId xmlns:a16="http://schemas.microsoft.com/office/drawing/2014/main" val="10001"/>
                  </a:ext>
                </a:extLst>
              </a:tr>
              <a:tr h="633818">
                <a:tc rowSpan="3">
                  <a:txBody>
                    <a:bodyPr/>
                    <a:lstStyle/>
                    <a:p>
                      <a:pPr marL="0" marR="0" lvl="0" indent="0" algn="ctr" defTabSz="957796" rtl="0" eaLnBrk="1" fontAlgn="auto" latinLnBrk="0" hangingPunct="1">
                        <a:lnSpc>
                          <a:spcPct val="100000"/>
                        </a:lnSpc>
                        <a:spcBef>
                          <a:spcPts val="0"/>
                        </a:spcBef>
                        <a:spcAft>
                          <a:spcPts val="0"/>
                        </a:spcAft>
                        <a:buClrTx/>
                        <a:buSzTx/>
                        <a:buFontTx/>
                        <a:buNone/>
                        <a:tabLst/>
                        <a:defRPr/>
                      </a:pPr>
                      <a:r>
                        <a:rPr lang="fr-FR" sz="900" b="1" kern="1200" noProof="0">
                          <a:solidFill>
                            <a:schemeClr val="bg1"/>
                          </a:solidFill>
                          <a:latin typeface="+mn-lt"/>
                          <a:ea typeface="+mn-ea"/>
                          <a:cs typeface="+mn-cs"/>
                        </a:rPr>
                        <a:t>PC-01</a:t>
                      </a:r>
                    </a:p>
                  </a:txBody>
                  <a:tcPr vert="vert270">
                    <a:solidFill>
                      <a:schemeClr val="accent1"/>
                    </a:solidFill>
                  </a:tcPr>
                </a:tc>
                <a:tc rowSpan="3">
                  <a:txBody>
                    <a:bodyPr/>
                    <a:lstStyle/>
                    <a:p>
                      <a:pPr marL="0" marR="0" lvl="1" indent="0" algn="l"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lang="fr-FR" sz="900" kern="1200" baseline="0" noProof="0">
                          <a:solidFill>
                            <a:schemeClr val="tx1"/>
                          </a:solidFill>
                          <a:effectLst/>
                          <a:highlight>
                            <a:srgbClr val="FFFF00"/>
                          </a:highlight>
                          <a:latin typeface="+mn-lt"/>
                          <a:ea typeface="Times New Roman" panose="02020603050405020304" pitchFamily="18" charset="0"/>
                          <a:cs typeface="+mn-cs"/>
                        </a:rPr>
                        <a:t>Les changements applicatifs sont testes et valides avant mise en production.</a:t>
                      </a:r>
                    </a:p>
                  </a:txBody>
                  <a:tcPr>
                    <a:solidFill>
                      <a:schemeClr val="bg1">
                        <a:lumMod val="95000"/>
                      </a:schemeClr>
                    </a:solidFill>
                  </a:tcPr>
                </a:tc>
                <a:tc rowSpan="3">
                  <a:txBody>
                    <a:bodyPr/>
                    <a:lstStyle/>
                    <a:p>
                      <a:pPr marL="0" marR="0" lvl="0" indent="0" algn="just" defTabSz="741939" rtl="0" eaLnBrk="1" fontAlgn="base" latinLnBrk="0" hangingPunct="1">
                        <a:lnSpc>
                          <a:spcPct val="100000"/>
                        </a:lnSpc>
                        <a:spcBef>
                          <a:spcPts val="0"/>
                        </a:spcBef>
                        <a:spcAft>
                          <a:spcPts val="300"/>
                        </a:spcAft>
                        <a:buClr>
                          <a:srgbClr val="000000"/>
                        </a:buClr>
                        <a:buSzTx/>
                        <a:buFont typeface="Arial"/>
                        <a:buNone/>
                        <a:tabLst/>
                        <a:defRPr/>
                      </a:pPr>
                      <a:r>
                        <a:rPr lang="fr-FR" sz="900" b="0" i="0" u="none" strike="noStrike" kern="1200" cap="none" baseline="0">
                          <a:solidFill>
                            <a:schemeClr val="tx1"/>
                          </a:solidFill>
                          <a:latin typeface="+mn-lt"/>
                          <a:ea typeface="Times New Roman" panose="02020603050405020304" pitchFamily="18" charset="0"/>
                          <a:cs typeface="Arial"/>
                          <a:sym typeface="Arial"/>
                        </a:rPr>
                        <a:t>9 changements mis en production ne disposent pas de preuve de tests utilisateurs ni de validation formelle avant deployment.</a:t>
                      </a:r>
                    </a:p>
                  </a:txBody>
                  <a:tcPr marL="89535" marR="89535" marT="0" marB="0">
                    <a:solidFill>
                      <a:schemeClr val="bg1">
                        <a:lumMod val="95000"/>
                      </a:schemeClr>
                    </a:solidFill>
                  </a:tcPr>
                </a:tc>
                <a:tc rowSpan="3">
                  <a:txBody>
                    <a:bodyPr/>
                    <a:lstStyle/>
                    <a:p>
                      <a:pPr marL="0" marR="0" lvl="0" indent="0" algn="l" rtl="0">
                        <a:lnSpc>
                          <a:spcPct val="100000"/>
                        </a:lnSpc>
                        <a:spcBef>
                          <a:spcPts val="0"/>
                        </a:spcBef>
                        <a:spcAft>
                          <a:spcPts val="0"/>
                        </a:spcAft>
                        <a:buClr>
                          <a:srgbClr val="000000"/>
                        </a:buClr>
                        <a:buSzPts val="900"/>
                        <a:buFont typeface="Noto Sans Symbols"/>
                        <a:buNone/>
                      </a:pPr>
                      <a:r>
                        <a:rPr lang="fr-FR" sz="900" b="0" i="0" u="none" strike="noStrike" cap="none" noProof="0">
                          <a:solidFill>
                            <a:srgbClr val="000000"/>
                          </a:solidFill>
                          <a:latin typeface="+mn-lt"/>
                          <a:ea typeface="Arial"/>
                          <a:cs typeface="Arial"/>
                          <a:sym typeface="Arial"/>
                        </a:rPr>
                        <a:t>Formaliser la validation prealable des changements et interdire toute mise en production sans evidence de test et d'approbation.</a:t>
                      </a:r>
                    </a:p>
                    <a:p>
                      <a:pPr marL="0" marR="0" lvl="0" indent="0" algn="l" rtl="0">
                        <a:lnSpc>
                          <a:spcPct val="100000"/>
                        </a:lnSpc>
                        <a:spcBef>
                          <a:spcPts val="0"/>
                        </a:spcBef>
                        <a:spcAft>
                          <a:spcPts val="0"/>
                        </a:spcAft>
                        <a:buClr>
                          <a:srgbClr val="000000"/>
                        </a:buClr>
                        <a:buSzPts val="900"/>
                        <a:buFont typeface="Noto Sans Symbols"/>
                        <a:buNone/>
                      </a:pPr>
                      <a:r>
                        <a:rPr lang="fr-FR" sz="900" b="0" i="0" u="none" strike="noStrike" cap="none" noProof="0">
                          <a:solidFill>
                            <a:srgbClr val="000000"/>
                          </a:solidFill>
                          <a:latin typeface="+mn-lt"/>
                          <a:ea typeface="Arial"/>
                          <a:cs typeface="Arial"/>
                          <a:sym typeface="Arial"/>
                        </a:rPr>
                        <a:t>Procedure compensatoire : Les changements urgents sont discutes en comite hebdomadaire, mais la formalisation des resultats de tests reste partielle.</a:t>
                      </a:r>
                    </a:p>
                  </a:txBody>
                  <a:tcPr>
                    <a:solidFill>
                      <a:schemeClr val="bg1">
                        <a:lumMod val="95000"/>
                      </a:schemeClr>
                    </a:solidFill>
                  </a:tcPr>
                </a:tc>
                <a:tc>
                  <a:txBody>
                    <a:bodyPr/>
                    <a:lstStyle/>
                    <a:p>
                      <a:pPr marL="6350" marR="0" lvl="0" indent="0" algn="l" rtl="0">
                        <a:lnSpc>
                          <a:spcPct val="100000"/>
                        </a:lnSpc>
                        <a:spcBef>
                          <a:spcPts val="500"/>
                        </a:spcBef>
                        <a:spcAft>
                          <a:spcPts val="0"/>
                        </a:spcAft>
                        <a:buClr>
                          <a:srgbClr val="000000"/>
                        </a:buClr>
                        <a:buSzPts val="900"/>
                        <a:buFont typeface="Arial"/>
                        <a:buNone/>
                      </a:pPr>
                      <a:endParaRPr lang="fr-FR" sz="900" b="1" u="sng" kern="1200" baseline="0" noProof="0">
                        <a:solidFill>
                          <a:schemeClr val="tx1"/>
                        </a:solidFill>
                        <a:effectLst/>
                        <a:latin typeface="+mn-lt"/>
                        <a:ea typeface="Times New Roman" panose="02020603050405020304" pitchFamily="18" charset="0"/>
                        <a:cs typeface="+mn-cs"/>
                      </a:endParaRPr>
                    </a:p>
                  </a:txBody>
                  <a:tcPr>
                    <a:solidFill>
                      <a:schemeClr val="bg1">
                        <a:lumMod val="95000"/>
                      </a:schemeClr>
                    </a:solidFill>
                  </a:tcPr>
                </a:tc>
                <a:extLst>
                  <a:ext uri="{0D108BD9-81ED-4DB2-BD59-A6C34878D82A}">
                    <a16:rowId xmlns:a16="http://schemas.microsoft.com/office/drawing/2014/main" val="10002"/>
                  </a:ext>
                </a:extLst>
              </a:tr>
              <a:tr h="1867489">
                <a:tc vMerge="1">
                  <a:txBody>
                    <a:bodyPr/>
                    <a:lstStyle/>
                    <a:p>
                      <a:endParaRPr lang="fr-FR"/>
                    </a:p>
                  </a:txBody>
                  <a:tcPr/>
                </a:tc>
                <a:tc vMerge="1">
                  <a:txBody>
                    <a:bodyPr/>
                    <a:lstStyle/>
                    <a:p>
                      <a:endParaRPr lang="fr-FR"/>
                    </a:p>
                  </a:txBody>
                  <a:tcPr/>
                </a:tc>
                <a:tc vMerge="1">
                  <a:txBody>
                    <a:bodyPr/>
                    <a:lstStyle/>
                    <a:p>
                      <a:endParaRPr lang="fr-FR"/>
                    </a:p>
                  </a:txBody>
                  <a:tcPr/>
                </a:tc>
                <a:tc vMerge="1">
                  <a:txBody>
                    <a:bodyPr/>
                    <a:lstStyle/>
                    <a:p>
                      <a:endParaRPr lang="fr-FR"/>
                    </a:p>
                  </a:txBody>
                  <a:tcPr/>
                </a:tc>
                <a:tc>
                  <a:txBody>
                    <a:bodyPr/>
                    <a:lstStyle/>
                    <a:p>
                      <a:pPr marL="177800" marR="0" lvl="0" indent="-171450" algn="l" rtl="0">
                        <a:lnSpc>
                          <a:spcPct val="100000"/>
                        </a:lnSpc>
                        <a:spcBef>
                          <a:spcPts val="500"/>
                        </a:spcBef>
                        <a:spcAft>
                          <a:spcPts val="0"/>
                        </a:spcAft>
                        <a:buClr>
                          <a:srgbClr val="000000"/>
                        </a:buClr>
                        <a:buSzPts val="900"/>
                        <a:buFont typeface="Arial" panose="020B0604020202020204" pitchFamily="34" charset="0"/>
                        <a:buChar char="•"/>
                      </a:pPr>
                      <a:r>
                        <a:rPr lang="fr-FR" sz="900" b="0" u="sng" kern="1200" baseline="0" noProof="0">
                          <a:solidFill>
                            <a:schemeClr val="tx1"/>
                          </a:solidFill>
                          <a:effectLst/>
                          <a:latin typeface="+mn-lt"/>
                          <a:ea typeface="Times New Roman" panose="02020603050405020304" pitchFamily="18" charset="0"/>
                          <a:cs typeface="+mn-cs"/>
                        </a:rPr>
                        <a:t>Risque d'octroi d'acces ou de changements non autorises.</a:t>
                      </a:r>
                    </a:p>
                    <a:p>
                      <a:pPr marL="177800" marR="0" lvl="0" indent="-171450" algn="l" rtl="0">
                        <a:lnSpc>
                          <a:spcPct val="100000"/>
                        </a:lnSpc>
                        <a:spcBef>
                          <a:spcPts val="500"/>
                        </a:spcBef>
                        <a:spcAft>
                          <a:spcPts val="0"/>
                        </a:spcAft>
                        <a:buClr>
                          <a:srgbClr val="000000"/>
                        </a:buClr>
                        <a:buSzPts val="900"/>
                        <a:buFont typeface="Arial" panose="020B0604020202020204" pitchFamily="34" charset="0"/>
                        <a:buChar char="•"/>
                      </a:pPr>
                      <a:r>
                        <a:rPr lang="fr-FR" sz="900" b="0" u="sng" kern="1200" baseline="0" noProof="0">
                          <a:solidFill>
                            <a:schemeClr val="tx1"/>
                          </a:solidFill>
                          <a:effectLst/>
                          <a:latin typeface="+mn-lt"/>
                          <a:ea typeface="Times New Roman" panose="02020603050405020304" pitchFamily="18" charset="0"/>
                          <a:cs typeface="+mn-cs"/>
                        </a:rPr>
                        <a:t>Commentaire auditeur : Les changements concernent des evolutions mineures sur les flux achats et comptabilite generale.</a:t>
                      </a:r>
                      <a:endParaRPr lang="fr-FR" sz="900" b="0" u="none" kern="1200" baseline="0" noProof="0">
                        <a:solidFill>
                          <a:schemeClr val="tx1"/>
                        </a:solidFill>
                        <a:effectLst/>
                        <a:latin typeface="+mn-lt"/>
                        <a:ea typeface="Times New Roman" panose="02020603050405020304" pitchFamily="18" charset="0"/>
                        <a:cs typeface="+mn-cs"/>
                      </a:endParaRPr>
                    </a:p>
                  </a:txBody>
                  <a:tcPr anchor="ctr">
                    <a:solidFill>
                      <a:schemeClr val="bg1">
                        <a:lumMod val="95000"/>
                      </a:schemeClr>
                    </a:solidFill>
                  </a:tcPr>
                </a:tc>
                <a:extLst>
                  <a:ext uri="{0D108BD9-81ED-4DB2-BD59-A6C34878D82A}">
                    <a16:rowId xmlns:a16="http://schemas.microsoft.com/office/drawing/2014/main" val="3706568165"/>
                  </a:ext>
                </a:extLst>
              </a:tr>
              <a:tr h="0">
                <a:tc vMerge="1">
                  <a:txBody>
                    <a:bodyPr/>
                    <a:lstStyle/>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txBody>
                  <a:tcPr vert="vert270">
                    <a:solidFill>
                      <a:schemeClr val="accent1"/>
                    </a:solidFill>
                  </a:tcPr>
                </a:tc>
                <a:tc vMerge="1">
                  <a:txBody>
                    <a:bodyPr/>
                    <a:lstStyle/>
                    <a:p>
                      <a:pPr marL="0" marR="0" lvl="1" indent="0" algn="l" defTabSz="957796" rtl="0" eaLnBrk="1" fontAlgn="base" latinLnBrk="0" hangingPunct="1">
                        <a:lnSpc>
                          <a:spcPct val="100000"/>
                        </a:lnSpc>
                        <a:spcBef>
                          <a:spcPct val="0"/>
                        </a:spcBef>
                        <a:spcAft>
                          <a:spcPts val="0"/>
                        </a:spcAft>
                        <a:buClrTx/>
                        <a:buSzTx/>
                        <a:buFont typeface="Arial" panose="020B0604020202020204" pitchFamily="34" charset="0"/>
                        <a:buNone/>
                        <a:tabLst/>
                        <a:defRPr/>
                      </a:pPr>
                      <a:endParaRPr lang="fr-FR" sz="900" kern="1200" baseline="0" noProof="0">
                        <a:solidFill>
                          <a:schemeClr val="tx1"/>
                        </a:solidFill>
                        <a:effectLst/>
                        <a:highlight>
                          <a:srgbClr val="FFFF00"/>
                        </a:highlight>
                        <a:latin typeface="+mn-lt"/>
                        <a:ea typeface="Times New Roman" panose="02020603050405020304" pitchFamily="18" charset="0"/>
                        <a:cs typeface="+mn-cs"/>
                      </a:endParaRPr>
                    </a:p>
                  </a:txBody>
                  <a:tcPr>
                    <a:solidFill>
                      <a:schemeClr val="bg1">
                        <a:lumMod val="95000"/>
                      </a:schemeClr>
                    </a:solidFill>
                  </a:tcPr>
                </a:tc>
                <a:tc vMerge="1">
                  <a:txBody>
                    <a:bodyPr/>
                    <a:lstStyle/>
                    <a:p>
                      <a:pPr marL="171450" marR="0" lvl="0" indent="-171450" algn="just" defTabSz="741939" rtl="0" eaLnBrk="1" fontAlgn="base" latinLnBrk="0" hangingPunct="1">
                        <a:lnSpc>
                          <a:spcPct val="100000"/>
                        </a:lnSpc>
                        <a:spcBef>
                          <a:spcPts val="0"/>
                        </a:spcBef>
                        <a:spcAft>
                          <a:spcPts val="300"/>
                        </a:spcAft>
                        <a:buClr>
                          <a:srgbClr val="000000"/>
                        </a:buClr>
                        <a:buSzTx/>
                        <a:buFont typeface="Wingdings"/>
                        <a:buChar char="Ø"/>
                        <a:tabLst/>
                        <a:defRPr/>
                      </a:pPr>
                      <a:endParaRPr lang="fr-FR" sz="900" b="0" i="0" u="none" strike="noStrike" kern="1200" cap="none" baseline="0">
                        <a:solidFill>
                          <a:schemeClr val="tx1"/>
                        </a:solidFill>
                        <a:latin typeface="+mn-lt"/>
                        <a:ea typeface="Times New Roman" panose="02020603050405020304" pitchFamily="18" charset="0"/>
                        <a:cs typeface="Arial"/>
                        <a:sym typeface="Arial"/>
                      </a:endParaRPr>
                    </a:p>
                  </a:txBody>
                  <a:tcPr marL="89535" marR="89535" marT="0" marB="0">
                    <a:solidFill>
                      <a:schemeClr val="bg1">
                        <a:lumMod val="95000"/>
                      </a:schemeClr>
                    </a:solidFill>
                  </a:tcPr>
                </a:tc>
                <a:tc vMerge="1">
                  <a:txBody>
                    <a:bodyPr/>
                    <a:lstStyle/>
                    <a:p>
                      <a:pPr marL="171450" marR="0" lvl="0" indent="-171450" algn="just" defTabSz="741683" rtl="0" eaLnBrk="1" fontAlgn="auto" latinLnBrk="0" hangingPunct="1">
                        <a:lnSpc>
                          <a:spcPct val="100000"/>
                        </a:lnSpc>
                        <a:spcBef>
                          <a:spcPts val="200"/>
                        </a:spcBef>
                        <a:spcAft>
                          <a:spcPts val="0"/>
                        </a:spcAft>
                        <a:buClr>
                          <a:schemeClr val="dk2"/>
                        </a:buClr>
                        <a:buSzPts val="900"/>
                        <a:buFont typeface="Arial" panose="020B0604020202020204" pitchFamily="34" charset="0"/>
                        <a:buChar char="•"/>
                        <a:tabLst>
                          <a:tab pos="457200" algn="l"/>
                        </a:tabLst>
                        <a:defRPr/>
                      </a:pPr>
                      <a:endParaRPr lang="fr-FR" sz="900" b="0" i="0" u="none" strike="noStrike" cap="none" noProof="0">
                        <a:solidFill>
                          <a:srgbClr val="000000"/>
                        </a:solidFill>
                        <a:latin typeface="+mn-lt"/>
                        <a:ea typeface="Arial"/>
                        <a:cs typeface="Arial"/>
                        <a:sym typeface="Arial"/>
                      </a:endParaRPr>
                    </a:p>
                  </a:txBody>
                  <a:tcPr>
                    <a:solidFill>
                      <a:schemeClr val="bg1">
                        <a:lumMod val="95000"/>
                      </a:schemeClr>
                    </a:solidFill>
                  </a:tcPr>
                </a:tc>
                <a:tc>
                  <a:txBody>
                    <a:bodyPr/>
                    <a:lstStyle/>
                    <a:p>
                      <a:pPr marL="6350" marR="0" lvl="0" indent="0" algn="ctr" defTabSz="914400" rtl="0" eaLnBrk="1" fontAlgn="auto" latinLnBrk="0" hangingPunct="1">
                        <a:lnSpc>
                          <a:spcPct val="100000"/>
                        </a:lnSpc>
                        <a:spcBef>
                          <a:spcPts val="500"/>
                        </a:spcBef>
                        <a:spcAft>
                          <a:spcPts val="0"/>
                        </a:spcAft>
                        <a:buClr>
                          <a:srgbClr val="000000"/>
                        </a:buClr>
                        <a:buSzPts val="900"/>
                        <a:buFont typeface="Arial"/>
                        <a:buNone/>
                        <a:tabLst/>
                        <a:defRPr/>
                      </a:pPr>
                      <a:r>
                        <a:rPr lang="fr-FR" sz="900" b="1" u="none" kern="1200" baseline="0" noProof="0">
                          <a:solidFill>
                            <a:schemeClr val="accent4">
                              <a:lumMod val="75000"/>
                            </a:schemeClr>
                          </a:solidFill>
                          <a:effectLst/>
                          <a:latin typeface="+mn-lt"/>
                          <a:ea typeface="Times New Roman" panose="02020603050405020304" pitchFamily="18" charset="0"/>
                          <a:cs typeface="+mn-cs"/>
                        </a:rPr>
                        <a:t>Priorite de traitement : Elevee</a:t>
                      </a:r>
                    </a:p>
                  </a:txBody>
                  <a:tcPr anchor="ctr">
                    <a:solidFill>
                      <a:schemeClr val="bg1">
                        <a:lumMod val="95000"/>
                      </a:schemeClr>
                    </a:solidFill>
                  </a:tcPr>
                </a:tc>
                <a:extLst>
                  <a:ext uri="{0D108BD9-81ED-4DB2-BD59-A6C34878D82A}">
                    <a16:rowId xmlns:a16="http://schemas.microsoft.com/office/drawing/2014/main" val="3386934975"/>
                  </a:ext>
                </a:extLst>
              </a:tr>
            </a:tbl>
          </a:graphicData>
        </a:graphic>
      </p:graphicFrame>
      <p:grpSp>
        <p:nvGrpSpPr>
          <p:cNvPr id="39" name="Groupe 38">
            <a:extLst>
              <a:ext uri="{FF2B5EF4-FFF2-40B4-BE49-F238E27FC236}">
                <a16:creationId xmlns:a16="http://schemas.microsoft.com/office/drawing/2014/main" id="{A432C86C-F7DD-8E45-14D5-9EF040E826F2}"/>
              </a:ext>
            </a:extLst>
          </p:cNvPr>
          <p:cNvGrpSpPr/>
          <p:nvPr/>
        </p:nvGrpSpPr>
        <p:grpSpPr>
          <a:xfrm>
            <a:off x="7620001" y="1158993"/>
            <a:ext cx="1523999" cy="507874"/>
            <a:chOff x="1105481" y="2796059"/>
            <a:chExt cx="1593064" cy="442679"/>
          </a:xfrm>
        </p:grpSpPr>
        <p:grpSp>
          <p:nvGrpSpPr>
            <p:cNvPr id="40" name="Google Shape;945;p114">
              <a:extLst>
                <a:ext uri="{FF2B5EF4-FFF2-40B4-BE49-F238E27FC236}">
                  <a16:creationId xmlns:a16="http://schemas.microsoft.com/office/drawing/2014/main" id="{1397C9B2-600B-912E-1C09-22E5A2FF8AF1}"/>
                </a:ext>
              </a:extLst>
            </p:cNvPr>
            <p:cNvGrpSpPr/>
            <p:nvPr/>
          </p:nvGrpSpPr>
          <p:grpSpPr>
            <a:xfrm>
              <a:off x="1105481" y="2849940"/>
              <a:ext cx="1593064" cy="216651"/>
              <a:chOff x="671260" y="2273543"/>
              <a:chExt cx="2484000" cy="337814"/>
            </a:xfrm>
          </p:grpSpPr>
          <p:sp>
            <p:nvSpPr>
              <p:cNvPr id="49" name="Google Shape;946;p114">
                <a:extLst>
                  <a:ext uri="{FF2B5EF4-FFF2-40B4-BE49-F238E27FC236}">
                    <a16:creationId xmlns:a16="http://schemas.microsoft.com/office/drawing/2014/main" id="{539835C8-D80E-1279-930F-337B91A07C35}"/>
                  </a:ext>
                </a:extLst>
              </p:cNvPr>
              <p:cNvSpPr/>
              <p:nvPr/>
            </p:nvSpPr>
            <p:spPr>
              <a:xfrm>
                <a:off x="671260" y="2273543"/>
                <a:ext cx="2484000" cy="216024"/>
              </a:xfrm>
              <a:prstGeom prst="roundRect">
                <a:avLst>
                  <a:gd name="adj" fmla="val 50000"/>
                </a:avLst>
              </a:prstGeom>
              <a:solidFill>
                <a:schemeClr val="lt2"/>
              </a:solidFill>
              <a:ln w="12700" cap="flat" cmpd="sng">
                <a:solidFill>
                  <a:schemeClr val="lt2"/>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nvGrpSpPr>
              <p:cNvPr id="50" name="Google Shape;947;p114">
                <a:extLst>
                  <a:ext uri="{FF2B5EF4-FFF2-40B4-BE49-F238E27FC236}">
                    <a16:creationId xmlns:a16="http://schemas.microsoft.com/office/drawing/2014/main" id="{BE0387A4-9B5A-CA45-80A4-82ADCEBACAAA}"/>
                  </a:ext>
                </a:extLst>
              </p:cNvPr>
              <p:cNvGrpSpPr/>
              <p:nvPr/>
            </p:nvGrpSpPr>
            <p:grpSpPr>
              <a:xfrm>
                <a:off x="1493828" y="2488296"/>
                <a:ext cx="828918" cy="123061"/>
                <a:chOff x="1493828" y="2467991"/>
                <a:chExt cx="828918" cy="144016"/>
              </a:xfrm>
            </p:grpSpPr>
            <p:cxnSp>
              <p:nvCxnSpPr>
                <p:cNvPr id="51" name="Google Shape;948;p114">
                  <a:extLst>
                    <a:ext uri="{FF2B5EF4-FFF2-40B4-BE49-F238E27FC236}">
                      <a16:creationId xmlns:a16="http://schemas.microsoft.com/office/drawing/2014/main" id="{F13C216F-F972-92A2-F289-11FD848B13D5}"/>
                    </a:ext>
                  </a:extLst>
                </p:cNvPr>
                <p:cNvCxnSpPr/>
                <p:nvPr/>
              </p:nvCxnSpPr>
              <p:spPr>
                <a:xfrm>
                  <a:off x="1493828" y="2467991"/>
                  <a:ext cx="0" cy="144016"/>
                </a:xfrm>
                <a:prstGeom prst="straightConnector1">
                  <a:avLst/>
                </a:prstGeom>
                <a:noFill/>
                <a:ln w="12700" cap="flat" cmpd="sng">
                  <a:solidFill>
                    <a:schemeClr val="lt2"/>
                  </a:solidFill>
                  <a:prstDash val="solid"/>
                  <a:round/>
                  <a:headEnd type="none" w="sm" len="sm"/>
                  <a:tailEnd type="none" w="sm" len="sm"/>
                </a:ln>
              </p:spPr>
            </p:cxnSp>
            <p:cxnSp>
              <p:nvCxnSpPr>
                <p:cNvPr id="52" name="Google Shape;949;p114">
                  <a:extLst>
                    <a:ext uri="{FF2B5EF4-FFF2-40B4-BE49-F238E27FC236}">
                      <a16:creationId xmlns:a16="http://schemas.microsoft.com/office/drawing/2014/main" id="{1E12E0EE-AB8E-8B14-283B-913FE252F586}"/>
                    </a:ext>
                  </a:extLst>
                </p:cNvPr>
                <p:cNvCxnSpPr/>
                <p:nvPr/>
              </p:nvCxnSpPr>
              <p:spPr>
                <a:xfrm>
                  <a:off x="2322746" y="2467991"/>
                  <a:ext cx="0" cy="144016"/>
                </a:xfrm>
                <a:prstGeom prst="straightConnector1">
                  <a:avLst/>
                </a:prstGeom>
                <a:noFill/>
                <a:ln w="12700" cap="flat" cmpd="sng">
                  <a:solidFill>
                    <a:schemeClr val="lt2"/>
                  </a:solidFill>
                  <a:prstDash val="solid"/>
                  <a:round/>
                  <a:headEnd type="none" w="sm" len="sm"/>
                  <a:tailEnd type="none" w="sm" len="sm"/>
                </a:ln>
              </p:spPr>
            </p:cxnSp>
          </p:grpSp>
        </p:grpSp>
        <p:grpSp>
          <p:nvGrpSpPr>
            <p:cNvPr id="41" name="Google Shape;950;p114">
              <a:extLst>
                <a:ext uri="{FF2B5EF4-FFF2-40B4-BE49-F238E27FC236}">
                  <a16:creationId xmlns:a16="http://schemas.microsoft.com/office/drawing/2014/main" id="{D7701012-2391-CF4A-D3DF-E98A88944CC5}"/>
                </a:ext>
              </a:extLst>
            </p:cNvPr>
            <p:cNvGrpSpPr/>
            <p:nvPr/>
          </p:nvGrpSpPr>
          <p:grpSpPr>
            <a:xfrm>
              <a:off x="1630238" y="2796059"/>
              <a:ext cx="531021" cy="230906"/>
              <a:chOff x="8310457" y="3280644"/>
              <a:chExt cx="828000" cy="360040"/>
            </a:xfrm>
          </p:grpSpPr>
          <p:sp>
            <p:nvSpPr>
              <p:cNvPr id="45" name="Google Shape;951;p114">
                <a:extLst>
                  <a:ext uri="{FF2B5EF4-FFF2-40B4-BE49-F238E27FC236}">
                    <a16:creationId xmlns:a16="http://schemas.microsoft.com/office/drawing/2014/main" id="{3DAD44FB-6AA5-16C0-9D81-E8A7FDED91EC}"/>
                  </a:ext>
                </a:extLst>
              </p:cNvPr>
              <p:cNvSpPr/>
              <p:nvPr/>
            </p:nvSpPr>
            <p:spPr>
              <a:xfrm>
                <a:off x="8310457" y="3384977"/>
                <a:ext cx="828000" cy="180000"/>
              </a:xfrm>
              <a:prstGeom prst="roundRect">
                <a:avLst>
                  <a:gd name="adj" fmla="val 50000"/>
                </a:avLst>
              </a:prstGeom>
              <a:solidFill>
                <a:schemeClr val="accent4"/>
              </a:solidFill>
              <a:ln w="12700" cap="flat" cmpd="sng">
                <a:solidFill>
                  <a:srgbClr val="FFFFFF"/>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nvGrpSpPr>
              <p:cNvPr id="46" name="Google Shape;952;p114">
                <a:extLst>
                  <a:ext uri="{FF2B5EF4-FFF2-40B4-BE49-F238E27FC236}">
                    <a16:creationId xmlns:a16="http://schemas.microsoft.com/office/drawing/2014/main" id="{327C942E-CC51-2A0A-45BE-9599BFBA2793}"/>
                  </a:ext>
                </a:extLst>
              </p:cNvPr>
              <p:cNvGrpSpPr/>
              <p:nvPr/>
            </p:nvGrpSpPr>
            <p:grpSpPr>
              <a:xfrm>
                <a:off x="8544437" y="3280644"/>
                <a:ext cx="360040" cy="360040"/>
                <a:chOff x="-629964" y="1476375"/>
                <a:chExt cx="360040" cy="360040"/>
              </a:xfrm>
            </p:grpSpPr>
            <p:sp>
              <p:nvSpPr>
                <p:cNvPr id="47" name="Google Shape;953;p114">
                  <a:extLst>
                    <a:ext uri="{FF2B5EF4-FFF2-40B4-BE49-F238E27FC236}">
                      <a16:creationId xmlns:a16="http://schemas.microsoft.com/office/drawing/2014/main" id="{28DE9DCD-B4FA-85E2-5496-32DD9A01E5AE}"/>
                    </a:ext>
                  </a:extLst>
                </p:cNvPr>
                <p:cNvSpPr/>
                <p:nvPr/>
              </p:nvSpPr>
              <p:spPr>
                <a:xfrm rot="8100000">
                  <a:off x="-629964" y="1476375"/>
                  <a:ext cx="360040" cy="360040"/>
                </a:xfrm>
                <a:prstGeom prst="teardrop">
                  <a:avLst>
                    <a:gd name="adj" fmla="val 111841"/>
                  </a:avLst>
                </a:prstGeom>
                <a:solidFill>
                  <a:srgbClr val="FFFFFF"/>
                </a:solidFill>
                <a:ln w="9525" cap="flat" cmpd="sng">
                  <a:solidFill>
                    <a:srgbClr val="F1F1F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sp>
              <p:nvSpPr>
                <p:cNvPr id="48" name="Google Shape;954;p114">
                  <a:extLst>
                    <a:ext uri="{FF2B5EF4-FFF2-40B4-BE49-F238E27FC236}">
                      <a16:creationId xmlns:a16="http://schemas.microsoft.com/office/drawing/2014/main" id="{63D40E4A-20C2-6BC7-ECF4-2683A085FF88}"/>
                    </a:ext>
                  </a:extLst>
                </p:cNvPr>
                <p:cNvSpPr/>
                <p:nvPr/>
              </p:nvSpPr>
              <p:spPr>
                <a:xfrm>
                  <a:off x="-534794" y="1571545"/>
                  <a:ext cx="169700" cy="169700"/>
                </a:xfrm>
                <a:prstGeom prst="ellipse">
                  <a:avLst/>
                </a:prstGeom>
                <a:solidFill>
                  <a:schemeClr val="lt2"/>
                </a:solidFill>
                <a:ln w="9525" cap="flat" cmpd="sng">
                  <a:solidFill>
                    <a:srgbClr val="F1F1F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grpSp>
        <p:sp>
          <p:nvSpPr>
            <p:cNvPr id="42" name="Google Shape;955;p114">
              <a:extLst>
                <a:ext uri="{FF2B5EF4-FFF2-40B4-BE49-F238E27FC236}">
                  <a16:creationId xmlns:a16="http://schemas.microsoft.com/office/drawing/2014/main" id="{0099052C-8490-F091-E6C8-C974C82C8962}"/>
                </a:ext>
              </a:extLst>
            </p:cNvPr>
            <p:cNvSpPr txBox="1"/>
            <p:nvPr/>
          </p:nvSpPr>
          <p:spPr>
            <a:xfrm>
              <a:off x="1191015" y="3081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600" b="0" i="0" u="none" strike="noStrike" cap="none" noProof="0">
                  <a:solidFill>
                    <a:schemeClr val="dk2"/>
                  </a:solidFill>
                  <a:latin typeface="Arial"/>
                  <a:ea typeface="Arial"/>
                  <a:cs typeface="Arial"/>
                  <a:sym typeface="Arial"/>
                </a:rPr>
                <a:t>Low</a:t>
              </a:r>
              <a:endParaRPr lang="fr-FR" sz="600" b="1" i="0" u="none" strike="noStrike" cap="none" noProof="0">
                <a:solidFill>
                  <a:schemeClr val="dk2"/>
                </a:solidFill>
                <a:latin typeface="Arial"/>
                <a:ea typeface="Arial"/>
                <a:cs typeface="Arial"/>
                <a:sym typeface="Arial"/>
              </a:endParaRPr>
            </a:p>
          </p:txBody>
        </p:sp>
        <p:sp>
          <p:nvSpPr>
            <p:cNvPr id="43" name="Google Shape;956;p114">
              <a:extLst>
                <a:ext uri="{FF2B5EF4-FFF2-40B4-BE49-F238E27FC236}">
                  <a16:creationId xmlns:a16="http://schemas.microsoft.com/office/drawing/2014/main" id="{2CDDB662-679B-C32C-B9DF-C06D42ABA453}"/>
                </a:ext>
              </a:extLst>
            </p:cNvPr>
            <p:cNvSpPr txBox="1"/>
            <p:nvPr/>
          </p:nvSpPr>
          <p:spPr>
            <a:xfrm>
              <a:off x="1699317" y="3081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600" b="0" i="0" u="none" strike="noStrike" cap="none" noProof="0">
                  <a:solidFill>
                    <a:schemeClr val="dk2"/>
                  </a:solidFill>
                  <a:latin typeface="Arial"/>
                  <a:ea typeface="Arial"/>
                  <a:cs typeface="Arial"/>
                  <a:sym typeface="Arial"/>
                </a:rPr>
                <a:t>Medium</a:t>
              </a:r>
              <a:endParaRPr lang="fr-FR" sz="600" b="1" i="0" u="none" strike="noStrike" cap="none" noProof="0">
                <a:solidFill>
                  <a:schemeClr val="dk2"/>
                </a:solidFill>
                <a:latin typeface="Arial"/>
                <a:ea typeface="Arial"/>
                <a:cs typeface="Arial"/>
                <a:sym typeface="Arial"/>
              </a:endParaRPr>
            </a:p>
          </p:txBody>
        </p:sp>
        <p:sp>
          <p:nvSpPr>
            <p:cNvPr id="44" name="Google Shape;957;p114">
              <a:extLst>
                <a:ext uri="{FF2B5EF4-FFF2-40B4-BE49-F238E27FC236}">
                  <a16:creationId xmlns:a16="http://schemas.microsoft.com/office/drawing/2014/main" id="{4E89A4CF-65B8-1493-8B85-111F2A598B15}"/>
                </a:ext>
              </a:extLst>
            </p:cNvPr>
            <p:cNvSpPr txBox="1"/>
            <p:nvPr/>
          </p:nvSpPr>
          <p:spPr>
            <a:xfrm>
              <a:off x="2234586" y="3081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600" b="0" i="0" u="none" strike="noStrike" cap="none" noProof="0">
                  <a:solidFill>
                    <a:schemeClr val="dk2"/>
                  </a:solidFill>
                  <a:latin typeface="Arial"/>
                  <a:ea typeface="Arial"/>
                  <a:cs typeface="Arial"/>
                  <a:sym typeface="Arial"/>
                </a:rPr>
                <a:t>High</a:t>
              </a:r>
              <a:endParaRPr lang="fr-FR" sz="600" b="1" i="0" u="none" strike="noStrike" cap="none" noProof="0">
                <a:solidFill>
                  <a:schemeClr val="dk2"/>
                </a:solidFill>
                <a:latin typeface="Arial"/>
                <a:ea typeface="Arial"/>
                <a:cs typeface="Arial"/>
                <a:sym typeface="Arial"/>
              </a:endParaRPr>
            </a:p>
          </p:txBody>
        </p:sp>
      </p:grpSp>
      <p:sp>
        <p:nvSpPr>
          <p:cNvPr id="53" name="Footer Placeholder 1">
            <a:extLst>
              <a:ext uri="{FF2B5EF4-FFF2-40B4-BE49-F238E27FC236}">
                <a16:creationId xmlns:a16="http://schemas.microsoft.com/office/drawing/2014/main" id="{89B9D8E1-A056-2B6F-6F3D-989A38562F09}"/>
              </a:ext>
            </a:extLst>
          </p:cNvPr>
          <p:cNvSpPr>
            <a:spLocks noGrp="1"/>
          </p:cNvSpPr>
          <p:nvPr>
            <p:ph type="ftr" sz="quarter" idx="3"/>
          </p:nvPr>
        </p:nvSpPr>
        <p:spPr>
          <a:xfrm>
            <a:off x="800100" y="4873081"/>
            <a:ext cx="6611112" cy="121187"/>
          </a:xfrm>
        </p:spPr>
        <p:txBody>
          <a:bodyPr/>
          <a:lstStyle/>
          <a:p>
            <a:r>
              <a:rPr lang="fr-FR"/>
              <a:t>PwC | Direction des systemes d'information - Groupe Example Janvier 2026 - Mars 2026</a:t>
            </a:r>
            <a:endParaRPr lang="fr-FR" noProof="0" dirty="0"/>
          </a:p>
        </p:txBody>
      </p:sp>
      <p:sp>
        <p:nvSpPr>
          <p:cNvPr id="2" name="Google Shape;861;p107">
            <a:extLst>
              <a:ext uri="{FF2B5EF4-FFF2-40B4-BE49-F238E27FC236}">
                <a16:creationId xmlns:a16="http://schemas.microsoft.com/office/drawing/2014/main" id="{873E8C82-E282-C186-7BB8-9F5CF24908C2}"/>
              </a:ext>
            </a:extLst>
          </p:cNvPr>
          <p:cNvSpPr txBox="1"/>
          <p:nvPr/>
        </p:nvSpPr>
        <p:spPr>
          <a:xfrm>
            <a:off x="444399" y="11337"/>
            <a:ext cx="8719922" cy="269141"/>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fr-FR" sz="2600" i="0" u="none" strike="noStrike" cap="none" noProof="0">
                <a:solidFill>
                  <a:srgbClr val="000000"/>
                </a:solidFill>
                <a:latin typeface="Georgia"/>
                <a:ea typeface="Georgia"/>
                <a:cs typeface="Georgia"/>
                <a:sym typeface="Georgia"/>
              </a:rPr>
              <a:t>Les points relev?s en Janvier 2026 - Mars 2026</a:t>
            </a:r>
          </a:p>
        </p:txBody>
      </p:sp>
    </p:spTree>
    <p:extLst>
      <p:ext uri="{BB962C8B-B14F-4D97-AF65-F5344CB8AC3E}">
        <p14:creationId xmlns:p14="http://schemas.microsoft.com/office/powerpoint/2010/main" val="33574227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76D95-31AA-2211-61D8-613810D21FFA}"/>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238F3243-4229-CEF6-494F-7AC15E7CFD5B}"/>
              </a:ext>
              <a:ext uri="{C183D7F6-B498-43B3-948B-1728B52AA6E4}">
                <adec:decorative xmlns:adec="http://schemas.microsoft.com/office/drawing/2017/decorative" val="0"/>
              </a:ext>
            </a:extLst>
          </p:cNvPr>
          <p:cNvSpPr>
            <a:spLocks noGrp="1"/>
          </p:cNvSpPr>
          <p:nvPr>
            <p:ph type="sldNum" sz="quarter" idx="4"/>
          </p:nvPr>
        </p:nvSpPr>
        <p:spPr>
          <a:xfrm>
            <a:off x="8627864" y="4876039"/>
            <a:ext cx="223657" cy="121187"/>
          </a:xfrm>
        </p:spPr>
        <p:txBody>
          <a:bodyPr/>
          <a:lstStyle/>
          <a:p>
            <a:r>
              <a:rPr lang="fr-FR" noProof="0"/>
              <a:t>15</a:t>
            </a:r>
          </a:p>
        </p:txBody>
      </p:sp>
      <p:graphicFrame>
        <p:nvGraphicFramePr>
          <p:cNvPr id="33" name="Tableau 32">
            <a:extLst>
              <a:ext uri="{FF2B5EF4-FFF2-40B4-BE49-F238E27FC236}">
                <a16:creationId xmlns:a16="http://schemas.microsoft.com/office/drawing/2014/main" id="{98851477-C407-48DF-F986-4F1BA222E758}"/>
              </a:ext>
            </a:extLst>
          </p:cNvPr>
          <p:cNvGraphicFramePr>
            <a:graphicFrameLocks noGrp="1"/>
          </p:cNvGraphicFramePr>
          <p:nvPr>
            <p:custDataLst>
              <p:tags r:id="rId1"/>
            </p:custDataLst>
            <p:extLst>
              <p:ext uri="{D42A27DB-BD31-4B8C-83A1-F6EECF244321}">
                <p14:modId xmlns:p14="http://schemas.microsoft.com/office/powerpoint/2010/main" val="3444422538"/>
              </p:ext>
            </p:extLst>
          </p:nvPr>
        </p:nvGraphicFramePr>
        <p:xfrm>
          <a:off x="0" y="503347"/>
          <a:ext cx="9144000" cy="4030734"/>
        </p:xfrm>
        <a:graphic>
          <a:graphicData uri="http://schemas.openxmlformats.org/drawingml/2006/table">
            <a:tbl>
              <a:tblPr firstRow="1" firstCol="1" bandRow="1">
                <a:tableStyleId>{5C22544A-7EE6-4342-B048-85BDC9FD1C3A}</a:tableStyleId>
              </a:tblPr>
              <a:tblGrid>
                <a:gridCol w="439993">
                  <a:extLst>
                    <a:ext uri="{9D8B030D-6E8A-4147-A177-3AD203B41FA5}">
                      <a16:colId xmlns:a16="http://schemas.microsoft.com/office/drawing/2014/main" val="20000"/>
                    </a:ext>
                  </a:extLst>
                </a:gridCol>
                <a:gridCol w="1113455">
                  <a:extLst>
                    <a:ext uri="{9D8B030D-6E8A-4147-A177-3AD203B41FA5}">
                      <a16:colId xmlns:a16="http://schemas.microsoft.com/office/drawing/2014/main" val="20001"/>
                    </a:ext>
                  </a:extLst>
                </a:gridCol>
                <a:gridCol w="3486649">
                  <a:extLst>
                    <a:ext uri="{9D8B030D-6E8A-4147-A177-3AD203B41FA5}">
                      <a16:colId xmlns:a16="http://schemas.microsoft.com/office/drawing/2014/main" val="4057883698"/>
                    </a:ext>
                  </a:extLst>
                </a:gridCol>
                <a:gridCol w="2348582">
                  <a:extLst>
                    <a:ext uri="{9D8B030D-6E8A-4147-A177-3AD203B41FA5}">
                      <a16:colId xmlns:a16="http://schemas.microsoft.com/office/drawing/2014/main" val="2265104901"/>
                    </a:ext>
                  </a:extLst>
                </a:gridCol>
                <a:gridCol w="1755321">
                  <a:extLst>
                    <a:ext uri="{9D8B030D-6E8A-4147-A177-3AD203B41FA5}">
                      <a16:colId xmlns:a16="http://schemas.microsoft.com/office/drawing/2014/main" val="1413096817"/>
                    </a:ext>
                  </a:extLst>
                </a:gridCol>
              </a:tblGrid>
              <a:tr h="380404">
                <a:tc>
                  <a:txBody>
                    <a:bodyPr/>
                    <a:lstStyle/>
                    <a:p>
                      <a:pPr algn="ctr"/>
                      <a:r>
                        <a:rPr lang="fr-FR" sz="900" noProof="0">
                          <a:solidFill>
                            <a:schemeClr val="bg1"/>
                          </a:solidFill>
                          <a:latin typeface="+mn-lt"/>
                        </a:rPr>
                        <a:t>Réf.</a:t>
                      </a:r>
                    </a:p>
                  </a:txBody>
                  <a:tcPr anchor="ctr">
                    <a:solidFill>
                      <a:schemeClr val="tx1">
                        <a:lumMod val="75000"/>
                        <a:lumOff val="25000"/>
                      </a:schemeClr>
                    </a:solidFill>
                  </a:tcPr>
                </a:tc>
                <a:tc>
                  <a:txBody>
                    <a:bodyPr/>
                    <a:lstStyle/>
                    <a:p>
                      <a:pPr marL="0" algn="ctr" defTabSz="957796" rtl="0" eaLnBrk="1" latinLnBrk="0" hangingPunct="1"/>
                      <a:r>
                        <a:rPr lang="fr-FR" sz="900" b="1" kern="1200" noProof="0">
                          <a:solidFill>
                            <a:schemeClr val="bg1"/>
                          </a:solidFill>
                          <a:latin typeface="+mn-lt"/>
                          <a:ea typeface="+mn-ea"/>
                          <a:cs typeface="+mn-cs"/>
                        </a:rPr>
                        <a:t>Description du contrôle</a:t>
                      </a:r>
                    </a:p>
                  </a:txBody>
                  <a:tcPr anchor="ctr">
                    <a:solidFill>
                      <a:schemeClr val="tx1">
                        <a:lumMod val="75000"/>
                        <a:lumOff val="25000"/>
                      </a:schemeClr>
                    </a:solidFill>
                  </a:tcPr>
                </a:tc>
                <a:tc>
                  <a:txBody>
                    <a:bodyPr/>
                    <a:lstStyle/>
                    <a:p>
                      <a:pPr marL="0" algn="ctr" defTabSz="957796" rtl="0" eaLnBrk="1" latinLnBrk="0" hangingPunct="1"/>
                      <a:r>
                        <a:rPr lang="fr-FR" sz="900" b="1" kern="1200" noProof="0">
                          <a:solidFill>
                            <a:schemeClr val="bg1"/>
                          </a:solidFill>
                          <a:latin typeface="+mn-lt"/>
                          <a:ea typeface="+mn-ea"/>
                          <a:cs typeface="+mn-cs"/>
                        </a:rPr>
                        <a:t>Constat </a:t>
                      </a:r>
                    </a:p>
                  </a:txBody>
                  <a:tcPr anchor="ctr">
                    <a:solidFill>
                      <a:schemeClr val="tx1">
                        <a:lumMod val="75000"/>
                        <a:lumOff val="25000"/>
                      </a:schemeClr>
                    </a:solidFill>
                  </a:tcPr>
                </a:tc>
                <a:tc>
                  <a:txBody>
                    <a:bodyPr/>
                    <a:lstStyle/>
                    <a:p>
                      <a:pPr marL="0" algn="ctr" defTabSz="957796" rtl="0" eaLnBrk="1" latinLnBrk="0" hangingPunct="1"/>
                      <a:r>
                        <a:rPr lang="fr-FR" sz="900" noProof="0">
                          <a:solidFill>
                            <a:schemeClr val="bg1"/>
                          </a:solidFill>
                          <a:latin typeface="+mn-lt"/>
                        </a:rPr>
                        <a:t>Recommandation</a:t>
                      </a:r>
                      <a:endParaRPr lang="fr-FR" sz="900" b="1" kern="1200" noProof="0">
                        <a:solidFill>
                          <a:schemeClr val="bg1"/>
                        </a:solidFill>
                        <a:latin typeface="+mn-lt"/>
                        <a:ea typeface="+mn-ea"/>
                        <a:cs typeface="+mn-cs"/>
                      </a:endParaRPr>
                    </a:p>
                  </a:txBody>
                  <a:tcPr anchor="ctr">
                    <a:solidFill>
                      <a:schemeClr val="tx1">
                        <a:lumMod val="75000"/>
                        <a:lumOff val="25000"/>
                      </a:schemeClr>
                    </a:solidFill>
                  </a:tcPr>
                </a:tc>
                <a:tc>
                  <a:txBody>
                    <a:bodyPr/>
                    <a:lstStyle/>
                    <a:p>
                      <a:pPr marL="0" algn="ctr" defTabSz="957796" rtl="0" eaLnBrk="1" latinLnBrk="0" hangingPunct="1"/>
                      <a:r>
                        <a:rPr lang="fr-FR" sz="900" b="1" kern="1200" noProof="0">
                          <a:solidFill>
                            <a:schemeClr val="bg1"/>
                          </a:solidFill>
                          <a:latin typeface="+mn-lt"/>
                          <a:ea typeface="+mn-ea"/>
                          <a:cs typeface="+mn-cs"/>
                        </a:rPr>
                        <a:t>Risque</a:t>
                      </a:r>
                    </a:p>
                  </a:txBody>
                  <a:tcPr anchor="ctr">
                    <a:solidFill>
                      <a:schemeClr val="tx1">
                        <a:lumMod val="75000"/>
                        <a:lumOff val="25000"/>
                      </a:schemeClr>
                    </a:solidFill>
                  </a:tcPr>
                </a:tc>
                <a:extLst>
                  <a:ext uri="{0D108BD9-81ED-4DB2-BD59-A6C34878D82A}">
                    <a16:rowId xmlns:a16="http://schemas.microsoft.com/office/drawing/2014/main" val="10000"/>
                  </a:ext>
                </a:extLst>
              </a:tr>
              <a:tr h="237752">
                <a:tc gridSpan="5">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FR" sz="900" noProof="0">
                          <a:solidFill>
                            <a:schemeClr val="bg1"/>
                          </a:solidFill>
                          <a:latin typeface="+mn-lt"/>
                        </a:rPr>
                        <a:t>Gestion des changements</a:t>
                      </a:r>
                    </a:p>
                  </a:txBody>
                  <a:tcPr anchor="ctr">
                    <a:solidFill>
                      <a:schemeClr val="tx1">
                        <a:lumMod val="50000"/>
                        <a:lumOff val="50000"/>
                      </a:schemeClr>
                    </a:solidFill>
                  </a:tcPr>
                </a:tc>
                <a:tc hMerge="1">
                  <a:txBody>
                    <a:bodyPr/>
                    <a:lstStyle/>
                    <a:p>
                      <a:endParaRPr lang="fr-FR"/>
                    </a:p>
                  </a:txBody>
                  <a:tcPr/>
                </a:tc>
                <a:tc hMerge="1">
                  <a:txBody>
                    <a:bodyPr/>
                    <a:lstStyle/>
                    <a:p>
                      <a:endParaRPr lang="fr-FR"/>
                    </a:p>
                  </a:txBody>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fr-FR" sz="900">
                        <a:solidFill>
                          <a:schemeClr val="bg1"/>
                        </a:solidFill>
                        <a:latin typeface="+mn-lt"/>
                      </a:endParaRPr>
                    </a:p>
                  </a:txBody>
                  <a:tcPr anchor="ctr">
                    <a:solidFill>
                      <a:schemeClr val="tx1">
                        <a:lumMod val="50000"/>
                        <a:lumOff val="50000"/>
                      </a:schemeClr>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fr-FR" sz="900" noProof="0">
                        <a:solidFill>
                          <a:schemeClr val="bg1"/>
                        </a:solidFill>
                        <a:latin typeface="+mn-lt"/>
                      </a:endParaRPr>
                    </a:p>
                  </a:txBody>
                  <a:tcPr anchor="ctr">
                    <a:solidFill>
                      <a:schemeClr val="tx1">
                        <a:lumMod val="50000"/>
                        <a:lumOff val="50000"/>
                      </a:schemeClr>
                    </a:solidFill>
                  </a:tcPr>
                </a:tc>
                <a:extLst>
                  <a:ext uri="{0D108BD9-81ED-4DB2-BD59-A6C34878D82A}">
                    <a16:rowId xmlns:a16="http://schemas.microsoft.com/office/drawing/2014/main" val="10001"/>
                  </a:ext>
                </a:extLst>
              </a:tr>
              <a:tr h="633818">
                <a:tc rowSpan="3">
                  <a:txBody>
                    <a:bodyPr/>
                    <a:lstStyle/>
                    <a:p>
                      <a:pPr marL="0" marR="0" lvl="0" indent="0" algn="ctr" defTabSz="957796" rtl="0" eaLnBrk="1" fontAlgn="auto" latinLnBrk="0" hangingPunct="1">
                        <a:lnSpc>
                          <a:spcPct val="100000"/>
                        </a:lnSpc>
                        <a:spcBef>
                          <a:spcPts val="0"/>
                        </a:spcBef>
                        <a:spcAft>
                          <a:spcPts val="0"/>
                        </a:spcAft>
                        <a:buClrTx/>
                        <a:buSzTx/>
                        <a:buFontTx/>
                        <a:buNone/>
                        <a:tabLst/>
                        <a:defRPr/>
                      </a:pPr>
                      <a:r>
                        <a:rPr lang="fr-FR" sz="900" b="1" kern="1200" noProof="0">
                          <a:solidFill>
                            <a:schemeClr val="bg1"/>
                          </a:solidFill>
                          <a:latin typeface="+mn-lt"/>
                          <a:ea typeface="+mn-ea"/>
                          <a:cs typeface="+mn-cs"/>
                        </a:rPr>
                        <a:t>PC-02</a:t>
                      </a:r>
                    </a:p>
                  </a:txBody>
                  <a:tcPr vert="vert270">
                    <a:solidFill>
                      <a:schemeClr val="accent1"/>
                    </a:solidFill>
                  </a:tcPr>
                </a:tc>
                <a:tc rowSpan="3">
                  <a:txBody>
                    <a:bodyPr/>
                    <a:lstStyle/>
                    <a:p>
                      <a:pPr marL="0" marR="0" lvl="1" indent="0" algn="l"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lang="fr-FR" sz="900" kern="1200" baseline="0" noProof="0">
                          <a:solidFill>
                            <a:schemeClr val="tx1"/>
                          </a:solidFill>
                          <a:effectLst/>
                          <a:highlight>
                            <a:srgbClr val="FFFF00"/>
                          </a:highlight>
                          <a:latin typeface="+mn-lt"/>
                          <a:ea typeface="Times New Roman" panose="02020603050405020304" pitchFamily="18" charset="0"/>
                          <a:cs typeface="+mn-cs"/>
                        </a:rPr>
                        <a:t>Les environnements de developpement, de test et de production sont separes.</a:t>
                      </a:r>
                    </a:p>
                  </a:txBody>
                  <a:tcPr>
                    <a:solidFill>
                      <a:schemeClr val="bg1">
                        <a:lumMod val="95000"/>
                      </a:schemeClr>
                    </a:solidFill>
                  </a:tcPr>
                </a:tc>
                <a:tc rowSpan="3">
                  <a:txBody>
                    <a:bodyPr/>
                    <a:lstStyle/>
                    <a:p>
                      <a:pPr marL="0" marR="0" lvl="0" indent="0" algn="just" defTabSz="741939" rtl="0" eaLnBrk="1" fontAlgn="base" latinLnBrk="0" hangingPunct="1">
                        <a:lnSpc>
                          <a:spcPct val="100000"/>
                        </a:lnSpc>
                        <a:spcBef>
                          <a:spcPts val="0"/>
                        </a:spcBef>
                        <a:spcAft>
                          <a:spcPts val="300"/>
                        </a:spcAft>
                        <a:buClr>
                          <a:srgbClr val="000000"/>
                        </a:buClr>
                        <a:buSzTx/>
                        <a:buFont typeface="Arial"/>
                        <a:buNone/>
                        <a:tabLst/>
                        <a:defRPr/>
                      </a:pPr>
                      <a:r>
                        <a:rPr lang="fr-FR" sz="900" b="0" i="0" u="none" strike="noStrike" kern="1200" cap="none" baseline="0">
                          <a:solidFill>
                            <a:schemeClr val="tx1"/>
                          </a:solidFill>
                          <a:latin typeface="+mn-lt"/>
                          <a:ea typeface="Times New Roman" panose="02020603050405020304" pitchFamily="18" charset="0"/>
                          <a:cs typeface="Arial"/>
                          <a:sym typeface="Arial"/>
                        </a:rPr>
                        <a:t>2 intervenants externes disposent simultanement d'acces en modification sur les environnements de developpement et de production.</a:t>
                      </a:r>
                    </a:p>
                  </a:txBody>
                  <a:tcPr marL="89535" marR="89535" marT="0" marB="0">
                    <a:solidFill>
                      <a:schemeClr val="bg1">
                        <a:lumMod val="95000"/>
                      </a:schemeClr>
                    </a:solidFill>
                  </a:tcPr>
                </a:tc>
                <a:tc rowSpan="3">
                  <a:txBody>
                    <a:bodyPr/>
                    <a:lstStyle/>
                    <a:p>
                      <a:pPr marL="0" marR="0" lvl="0" indent="0" algn="l" rtl="0">
                        <a:lnSpc>
                          <a:spcPct val="100000"/>
                        </a:lnSpc>
                        <a:spcBef>
                          <a:spcPts val="0"/>
                        </a:spcBef>
                        <a:spcAft>
                          <a:spcPts val="0"/>
                        </a:spcAft>
                        <a:buClr>
                          <a:srgbClr val="000000"/>
                        </a:buClr>
                        <a:buSzPts val="900"/>
                        <a:buFont typeface="Noto Sans Symbols"/>
                        <a:buNone/>
                      </a:pPr>
                      <a:r>
                        <a:rPr lang="fr-FR" sz="900" b="0" i="0" u="none" strike="noStrike" cap="none" noProof="0">
                          <a:solidFill>
                            <a:srgbClr val="000000"/>
                          </a:solidFill>
                          <a:latin typeface="+mn-lt"/>
                          <a:ea typeface="Arial"/>
                          <a:cs typeface="Arial"/>
                          <a:sym typeface="Arial"/>
                        </a:rPr>
                        <a:t>Restreindre les acces cumules entre developpement et production, formaliser les derogations et renforcer la revue des conflits de separation des taches.</a:t>
                      </a:r>
                    </a:p>
                    <a:p>
                      <a:pPr marL="0" marR="0" lvl="0" indent="0" algn="l" rtl="0">
                        <a:lnSpc>
                          <a:spcPct val="100000"/>
                        </a:lnSpc>
                        <a:spcBef>
                          <a:spcPts val="0"/>
                        </a:spcBef>
                        <a:spcAft>
                          <a:spcPts val="0"/>
                        </a:spcAft>
                        <a:buClr>
                          <a:srgbClr val="000000"/>
                        </a:buClr>
                        <a:buSzPts val="900"/>
                        <a:buFont typeface="Noto Sans Symbols"/>
                        <a:buNone/>
                      </a:pPr>
                      <a:r>
                        <a:rPr lang="fr-FR" sz="900" b="0" i="0" u="none" strike="noStrike" cap="none" noProof="0">
                          <a:solidFill>
                            <a:srgbClr val="000000"/>
                          </a:solidFill>
                          <a:latin typeface="+mn-lt"/>
                          <a:ea typeface="Arial"/>
                          <a:cs typeface="Arial"/>
                          <a:sym typeface="Arial"/>
                        </a:rPr>
                        <a:t>Procedure compensatoire : Les mises en production sont supervisees par le responsable applicatif qui valide les transports critiques.</a:t>
                      </a:r>
                    </a:p>
                  </a:txBody>
                  <a:tcPr>
                    <a:solidFill>
                      <a:schemeClr val="bg1">
                        <a:lumMod val="95000"/>
                      </a:schemeClr>
                    </a:solidFill>
                  </a:tcPr>
                </a:tc>
                <a:tc>
                  <a:txBody>
                    <a:bodyPr/>
                    <a:lstStyle/>
                    <a:p>
                      <a:pPr marL="6350" marR="0" lvl="0" indent="0" algn="l" rtl="0">
                        <a:lnSpc>
                          <a:spcPct val="100000"/>
                        </a:lnSpc>
                        <a:spcBef>
                          <a:spcPts val="500"/>
                        </a:spcBef>
                        <a:spcAft>
                          <a:spcPts val="0"/>
                        </a:spcAft>
                        <a:buClr>
                          <a:srgbClr val="000000"/>
                        </a:buClr>
                        <a:buSzPts val="900"/>
                        <a:buFont typeface="Arial"/>
                        <a:buNone/>
                      </a:pPr>
                      <a:endParaRPr lang="fr-FR" sz="900" b="1" u="sng" kern="1200" baseline="0" noProof="0">
                        <a:solidFill>
                          <a:schemeClr val="tx1"/>
                        </a:solidFill>
                        <a:effectLst/>
                        <a:latin typeface="+mn-lt"/>
                        <a:ea typeface="Times New Roman" panose="02020603050405020304" pitchFamily="18" charset="0"/>
                        <a:cs typeface="+mn-cs"/>
                      </a:endParaRPr>
                    </a:p>
                  </a:txBody>
                  <a:tcPr>
                    <a:solidFill>
                      <a:schemeClr val="bg1">
                        <a:lumMod val="95000"/>
                      </a:schemeClr>
                    </a:solidFill>
                  </a:tcPr>
                </a:tc>
                <a:extLst>
                  <a:ext uri="{0D108BD9-81ED-4DB2-BD59-A6C34878D82A}">
                    <a16:rowId xmlns:a16="http://schemas.microsoft.com/office/drawing/2014/main" val="10002"/>
                  </a:ext>
                </a:extLst>
              </a:tr>
              <a:tr h="1867489">
                <a:tc vMerge="1">
                  <a:txBody>
                    <a:bodyPr/>
                    <a:lstStyle/>
                    <a:p>
                      <a:endParaRPr lang="fr-FR"/>
                    </a:p>
                  </a:txBody>
                  <a:tcPr/>
                </a:tc>
                <a:tc vMerge="1">
                  <a:txBody>
                    <a:bodyPr/>
                    <a:lstStyle/>
                    <a:p>
                      <a:endParaRPr lang="fr-FR"/>
                    </a:p>
                  </a:txBody>
                  <a:tcPr/>
                </a:tc>
                <a:tc vMerge="1">
                  <a:txBody>
                    <a:bodyPr/>
                    <a:lstStyle/>
                    <a:p>
                      <a:endParaRPr lang="fr-FR"/>
                    </a:p>
                  </a:txBody>
                  <a:tcPr/>
                </a:tc>
                <a:tc vMerge="1">
                  <a:txBody>
                    <a:bodyPr/>
                    <a:lstStyle/>
                    <a:p>
                      <a:endParaRPr lang="fr-FR"/>
                    </a:p>
                  </a:txBody>
                  <a:tcPr/>
                </a:tc>
                <a:tc>
                  <a:txBody>
                    <a:bodyPr/>
                    <a:lstStyle/>
                    <a:p>
                      <a:pPr marL="177800" marR="0" lvl="0" indent="-171450" algn="l" rtl="0">
                        <a:lnSpc>
                          <a:spcPct val="100000"/>
                        </a:lnSpc>
                        <a:spcBef>
                          <a:spcPts val="500"/>
                        </a:spcBef>
                        <a:spcAft>
                          <a:spcPts val="0"/>
                        </a:spcAft>
                        <a:buClr>
                          <a:srgbClr val="000000"/>
                        </a:buClr>
                        <a:buSzPts val="900"/>
                        <a:buFont typeface="Arial" panose="020B0604020202020204" pitchFamily="34" charset="0"/>
                        <a:buChar char="•"/>
                      </a:pPr>
                      <a:r>
                        <a:rPr lang="fr-FR" sz="900" b="0" u="sng" kern="1200" baseline="0" noProof="0">
                          <a:solidFill>
                            <a:schemeClr val="tx1"/>
                          </a:solidFill>
                          <a:effectLst/>
                          <a:latin typeface="+mn-lt"/>
                          <a:ea typeface="Times New Roman" panose="02020603050405020304" pitchFamily="18" charset="0"/>
                          <a:cs typeface="+mn-cs"/>
                        </a:rPr>
                        <a:t>Risque d'instabilite applicative et d'alteration non maitrisee de l'environnement de production.</a:t>
                      </a:r>
                    </a:p>
                    <a:p>
                      <a:pPr marL="177800" marR="0" lvl="0" indent="-171450" algn="l" rtl="0">
                        <a:lnSpc>
                          <a:spcPct val="100000"/>
                        </a:lnSpc>
                        <a:spcBef>
                          <a:spcPts val="500"/>
                        </a:spcBef>
                        <a:spcAft>
                          <a:spcPts val="0"/>
                        </a:spcAft>
                        <a:buClr>
                          <a:srgbClr val="000000"/>
                        </a:buClr>
                        <a:buSzPts val="900"/>
                        <a:buFont typeface="Arial" panose="020B0604020202020204" pitchFamily="34" charset="0"/>
                        <a:buChar char="•"/>
                      </a:pPr>
                      <a:r>
                        <a:rPr lang="fr-FR" sz="900" b="0" u="sng" kern="1200" baseline="0" noProof="0">
                          <a:solidFill>
                            <a:schemeClr val="tx1"/>
                          </a:solidFill>
                          <a:effectLst/>
                          <a:latin typeface="+mn-lt"/>
                          <a:ea typeface="Times New Roman" panose="02020603050405020304" pitchFamily="18" charset="0"/>
                          <a:cs typeface="+mn-cs"/>
                        </a:rPr>
                        <a:t>Commentaire auditeur : La situation est liee au contexte de maintenance corrective et n'est pas encadree par une derogation formelle.</a:t>
                      </a:r>
                      <a:endParaRPr lang="fr-FR" sz="900" b="0" u="none" kern="1200" baseline="0" noProof="0">
                        <a:solidFill>
                          <a:schemeClr val="tx1"/>
                        </a:solidFill>
                        <a:effectLst/>
                        <a:latin typeface="+mn-lt"/>
                        <a:ea typeface="Times New Roman" panose="02020603050405020304" pitchFamily="18" charset="0"/>
                        <a:cs typeface="+mn-cs"/>
                      </a:endParaRPr>
                    </a:p>
                  </a:txBody>
                  <a:tcPr anchor="ctr">
                    <a:solidFill>
                      <a:schemeClr val="bg1">
                        <a:lumMod val="95000"/>
                      </a:schemeClr>
                    </a:solidFill>
                  </a:tcPr>
                </a:tc>
                <a:extLst>
                  <a:ext uri="{0D108BD9-81ED-4DB2-BD59-A6C34878D82A}">
                    <a16:rowId xmlns:a16="http://schemas.microsoft.com/office/drawing/2014/main" val="3706568165"/>
                  </a:ext>
                </a:extLst>
              </a:tr>
              <a:tr h="0">
                <a:tc vMerge="1">
                  <a:txBody>
                    <a:bodyPr/>
                    <a:lstStyle/>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txBody>
                  <a:tcPr vert="vert270">
                    <a:solidFill>
                      <a:schemeClr val="accent1"/>
                    </a:solidFill>
                  </a:tcPr>
                </a:tc>
                <a:tc vMerge="1">
                  <a:txBody>
                    <a:bodyPr/>
                    <a:lstStyle/>
                    <a:p>
                      <a:pPr marL="0" marR="0" lvl="1" indent="0" algn="l" defTabSz="957796" rtl="0" eaLnBrk="1" fontAlgn="base" latinLnBrk="0" hangingPunct="1">
                        <a:lnSpc>
                          <a:spcPct val="100000"/>
                        </a:lnSpc>
                        <a:spcBef>
                          <a:spcPct val="0"/>
                        </a:spcBef>
                        <a:spcAft>
                          <a:spcPts val="0"/>
                        </a:spcAft>
                        <a:buClrTx/>
                        <a:buSzTx/>
                        <a:buFont typeface="Arial" panose="020B0604020202020204" pitchFamily="34" charset="0"/>
                        <a:buNone/>
                        <a:tabLst/>
                        <a:defRPr/>
                      </a:pPr>
                      <a:endParaRPr lang="fr-FR" sz="900" kern="1200" baseline="0" noProof="0">
                        <a:solidFill>
                          <a:schemeClr val="tx1"/>
                        </a:solidFill>
                        <a:effectLst/>
                        <a:highlight>
                          <a:srgbClr val="FFFF00"/>
                        </a:highlight>
                        <a:latin typeface="+mn-lt"/>
                        <a:ea typeface="Times New Roman" panose="02020603050405020304" pitchFamily="18" charset="0"/>
                        <a:cs typeface="+mn-cs"/>
                      </a:endParaRPr>
                    </a:p>
                  </a:txBody>
                  <a:tcPr>
                    <a:solidFill>
                      <a:schemeClr val="bg1">
                        <a:lumMod val="95000"/>
                      </a:schemeClr>
                    </a:solidFill>
                  </a:tcPr>
                </a:tc>
                <a:tc vMerge="1">
                  <a:txBody>
                    <a:bodyPr/>
                    <a:lstStyle/>
                    <a:p>
                      <a:pPr marL="171450" marR="0" lvl="0" indent="-171450" algn="just" defTabSz="741939" rtl="0" eaLnBrk="1" fontAlgn="base" latinLnBrk="0" hangingPunct="1">
                        <a:lnSpc>
                          <a:spcPct val="100000"/>
                        </a:lnSpc>
                        <a:spcBef>
                          <a:spcPts val="0"/>
                        </a:spcBef>
                        <a:spcAft>
                          <a:spcPts val="300"/>
                        </a:spcAft>
                        <a:buClr>
                          <a:srgbClr val="000000"/>
                        </a:buClr>
                        <a:buSzTx/>
                        <a:buFont typeface="Wingdings"/>
                        <a:buChar char="Ø"/>
                        <a:tabLst/>
                        <a:defRPr/>
                      </a:pPr>
                      <a:endParaRPr lang="fr-FR" sz="900" b="0" i="0" u="none" strike="noStrike" kern="1200" cap="none" baseline="0">
                        <a:solidFill>
                          <a:schemeClr val="tx1"/>
                        </a:solidFill>
                        <a:latin typeface="+mn-lt"/>
                        <a:ea typeface="Times New Roman" panose="02020603050405020304" pitchFamily="18" charset="0"/>
                        <a:cs typeface="Arial"/>
                        <a:sym typeface="Arial"/>
                      </a:endParaRPr>
                    </a:p>
                  </a:txBody>
                  <a:tcPr marL="89535" marR="89535" marT="0" marB="0">
                    <a:solidFill>
                      <a:schemeClr val="bg1">
                        <a:lumMod val="95000"/>
                      </a:schemeClr>
                    </a:solidFill>
                  </a:tcPr>
                </a:tc>
                <a:tc vMerge="1">
                  <a:txBody>
                    <a:bodyPr/>
                    <a:lstStyle/>
                    <a:p>
                      <a:pPr marL="171450" marR="0" lvl="0" indent="-171450" algn="just" defTabSz="741683" rtl="0" eaLnBrk="1" fontAlgn="auto" latinLnBrk="0" hangingPunct="1">
                        <a:lnSpc>
                          <a:spcPct val="100000"/>
                        </a:lnSpc>
                        <a:spcBef>
                          <a:spcPts val="200"/>
                        </a:spcBef>
                        <a:spcAft>
                          <a:spcPts val="0"/>
                        </a:spcAft>
                        <a:buClr>
                          <a:schemeClr val="dk2"/>
                        </a:buClr>
                        <a:buSzPts val="900"/>
                        <a:buFont typeface="Arial" panose="020B0604020202020204" pitchFamily="34" charset="0"/>
                        <a:buChar char="•"/>
                        <a:tabLst>
                          <a:tab pos="457200" algn="l"/>
                        </a:tabLst>
                        <a:defRPr/>
                      </a:pPr>
                      <a:endParaRPr lang="fr-FR" sz="900" b="0" i="0" u="none" strike="noStrike" cap="none" noProof="0">
                        <a:solidFill>
                          <a:srgbClr val="000000"/>
                        </a:solidFill>
                        <a:latin typeface="+mn-lt"/>
                        <a:ea typeface="Arial"/>
                        <a:cs typeface="Arial"/>
                        <a:sym typeface="Arial"/>
                      </a:endParaRPr>
                    </a:p>
                  </a:txBody>
                  <a:tcPr>
                    <a:solidFill>
                      <a:schemeClr val="bg1">
                        <a:lumMod val="95000"/>
                      </a:schemeClr>
                    </a:solidFill>
                  </a:tcPr>
                </a:tc>
                <a:tc>
                  <a:txBody>
                    <a:bodyPr/>
                    <a:lstStyle/>
                    <a:p>
                      <a:pPr marL="6350" marR="0" lvl="0" indent="0" algn="ctr" defTabSz="914400" rtl="0" eaLnBrk="1" fontAlgn="auto" latinLnBrk="0" hangingPunct="1">
                        <a:lnSpc>
                          <a:spcPct val="100000"/>
                        </a:lnSpc>
                        <a:spcBef>
                          <a:spcPts val="500"/>
                        </a:spcBef>
                        <a:spcAft>
                          <a:spcPts val="0"/>
                        </a:spcAft>
                        <a:buClr>
                          <a:srgbClr val="000000"/>
                        </a:buClr>
                        <a:buSzPts val="900"/>
                        <a:buFont typeface="Arial"/>
                        <a:buNone/>
                        <a:tabLst/>
                        <a:defRPr/>
                      </a:pPr>
                      <a:r>
                        <a:rPr lang="fr-FR" sz="900" b="1" u="none" kern="1200" baseline="0" noProof="0">
                          <a:solidFill>
                            <a:schemeClr val="accent4">
                              <a:lumMod val="75000"/>
                            </a:schemeClr>
                          </a:solidFill>
                          <a:effectLst/>
                          <a:latin typeface="+mn-lt"/>
                          <a:ea typeface="Times New Roman" panose="02020603050405020304" pitchFamily="18" charset="0"/>
                          <a:cs typeface="+mn-cs"/>
                        </a:rPr>
                        <a:t>Priorite de traitement : Elevee</a:t>
                      </a:r>
                    </a:p>
                  </a:txBody>
                  <a:tcPr anchor="ctr">
                    <a:solidFill>
                      <a:schemeClr val="bg1">
                        <a:lumMod val="95000"/>
                      </a:schemeClr>
                    </a:solidFill>
                  </a:tcPr>
                </a:tc>
                <a:extLst>
                  <a:ext uri="{0D108BD9-81ED-4DB2-BD59-A6C34878D82A}">
                    <a16:rowId xmlns:a16="http://schemas.microsoft.com/office/drawing/2014/main" val="3386934975"/>
                  </a:ext>
                </a:extLst>
              </a:tr>
            </a:tbl>
          </a:graphicData>
        </a:graphic>
      </p:graphicFrame>
      <p:grpSp>
        <p:nvGrpSpPr>
          <p:cNvPr id="39" name="Groupe 38">
            <a:extLst>
              <a:ext uri="{FF2B5EF4-FFF2-40B4-BE49-F238E27FC236}">
                <a16:creationId xmlns:a16="http://schemas.microsoft.com/office/drawing/2014/main" id="{A432C86C-F7DD-8E45-14D5-9EF040E826F2}"/>
              </a:ext>
            </a:extLst>
          </p:cNvPr>
          <p:cNvGrpSpPr/>
          <p:nvPr/>
        </p:nvGrpSpPr>
        <p:grpSpPr>
          <a:xfrm>
            <a:off x="7620001" y="1158993"/>
            <a:ext cx="1523999" cy="507874"/>
            <a:chOff x="1105481" y="2796059"/>
            <a:chExt cx="1593064" cy="442679"/>
          </a:xfrm>
        </p:grpSpPr>
        <p:grpSp>
          <p:nvGrpSpPr>
            <p:cNvPr id="40" name="Google Shape;945;p114">
              <a:extLst>
                <a:ext uri="{FF2B5EF4-FFF2-40B4-BE49-F238E27FC236}">
                  <a16:creationId xmlns:a16="http://schemas.microsoft.com/office/drawing/2014/main" id="{1397C9B2-600B-912E-1C09-22E5A2FF8AF1}"/>
                </a:ext>
              </a:extLst>
            </p:cNvPr>
            <p:cNvGrpSpPr/>
            <p:nvPr/>
          </p:nvGrpSpPr>
          <p:grpSpPr>
            <a:xfrm>
              <a:off x="1105481" y="2849940"/>
              <a:ext cx="1593064" cy="216651"/>
              <a:chOff x="671260" y="2273543"/>
              <a:chExt cx="2484000" cy="337814"/>
            </a:xfrm>
          </p:grpSpPr>
          <p:sp>
            <p:nvSpPr>
              <p:cNvPr id="49" name="Google Shape;946;p114">
                <a:extLst>
                  <a:ext uri="{FF2B5EF4-FFF2-40B4-BE49-F238E27FC236}">
                    <a16:creationId xmlns:a16="http://schemas.microsoft.com/office/drawing/2014/main" id="{539835C8-D80E-1279-930F-337B91A07C35}"/>
                  </a:ext>
                </a:extLst>
              </p:cNvPr>
              <p:cNvSpPr/>
              <p:nvPr/>
            </p:nvSpPr>
            <p:spPr>
              <a:xfrm>
                <a:off x="671260" y="2273543"/>
                <a:ext cx="2484000" cy="216024"/>
              </a:xfrm>
              <a:prstGeom prst="roundRect">
                <a:avLst>
                  <a:gd name="adj" fmla="val 50000"/>
                </a:avLst>
              </a:prstGeom>
              <a:solidFill>
                <a:schemeClr val="lt2"/>
              </a:solidFill>
              <a:ln w="12700" cap="flat" cmpd="sng">
                <a:solidFill>
                  <a:schemeClr val="lt2"/>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nvGrpSpPr>
              <p:cNvPr id="50" name="Google Shape;947;p114">
                <a:extLst>
                  <a:ext uri="{FF2B5EF4-FFF2-40B4-BE49-F238E27FC236}">
                    <a16:creationId xmlns:a16="http://schemas.microsoft.com/office/drawing/2014/main" id="{BE0387A4-9B5A-CA45-80A4-82ADCEBACAAA}"/>
                  </a:ext>
                </a:extLst>
              </p:cNvPr>
              <p:cNvGrpSpPr/>
              <p:nvPr/>
            </p:nvGrpSpPr>
            <p:grpSpPr>
              <a:xfrm>
                <a:off x="1493828" y="2488296"/>
                <a:ext cx="828918" cy="123061"/>
                <a:chOff x="1493828" y="2467991"/>
                <a:chExt cx="828918" cy="144016"/>
              </a:xfrm>
            </p:grpSpPr>
            <p:cxnSp>
              <p:nvCxnSpPr>
                <p:cNvPr id="51" name="Google Shape;948;p114">
                  <a:extLst>
                    <a:ext uri="{FF2B5EF4-FFF2-40B4-BE49-F238E27FC236}">
                      <a16:creationId xmlns:a16="http://schemas.microsoft.com/office/drawing/2014/main" id="{F13C216F-F972-92A2-F289-11FD848B13D5}"/>
                    </a:ext>
                  </a:extLst>
                </p:cNvPr>
                <p:cNvCxnSpPr/>
                <p:nvPr/>
              </p:nvCxnSpPr>
              <p:spPr>
                <a:xfrm>
                  <a:off x="1493828" y="2467991"/>
                  <a:ext cx="0" cy="144016"/>
                </a:xfrm>
                <a:prstGeom prst="straightConnector1">
                  <a:avLst/>
                </a:prstGeom>
                <a:noFill/>
                <a:ln w="12700" cap="flat" cmpd="sng">
                  <a:solidFill>
                    <a:schemeClr val="lt2"/>
                  </a:solidFill>
                  <a:prstDash val="solid"/>
                  <a:round/>
                  <a:headEnd type="none" w="sm" len="sm"/>
                  <a:tailEnd type="none" w="sm" len="sm"/>
                </a:ln>
              </p:spPr>
            </p:cxnSp>
            <p:cxnSp>
              <p:nvCxnSpPr>
                <p:cNvPr id="52" name="Google Shape;949;p114">
                  <a:extLst>
                    <a:ext uri="{FF2B5EF4-FFF2-40B4-BE49-F238E27FC236}">
                      <a16:creationId xmlns:a16="http://schemas.microsoft.com/office/drawing/2014/main" id="{1E12E0EE-AB8E-8B14-283B-913FE252F586}"/>
                    </a:ext>
                  </a:extLst>
                </p:cNvPr>
                <p:cNvCxnSpPr/>
                <p:nvPr/>
              </p:nvCxnSpPr>
              <p:spPr>
                <a:xfrm>
                  <a:off x="2322746" y="2467991"/>
                  <a:ext cx="0" cy="144016"/>
                </a:xfrm>
                <a:prstGeom prst="straightConnector1">
                  <a:avLst/>
                </a:prstGeom>
                <a:noFill/>
                <a:ln w="12700" cap="flat" cmpd="sng">
                  <a:solidFill>
                    <a:schemeClr val="lt2"/>
                  </a:solidFill>
                  <a:prstDash val="solid"/>
                  <a:round/>
                  <a:headEnd type="none" w="sm" len="sm"/>
                  <a:tailEnd type="none" w="sm" len="sm"/>
                </a:ln>
              </p:spPr>
            </p:cxnSp>
          </p:grpSp>
        </p:grpSp>
        <p:grpSp>
          <p:nvGrpSpPr>
            <p:cNvPr id="41" name="Google Shape;950;p114">
              <a:extLst>
                <a:ext uri="{FF2B5EF4-FFF2-40B4-BE49-F238E27FC236}">
                  <a16:creationId xmlns:a16="http://schemas.microsoft.com/office/drawing/2014/main" id="{D7701012-2391-CF4A-D3DF-E98A88944CC5}"/>
                </a:ext>
              </a:extLst>
            </p:cNvPr>
            <p:cNvGrpSpPr/>
            <p:nvPr/>
          </p:nvGrpSpPr>
          <p:grpSpPr>
            <a:xfrm>
              <a:off x="1630238" y="2796059"/>
              <a:ext cx="531021" cy="230906"/>
              <a:chOff x="8310457" y="3280644"/>
              <a:chExt cx="828000" cy="360040"/>
            </a:xfrm>
          </p:grpSpPr>
          <p:sp>
            <p:nvSpPr>
              <p:cNvPr id="45" name="Google Shape;951;p114">
                <a:extLst>
                  <a:ext uri="{FF2B5EF4-FFF2-40B4-BE49-F238E27FC236}">
                    <a16:creationId xmlns:a16="http://schemas.microsoft.com/office/drawing/2014/main" id="{3DAD44FB-6AA5-16C0-9D81-E8A7FDED91EC}"/>
                  </a:ext>
                </a:extLst>
              </p:cNvPr>
              <p:cNvSpPr/>
              <p:nvPr/>
            </p:nvSpPr>
            <p:spPr>
              <a:xfrm>
                <a:off x="8310457" y="3384977"/>
                <a:ext cx="828000" cy="180000"/>
              </a:xfrm>
              <a:prstGeom prst="roundRect">
                <a:avLst>
                  <a:gd name="adj" fmla="val 50000"/>
                </a:avLst>
              </a:prstGeom>
              <a:solidFill>
                <a:schemeClr val="accent4"/>
              </a:solidFill>
              <a:ln w="12700" cap="flat" cmpd="sng">
                <a:solidFill>
                  <a:srgbClr val="FFFFFF"/>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nvGrpSpPr>
              <p:cNvPr id="46" name="Google Shape;952;p114">
                <a:extLst>
                  <a:ext uri="{FF2B5EF4-FFF2-40B4-BE49-F238E27FC236}">
                    <a16:creationId xmlns:a16="http://schemas.microsoft.com/office/drawing/2014/main" id="{327C942E-CC51-2A0A-45BE-9599BFBA2793}"/>
                  </a:ext>
                </a:extLst>
              </p:cNvPr>
              <p:cNvGrpSpPr/>
              <p:nvPr/>
            </p:nvGrpSpPr>
            <p:grpSpPr>
              <a:xfrm>
                <a:off x="8544437" y="3280644"/>
                <a:ext cx="360040" cy="360040"/>
                <a:chOff x="-629964" y="1476375"/>
                <a:chExt cx="360040" cy="360040"/>
              </a:xfrm>
            </p:grpSpPr>
            <p:sp>
              <p:nvSpPr>
                <p:cNvPr id="47" name="Google Shape;953;p114">
                  <a:extLst>
                    <a:ext uri="{FF2B5EF4-FFF2-40B4-BE49-F238E27FC236}">
                      <a16:creationId xmlns:a16="http://schemas.microsoft.com/office/drawing/2014/main" id="{28DE9DCD-B4FA-85E2-5496-32DD9A01E5AE}"/>
                    </a:ext>
                  </a:extLst>
                </p:cNvPr>
                <p:cNvSpPr/>
                <p:nvPr/>
              </p:nvSpPr>
              <p:spPr>
                <a:xfrm rot="8100000">
                  <a:off x="-629964" y="1476375"/>
                  <a:ext cx="360040" cy="360040"/>
                </a:xfrm>
                <a:prstGeom prst="teardrop">
                  <a:avLst>
                    <a:gd name="adj" fmla="val 111841"/>
                  </a:avLst>
                </a:prstGeom>
                <a:solidFill>
                  <a:srgbClr val="FFFFFF"/>
                </a:solidFill>
                <a:ln w="9525" cap="flat" cmpd="sng">
                  <a:solidFill>
                    <a:srgbClr val="F1F1F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sp>
              <p:nvSpPr>
                <p:cNvPr id="48" name="Google Shape;954;p114">
                  <a:extLst>
                    <a:ext uri="{FF2B5EF4-FFF2-40B4-BE49-F238E27FC236}">
                      <a16:creationId xmlns:a16="http://schemas.microsoft.com/office/drawing/2014/main" id="{63D40E4A-20C2-6BC7-ECF4-2683A085FF88}"/>
                    </a:ext>
                  </a:extLst>
                </p:cNvPr>
                <p:cNvSpPr/>
                <p:nvPr/>
              </p:nvSpPr>
              <p:spPr>
                <a:xfrm>
                  <a:off x="-534794" y="1571545"/>
                  <a:ext cx="169700" cy="169700"/>
                </a:xfrm>
                <a:prstGeom prst="ellipse">
                  <a:avLst/>
                </a:prstGeom>
                <a:solidFill>
                  <a:schemeClr val="lt2"/>
                </a:solidFill>
                <a:ln w="9525" cap="flat" cmpd="sng">
                  <a:solidFill>
                    <a:srgbClr val="F1F1F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grpSp>
        <p:sp>
          <p:nvSpPr>
            <p:cNvPr id="42" name="Google Shape;955;p114">
              <a:extLst>
                <a:ext uri="{FF2B5EF4-FFF2-40B4-BE49-F238E27FC236}">
                  <a16:creationId xmlns:a16="http://schemas.microsoft.com/office/drawing/2014/main" id="{0099052C-8490-F091-E6C8-C974C82C8962}"/>
                </a:ext>
              </a:extLst>
            </p:cNvPr>
            <p:cNvSpPr txBox="1"/>
            <p:nvPr/>
          </p:nvSpPr>
          <p:spPr>
            <a:xfrm>
              <a:off x="1191015" y="3081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600" b="0" i="0" u="none" strike="noStrike" cap="none" noProof="0">
                  <a:solidFill>
                    <a:schemeClr val="dk2"/>
                  </a:solidFill>
                  <a:latin typeface="Arial"/>
                  <a:ea typeface="Arial"/>
                  <a:cs typeface="Arial"/>
                  <a:sym typeface="Arial"/>
                </a:rPr>
                <a:t>Low</a:t>
              </a:r>
              <a:endParaRPr lang="fr-FR" sz="600" b="1" i="0" u="none" strike="noStrike" cap="none" noProof="0">
                <a:solidFill>
                  <a:schemeClr val="dk2"/>
                </a:solidFill>
                <a:latin typeface="Arial"/>
                <a:ea typeface="Arial"/>
                <a:cs typeface="Arial"/>
                <a:sym typeface="Arial"/>
              </a:endParaRPr>
            </a:p>
          </p:txBody>
        </p:sp>
        <p:sp>
          <p:nvSpPr>
            <p:cNvPr id="43" name="Google Shape;956;p114">
              <a:extLst>
                <a:ext uri="{FF2B5EF4-FFF2-40B4-BE49-F238E27FC236}">
                  <a16:creationId xmlns:a16="http://schemas.microsoft.com/office/drawing/2014/main" id="{2CDDB662-679B-C32C-B9DF-C06D42ABA453}"/>
                </a:ext>
              </a:extLst>
            </p:cNvPr>
            <p:cNvSpPr txBox="1"/>
            <p:nvPr/>
          </p:nvSpPr>
          <p:spPr>
            <a:xfrm>
              <a:off x="1699317" y="3081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600" b="0" i="0" u="none" strike="noStrike" cap="none" noProof="0">
                  <a:solidFill>
                    <a:schemeClr val="dk2"/>
                  </a:solidFill>
                  <a:latin typeface="Arial"/>
                  <a:ea typeface="Arial"/>
                  <a:cs typeface="Arial"/>
                  <a:sym typeface="Arial"/>
                </a:rPr>
                <a:t>Medium</a:t>
              </a:r>
              <a:endParaRPr lang="fr-FR" sz="600" b="1" i="0" u="none" strike="noStrike" cap="none" noProof="0">
                <a:solidFill>
                  <a:schemeClr val="dk2"/>
                </a:solidFill>
                <a:latin typeface="Arial"/>
                <a:ea typeface="Arial"/>
                <a:cs typeface="Arial"/>
                <a:sym typeface="Arial"/>
              </a:endParaRPr>
            </a:p>
          </p:txBody>
        </p:sp>
        <p:sp>
          <p:nvSpPr>
            <p:cNvPr id="44" name="Google Shape;957;p114">
              <a:extLst>
                <a:ext uri="{FF2B5EF4-FFF2-40B4-BE49-F238E27FC236}">
                  <a16:creationId xmlns:a16="http://schemas.microsoft.com/office/drawing/2014/main" id="{4E89A4CF-65B8-1493-8B85-111F2A598B15}"/>
                </a:ext>
              </a:extLst>
            </p:cNvPr>
            <p:cNvSpPr txBox="1"/>
            <p:nvPr/>
          </p:nvSpPr>
          <p:spPr>
            <a:xfrm>
              <a:off x="2234586" y="3081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600" b="0" i="0" u="none" strike="noStrike" cap="none" noProof="0">
                  <a:solidFill>
                    <a:schemeClr val="dk2"/>
                  </a:solidFill>
                  <a:latin typeface="Arial"/>
                  <a:ea typeface="Arial"/>
                  <a:cs typeface="Arial"/>
                  <a:sym typeface="Arial"/>
                </a:rPr>
                <a:t>High</a:t>
              </a:r>
              <a:endParaRPr lang="fr-FR" sz="600" b="1" i="0" u="none" strike="noStrike" cap="none" noProof="0">
                <a:solidFill>
                  <a:schemeClr val="dk2"/>
                </a:solidFill>
                <a:latin typeface="Arial"/>
                <a:ea typeface="Arial"/>
                <a:cs typeface="Arial"/>
                <a:sym typeface="Arial"/>
              </a:endParaRPr>
            </a:p>
          </p:txBody>
        </p:sp>
      </p:grpSp>
      <p:sp>
        <p:nvSpPr>
          <p:cNvPr id="53" name="Footer Placeholder 1">
            <a:extLst>
              <a:ext uri="{FF2B5EF4-FFF2-40B4-BE49-F238E27FC236}">
                <a16:creationId xmlns:a16="http://schemas.microsoft.com/office/drawing/2014/main" id="{89B9D8E1-A056-2B6F-6F3D-989A38562F09}"/>
              </a:ext>
            </a:extLst>
          </p:cNvPr>
          <p:cNvSpPr>
            <a:spLocks noGrp="1"/>
          </p:cNvSpPr>
          <p:nvPr>
            <p:ph type="ftr" sz="quarter" idx="3"/>
          </p:nvPr>
        </p:nvSpPr>
        <p:spPr>
          <a:xfrm>
            <a:off x="800100" y="4873081"/>
            <a:ext cx="6611112" cy="121187"/>
          </a:xfrm>
        </p:spPr>
        <p:txBody>
          <a:bodyPr/>
          <a:lstStyle/>
          <a:p>
            <a:r>
              <a:rPr lang="fr-FR"/>
              <a:t>PwC | Direction des systemes d'information - Groupe Example Janvier 2026 - Mars 2026</a:t>
            </a:r>
            <a:endParaRPr lang="fr-FR" noProof="0" dirty="0"/>
          </a:p>
        </p:txBody>
      </p:sp>
      <p:sp>
        <p:nvSpPr>
          <p:cNvPr id="2" name="Google Shape;861;p107">
            <a:extLst>
              <a:ext uri="{FF2B5EF4-FFF2-40B4-BE49-F238E27FC236}">
                <a16:creationId xmlns:a16="http://schemas.microsoft.com/office/drawing/2014/main" id="{873E8C82-E282-C186-7BB8-9F5CF24908C2}"/>
              </a:ext>
            </a:extLst>
          </p:cNvPr>
          <p:cNvSpPr txBox="1"/>
          <p:nvPr/>
        </p:nvSpPr>
        <p:spPr>
          <a:xfrm>
            <a:off x="444399" y="11337"/>
            <a:ext cx="8719922" cy="269141"/>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fr-FR" sz="2600" i="0" u="none" strike="noStrike" cap="none" noProof="0">
                <a:solidFill>
                  <a:srgbClr val="000000"/>
                </a:solidFill>
                <a:latin typeface="Georgia"/>
                <a:ea typeface="Georgia"/>
                <a:cs typeface="Georgia"/>
                <a:sym typeface="Georgia"/>
              </a:rPr>
              <a:t>Les points relev?s en Janvier 2026 - Mars 2026</a:t>
            </a:r>
          </a:p>
        </p:txBody>
      </p:sp>
    </p:spTree>
    <p:extLst>
      <p:ext uri="{BB962C8B-B14F-4D97-AF65-F5344CB8AC3E}">
        <p14:creationId xmlns:p14="http://schemas.microsoft.com/office/powerpoint/2010/main" val="38482114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76D95-31AA-2211-61D8-613810D21FFA}"/>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238F3243-4229-CEF6-494F-7AC15E7CFD5B}"/>
              </a:ext>
              <a:ext uri="{C183D7F6-B498-43B3-948B-1728B52AA6E4}">
                <adec:decorative xmlns:adec="http://schemas.microsoft.com/office/drawing/2017/decorative" val="0"/>
              </a:ext>
            </a:extLst>
          </p:cNvPr>
          <p:cNvSpPr>
            <a:spLocks noGrp="1"/>
          </p:cNvSpPr>
          <p:nvPr>
            <p:ph type="sldNum" sz="quarter" idx="4"/>
          </p:nvPr>
        </p:nvSpPr>
        <p:spPr>
          <a:xfrm>
            <a:off x="8627864" y="4876039"/>
            <a:ext cx="223657" cy="121187"/>
          </a:xfrm>
        </p:spPr>
        <p:txBody>
          <a:bodyPr/>
          <a:lstStyle/>
          <a:p>
            <a:r>
              <a:rPr lang="fr-FR" noProof="0"/>
              <a:t>15</a:t>
            </a:r>
          </a:p>
        </p:txBody>
      </p:sp>
      <p:graphicFrame>
        <p:nvGraphicFramePr>
          <p:cNvPr id="33" name="Tableau 32">
            <a:extLst>
              <a:ext uri="{FF2B5EF4-FFF2-40B4-BE49-F238E27FC236}">
                <a16:creationId xmlns:a16="http://schemas.microsoft.com/office/drawing/2014/main" id="{98851477-C407-48DF-F986-4F1BA222E758}"/>
              </a:ext>
            </a:extLst>
          </p:cNvPr>
          <p:cNvGraphicFramePr>
            <a:graphicFrameLocks noGrp="1"/>
          </p:cNvGraphicFramePr>
          <p:nvPr>
            <p:custDataLst>
              <p:tags r:id="rId1"/>
            </p:custDataLst>
            <p:extLst>
              <p:ext uri="{D42A27DB-BD31-4B8C-83A1-F6EECF244321}">
                <p14:modId xmlns:p14="http://schemas.microsoft.com/office/powerpoint/2010/main" val="1129242"/>
              </p:ext>
            </p:extLst>
          </p:nvPr>
        </p:nvGraphicFramePr>
        <p:xfrm>
          <a:off x="0" y="503347"/>
          <a:ext cx="9144000" cy="4030734"/>
        </p:xfrm>
        <a:graphic>
          <a:graphicData uri="http://schemas.openxmlformats.org/drawingml/2006/table">
            <a:tbl>
              <a:tblPr firstRow="1" firstCol="1" bandRow="1">
                <a:tableStyleId>{5C22544A-7EE6-4342-B048-85BDC9FD1C3A}</a:tableStyleId>
              </a:tblPr>
              <a:tblGrid>
                <a:gridCol w="439993">
                  <a:extLst>
                    <a:ext uri="{9D8B030D-6E8A-4147-A177-3AD203B41FA5}">
                      <a16:colId xmlns:a16="http://schemas.microsoft.com/office/drawing/2014/main" val="20000"/>
                    </a:ext>
                  </a:extLst>
                </a:gridCol>
                <a:gridCol w="1113455">
                  <a:extLst>
                    <a:ext uri="{9D8B030D-6E8A-4147-A177-3AD203B41FA5}">
                      <a16:colId xmlns:a16="http://schemas.microsoft.com/office/drawing/2014/main" val="20001"/>
                    </a:ext>
                  </a:extLst>
                </a:gridCol>
                <a:gridCol w="3486649">
                  <a:extLst>
                    <a:ext uri="{9D8B030D-6E8A-4147-A177-3AD203B41FA5}">
                      <a16:colId xmlns:a16="http://schemas.microsoft.com/office/drawing/2014/main" val="4057883698"/>
                    </a:ext>
                  </a:extLst>
                </a:gridCol>
                <a:gridCol w="2348582">
                  <a:extLst>
                    <a:ext uri="{9D8B030D-6E8A-4147-A177-3AD203B41FA5}">
                      <a16:colId xmlns:a16="http://schemas.microsoft.com/office/drawing/2014/main" val="2265104901"/>
                    </a:ext>
                  </a:extLst>
                </a:gridCol>
                <a:gridCol w="1755321">
                  <a:extLst>
                    <a:ext uri="{9D8B030D-6E8A-4147-A177-3AD203B41FA5}">
                      <a16:colId xmlns:a16="http://schemas.microsoft.com/office/drawing/2014/main" val="1413096817"/>
                    </a:ext>
                  </a:extLst>
                </a:gridCol>
              </a:tblGrid>
              <a:tr h="380404">
                <a:tc>
                  <a:txBody>
                    <a:bodyPr/>
                    <a:lstStyle/>
                    <a:p>
                      <a:pPr algn="ctr"/>
                      <a:r>
                        <a:rPr lang="fr-FR" sz="900" noProof="0">
                          <a:solidFill>
                            <a:schemeClr val="bg1"/>
                          </a:solidFill>
                          <a:latin typeface="+mn-lt"/>
                        </a:rPr>
                        <a:t>Réf.</a:t>
                      </a:r>
                    </a:p>
                  </a:txBody>
                  <a:tcPr anchor="ctr">
                    <a:solidFill>
                      <a:schemeClr val="tx1">
                        <a:lumMod val="75000"/>
                        <a:lumOff val="25000"/>
                      </a:schemeClr>
                    </a:solidFill>
                  </a:tcPr>
                </a:tc>
                <a:tc>
                  <a:txBody>
                    <a:bodyPr/>
                    <a:lstStyle/>
                    <a:p>
                      <a:pPr marL="0" algn="ctr" defTabSz="957796" rtl="0" eaLnBrk="1" latinLnBrk="0" hangingPunct="1"/>
                      <a:r>
                        <a:rPr lang="fr-FR" sz="900" b="1" kern="1200" noProof="0">
                          <a:solidFill>
                            <a:schemeClr val="bg1"/>
                          </a:solidFill>
                          <a:latin typeface="+mn-lt"/>
                          <a:ea typeface="+mn-ea"/>
                          <a:cs typeface="+mn-cs"/>
                        </a:rPr>
                        <a:t>Description du contrôle</a:t>
                      </a:r>
                    </a:p>
                  </a:txBody>
                  <a:tcPr anchor="ctr">
                    <a:solidFill>
                      <a:schemeClr val="tx1">
                        <a:lumMod val="75000"/>
                        <a:lumOff val="25000"/>
                      </a:schemeClr>
                    </a:solidFill>
                  </a:tcPr>
                </a:tc>
                <a:tc>
                  <a:txBody>
                    <a:bodyPr/>
                    <a:lstStyle/>
                    <a:p>
                      <a:pPr marL="0" algn="ctr" defTabSz="957796" rtl="0" eaLnBrk="1" latinLnBrk="0" hangingPunct="1"/>
                      <a:r>
                        <a:rPr lang="fr-FR" sz="900" b="1" kern="1200" noProof="0">
                          <a:solidFill>
                            <a:schemeClr val="bg1"/>
                          </a:solidFill>
                          <a:latin typeface="+mn-lt"/>
                          <a:ea typeface="+mn-ea"/>
                          <a:cs typeface="+mn-cs"/>
                        </a:rPr>
                        <a:t>Constat </a:t>
                      </a:r>
                    </a:p>
                  </a:txBody>
                  <a:tcPr anchor="ctr">
                    <a:solidFill>
                      <a:schemeClr val="tx1">
                        <a:lumMod val="75000"/>
                        <a:lumOff val="25000"/>
                      </a:schemeClr>
                    </a:solidFill>
                  </a:tcPr>
                </a:tc>
                <a:tc>
                  <a:txBody>
                    <a:bodyPr/>
                    <a:lstStyle/>
                    <a:p>
                      <a:pPr marL="0" algn="ctr" defTabSz="957796" rtl="0" eaLnBrk="1" latinLnBrk="0" hangingPunct="1"/>
                      <a:r>
                        <a:rPr lang="fr-FR" sz="900" noProof="0">
                          <a:solidFill>
                            <a:schemeClr val="bg1"/>
                          </a:solidFill>
                          <a:latin typeface="+mn-lt"/>
                        </a:rPr>
                        <a:t>Recommandation</a:t>
                      </a:r>
                      <a:endParaRPr lang="fr-FR" sz="900" b="1" kern="1200" noProof="0">
                        <a:solidFill>
                          <a:schemeClr val="bg1"/>
                        </a:solidFill>
                        <a:latin typeface="+mn-lt"/>
                        <a:ea typeface="+mn-ea"/>
                        <a:cs typeface="+mn-cs"/>
                      </a:endParaRPr>
                    </a:p>
                  </a:txBody>
                  <a:tcPr anchor="ctr">
                    <a:solidFill>
                      <a:schemeClr val="tx1">
                        <a:lumMod val="75000"/>
                        <a:lumOff val="25000"/>
                      </a:schemeClr>
                    </a:solidFill>
                  </a:tcPr>
                </a:tc>
                <a:tc>
                  <a:txBody>
                    <a:bodyPr/>
                    <a:lstStyle/>
                    <a:p>
                      <a:pPr marL="0" algn="ctr" defTabSz="957796" rtl="0" eaLnBrk="1" latinLnBrk="0" hangingPunct="1"/>
                      <a:r>
                        <a:rPr lang="fr-FR" sz="900" b="1" kern="1200" noProof="0">
                          <a:solidFill>
                            <a:schemeClr val="bg1"/>
                          </a:solidFill>
                          <a:latin typeface="+mn-lt"/>
                          <a:ea typeface="+mn-ea"/>
                          <a:cs typeface="+mn-cs"/>
                        </a:rPr>
                        <a:t>Risque</a:t>
                      </a:r>
                    </a:p>
                  </a:txBody>
                  <a:tcPr anchor="ctr">
                    <a:solidFill>
                      <a:schemeClr val="tx1">
                        <a:lumMod val="75000"/>
                        <a:lumOff val="25000"/>
                      </a:schemeClr>
                    </a:solidFill>
                  </a:tcPr>
                </a:tc>
                <a:extLst>
                  <a:ext uri="{0D108BD9-81ED-4DB2-BD59-A6C34878D82A}">
                    <a16:rowId xmlns:a16="http://schemas.microsoft.com/office/drawing/2014/main" val="10000"/>
                  </a:ext>
                </a:extLst>
              </a:tr>
              <a:tr h="237752">
                <a:tc gridSpan="5">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FR" sz="900" noProof="0">
                          <a:solidFill>
                            <a:schemeClr val="bg1"/>
                          </a:solidFill>
                          <a:latin typeface="+mn-lt"/>
                        </a:rPr>
                        <a:t>Gestion des acces</a:t>
                      </a:r>
                    </a:p>
                  </a:txBody>
                  <a:tcPr anchor="ctr">
                    <a:solidFill>
                      <a:schemeClr val="tx1">
                        <a:lumMod val="50000"/>
                        <a:lumOff val="50000"/>
                      </a:schemeClr>
                    </a:solidFill>
                  </a:tcPr>
                </a:tc>
                <a:tc hMerge="1">
                  <a:txBody>
                    <a:bodyPr/>
                    <a:lstStyle/>
                    <a:p>
                      <a:endParaRPr lang="fr-FR"/>
                    </a:p>
                  </a:txBody>
                  <a:tcPr/>
                </a:tc>
                <a:tc hMerge="1">
                  <a:txBody>
                    <a:bodyPr/>
                    <a:lstStyle/>
                    <a:p>
                      <a:endParaRPr lang="fr-FR"/>
                    </a:p>
                  </a:txBody>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fr-FR" sz="900">
                        <a:solidFill>
                          <a:schemeClr val="bg1"/>
                        </a:solidFill>
                        <a:latin typeface="+mn-lt"/>
                      </a:endParaRPr>
                    </a:p>
                  </a:txBody>
                  <a:tcPr anchor="ctr">
                    <a:solidFill>
                      <a:schemeClr val="tx1">
                        <a:lumMod val="50000"/>
                        <a:lumOff val="50000"/>
                      </a:schemeClr>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fr-FR" sz="900" noProof="0">
                        <a:solidFill>
                          <a:schemeClr val="bg1"/>
                        </a:solidFill>
                        <a:latin typeface="+mn-lt"/>
                      </a:endParaRPr>
                    </a:p>
                  </a:txBody>
                  <a:tcPr anchor="ctr">
                    <a:solidFill>
                      <a:schemeClr val="tx1">
                        <a:lumMod val="50000"/>
                        <a:lumOff val="50000"/>
                      </a:schemeClr>
                    </a:solidFill>
                  </a:tcPr>
                </a:tc>
                <a:extLst>
                  <a:ext uri="{0D108BD9-81ED-4DB2-BD59-A6C34878D82A}">
                    <a16:rowId xmlns:a16="http://schemas.microsoft.com/office/drawing/2014/main" val="10001"/>
                  </a:ext>
                </a:extLst>
              </a:tr>
              <a:tr h="633818">
                <a:tc rowSpan="3">
                  <a:txBody>
                    <a:bodyPr/>
                    <a:lstStyle/>
                    <a:p>
                      <a:pPr marL="0" marR="0" lvl="0" indent="0" algn="ctr" defTabSz="957796" rtl="0" eaLnBrk="1" fontAlgn="auto" latinLnBrk="0" hangingPunct="1">
                        <a:lnSpc>
                          <a:spcPct val="100000"/>
                        </a:lnSpc>
                        <a:spcBef>
                          <a:spcPts val="0"/>
                        </a:spcBef>
                        <a:spcAft>
                          <a:spcPts val="0"/>
                        </a:spcAft>
                        <a:buClrTx/>
                        <a:buSzTx/>
                        <a:buFontTx/>
                        <a:buNone/>
                        <a:tabLst/>
                        <a:defRPr/>
                      </a:pPr>
                      <a:r>
                        <a:rPr lang="fr-FR" sz="900" b="1" kern="1200" noProof="0">
                          <a:solidFill>
                            <a:schemeClr val="bg1"/>
                          </a:solidFill>
                          <a:latin typeface="+mn-lt"/>
                          <a:ea typeface="+mn-ea"/>
                          <a:cs typeface="+mn-cs"/>
                        </a:rPr>
                        <a:t>APD-01</a:t>
                      </a:r>
                    </a:p>
                  </a:txBody>
                  <a:tcPr vert="vert270">
                    <a:solidFill>
                      <a:schemeClr val="accent1"/>
                    </a:solidFill>
                  </a:tcPr>
                </a:tc>
                <a:tc rowSpan="3">
                  <a:txBody>
                    <a:bodyPr/>
                    <a:lstStyle/>
                    <a:p>
                      <a:pPr marL="0" marR="0" lvl="1" indent="0" algn="l"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lang="fr-FR" sz="900" kern="1200" baseline="0" noProof="0">
                          <a:solidFill>
                            <a:schemeClr val="tx1"/>
                          </a:solidFill>
                          <a:effectLst/>
                          <a:highlight>
                            <a:srgbClr val="FFFF00"/>
                          </a:highlight>
                          <a:latin typeface="+mn-lt"/>
                          <a:ea typeface="Times New Roman" panose="02020603050405020304" pitchFamily="18" charset="0"/>
                          <a:cs typeface="+mn-cs"/>
                        </a:rPr>
                        <a:t>Les demandes d'acces aux applications du systeme d'information sont autorisees et validees par le management.</a:t>
                      </a:r>
                    </a:p>
                  </a:txBody>
                  <a:tcPr>
                    <a:solidFill>
                      <a:schemeClr val="bg1">
                        <a:lumMod val="95000"/>
                      </a:schemeClr>
                    </a:solidFill>
                  </a:tcPr>
                </a:tc>
                <a:tc rowSpan="3">
                  <a:txBody>
                    <a:bodyPr/>
                    <a:lstStyle/>
                    <a:p>
                      <a:pPr marL="0" marR="0" lvl="0" indent="0" algn="just" defTabSz="741939" rtl="0" eaLnBrk="1" fontAlgn="base" latinLnBrk="0" hangingPunct="1">
                        <a:lnSpc>
                          <a:spcPct val="100000"/>
                        </a:lnSpc>
                        <a:spcBef>
                          <a:spcPts val="0"/>
                        </a:spcBef>
                        <a:spcAft>
                          <a:spcPts val="300"/>
                        </a:spcAft>
                        <a:buClr>
                          <a:srgbClr val="000000"/>
                        </a:buClr>
                        <a:buSzTx/>
                        <a:buFont typeface="Arial"/>
                        <a:buNone/>
                        <a:tabLst/>
                        <a:defRPr/>
                      </a:pPr>
                      <a:r>
                        <a:rPr lang="fr-FR" sz="900" b="0" i="0" u="none" strike="noStrike" kern="1200" cap="none" baseline="0">
                          <a:solidFill>
                            <a:schemeClr val="tx1"/>
                          </a:solidFill>
                          <a:latin typeface="+mn-lt"/>
                          <a:ea typeface="Times New Roman" panose="02020603050405020304" pitchFamily="18" charset="0"/>
                          <a:cs typeface="Arial"/>
                          <a:sym typeface="Arial"/>
                        </a:rPr>
                        <a:t>Sur l'echantillon teste, 7 creations de comptes ont ete mises en oeuvre sans validation hierarchique tracee dans l'outil de ticketing.</a:t>
                      </a:r>
                    </a:p>
                  </a:txBody>
                  <a:tcPr marL="89535" marR="89535" marT="0" marB="0">
                    <a:solidFill>
                      <a:schemeClr val="bg1">
                        <a:lumMod val="95000"/>
                      </a:schemeClr>
                    </a:solidFill>
                  </a:tcPr>
                </a:tc>
                <a:tc rowSpan="3">
                  <a:txBody>
                    <a:bodyPr/>
                    <a:lstStyle/>
                    <a:p>
                      <a:pPr marL="0" marR="0" lvl="0" indent="0" algn="l" rtl="0">
                        <a:lnSpc>
                          <a:spcPct val="100000"/>
                        </a:lnSpc>
                        <a:spcBef>
                          <a:spcPts val="0"/>
                        </a:spcBef>
                        <a:spcAft>
                          <a:spcPts val="0"/>
                        </a:spcAft>
                        <a:buClr>
                          <a:srgbClr val="000000"/>
                        </a:buClr>
                        <a:buSzPts val="900"/>
                        <a:buFont typeface="Noto Sans Symbols"/>
                        <a:buNone/>
                      </a:pPr>
                      <a:r>
                        <a:rPr lang="fr-FR" sz="900" b="0" i="0" u="none" strike="noStrike" cap="none" noProof="0">
                          <a:solidFill>
                            <a:srgbClr val="000000"/>
                          </a:solidFill>
                          <a:latin typeface="+mn-lt"/>
                          <a:ea typeface="Arial"/>
                          <a:cs typeface="Arial"/>
                          <a:sym typeface="Arial"/>
                        </a:rPr>
                        <a:t>Exiger une validation hierarchique tracee avant toute creation ou modification d'acces et bloquer techniquement les demandes incompletes.</a:t>
                      </a:r>
                    </a:p>
                    <a:p>
                      <a:pPr marL="0" marR="0" lvl="0" indent="0" algn="l" rtl="0">
                        <a:lnSpc>
                          <a:spcPct val="100000"/>
                        </a:lnSpc>
                        <a:spcBef>
                          <a:spcPts val="0"/>
                        </a:spcBef>
                        <a:spcAft>
                          <a:spcPts val="0"/>
                        </a:spcAft>
                        <a:buClr>
                          <a:srgbClr val="000000"/>
                        </a:buClr>
                        <a:buSzPts val="900"/>
                        <a:buFont typeface="Noto Sans Symbols"/>
                        <a:buNone/>
                      </a:pPr>
                      <a:r>
                        <a:rPr lang="fr-FR" sz="900" b="0" i="0" u="none" strike="noStrike" cap="none" noProof="0">
                          <a:solidFill>
                            <a:srgbClr val="000000"/>
                          </a:solidFill>
                          <a:latin typeface="+mn-lt"/>
                          <a:ea typeface="Arial"/>
                          <a:cs typeface="Arial"/>
                          <a:sym typeface="Arial"/>
                        </a:rPr>
                        <a:t>Procedure compensatoire : Le responsable applicatif effectue un controle informel a posteriori lors de la revue hebdomadaire des tickets.</a:t>
                      </a:r>
                    </a:p>
                  </a:txBody>
                  <a:tcPr>
                    <a:solidFill>
                      <a:schemeClr val="bg1">
                        <a:lumMod val="95000"/>
                      </a:schemeClr>
                    </a:solidFill>
                  </a:tcPr>
                </a:tc>
                <a:tc>
                  <a:txBody>
                    <a:bodyPr/>
                    <a:lstStyle/>
                    <a:p>
                      <a:pPr marL="6350" marR="0" lvl="0" indent="0" algn="l" rtl="0">
                        <a:lnSpc>
                          <a:spcPct val="100000"/>
                        </a:lnSpc>
                        <a:spcBef>
                          <a:spcPts val="500"/>
                        </a:spcBef>
                        <a:spcAft>
                          <a:spcPts val="0"/>
                        </a:spcAft>
                        <a:buClr>
                          <a:srgbClr val="000000"/>
                        </a:buClr>
                        <a:buSzPts val="900"/>
                        <a:buFont typeface="Arial"/>
                        <a:buNone/>
                      </a:pPr>
                      <a:endParaRPr lang="fr-FR" sz="900" b="1" u="sng" kern="1200" baseline="0" noProof="0">
                        <a:solidFill>
                          <a:schemeClr val="tx1"/>
                        </a:solidFill>
                        <a:effectLst/>
                        <a:latin typeface="+mn-lt"/>
                        <a:ea typeface="Times New Roman" panose="02020603050405020304" pitchFamily="18" charset="0"/>
                        <a:cs typeface="+mn-cs"/>
                      </a:endParaRPr>
                    </a:p>
                  </a:txBody>
                  <a:tcPr>
                    <a:solidFill>
                      <a:schemeClr val="bg1">
                        <a:lumMod val="95000"/>
                      </a:schemeClr>
                    </a:solidFill>
                  </a:tcPr>
                </a:tc>
                <a:extLst>
                  <a:ext uri="{0D108BD9-81ED-4DB2-BD59-A6C34878D82A}">
                    <a16:rowId xmlns:a16="http://schemas.microsoft.com/office/drawing/2014/main" val="10002"/>
                  </a:ext>
                </a:extLst>
              </a:tr>
              <a:tr h="1867489">
                <a:tc vMerge="1">
                  <a:txBody>
                    <a:bodyPr/>
                    <a:lstStyle/>
                    <a:p>
                      <a:endParaRPr lang="fr-FR"/>
                    </a:p>
                  </a:txBody>
                  <a:tcPr/>
                </a:tc>
                <a:tc vMerge="1">
                  <a:txBody>
                    <a:bodyPr/>
                    <a:lstStyle/>
                    <a:p>
                      <a:endParaRPr lang="fr-FR"/>
                    </a:p>
                  </a:txBody>
                  <a:tcPr/>
                </a:tc>
                <a:tc vMerge="1">
                  <a:txBody>
                    <a:bodyPr/>
                    <a:lstStyle/>
                    <a:p>
                      <a:endParaRPr lang="fr-FR"/>
                    </a:p>
                  </a:txBody>
                  <a:tcPr/>
                </a:tc>
                <a:tc vMerge="1">
                  <a:txBody>
                    <a:bodyPr/>
                    <a:lstStyle/>
                    <a:p>
                      <a:endParaRPr lang="fr-FR"/>
                    </a:p>
                  </a:txBody>
                  <a:tcPr/>
                </a:tc>
                <a:tc>
                  <a:txBody>
                    <a:bodyPr/>
                    <a:lstStyle/>
                    <a:p>
                      <a:pPr marL="177800" marR="0" lvl="0" indent="-171450" algn="l" rtl="0">
                        <a:lnSpc>
                          <a:spcPct val="100000"/>
                        </a:lnSpc>
                        <a:spcBef>
                          <a:spcPts val="500"/>
                        </a:spcBef>
                        <a:spcAft>
                          <a:spcPts val="0"/>
                        </a:spcAft>
                        <a:buClr>
                          <a:srgbClr val="000000"/>
                        </a:buClr>
                        <a:buSzPts val="900"/>
                        <a:buFont typeface="Arial" panose="020B0604020202020204" pitchFamily="34" charset="0"/>
                        <a:buChar char="•"/>
                      </a:pPr>
                      <a:r>
                        <a:rPr lang="fr-FR" sz="900" b="0" u="sng" kern="1200" baseline="0" noProof="0">
                          <a:solidFill>
                            <a:schemeClr val="tx1"/>
                          </a:solidFill>
                          <a:effectLst/>
                          <a:latin typeface="+mn-lt"/>
                          <a:ea typeface="Times New Roman" panose="02020603050405020304" pitchFamily="18" charset="0"/>
                          <a:cs typeface="+mn-cs"/>
                        </a:rPr>
                        <a:t>Risque d'octroi d'acces ou de changements non autorises.</a:t>
                      </a:r>
                    </a:p>
                    <a:p>
                      <a:pPr marL="177800" marR="0" lvl="0" indent="-171450" algn="l" rtl="0">
                        <a:lnSpc>
                          <a:spcPct val="100000"/>
                        </a:lnSpc>
                        <a:spcBef>
                          <a:spcPts val="500"/>
                        </a:spcBef>
                        <a:spcAft>
                          <a:spcPts val="0"/>
                        </a:spcAft>
                        <a:buClr>
                          <a:srgbClr val="000000"/>
                        </a:buClr>
                        <a:buSzPts val="900"/>
                        <a:buFont typeface="Arial" panose="020B0604020202020204" pitchFamily="34" charset="0"/>
                        <a:buChar char="•"/>
                      </a:pPr>
                      <a:r>
                        <a:rPr lang="fr-FR" sz="900" b="0" u="sng" kern="1200" baseline="0" noProof="0">
                          <a:solidFill>
                            <a:schemeClr val="tx1"/>
                          </a:solidFill>
                          <a:effectLst/>
                          <a:latin typeface="+mn-lt"/>
                          <a:ea typeface="Times New Roman" panose="02020603050405020304" pitchFamily="18" charset="0"/>
                          <a:cs typeface="+mn-cs"/>
                        </a:rPr>
                        <a:t>Commentaire auditeur : Les demandes etaient centralisees dans l'outil mais les pieces justificatives n'etaient pas jointes pour tous les cas testes.</a:t>
                      </a:r>
                      <a:endParaRPr lang="fr-FR" sz="900" b="0" u="none" kern="1200" baseline="0" noProof="0">
                        <a:solidFill>
                          <a:schemeClr val="tx1"/>
                        </a:solidFill>
                        <a:effectLst/>
                        <a:latin typeface="+mn-lt"/>
                        <a:ea typeface="Times New Roman" panose="02020603050405020304" pitchFamily="18" charset="0"/>
                        <a:cs typeface="+mn-cs"/>
                      </a:endParaRPr>
                    </a:p>
                  </a:txBody>
                  <a:tcPr anchor="ctr">
                    <a:solidFill>
                      <a:schemeClr val="bg1">
                        <a:lumMod val="95000"/>
                      </a:schemeClr>
                    </a:solidFill>
                  </a:tcPr>
                </a:tc>
                <a:extLst>
                  <a:ext uri="{0D108BD9-81ED-4DB2-BD59-A6C34878D82A}">
                    <a16:rowId xmlns:a16="http://schemas.microsoft.com/office/drawing/2014/main" val="3706568165"/>
                  </a:ext>
                </a:extLst>
              </a:tr>
              <a:tr h="0">
                <a:tc vMerge="1">
                  <a:txBody>
                    <a:bodyPr/>
                    <a:lstStyle/>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txBody>
                  <a:tcPr vert="vert270">
                    <a:solidFill>
                      <a:schemeClr val="accent1"/>
                    </a:solidFill>
                  </a:tcPr>
                </a:tc>
                <a:tc vMerge="1">
                  <a:txBody>
                    <a:bodyPr/>
                    <a:lstStyle/>
                    <a:p>
                      <a:pPr marL="0" marR="0" lvl="1" indent="0" algn="l" defTabSz="957796" rtl="0" eaLnBrk="1" fontAlgn="base" latinLnBrk="0" hangingPunct="1">
                        <a:lnSpc>
                          <a:spcPct val="100000"/>
                        </a:lnSpc>
                        <a:spcBef>
                          <a:spcPct val="0"/>
                        </a:spcBef>
                        <a:spcAft>
                          <a:spcPts val="0"/>
                        </a:spcAft>
                        <a:buClrTx/>
                        <a:buSzTx/>
                        <a:buFont typeface="Arial" panose="020B0604020202020204" pitchFamily="34" charset="0"/>
                        <a:buNone/>
                        <a:tabLst/>
                        <a:defRPr/>
                      </a:pPr>
                      <a:endParaRPr lang="fr-FR" sz="900" kern="1200" baseline="0" noProof="0">
                        <a:solidFill>
                          <a:schemeClr val="tx1"/>
                        </a:solidFill>
                        <a:effectLst/>
                        <a:highlight>
                          <a:srgbClr val="FFFF00"/>
                        </a:highlight>
                        <a:latin typeface="+mn-lt"/>
                        <a:ea typeface="Times New Roman" panose="02020603050405020304" pitchFamily="18" charset="0"/>
                        <a:cs typeface="+mn-cs"/>
                      </a:endParaRPr>
                    </a:p>
                  </a:txBody>
                  <a:tcPr>
                    <a:solidFill>
                      <a:schemeClr val="bg1">
                        <a:lumMod val="95000"/>
                      </a:schemeClr>
                    </a:solidFill>
                  </a:tcPr>
                </a:tc>
                <a:tc vMerge="1">
                  <a:txBody>
                    <a:bodyPr/>
                    <a:lstStyle/>
                    <a:p>
                      <a:pPr marL="171450" marR="0" lvl="0" indent="-171450" algn="just" defTabSz="741939" rtl="0" eaLnBrk="1" fontAlgn="base" latinLnBrk="0" hangingPunct="1">
                        <a:lnSpc>
                          <a:spcPct val="100000"/>
                        </a:lnSpc>
                        <a:spcBef>
                          <a:spcPts val="0"/>
                        </a:spcBef>
                        <a:spcAft>
                          <a:spcPts val="300"/>
                        </a:spcAft>
                        <a:buClr>
                          <a:srgbClr val="000000"/>
                        </a:buClr>
                        <a:buSzTx/>
                        <a:buFont typeface="Wingdings"/>
                        <a:buChar char="Ø"/>
                        <a:tabLst/>
                        <a:defRPr/>
                      </a:pPr>
                      <a:endParaRPr lang="fr-FR" sz="900" b="0" i="0" u="none" strike="noStrike" kern="1200" cap="none" baseline="0">
                        <a:solidFill>
                          <a:schemeClr val="tx1"/>
                        </a:solidFill>
                        <a:latin typeface="+mn-lt"/>
                        <a:ea typeface="Times New Roman" panose="02020603050405020304" pitchFamily="18" charset="0"/>
                        <a:cs typeface="Arial"/>
                        <a:sym typeface="Arial"/>
                      </a:endParaRPr>
                    </a:p>
                  </a:txBody>
                  <a:tcPr marL="89535" marR="89535" marT="0" marB="0">
                    <a:solidFill>
                      <a:schemeClr val="bg1">
                        <a:lumMod val="95000"/>
                      </a:schemeClr>
                    </a:solidFill>
                  </a:tcPr>
                </a:tc>
                <a:tc vMerge="1">
                  <a:txBody>
                    <a:bodyPr/>
                    <a:lstStyle/>
                    <a:p>
                      <a:pPr marL="171450" marR="0" lvl="0" indent="-171450" algn="just" defTabSz="741683" rtl="0" eaLnBrk="1" fontAlgn="auto" latinLnBrk="0" hangingPunct="1">
                        <a:lnSpc>
                          <a:spcPct val="100000"/>
                        </a:lnSpc>
                        <a:spcBef>
                          <a:spcPts val="200"/>
                        </a:spcBef>
                        <a:spcAft>
                          <a:spcPts val="0"/>
                        </a:spcAft>
                        <a:buClr>
                          <a:schemeClr val="dk2"/>
                        </a:buClr>
                        <a:buSzPts val="900"/>
                        <a:buFont typeface="Arial" panose="020B0604020202020204" pitchFamily="34" charset="0"/>
                        <a:buChar char="•"/>
                        <a:tabLst>
                          <a:tab pos="457200" algn="l"/>
                        </a:tabLst>
                        <a:defRPr/>
                      </a:pPr>
                      <a:endParaRPr lang="fr-FR" sz="900" b="0" i="0" u="none" strike="noStrike" cap="none" noProof="0">
                        <a:solidFill>
                          <a:srgbClr val="000000"/>
                        </a:solidFill>
                        <a:latin typeface="+mn-lt"/>
                        <a:ea typeface="Arial"/>
                        <a:cs typeface="Arial"/>
                        <a:sym typeface="Arial"/>
                      </a:endParaRPr>
                    </a:p>
                  </a:txBody>
                  <a:tcPr>
                    <a:solidFill>
                      <a:schemeClr val="bg1">
                        <a:lumMod val="95000"/>
                      </a:schemeClr>
                    </a:solidFill>
                  </a:tcPr>
                </a:tc>
                <a:tc>
                  <a:txBody>
                    <a:bodyPr/>
                    <a:lstStyle/>
                    <a:p>
                      <a:pPr marL="6350" marR="0" lvl="0" indent="0" algn="ctr" defTabSz="914400" rtl="0" eaLnBrk="1" fontAlgn="auto" latinLnBrk="0" hangingPunct="1">
                        <a:lnSpc>
                          <a:spcPct val="100000"/>
                        </a:lnSpc>
                        <a:spcBef>
                          <a:spcPts val="500"/>
                        </a:spcBef>
                        <a:spcAft>
                          <a:spcPts val="0"/>
                        </a:spcAft>
                        <a:buClr>
                          <a:srgbClr val="000000"/>
                        </a:buClr>
                        <a:buSzPts val="900"/>
                        <a:buFont typeface="Arial"/>
                        <a:buNone/>
                        <a:tabLst/>
                        <a:defRPr/>
                      </a:pPr>
                      <a:r>
                        <a:rPr lang="fr-FR" sz="900" b="1" u="none" kern="1200" baseline="0" noProof="0">
                          <a:solidFill>
                            <a:schemeClr val="accent4">
                              <a:lumMod val="75000"/>
                            </a:schemeClr>
                          </a:solidFill>
                          <a:effectLst/>
                          <a:latin typeface="+mn-lt"/>
                          <a:ea typeface="Times New Roman" panose="02020603050405020304" pitchFamily="18" charset="0"/>
                          <a:cs typeface="+mn-cs"/>
                        </a:rPr>
                        <a:t>Priorite de traitement : Moyenne</a:t>
                      </a:r>
                    </a:p>
                  </a:txBody>
                  <a:tcPr anchor="ctr">
                    <a:solidFill>
                      <a:schemeClr val="bg1">
                        <a:lumMod val="95000"/>
                      </a:schemeClr>
                    </a:solidFill>
                  </a:tcPr>
                </a:tc>
                <a:extLst>
                  <a:ext uri="{0D108BD9-81ED-4DB2-BD59-A6C34878D82A}">
                    <a16:rowId xmlns:a16="http://schemas.microsoft.com/office/drawing/2014/main" val="3386934975"/>
                  </a:ext>
                </a:extLst>
              </a:tr>
            </a:tbl>
          </a:graphicData>
        </a:graphic>
      </p:graphicFrame>
      <p:grpSp>
        <p:nvGrpSpPr>
          <p:cNvPr id="39" name="Groupe 38">
            <a:extLst>
              <a:ext uri="{FF2B5EF4-FFF2-40B4-BE49-F238E27FC236}">
                <a16:creationId xmlns:a16="http://schemas.microsoft.com/office/drawing/2014/main" id="{A432C86C-F7DD-8E45-14D5-9EF040E826F2}"/>
              </a:ext>
            </a:extLst>
          </p:cNvPr>
          <p:cNvGrpSpPr/>
          <p:nvPr/>
        </p:nvGrpSpPr>
        <p:grpSpPr>
          <a:xfrm>
            <a:off x="7620001" y="1158993"/>
            <a:ext cx="1523999" cy="507874"/>
            <a:chOff x="1105481" y="2796059"/>
            <a:chExt cx="1593064" cy="442679"/>
          </a:xfrm>
        </p:grpSpPr>
        <p:grpSp>
          <p:nvGrpSpPr>
            <p:cNvPr id="40" name="Google Shape;945;p114">
              <a:extLst>
                <a:ext uri="{FF2B5EF4-FFF2-40B4-BE49-F238E27FC236}">
                  <a16:creationId xmlns:a16="http://schemas.microsoft.com/office/drawing/2014/main" id="{1397C9B2-600B-912E-1C09-22E5A2FF8AF1}"/>
                </a:ext>
              </a:extLst>
            </p:cNvPr>
            <p:cNvGrpSpPr/>
            <p:nvPr/>
          </p:nvGrpSpPr>
          <p:grpSpPr>
            <a:xfrm>
              <a:off x="1105481" y="2849940"/>
              <a:ext cx="1593064" cy="216651"/>
              <a:chOff x="671260" y="2273543"/>
              <a:chExt cx="2484000" cy="337814"/>
            </a:xfrm>
          </p:grpSpPr>
          <p:sp>
            <p:nvSpPr>
              <p:cNvPr id="49" name="Google Shape;946;p114">
                <a:extLst>
                  <a:ext uri="{FF2B5EF4-FFF2-40B4-BE49-F238E27FC236}">
                    <a16:creationId xmlns:a16="http://schemas.microsoft.com/office/drawing/2014/main" id="{539835C8-D80E-1279-930F-337B91A07C35}"/>
                  </a:ext>
                </a:extLst>
              </p:cNvPr>
              <p:cNvSpPr/>
              <p:nvPr/>
            </p:nvSpPr>
            <p:spPr>
              <a:xfrm>
                <a:off x="671260" y="2273543"/>
                <a:ext cx="2484000" cy="216024"/>
              </a:xfrm>
              <a:prstGeom prst="roundRect">
                <a:avLst>
                  <a:gd name="adj" fmla="val 50000"/>
                </a:avLst>
              </a:prstGeom>
              <a:solidFill>
                <a:schemeClr val="lt2"/>
              </a:solidFill>
              <a:ln w="12700" cap="flat" cmpd="sng">
                <a:solidFill>
                  <a:schemeClr val="lt2"/>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nvGrpSpPr>
              <p:cNvPr id="50" name="Google Shape;947;p114">
                <a:extLst>
                  <a:ext uri="{FF2B5EF4-FFF2-40B4-BE49-F238E27FC236}">
                    <a16:creationId xmlns:a16="http://schemas.microsoft.com/office/drawing/2014/main" id="{BE0387A4-9B5A-CA45-80A4-82ADCEBACAAA}"/>
                  </a:ext>
                </a:extLst>
              </p:cNvPr>
              <p:cNvGrpSpPr/>
              <p:nvPr/>
            </p:nvGrpSpPr>
            <p:grpSpPr>
              <a:xfrm>
                <a:off x="1493828" y="2488296"/>
                <a:ext cx="828918" cy="123061"/>
                <a:chOff x="1493828" y="2467991"/>
                <a:chExt cx="828918" cy="144016"/>
              </a:xfrm>
            </p:grpSpPr>
            <p:cxnSp>
              <p:nvCxnSpPr>
                <p:cNvPr id="51" name="Google Shape;948;p114">
                  <a:extLst>
                    <a:ext uri="{FF2B5EF4-FFF2-40B4-BE49-F238E27FC236}">
                      <a16:creationId xmlns:a16="http://schemas.microsoft.com/office/drawing/2014/main" id="{F13C216F-F972-92A2-F289-11FD848B13D5}"/>
                    </a:ext>
                  </a:extLst>
                </p:cNvPr>
                <p:cNvCxnSpPr/>
                <p:nvPr/>
              </p:nvCxnSpPr>
              <p:spPr>
                <a:xfrm>
                  <a:off x="1493828" y="2467991"/>
                  <a:ext cx="0" cy="144016"/>
                </a:xfrm>
                <a:prstGeom prst="straightConnector1">
                  <a:avLst/>
                </a:prstGeom>
                <a:noFill/>
                <a:ln w="12700" cap="flat" cmpd="sng">
                  <a:solidFill>
                    <a:schemeClr val="lt2"/>
                  </a:solidFill>
                  <a:prstDash val="solid"/>
                  <a:round/>
                  <a:headEnd type="none" w="sm" len="sm"/>
                  <a:tailEnd type="none" w="sm" len="sm"/>
                </a:ln>
              </p:spPr>
            </p:cxnSp>
            <p:cxnSp>
              <p:nvCxnSpPr>
                <p:cNvPr id="52" name="Google Shape;949;p114">
                  <a:extLst>
                    <a:ext uri="{FF2B5EF4-FFF2-40B4-BE49-F238E27FC236}">
                      <a16:creationId xmlns:a16="http://schemas.microsoft.com/office/drawing/2014/main" id="{1E12E0EE-AB8E-8B14-283B-913FE252F586}"/>
                    </a:ext>
                  </a:extLst>
                </p:cNvPr>
                <p:cNvCxnSpPr/>
                <p:nvPr/>
              </p:nvCxnSpPr>
              <p:spPr>
                <a:xfrm>
                  <a:off x="2322746" y="2467991"/>
                  <a:ext cx="0" cy="144016"/>
                </a:xfrm>
                <a:prstGeom prst="straightConnector1">
                  <a:avLst/>
                </a:prstGeom>
                <a:noFill/>
                <a:ln w="12700" cap="flat" cmpd="sng">
                  <a:solidFill>
                    <a:schemeClr val="lt2"/>
                  </a:solidFill>
                  <a:prstDash val="solid"/>
                  <a:round/>
                  <a:headEnd type="none" w="sm" len="sm"/>
                  <a:tailEnd type="none" w="sm" len="sm"/>
                </a:ln>
              </p:spPr>
            </p:cxnSp>
          </p:grpSp>
        </p:grpSp>
        <p:grpSp>
          <p:nvGrpSpPr>
            <p:cNvPr id="41" name="Google Shape;950;p114">
              <a:extLst>
                <a:ext uri="{FF2B5EF4-FFF2-40B4-BE49-F238E27FC236}">
                  <a16:creationId xmlns:a16="http://schemas.microsoft.com/office/drawing/2014/main" id="{D7701012-2391-CF4A-D3DF-E98A88944CC5}"/>
                </a:ext>
              </a:extLst>
            </p:cNvPr>
            <p:cNvGrpSpPr/>
            <p:nvPr/>
          </p:nvGrpSpPr>
          <p:grpSpPr>
            <a:xfrm>
              <a:off x="1630238" y="2796059"/>
              <a:ext cx="531021" cy="230906"/>
              <a:chOff x="8310457" y="3280644"/>
              <a:chExt cx="828000" cy="360040"/>
            </a:xfrm>
          </p:grpSpPr>
          <p:sp>
            <p:nvSpPr>
              <p:cNvPr id="45" name="Google Shape;951;p114">
                <a:extLst>
                  <a:ext uri="{FF2B5EF4-FFF2-40B4-BE49-F238E27FC236}">
                    <a16:creationId xmlns:a16="http://schemas.microsoft.com/office/drawing/2014/main" id="{3DAD44FB-6AA5-16C0-9D81-E8A7FDED91EC}"/>
                  </a:ext>
                </a:extLst>
              </p:cNvPr>
              <p:cNvSpPr/>
              <p:nvPr/>
            </p:nvSpPr>
            <p:spPr>
              <a:xfrm>
                <a:off x="8310457" y="3384977"/>
                <a:ext cx="828000" cy="180000"/>
              </a:xfrm>
              <a:prstGeom prst="roundRect">
                <a:avLst>
                  <a:gd name="adj" fmla="val 50000"/>
                </a:avLst>
              </a:prstGeom>
              <a:solidFill>
                <a:schemeClr val="accent4"/>
              </a:solidFill>
              <a:ln w="12700" cap="flat" cmpd="sng">
                <a:solidFill>
                  <a:srgbClr val="FFFFFF"/>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nvGrpSpPr>
              <p:cNvPr id="46" name="Google Shape;952;p114">
                <a:extLst>
                  <a:ext uri="{FF2B5EF4-FFF2-40B4-BE49-F238E27FC236}">
                    <a16:creationId xmlns:a16="http://schemas.microsoft.com/office/drawing/2014/main" id="{327C942E-CC51-2A0A-45BE-9599BFBA2793}"/>
                  </a:ext>
                </a:extLst>
              </p:cNvPr>
              <p:cNvGrpSpPr/>
              <p:nvPr/>
            </p:nvGrpSpPr>
            <p:grpSpPr>
              <a:xfrm>
                <a:off x="8544437" y="3280644"/>
                <a:ext cx="360040" cy="360040"/>
                <a:chOff x="-629964" y="1476375"/>
                <a:chExt cx="360040" cy="360040"/>
              </a:xfrm>
            </p:grpSpPr>
            <p:sp>
              <p:nvSpPr>
                <p:cNvPr id="47" name="Google Shape;953;p114">
                  <a:extLst>
                    <a:ext uri="{FF2B5EF4-FFF2-40B4-BE49-F238E27FC236}">
                      <a16:creationId xmlns:a16="http://schemas.microsoft.com/office/drawing/2014/main" id="{28DE9DCD-B4FA-85E2-5496-32DD9A01E5AE}"/>
                    </a:ext>
                  </a:extLst>
                </p:cNvPr>
                <p:cNvSpPr/>
                <p:nvPr/>
              </p:nvSpPr>
              <p:spPr>
                <a:xfrm rot="8100000">
                  <a:off x="-629964" y="1476375"/>
                  <a:ext cx="360040" cy="360040"/>
                </a:xfrm>
                <a:prstGeom prst="teardrop">
                  <a:avLst>
                    <a:gd name="adj" fmla="val 111841"/>
                  </a:avLst>
                </a:prstGeom>
                <a:solidFill>
                  <a:srgbClr val="FFFFFF"/>
                </a:solidFill>
                <a:ln w="9525" cap="flat" cmpd="sng">
                  <a:solidFill>
                    <a:srgbClr val="F1F1F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sp>
              <p:nvSpPr>
                <p:cNvPr id="48" name="Google Shape;954;p114">
                  <a:extLst>
                    <a:ext uri="{FF2B5EF4-FFF2-40B4-BE49-F238E27FC236}">
                      <a16:creationId xmlns:a16="http://schemas.microsoft.com/office/drawing/2014/main" id="{63D40E4A-20C2-6BC7-ECF4-2683A085FF88}"/>
                    </a:ext>
                  </a:extLst>
                </p:cNvPr>
                <p:cNvSpPr/>
                <p:nvPr/>
              </p:nvSpPr>
              <p:spPr>
                <a:xfrm>
                  <a:off x="-534794" y="1571545"/>
                  <a:ext cx="169700" cy="169700"/>
                </a:xfrm>
                <a:prstGeom prst="ellipse">
                  <a:avLst/>
                </a:prstGeom>
                <a:solidFill>
                  <a:schemeClr val="lt2"/>
                </a:solidFill>
                <a:ln w="9525" cap="flat" cmpd="sng">
                  <a:solidFill>
                    <a:srgbClr val="F1F1F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grpSp>
        <p:sp>
          <p:nvSpPr>
            <p:cNvPr id="42" name="Google Shape;955;p114">
              <a:extLst>
                <a:ext uri="{FF2B5EF4-FFF2-40B4-BE49-F238E27FC236}">
                  <a16:creationId xmlns:a16="http://schemas.microsoft.com/office/drawing/2014/main" id="{0099052C-8490-F091-E6C8-C974C82C8962}"/>
                </a:ext>
              </a:extLst>
            </p:cNvPr>
            <p:cNvSpPr txBox="1"/>
            <p:nvPr/>
          </p:nvSpPr>
          <p:spPr>
            <a:xfrm>
              <a:off x="1191015" y="3081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600" b="0" i="0" u="none" strike="noStrike" cap="none" noProof="0">
                  <a:solidFill>
                    <a:schemeClr val="dk2"/>
                  </a:solidFill>
                  <a:latin typeface="Arial"/>
                  <a:ea typeface="Arial"/>
                  <a:cs typeface="Arial"/>
                  <a:sym typeface="Arial"/>
                </a:rPr>
                <a:t>Low</a:t>
              </a:r>
              <a:endParaRPr lang="fr-FR" sz="600" b="1" i="0" u="none" strike="noStrike" cap="none" noProof="0">
                <a:solidFill>
                  <a:schemeClr val="dk2"/>
                </a:solidFill>
                <a:latin typeface="Arial"/>
                <a:ea typeface="Arial"/>
                <a:cs typeface="Arial"/>
                <a:sym typeface="Arial"/>
              </a:endParaRPr>
            </a:p>
          </p:txBody>
        </p:sp>
        <p:sp>
          <p:nvSpPr>
            <p:cNvPr id="43" name="Google Shape;956;p114">
              <a:extLst>
                <a:ext uri="{FF2B5EF4-FFF2-40B4-BE49-F238E27FC236}">
                  <a16:creationId xmlns:a16="http://schemas.microsoft.com/office/drawing/2014/main" id="{2CDDB662-679B-C32C-B9DF-C06D42ABA453}"/>
                </a:ext>
              </a:extLst>
            </p:cNvPr>
            <p:cNvSpPr txBox="1"/>
            <p:nvPr/>
          </p:nvSpPr>
          <p:spPr>
            <a:xfrm>
              <a:off x="1699317" y="3081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600" b="0" i="0" u="none" strike="noStrike" cap="none" noProof="0">
                  <a:solidFill>
                    <a:schemeClr val="dk2"/>
                  </a:solidFill>
                  <a:latin typeface="Arial"/>
                  <a:ea typeface="Arial"/>
                  <a:cs typeface="Arial"/>
                  <a:sym typeface="Arial"/>
                </a:rPr>
                <a:t>Medium</a:t>
              </a:r>
              <a:endParaRPr lang="fr-FR" sz="600" b="1" i="0" u="none" strike="noStrike" cap="none" noProof="0">
                <a:solidFill>
                  <a:schemeClr val="dk2"/>
                </a:solidFill>
                <a:latin typeface="Arial"/>
                <a:ea typeface="Arial"/>
                <a:cs typeface="Arial"/>
                <a:sym typeface="Arial"/>
              </a:endParaRPr>
            </a:p>
          </p:txBody>
        </p:sp>
        <p:sp>
          <p:nvSpPr>
            <p:cNvPr id="44" name="Google Shape;957;p114">
              <a:extLst>
                <a:ext uri="{FF2B5EF4-FFF2-40B4-BE49-F238E27FC236}">
                  <a16:creationId xmlns:a16="http://schemas.microsoft.com/office/drawing/2014/main" id="{4E89A4CF-65B8-1493-8B85-111F2A598B15}"/>
                </a:ext>
              </a:extLst>
            </p:cNvPr>
            <p:cNvSpPr txBox="1"/>
            <p:nvPr/>
          </p:nvSpPr>
          <p:spPr>
            <a:xfrm>
              <a:off x="2234586" y="3081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600" b="0" i="0" u="none" strike="noStrike" cap="none" noProof="0">
                  <a:solidFill>
                    <a:schemeClr val="dk2"/>
                  </a:solidFill>
                  <a:latin typeface="Arial"/>
                  <a:ea typeface="Arial"/>
                  <a:cs typeface="Arial"/>
                  <a:sym typeface="Arial"/>
                </a:rPr>
                <a:t>High</a:t>
              </a:r>
              <a:endParaRPr lang="fr-FR" sz="600" b="1" i="0" u="none" strike="noStrike" cap="none" noProof="0">
                <a:solidFill>
                  <a:schemeClr val="dk2"/>
                </a:solidFill>
                <a:latin typeface="Arial"/>
                <a:ea typeface="Arial"/>
                <a:cs typeface="Arial"/>
                <a:sym typeface="Arial"/>
              </a:endParaRPr>
            </a:p>
          </p:txBody>
        </p:sp>
      </p:grpSp>
      <p:sp>
        <p:nvSpPr>
          <p:cNvPr id="53" name="Footer Placeholder 1">
            <a:extLst>
              <a:ext uri="{FF2B5EF4-FFF2-40B4-BE49-F238E27FC236}">
                <a16:creationId xmlns:a16="http://schemas.microsoft.com/office/drawing/2014/main" id="{89B9D8E1-A056-2B6F-6F3D-989A38562F09}"/>
              </a:ext>
            </a:extLst>
          </p:cNvPr>
          <p:cNvSpPr>
            <a:spLocks noGrp="1"/>
          </p:cNvSpPr>
          <p:nvPr>
            <p:ph type="ftr" sz="quarter" idx="3"/>
          </p:nvPr>
        </p:nvSpPr>
        <p:spPr>
          <a:xfrm>
            <a:off x="800100" y="4873081"/>
            <a:ext cx="6611112" cy="121187"/>
          </a:xfrm>
        </p:spPr>
        <p:txBody>
          <a:bodyPr/>
          <a:lstStyle/>
          <a:p>
            <a:r>
              <a:rPr lang="fr-FR"/>
              <a:t>PwC | Direction des systemes d'information - Groupe Example Janvier 2026 - Mars 2026</a:t>
            </a:r>
            <a:endParaRPr lang="fr-FR" noProof="0" dirty="0"/>
          </a:p>
        </p:txBody>
      </p:sp>
      <p:sp>
        <p:nvSpPr>
          <p:cNvPr id="2" name="Google Shape;861;p107">
            <a:extLst>
              <a:ext uri="{FF2B5EF4-FFF2-40B4-BE49-F238E27FC236}">
                <a16:creationId xmlns:a16="http://schemas.microsoft.com/office/drawing/2014/main" id="{873E8C82-E282-C186-7BB8-9F5CF24908C2}"/>
              </a:ext>
            </a:extLst>
          </p:cNvPr>
          <p:cNvSpPr txBox="1"/>
          <p:nvPr/>
        </p:nvSpPr>
        <p:spPr>
          <a:xfrm>
            <a:off x="444399" y="11337"/>
            <a:ext cx="8719922" cy="269141"/>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fr-FR" sz="2600" i="0" u="none" strike="noStrike" cap="none" noProof="0">
                <a:solidFill>
                  <a:srgbClr val="000000"/>
                </a:solidFill>
                <a:latin typeface="Georgia"/>
                <a:ea typeface="Georgia"/>
                <a:cs typeface="Georgia"/>
                <a:sym typeface="Georgia"/>
              </a:rPr>
              <a:t>Les points relev?s en Janvier 2026 - Mars 2026</a:t>
            </a:r>
          </a:p>
        </p:txBody>
      </p:sp>
    </p:spTree>
    <p:extLst>
      <p:ext uri="{BB962C8B-B14F-4D97-AF65-F5344CB8AC3E}">
        <p14:creationId xmlns:p14="http://schemas.microsoft.com/office/powerpoint/2010/main" val="35179720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76D95-31AA-2211-61D8-613810D21FFA}"/>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238F3243-4229-CEF6-494F-7AC15E7CFD5B}"/>
              </a:ext>
              <a:ext uri="{C183D7F6-B498-43B3-948B-1728B52AA6E4}">
                <adec:decorative xmlns:adec="http://schemas.microsoft.com/office/drawing/2017/decorative" val="0"/>
              </a:ext>
            </a:extLst>
          </p:cNvPr>
          <p:cNvSpPr>
            <a:spLocks noGrp="1"/>
          </p:cNvSpPr>
          <p:nvPr>
            <p:ph type="sldNum" sz="quarter" idx="4"/>
          </p:nvPr>
        </p:nvSpPr>
        <p:spPr>
          <a:xfrm>
            <a:off x="8627864" y="4876039"/>
            <a:ext cx="223657" cy="121187"/>
          </a:xfrm>
        </p:spPr>
        <p:txBody>
          <a:bodyPr/>
          <a:lstStyle/>
          <a:p>
            <a:r>
              <a:rPr lang="fr-FR" noProof="0"/>
              <a:t>15</a:t>
            </a:r>
          </a:p>
        </p:txBody>
      </p:sp>
      <p:graphicFrame>
        <p:nvGraphicFramePr>
          <p:cNvPr id="33" name="Tableau 32">
            <a:extLst>
              <a:ext uri="{FF2B5EF4-FFF2-40B4-BE49-F238E27FC236}">
                <a16:creationId xmlns:a16="http://schemas.microsoft.com/office/drawing/2014/main" id="{98851477-C407-48DF-F986-4F1BA222E758}"/>
              </a:ext>
            </a:extLst>
          </p:cNvPr>
          <p:cNvGraphicFramePr>
            <a:graphicFrameLocks noGrp="1"/>
          </p:cNvGraphicFramePr>
          <p:nvPr>
            <p:custDataLst>
              <p:tags r:id="rId1"/>
            </p:custDataLst>
            <p:extLst>
              <p:ext uri="{D42A27DB-BD31-4B8C-83A1-F6EECF244321}">
                <p14:modId xmlns:p14="http://schemas.microsoft.com/office/powerpoint/2010/main" val="4267775379"/>
              </p:ext>
            </p:extLst>
          </p:nvPr>
        </p:nvGraphicFramePr>
        <p:xfrm>
          <a:off x="0" y="503347"/>
          <a:ext cx="9144000" cy="4030734"/>
        </p:xfrm>
        <a:graphic>
          <a:graphicData uri="http://schemas.openxmlformats.org/drawingml/2006/table">
            <a:tbl>
              <a:tblPr firstRow="1" firstCol="1" bandRow="1">
                <a:tableStyleId>{5C22544A-7EE6-4342-B048-85BDC9FD1C3A}</a:tableStyleId>
              </a:tblPr>
              <a:tblGrid>
                <a:gridCol w="439993">
                  <a:extLst>
                    <a:ext uri="{9D8B030D-6E8A-4147-A177-3AD203B41FA5}">
                      <a16:colId xmlns:a16="http://schemas.microsoft.com/office/drawing/2014/main" val="20000"/>
                    </a:ext>
                  </a:extLst>
                </a:gridCol>
                <a:gridCol w="1113455">
                  <a:extLst>
                    <a:ext uri="{9D8B030D-6E8A-4147-A177-3AD203B41FA5}">
                      <a16:colId xmlns:a16="http://schemas.microsoft.com/office/drawing/2014/main" val="20001"/>
                    </a:ext>
                  </a:extLst>
                </a:gridCol>
                <a:gridCol w="3486649">
                  <a:extLst>
                    <a:ext uri="{9D8B030D-6E8A-4147-A177-3AD203B41FA5}">
                      <a16:colId xmlns:a16="http://schemas.microsoft.com/office/drawing/2014/main" val="4057883698"/>
                    </a:ext>
                  </a:extLst>
                </a:gridCol>
                <a:gridCol w="2348582">
                  <a:extLst>
                    <a:ext uri="{9D8B030D-6E8A-4147-A177-3AD203B41FA5}">
                      <a16:colId xmlns:a16="http://schemas.microsoft.com/office/drawing/2014/main" val="2265104901"/>
                    </a:ext>
                  </a:extLst>
                </a:gridCol>
                <a:gridCol w="1755321">
                  <a:extLst>
                    <a:ext uri="{9D8B030D-6E8A-4147-A177-3AD203B41FA5}">
                      <a16:colId xmlns:a16="http://schemas.microsoft.com/office/drawing/2014/main" val="1413096817"/>
                    </a:ext>
                  </a:extLst>
                </a:gridCol>
              </a:tblGrid>
              <a:tr h="380404">
                <a:tc>
                  <a:txBody>
                    <a:bodyPr/>
                    <a:lstStyle/>
                    <a:p>
                      <a:pPr algn="ctr"/>
                      <a:r>
                        <a:rPr lang="fr-FR" sz="900" noProof="0">
                          <a:solidFill>
                            <a:schemeClr val="bg1"/>
                          </a:solidFill>
                          <a:latin typeface="+mn-lt"/>
                        </a:rPr>
                        <a:t>Réf.</a:t>
                      </a:r>
                    </a:p>
                  </a:txBody>
                  <a:tcPr anchor="ctr">
                    <a:solidFill>
                      <a:schemeClr val="tx1">
                        <a:lumMod val="75000"/>
                        <a:lumOff val="25000"/>
                      </a:schemeClr>
                    </a:solidFill>
                  </a:tcPr>
                </a:tc>
                <a:tc>
                  <a:txBody>
                    <a:bodyPr/>
                    <a:lstStyle/>
                    <a:p>
                      <a:pPr marL="0" algn="ctr" defTabSz="957796" rtl="0" eaLnBrk="1" latinLnBrk="0" hangingPunct="1"/>
                      <a:r>
                        <a:rPr lang="fr-FR" sz="900" b="1" kern="1200" noProof="0">
                          <a:solidFill>
                            <a:schemeClr val="bg1"/>
                          </a:solidFill>
                          <a:latin typeface="+mn-lt"/>
                          <a:ea typeface="+mn-ea"/>
                          <a:cs typeface="+mn-cs"/>
                        </a:rPr>
                        <a:t>Description du contrôle</a:t>
                      </a:r>
                    </a:p>
                  </a:txBody>
                  <a:tcPr anchor="ctr">
                    <a:solidFill>
                      <a:schemeClr val="tx1">
                        <a:lumMod val="75000"/>
                        <a:lumOff val="25000"/>
                      </a:schemeClr>
                    </a:solidFill>
                  </a:tcPr>
                </a:tc>
                <a:tc>
                  <a:txBody>
                    <a:bodyPr/>
                    <a:lstStyle/>
                    <a:p>
                      <a:pPr marL="0" algn="ctr" defTabSz="957796" rtl="0" eaLnBrk="1" latinLnBrk="0" hangingPunct="1"/>
                      <a:r>
                        <a:rPr lang="fr-FR" sz="900" b="1" kern="1200" noProof="0">
                          <a:solidFill>
                            <a:schemeClr val="bg1"/>
                          </a:solidFill>
                          <a:latin typeface="+mn-lt"/>
                          <a:ea typeface="+mn-ea"/>
                          <a:cs typeface="+mn-cs"/>
                        </a:rPr>
                        <a:t>Constat </a:t>
                      </a:r>
                    </a:p>
                  </a:txBody>
                  <a:tcPr anchor="ctr">
                    <a:solidFill>
                      <a:schemeClr val="tx1">
                        <a:lumMod val="75000"/>
                        <a:lumOff val="25000"/>
                      </a:schemeClr>
                    </a:solidFill>
                  </a:tcPr>
                </a:tc>
                <a:tc>
                  <a:txBody>
                    <a:bodyPr/>
                    <a:lstStyle/>
                    <a:p>
                      <a:pPr marL="0" algn="ctr" defTabSz="957796" rtl="0" eaLnBrk="1" latinLnBrk="0" hangingPunct="1"/>
                      <a:r>
                        <a:rPr lang="fr-FR" sz="900" noProof="0">
                          <a:solidFill>
                            <a:schemeClr val="bg1"/>
                          </a:solidFill>
                          <a:latin typeface="+mn-lt"/>
                        </a:rPr>
                        <a:t>Recommandation</a:t>
                      </a:r>
                      <a:endParaRPr lang="fr-FR" sz="900" b="1" kern="1200" noProof="0">
                        <a:solidFill>
                          <a:schemeClr val="bg1"/>
                        </a:solidFill>
                        <a:latin typeface="+mn-lt"/>
                        <a:ea typeface="+mn-ea"/>
                        <a:cs typeface="+mn-cs"/>
                      </a:endParaRPr>
                    </a:p>
                  </a:txBody>
                  <a:tcPr anchor="ctr">
                    <a:solidFill>
                      <a:schemeClr val="tx1">
                        <a:lumMod val="75000"/>
                        <a:lumOff val="25000"/>
                      </a:schemeClr>
                    </a:solidFill>
                  </a:tcPr>
                </a:tc>
                <a:tc>
                  <a:txBody>
                    <a:bodyPr/>
                    <a:lstStyle/>
                    <a:p>
                      <a:pPr marL="0" algn="ctr" defTabSz="957796" rtl="0" eaLnBrk="1" latinLnBrk="0" hangingPunct="1"/>
                      <a:r>
                        <a:rPr lang="fr-FR" sz="900" b="1" kern="1200" noProof="0">
                          <a:solidFill>
                            <a:schemeClr val="bg1"/>
                          </a:solidFill>
                          <a:latin typeface="+mn-lt"/>
                          <a:ea typeface="+mn-ea"/>
                          <a:cs typeface="+mn-cs"/>
                        </a:rPr>
                        <a:t>Risque</a:t>
                      </a:r>
                    </a:p>
                  </a:txBody>
                  <a:tcPr anchor="ctr">
                    <a:solidFill>
                      <a:schemeClr val="tx1">
                        <a:lumMod val="75000"/>
                        <a:lumOff val="25000"/>
                      </a:schemeClr>
                    </a:solidFill>
                  </a:tcPr>
                </a:tc>
                <a:extLst>
                  <a:ext uri="{0D108BD9-81ED-4DB2-BD59-A6C34878D82A}">
                    <a16:rowId xmlns:a16="http://schemas.microsoft.com/office/drawing/2014/main" val="10000"/>
                  </a:ext>
                </a:extLst>
              </a:tr>
              <a:tr h="237752">
                <a:tc gridSpan="5">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FR" sz="900" noProof="0">
                          <a:solidFill>
                            <a:schemeClr val="bg1"/>
                          </a:solidFill>
                          <a:latin typeface="+mn-lt"/>
                        </a:rPr>
                        <a:t>Exploitation informatique</a:t>
                      </a:r>
                    </a:p>
                  </a:txBody>
                  <a:tcPr anchor="ctr">
                    <a:solidFill>
                      <a:schemeClr val="tx1">
                        <a:lumMod val="50000"/>
                        <a:lumOff val="50000"/>
                      </a:schemeClr>
                    </a:solidFill>
                  </a:tcPr>
                </a:tc>
                <a:tc hMerge="1">
                  <a:txBody>
                    <a:bodyPr/>
                    <a:lstStyle/>
                    <a:p>
                      <a:endParaRPr lang="fr-FR"/>
                    </a:p>
                  </a:txBody>
                  <a:tcPr/>
                </a:tc>
                <a:tc hMerge="1">
                  <a:txBody>
                    <a:bodyPr/>
                    <a:lstStyle/>
                    <a:p>
                      <a:endParaRPr lang="fr-FR"/>
                    </a:p>
                  </a:txBody>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fr-FR" sz="900">
                        <a:solidFill>
                          <a:schemeClr val="bg1"/>
                        </a:solidFill>
                        <a:latin typeface="+mn-lt"/>
                      </a:endParaRPr>
                    </a:p>
                  </a:txBody>
                  <a:tcPr anchor="ctr">
                    <a:solidFill>
                      <a:schemeClr val="tx1">
                        <a:lumMod val="50000"/>
                        <a:lumOff val="50000"/>
                      </a:schemeClr>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fr-FR" sz="900" noProof="0">
                        <a:solidFill>
                          <a:schemeClr val="bg1"/>
                        </a:solidFill>
                        <a:latin typeface="+mn-lt"/>
                      </a:endParaRPr>
                    </a:p>
                  </a:txBody>
                  <a:tcPr anchor="ctr">
                    <a:solidFill>
                      <a:schemeClr val="tx1">
                        <a:lumMod val="50000"/>
                        <a:lumOff val="50000"/>
                      </a:schemeClr>
                    </a:solidFill>
                  </a:tcPr>
                </a:tc>
                <a:extLst>
                  <a:ext uri="{0D108BD9-81ED-4DB2-BD59-A6C34878D82A}">
                    <a16:rowId xmlns:a16="http://schemas.microsoft.com/office/drawing/2014/main" val="10001"/>
                  </a:ext>
                </a:extLst>
              </a:tr>
              <a:tr h="633818">
                <a:tc rowSpan="3">
                  <a:txBody>
                    <a:bodyPr/>
                    <a:lstStyle/>
                    <a:p>
                      <a:pPr marL="0" marR="0" lvl="0" indent="0" algn="ctr" defTabSz="957796" rtl="0" eaLnBrk="1" fontAlgn="auto" latinLnBrk="0" hangingPunct="1">
                        <a:lnSpc>
                          <a:spcPct val="100000"/>
                        </a:lnSpc>
                        <a:spcBef>
                          <a:spcPts val="0"/>
                        </a:spcBef>
                        <a:spcAft>
                          <a:spcPts val="0"/>
                        </a:spcAft>
                        <a:buClrTx/>
                        <a:buSzTx/>
                        <a:buFontTx/>
                        <a:buNone/>
                        <a:tabLst/>
                        <a:defRPr/>
                      </a:pPr>
                      <a:r>
                        <a:rPr lang="fr-FR" sz="900" b="1" kern="1200" noProof="0">
                          <a:solidFill>
                            <a:schemeClr val="bg1"/>
                          </a:solidFill>
                          <a:latin typeface="+mn-lt"/>
                          <a:ea typeface="+mn-ea"/>
                          <a:cs typeface="+mn-cs"/>
                        </a:rPr>
                        <a:t>CO-02</a:t>
                      </a:r>
                    </a:p>
                  </a:txBody>
                  <a:tcPr vert="vert270">
                    <a:solidFill>
                      <a:schemeClr val="accent1"/>
                    </a:solidFill>
                  </a:tcPr>
                </a:tc>
                <a:tc rowSpan="3">
                  <a:txBody>
                    <a:bodyPr/>
                    <a:lstStyle/>
                    <a:p>
                      <a:pPr marL="0" marR="0" lvl="1" indent="0" algn="l"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lang="fr-FR" sz="900" kern="1200" baseline="0" noProof="0">
                          <a:solidFill>
                            <a:schemeClr val="tx1"/>
                          </a:solidFill>
                          <a:effectLst/>
                          <a:highlight>
                            <a:srgbClr val="FFFF00"/>
                          </a:highlight>
                          <a:latin typeface="+mn-lt"/>
                          <a:ea typeface="Times New Roman" panose="02020603050405020304" pitchFamily="18" charset="0"/>
                          <a:cs typeface="+mn-cs"/>
                        </a:rPr>
                        <a:t>Les incidents de production sont identifies, traces et resolus dans des delais appropries.</a:t>
                      </a:r>
                    </a:p>
                  </a:txBody>
                  <a:tcPr>
                    <a:solidFill>
                      <a:schemeClr val="bg1">
                        <a:lumMod val="95000"/>
                      </a:schemeClr>
                    </a:solidFill>
                  </a:tcPr>
                </a:tc>
                <a:tc rowSpan="3">
                  <a:txBody>
                    <a:bodyPr/>
                    <a:lstStyle/>
                    <a:p>
                      <a:pPr marL="0" marR="0" lvl="0" indent="0" algn="just" defTabSz="741939" rtl="0" eaLnBrk="1" fontAlgn="base" latinLnBrk="0" hangingPunct="1">
                        <a:lnSpc>
                          <a:spcPct val="100000"/>
                        </a:lnSpc>
                        <a:spcBef>
                          <a:spcPts val="0"/>
                        </a:spcBef>
                        <a:spcAft>
                          <a:spcPts val="300"/>
                        </a:spcAft>
                        <a:buClr>
                          <a:srgbClr val="000000"/>
                        </a:buClr>
                        <a:buSzTx/>
                        <a:buFont typeface="Arial"/>
                        <a:buNone/>
                        <a:tabLst/>
                        <a:defRPr/>
                      </a:pPr>
                      <a:r>
                        <a:rPr lang="fr-FR" sz="900" b="0" i="0" u="none" strike="noStrike" kern="1200" cap="none" baseline="0">
                          <a:solidFill>
                            <a:schemeClr val="tx1"/>
                          </a:solidFill>
                          <a:latin typeface="+mn-lt"/>
                          <a:ea typeface="Times New Roman" panose="02020603050405020304" pitchFamily="18" charset="0"/>
                          <a:cs typeface="Arial"/>
                          <a:sym typeface="Arial"/>
                        </a:rPr>
                        <a:t>Les incidents de production sont enregistres dans l'outil, mais aucun SLA formalise n'est defini et le suivi des delais de resolution n'est pas consolide.</a:t>
                      </a:r>
                    </a:p>
                  </a:txBody>
                  <a:tcPr marL="89535" marR="89535" marT="0" marB="0">
                    <a:solidFill>
                      <a:schemeClr val="bg1">
                        <a:lumMod val="95000"/>
                      </a:schemeClr>
                    </a:solidFill>
                  </a:tcPr>
                </a:tc>
                <a:tc rowSpan="3">
                  <a:txBody>
                    <a:bodyPr/>
                    <a:lstStyle/>
                    <a:p>
                      <a:pPr marL="0" marR="0" lvl="0" indent="0" algn="l" rtl="0">
                        <a:lnSpc>
                          <a:spcPct val="100000"/>
                        </a:lnSpc>
                        <a:spcBef>
                          <a:spcPts val="0"/>
                        </a:spcBef>
                        <a:spcAft>
                          <a:spcPts val="0"/>
                        </a:spcAft>
                        <a:buClr>
                          <a:srgbClr val="000000"/>
                        </a:buClr>
                        <a:buSzPts val="900"/>
                        <a:buFont typeface="Noto Sans Symbols"/>
                        <a:buNone/>
                      </a:pPr>
                      <a:r>
                        <a:rPr lang="fr-FR" sz="900" b="0" i="0" u="none" strike="noStrike" cap="none" noProof="0">
                          <a:solidFill>
                            <a:srgbClr val="000000"/>
                          </a:solidFill>
                          <a:latin typeface="+mn-lt"/>
                          <a:ea typeface="Arial"/>
                          <a:cs typeface="Arial"/>
                          <a:sym typeface="Arial"/>
                        </a:rPr>
                        <a:t>Formaliser des SLA de resolution, renforcer le suivi des incidents dans l'outil de ticketing et consolider les indicateurs de pilotage.</a:t>
                      </a:r>
                    </a:p>
                    <a:p>
                      <a:pPr marL="0" marR="0" lvl="0" indent="0" algn="l" rtl="0">
                        <a:lnSpc>
                          <a:spcPct val="100000"/>
                        </a:lnSpc>
                        <a:spcBef>
                          <a:spcPts val="0"/>
                        </a:spcBef>
                        <a:spcAft>
                          <a:spcPts val="0"/>
                        </a:spcAft>
                        <a:buClr>
                          <a:srgbClr val="000000"/>
                        </a:buClr>
                        <a:buSzPts val="900"/>
                        <a:buFont typeface="Noto Sans Symbols"/>
                        <a:buNone/>
                      </a:pPr>
                      <a:r>
                        <a:rPr lang="fr-FR" sz="900" b="0" i="0" u="none" strike="noStrike" cap="none" noProof="0">
                          <a:solidFill>
                            <a:srgbClr val="000000"/>
                          </a:solidFill>
                          <a:latin typeface="+mn-lt"/>
                          <a:ea typeface="Arial"/>
                          <a:cs typeface="Arial"/>
                          <a:sym typeface="Arial"/>
                        </a:rPr>
                        <a:t>Procedure compensatoire : Un point quotidien est organise par les equipes support pour suivre les incidents majeurs ouverts.</a:t>
                      </a:r>
                    </a:p>
                  </a:txBody>
                  <a:tcPr>
                    <a:solidFill>
                      <a:schemeClr val="bg1">
                        <a:lumMod val="95000"/>
                      </a:schemeClr>
                    </a:solidFill>
                  </a:tcPr>
                </a:tc>
                <a:tc>
                  <a:txBody>
                    <a:bodyPr/>
                    <a:lstStyle/>
                    <a:p>
                      <a:pPr marL="6350" marR="0" lvl="0" indent="0" algn="l" rtl="0">
                        <a:lnSpc>
                          <a:spcPct val="100000"/>
                        </a:lnSpc>
                        <a:spcBef>
                          <a:spcPts val="500"/>
                        </a:spcBef>
                        <a:spcAft>
                          <a:spcPts val="0"/>
                        </a:spcAft>
                        <a:buClr>
                          <a:srgbClr val="000000"/>
                        </a:buClr>
                        <a:buSzPts val="900"/>
                        <a:buFont typeface="Arial"/>
                        <a:buNone/>
                      </a:pPr>
                      <a:endParaRPr lang="fr-FR" sz="900" b="1" u="sng" kern="1200" baseline="0" noProof="0">
                        <a:solidFill>
                          <a:schemeClr val="tx1"/>
                        </a:solidFill>
                        <a:effectLst/>
                        <a:latin typeface="+mn-lt"/>
                        <a:ea typeface="Times New Roman" panose="02020603050405020304" pitchFamily="18" charset="0"/>
                        <a:cs typeface="+mn-cs"/>
                      </a:endParaRPr>
                    </a:p>
                  </a:txBody>
                  <a:tcPr>
                    <a:solidFill>
                      <a:schemeClr val="bg1">
                        <a:lumMod val="95000"/>
                      </a:schemeClr>
                    </a:solidFill>
                  </a:tcPr>
                </a:tc>
                <a:extLst>
                  <a:ext uri="{0D108BD9-81ED-4DB2-BD59-A6C34878D82A}">
                    <a16:rowId xmlns:a16="http://schemas.microsoft.com/office/drawing/2014/main" val="10002"/>
                  </a:ext>
                </a:extLst>
              </a:tr>
              <a:tr h="1867489">
                <a:tc vMerge="1">
                  <a:txBody>
                    <a:bodyPr/>
                    <a:lstStyle/>
                    <a:p>
                      <a:endParaRPr lang="fr-FR"/>
                    </a:p>
                  </a:txBody>
                  <a:tcPr/>
                </a:tc>
                <a:tc vMerge="1">
                  <a:txBody>
                    <a:bodyPr/>
                    <a:lstStyle/>
                    <a:p>
                      <a:endParaRPr lang="fr-FR"/>
                    </a:p>
                  </a:txBody>
                  <a:tcPr/>
                </a:tc>
                <a:tc vMerge="1">
                  <a:txBody>
                    <a:bodyPr/>
                    <a:lstStyle/>
                    <a:p>
                      <a:endParaRPr lang="fr-FR"/>
                    </a:p>
                  </a:txBody>
                  <a:tcPr/>
                </a:tc>
                <a:tc vMerge="1">
                  <a:txBody>
                    <a:bodyPr/>
                    <a:lstStyle/>
                    <a:p>
                      <a:endParaRPr lang="fr-FR"/>
                    </a:p>
                  </a:txBody>
                  <a:tcPr/>
                </a:tc>
                <a:tc>
                  <a:txBody>
                    <a:bodyPr/>
                    <a:lstStyle/>
                    <a:p>
                      <a:pPr marL="177800" marR="0" lvl="0" indent="-171450" algn="l" rtl="0">
                        <a:lnSpc>
                          <a:spcPct val="100000"/>
                        </a:lnSpc>
                        <a:spcBef>
                          <a:spcPts val="500"/>
                        </a:spcBef>
                        <a:spcAft>
                          <a:spcPts val="0"/>
                        </a:spcAft>
                        <a:buClr>
                          <a:srgbClr val="000000"/>
                        </a:buClr>
                        <a:buSzPts val="900"/>
                        <a:buFont typeface="Arial" panose="020B0604020202020204" pitchFamily="34" charset="0"/>
                        <a:buChar char="•"/>
                      </a:pPr>
                      <a:r>
                        <a:rPr lang="fr-FR" sz="900" b="0" u="sng" kern="1200" baseline="0" noProof="0">
                          <a:solidFill>
                            <a:schemeClr val="tx1"/>
                          </a:solidFill>
                          <a:effectLst/>
                          <a:latin typeface="+mn-lt"/>
                          <a:ea typeface="Times New Roman" panose="02020603050405020304" pitchFamily="18" charset="0"/>
                          <a:cs typeface="+mn-cs"/>
                        </a:rPr>
                        <a:t>Risque d'instabilite applicative et d'alteration non maitrisee de l'environnement de production.</a:t>
                      </a:r>
                    </a:p>
                    <a:p>
                      <a:pPr marL="177800" marR="0" lvl="0" indent="-171450" algn="l" rtl="0">
                        <a:lnSpc>
                          <a:spcPct val="100000"/>
                        </a:lnSpc>
                        <a:spcBef>
                          <a:spcPts val="500"/>
                        </a:spcBef>
                        <a:spcAft>
                          <a:spcPts val="0"/>
                        </a:spcAft>
                        <a:buClr>
                          <a:srgbClr val="000000"/>
                        </a:buClr>
                        <a:buSzPts val="900"/>
                        <a:buFont typeface="Arial" panose="020B0604020202020204" pitchFamily="34" charset="0"/>
                        <a:buChar char="•"/>
                      </a:pPr>
                      <a:r>
                        <a:rPr lang="fr-FR" sz="900" b="0" u="sng" kern="1200" baseline="0" noProof="0">
                          <a:solidFill>
                            <a:schemeClr val="tx1"/>
                          </a:solidFill>
                          <a:effectLst/>
                          <a:latin typeface="+mn-lt"/>
                          <a:ea typeface="Times New Roman" panose="02020603050405020304" pitchFamily="18" charset="0"/>
                          <a:cs typeface="+mn-cs"/>
                        </a:rPr>
                        <a:t>Commentaire auditeur : L'extraction fournie ne permettait pas d'identifier de facon fiable la date cible de resolution pour tous les tickets analyses.</a:t>
                      </a:r>
                      <a:endParaRPr lang="fr-FR" sz="900" b="0" u="none" kern="1200" baseline="0" noProof="0">
                        <a:solidFill>
                          <a:schemeClr val="tx1"/>
                        </a:solidFill>
                        <a:effectLst/>
                        <a:latin typeface="+mn-lt"/>
                        <a:ea typeface="Times New Roman" panose="02020603050405020304" pitchFamily="18" charset="0"/>
                        <a:cs typeface="+mn-cs"/>
                      </a:endParaRPr>
                    </a:p>
                  </a:txBody>
                  <a:tcPr anchor="ctr">
                    <a:solidFill>
                      <a:schemeClr val="bg1">
                        <a:lumMod val="95000"/>
                      </a:schemeClr>
                    </a:solidFill>
                  </a:tcPr>
                </a:tc>
                <a:extLst>
                  <a:ext uri="{0D108BD9-81ED-4DB2-BD59-A6C34878D82A}">
                    <a16:rowId xmlns:a16="http://schemas.microsoft.com/office/drawing/2014/main" val="3706568165"/>
                  </a:ext>
                </a:extLst>
              </a:tr>
              <a:tr h="0">
                <a:tc vMerge="1">
                  <a:txBody>
                    <a:bodyPr/>
                    <a:lstStyle/>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txBody>
                  <a:tcPr vert="vert270">
                    <a:solidFill>
                      <a:schemeClr val="accent1"/>
                    </a:solidFill>
                  </a:tcPr>
                </a:tc>
                <a:tc vMerge="1">
                  <a:txBody>
                    <a:bodyPr/>
                    <a:lstStyle/>
                    <a:p>
                      <a:pPr marL="0" marR="0" lvl="1" indent="0" algn="l" defTabSz="957796" rtl="0" eaLnBrk="1" fontAlgn="base" latinLnBrk="0" hangingPunct="1">
                        <a:lnSpc>
                          <a:spcPct val="100000"/>
                        </a:lnSpc>
                        <a:spcBef>
                          <a:spcPct val="0"/>
                        </a:spcBef>
                        <a:spcAft>
                          <a:spcPts val="0"/>
                        </a:spcAft>
                        <a:buClrTx/>
                        <a:buSzTx/>
                        <a:buFont typeface="Arial" panose="020B0604020202020204" pitchFamily="34" charset="0"/>
                        <a:buNone/>
                        <a:tabLst/>
                        <a:defRPr/>
                      </a:pPr>
                      <a:endParaRPr lang="fr-FR" sz="900" kern="1200" baseline="0" noProof="0">
                        <a:solidFill>
                          <a:schemeClr val="tx1"/>
                        </a:solidFill>
                        <a:effectLst/>
                        <a:highlight>
                          <a:srgbClr val="FFFF00"/>
                        </a:highlight>
                        <a:latin typeface="+mn-lt"/>
                        <a:ea typeface="Times New Roman" panose="02020603050405020304" pitchFamily="18" charset="0"/>
                        <a:cs typeface="+mn-cs"/>
                      </a:endParaRPr>
                    </a:p>
                  </a:txBody>
                  <a:tcPr>
                    <a:solidFill>
                      <a:schemeClr val="bg1">
                        <a:lumMod val="95000"/>
                      </a:schemeClr>
                    </a:solidFill>
                  </a:tcPr>
                </a:tc>
                <a:tc vMerge="1">
                  <a:txBody>
                    <a:bodyPr/>
                    <a:lstStyle/>
                    <a:p>
                      <a:pPr marL="171450" marR="0" lvl="0" indent="-171450" algn="just" defTabSz="741939" rtl="0" eaLnBrk="1" fontAlgn="base" latinLnBrk="0" hangingPunct="1">
                        <a:lnSpc>
                          <a:spcPct val="100000"/>
                        </a:lnSpc>
                        <a:spcBef>
                          <a:spcPts val="0"/>
                        </a:spcBef>
                        <a:spcAft>
                          <a:spcPts val="300"/>
                        </a:spcAft>
                        <a:buClr>
                          <a:srgbClr val="000000"/>
                        </a:buClr>
                        <a:buSzTx/>
                        <a:buFont typeface="Wingdings"/>
                        <a:buChar char="Ø"/>
                        <a:tabLst/>
                        <a:defRPr/>
                      </a:pPr>
                      <a:endParaRPr lang="fr-FR" sz="900" b="0" i="0" u="none" strike="noStrike" kern="1200" cap="none" baseline="0">
                        <a:solidFill>
                          <a:schemeClr val="tx1"/>
                        </a:solidFill>
                        <a:latin typeface="+mn-lt"/>
                        <a:ea typeface="Times New Roman" panose="02020603050405020304" pitchFamily="18" charset="0"/>
                        <a:cs typeface="Arial"/>
                        <a:sym typeface="Arial"/>
                      </a:endParaRPr>
                    </a:p>
                  </a:txBody>
                  <a:tcPr marL="89535" marR="89535" marT="0" marB="0">
                    <a:solidFill>
                      <a:schemeClr val="bg1">
                        <a:lumMod val="95000"/>
                      </a:schemeClr>
                    </a:solidFill>
                  </a:tcPr>
                </a:tc>
                <a:tc vMerge="1">
                  <a:txBody>
                    <a:bodyPr/>
                    <a:lstStyle/>
                    <a:p>
                      <a:pPr marL="171450" marR="0" lvl="0" indent="-171450" algn="just" defTabSz="741683" rtl="0" eaLnBrk="1" fontAlgn="auto" latinLnBrk="0" hangingPunct="1">
                        <a:lnSpc>
                          <a:spcPct val="100000"/>
                        </a:lnSpc>
                        <a:spcBef>
                          <a:spcPts val="200"/>
                        </a:spcBef>
                        <a:spcAft>
                          <a:spcPts val="0"/>
                        </a:spcAft>
                        <a:buClr>
                          <a:schemeClr val="dk2"/>
                        </a:buClr>
                        <a:buSzPts val="900"/>
                        <a:buFont typeface="Arial" panose="020B0604020202020204" pitchFamily="34" charset="0"/>
                        <a:buChar char="•"/>
                        <a:tabLst>
                          <a:tab pos="457200" algn="l"/>
                        </a:tabLst>
                        <a:defRPr/>
                      </a:pPr>
                      <a:endParaRPr lang="fr-FR" sz="900" b="0" i="0" u="none" strike="noStrike" cap="none" noProof="0">
                        <a:solidFill>
                          <a:srgbClr val="000000"/>
                        </a:solidFill>
                        <a:latin typeface="+mn-lt"/>
                        <a:ea typeface="Arial"/>
                        <a:cs typeface="Arial"/>
                        <a:sym typeface="Arial"/>
                      </a:endParaRPr>
                    </a:p>
                  </a:txBody>
                  <a:tcPr>
                    <a:solidFill>
                      <a:schemeClr val="bg1">
                        <a:lumMod val="95000"/>
                      </a:schemeClr>
                    </a:solidFill>
                  </a:tcPr>
                </a:tc>
                <a:tc>
                  <a:txBody>
                    <a:bodyPr/>
                    <a:lstStyle/>
                    <a:p>
                      <a:pPr marL="6350" marR="0" lvl="0" indent="0" algn="ctr" defTabSz="914400" rtl="0" eaLnBrk="1" fontAlgn="auto" latinLnBrk="0" hangingPunct="1">
                        <a:lnSpc>
                          <a:spcPct val="100000"/>
                        </a:lnSpc>
                        <a:spcBef>
                          <a:spcPts val="500"/>
                        </a:spcBef>
                        <a:spcAft>
                          <a:spcPts val="0"/>
                        </a:spcAft>
                        <a:buClr>
                          <a:srgbClr val="000000"/>
                        </a:buClr>
                        <a:buSzPts val="900"/>
                        <a:buFont typeface="Arial"/>
                        <a:buNone/>
                        <a:tabLst/>
                        <a:defRPr/>
                      </a:pPr>
                      <a:r>
                        <a:rPr lang="fr-FR" sz="900" b="1" u="none" kern="1200" baseline="0" noProof="0">
                          <a:solidFill>
                            <a:schemeClr val="accent4">
                              <a:lumMod val="75000"/>
                            </a:schemeClr>
                          </a:solidFill>
                          <a:effectLst/>
                          <a:latin typeface="+mn-lt"/>
                          <a:ea typeface="Times New Roman" panose="02020603050405020304" pitchFamily="18" charset="0"/>
                          <a:cs typeface="+mn-cs"/>
                        </a:rPr>
                        <a:t>Priorite de traitement : Moyenne</a:t>
                      </a:r>
                    </a:p>
                  </a:txBody>
                  <a:tcPr anchor="ctr">
                    <a:solidFill>
                      <a:schemeClr val="bg1">
                        <a:lumMod val="95000"/>
                      </a:schemeClr>
                    </a:solidFill>
                  </a:tcPr>
                </a:tc>
                <a:extLst>
                  <a:ext uri="{0D108BD9-81ED-4DB2-BD59-A6C34878D82A}">
                    <a16:rowId xmlns:a16="http://schemas.microsoft.com/office/drawing/2014/main" val="3386934975"/>
                  </a:ext>
                </a:extLst>
              </a:tr>
            </a:tbl>
          </a:graphicData>
        </a:graphic>
      </p:graphicFrame>
      <p:grpSp>
        <p:nvGrpSpPr>
          <p:cNvPr id="39" name="Groupe 38">
            <a:extLst>
              <a:ext uri="{FF2B5EF4-FFF2-40B4-BE49-F238E27FC236}">
                <a16:creationId xmlns:a16="http://schemas.microsoft.com/office/drawing/2014/main" id="{A432C86C-F7DD-8E45-14D5-9EF040E826F2}"/>
              </a:ext>
            </a:extLst>
          </p:cNvPr>
          <p:cNvGrpSpPr/>
          <p:nvPr/>
        </p:nvGrpSpPr>
        <p:grpSpPr>
          <a:xfrm>
            <a:off x="7620001" y="1158993"/>
            <a:ext cx="1523999" cy="507874"/>
            <a:chOff x="1105481" y="2796059"/>
            <a:chExt cx="1593064" cy="442679"/>
          </a:xfrm>
        </p:grpSpPr>
        <p:grpSp>
          <p:nvGrpSpPr>
            <p:cNvPr id="40" name="Google Shape;945;p114">
              <a:extLst>
                <a:ext uri="{FF2B5EF4-FFF2-40B4-BE49-F238E27FC236}">
                  <a16:creationId xmlns:a16="http://schemas.microsoft.com/office/drawing/2014/main" id="{1397C9B2-600B-912E-1C09-22E5A2FF8AF1}"/>
                </a:ext>
              </a:extLst>
            </p:cNvPr>
            <p:cNvGrpSpPr/>
            <p:nvPr/>
          </p:nvGrpSpPr>
          <p:grpSpPr>
            <a:xfrm>
              <a:off x="1105481" y="2849940"/>
              <a:ext cx="1593064" cy="216651"/>
              <a:chOff x="671260" y="2273543"/>
              <a:chExt cx="2484000" cy="337814"/>
            </a:xfrm>
          </p:grpSpPr>
          <p:sp>
            <p:nvSpPr>
              <p:cNvPr id="49" name="Google Shape;946;p114">
                <a:extLst>
                  <a:ext uri="{FF2B5EF4-FFF2-40B4-BE49-F238E27FC236}">
                    <a16:creationId xmlns:a16="http://schemas.microsoft.com/office/drawing/2014/main" id="{539835C8-D80E-1279-930F-337B91A07C35}"/>
                  </a:ext>
                </a:extLst>
              </p:cNvPr>
              <p:cNvSpPr/>
              <p:nvPr/>
            </p:nvSpPr>
            <p:spPr>
              <a:xfrm>
                <a:off x="671260" y="2273543"/>
                <a:ext cx="2484000" cy="216024"/>
              </a:xfrm>
              <a:prstGeom prst="roundRect">
                <a:avLst>
                  <a:gd name="adj" fmla="val 50000"/>
                </a:avLst>
              </a:prstGeom>
              <a:solidFill>
                <a:schemeClr val="lt2"/>
              </a:solidFill>
              <a:ln w="12700" cap="flat" cmpd="sng">
                <a:solidFill>
                  <a:schemeClr val="lt2"/>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nvGrpSpPr>
              <p:cNvPr id="50" name="Google Shape;947;p114">
                <a:extLst>
                  <a:ext uri="{FF2B5EF4-FFF2-40B4-BE49-F238E27FC236}">
                    <a16:creationId xmlns:a16="http://schemas.microsoft.com/office/drawing/2014/main" id="{BE0387A4-9B5A-CA45-80A4-82ADCEBACAAA}"/>
                  </a:ext>
                </a:extLst>
              </p:cNvPr>
              <p:cNvGrpSpPr/>
              <p:nvPr/>
            </p:nvGrpSpPr>
            <p:grpSpPr>
              <a:xfrm>
                <a:off x="1493828" y="2488296"/>
                <a:ext cx="828918" cy="123061"/>
                <a:chOff x="1493828" y="2467991"/>
                <a:chExt cx="828918" cy="144016"/>
              </a:xfrm>
            </p:grpSpPr>
            <p:cxnSp>
              <p:nvCxnSpPr>
                <p:cNvPr id="51" name="Google Shape;948;p114">
                  <a:extLst>
                    <a:ext uri="{FF2B5EF4-FFF2-40B4-BE49-F238E27FC236}">
                      <a16:creationId xmlns:a16="http://schemas.microsoft.com/office/drawing/2014/main" id="{F13C216F-F972-92A2-F289-11FD848B13D5}"/>
                    </a:ext>
                  </a:extLst>
                </p:cNvPr>
                <p:cNvCxnSpPr/>
                <p:nvPr/>
              </p:nvCxnSpPr>
              <p:spPr>
                <a:xfrm>
                  <a:off x="1493828" y="2467991"/>
                  <a:ext cx="0" cy="144016"/>
                </a:xfrm>
                <a:prstGeom prst="straightConnector1">
                  <a:avLst/>
                </a:prstGeom>
                <a:noFill/>
                <a:ln w="12700" cap="flat" cmpd="sng">
                  <a:solidFill>
                    <a:schemeClr val="lt2"/>
                  </a:solidFill>
                  <a:prstDash val="solid"/>
                  <a:round/>
                  <a:headEnd type="none" w="sm" len="sm"/>
                  <a:tailEnd type="none" w="sm" len="sm"/>
                </a:ln>
              </p:spPr>
            </p:cxnSp>
            <p:cxnSp>
              <p:nvCxnSpPr>
                <p:cNvPr id="52" name="Google Shape;949;p114">
                  <a:extLst>
                    <a:ext uri="{FF2B5EF4-FFF2-40B4-BE49-F238E27FC236}">
                      <a16:creationId xmlns:a16="http://schemas.microsoft.com/office/drawing/2014/main" id="{1E12E0EE-AB8E-8B14-283B-913FE252F586}"/>
                    </a:ext>
                  </a:extLst>
                </p:cNvPr>
                <p:cNvCxnSpPr/>
                <p:nvPr/>
              </p:nvCxnSpPr>
              <p:spPr>
                <a:xfrm>
                  <a:off x="2322746" y="2467991"/>
                  <a:ext cx="0" cy="144016"/>
                </a:xfrm>
                <a:prstGeom prst="straightConnector1">
                  <a:avLst/>
                </a:prstGeom>
                <a:noFill/>
                <a:ln w="12700" cap="flat" cmpd="sng">
                  <a:solidFill>
                    <a:schemeClr val="lt2"/>
                  </a:solidFill>
                  <a:prstDash val="solid"/>
                  <a:round/>
                  <a:headEnd type="none" w="sm" len="sm"/>
                  <a:tailEnd type="none" w="sm" len="sm"/>
                </a:ln>
              </p:spPr>
            </p:cxnSp>
          </p:grpSp>
        </p:grpSp>
        <p:grpSp>
          <p:nvGrpSpPr>
            <p:cNvPr id="41" name="Google Shape;950;p114">
              <a:extLst>
                <a:ext uri="{FF2B5EF4-FFF2-40B4-BE49-F238E27FC236}">
                  <a16:creationId xmlns:a16="http://schemas.microsoft.com/office/drawing/2014/main" id="{D7701012-2391-CF4A-D3DF-E98A88944CC5}"/>
                </a:ext>
              </a:extLst>
            </p:cNvPr>
            <p:cNvGrpSpPr/>
            <p:nvPr/>
          </p:nvGrpSpPr>
          <p:grpSpPr>
            <a:xfrm>
              <a:off x="1630238" y="2796059"/>
              <a:ext cx="531021" cy="230906"/>
              <a:chOff x="8310457" y="3280644"/>
              <a:chExt cx="828000" cy="360040"/>
            </a:xfrm>
          </p:grpSpPr>
          <p:sp>
            <p:nvSpPr>
              <p:cNvPr id="45" name="Google Shape;951;p114">
                <a:extLst>
                  <a:ext uri="{FF2B5EF4-FFF2-40B4-BE49-F238E27FC236}">
                    <a16:creationId xmlns:a16="http://schemas.microsoft.com/office/drawing/2014/main" id="{3DAD44FB-6AA5-16C0-9D81-E8A7FDED91EC}"/>
                  </a:ext>
                </a:extLst>
              </p:cNvPr>
              <p:cNvSpPr/>
              <p:nvPr/>
            </p:nvSpPr>
            <p:spPr>
              <a:xfrm>
                <a:off x="8310457" y="3384977"/>
                <a:ext cx="828000" cy="180000"/>
              </a:xfrm>
              <a:prstGeom prst="roundRect">
                <a:avLst>
                  <a:gd name="adj" fmla="val 50000"/>
                </a:avLst>
              </a:prstGeom>
              <a:solidFill>
                <a:schemeClr val="accent4"/>
              </a:solidFill>
              <a:ln w="12700" cap="flat" cmpd="sng">
                <a:solidFill>
                  <a:srgbClr val="FFFFFF"/>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nvGrpSpPr>
              <p:cNvPr id="46" name="Google Shape;952;p114">
                <a:extLst>
                  <a:ext uri="{FF2B5EF4-FFF2-40B4-BE49-F238E27FC236}">
                    <a16:creationId xmlns:a16="http://schemas.microsoft.com/office/drawing/2014/main" id="{327C942E-CC51-2A0A-45BE-9599BFBA2793}"/>
                  </a:ext>
                </a:extLst>
              </p:cNvPr>
              <p:cNvGrpSpPr/>
              <p:nvPr/>
            </p:nvGrpSpPr>
            <p:grpSpPr>
              <a:xfrm>
                <a:off x="8544437" y="3280644"/>
                <a:ext cx="360040" cy="360040"/>
                <a:chOff x="-629964" y="1476375"/>
                <a:chExt cx="360040" cy="360040"/>
              </a:xfrm>
            </p:grpSpPr>
            <p:sp>
              <p:nvSpPr>
                <p:cNvPr id="47" name="Google Shape;953;p114">
                  <a:extLst>
                    <a:ext uri="{FF2B5EF4-FFF2-40B4-BE49-F238E27FC236}">
                      <a16:creationId xmlns:a16="http://schemas.microsoft.com/office/drawing/2014/main" id="{28DE9DCD-B4FA-85E2-5496-32DD9A01E5AE}"/>
                    </a:ext>
                  </a:extLst>
                </p:cNvPr>
                <p:cNvSpPr/>
                <p:nvPr/>
              </p:nvSpPr>
              <p:spPr>
                <a:xfrm rot="8100000">
                  <a:off x="-629964" y="1476375"/>
                  <a:ext cx="360040" cy="360040"/>
                </a:xfrm>
                <a:prstGeom prst="teardrop">
                  <a:avLst>
                    <a:gd name="adj" fmla="val 111841"/>
                  </a:avLst>
                </a:prstGeom>
                <a:solidFill>
                  <a:srgbClr val="FFFFFF"/>
                </a:solidFill>
                <a:ln w="9525" cap="flat" cmpd="sng">
                  <a:solidFill>
                    <a:srgbClr val="F1F1F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sp>
              <p:nvSpPr>
                <p:cNvPr id="48" name="Google Shape;954;p114">
                  <a:extLst>
                    <a:ext uri="{FF2B5EF4-FFF2-40B4-BE49-F238E27FC236}">
                      <a16:creationId xmlns:a16="http://schemas.microsoft.com/office/drawing/2014/main" id="{63D40E4A-20C2-6BC7-ECF4-2683A085FF88}"/>
                    </a:ext>
                  </a:extLst>
                </p:cNvPr>
                <p:cNvSpPr/>
                <p:nvPr/>
              </p:nvSpPr>
              <p:spPr>
                <a:xfrm>
                  <a:off x="-534794" y="1571545"/>
                  <a:ext cx="169700" cy="169700"/>
                </a:xfrm>
                <a:prstGeom prst="ellipse">
                  <a:avLst/>
                </a:prstGeom>
                <a:solidFill>
                  <a:schemeClr val="lt2"/>
                </a:solidFill>
                <a:ln w="9525" cap="flat" cmpd="sng">
                  <a:solidFill>
                    <a:srgbClr val="F1F1F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grpSp>
        <p:sp>
          <p:nvSpPr>
            <p:cNvPr id="42" name="Google Shape;955;p114">
              <a:extLst>
                <a:ext uri="{FF2B5EF4-FFF2-40B4-BE49-F238E27FC236}">
                  <a16:creationId xmlns:a16="http://schemas.microsoft.com/office/drawing/2014/main" id="{0099052C-8490-F091-E6C8-C974C82C8962}"/>
                </a:ext>
              </a:extLst>
            </p:cNvPr>
            <p:cNvSpPr txBox="1"/>
            <p:nvPr/>
          </p:nvSpPr>
          <p:spPr>
            <a:xfrm>
              <a:off x="1191015" y="3081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600" b="0" i="0" u="none" strike="noStrike" cap="none" noProof="0">
                  <a:solidFill>
                    <a:schemeClr val="dk2"/>
                  </a:solidFill>
                  <a:latin typeface="Arial"/>
                  <a:ea typeface="Arial"/>
                  <a:cs typeface="Arial"/>
                  <a:sym typeface="Arial"/>
                </a:rPr>
                <a:t>Low</a:t>
              </a:r>
              <a:endParaRPr lang="fr-FR" sz="600" b="1" i="0" u="none" strike="noStrike" cap="none" noProof="0">
                <a:solidFill>
                  <a:schemeClr val="dk2"/>
                </a:solidFill>
                <a:latin typeface="Arial"/>
                <a:ea typeface="Arial"/>
                <a:cs typeface="Arial"/>
                <a:sym typeface="Arial"/>
              </a:endParaRPr>
            </a:p>
          </p:txBody>
        </p:sp>
        <p:sp>
          <p:nvSpPr>
            <p:cNvPr id="43" name="Google Shape;956;p114">
              <a:extLst>
                <a:ext uri="{FF2B5EF4-FFF2-40B4-BE49-F238E27FC236}">
                  <a16:creationId xmlns:a16="http://schemas.microsoft.com/office/drawing/2014/main" id="{2CDDB662-679B-C32C-B9DF-C06D42ABA453}"/>
                </a:ext>
              </a:extLst>
            </p:cNvPr>
            <p:cNvSpPr txBox="1"/>
            <p:nvPr/>
          </p:nvSpPr>
          <p:spPr>
            <a:xfrm>
              <a:off x="1699317" y="3081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600" b="0" i="0" u="none" strike="noStrike" cap="none" noProof="0">
                  <a:solidFill>
                    <a:schemeClr val="dk2"/>
                  </a:solidFill>
                  <a:latin typeface="Arial"/>
                  <a:ea typeface="Arial"/>
                  <a:cs typeface="Arial"/>
                  <a:sym typeface="Arial"/>
                </a:rPr>
                <a:t>Medium</a:t>
              </a:r>
              <a:endParaRPr lang="fr-FR" sz="600" b="1" i="0" u="none" strike="noStrike" cap="none" noProof="0">
                <a:solidFill>
                  <a:schemeClr val="dk2"/>
                </a:solidFill>
                <a:latin typeface="Arial"/>
                <a:ea typeface="Arial"/>
                <a:cs typeface="Arial"/>
                <a:sym typeface="Arial"/>
              </a:endParaRPr>
            </a:p>
          </p:txBody>
        </p:sp>
        <p:sp>
          <p:nvSpPr>
            <p:cNvPr id="44" name="Google Shape;957;p114">
              <a:extLst>
                <a:ext uri="{FF2B5EF4-FFF2-40B4-BE49-F238E27FC236}">
                  <a16:creationId xmlns:a16="http://schemas.microsoft.com/office/drawing/2014/main" id="{4E89A4CF-65B8-1493-8B85-111F2A598B15}"/>
                </a:ext>
              </a:extLst>
            </p:cNvPr>
            <p:cNvSpPr txBox="1"/>
            <p:nvPr/>
          </p:nvSpPr>
          <p:spPr>
            <a:xfrm>
              <a:off x="2234586" y="3081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600" b="0" i="0" u="none" strike="noStrike" cap="none" noProof="0">
                  <a:solidFill>
                    <a:schemeClr val="dk2"/>
                  </a:solidFill>
                  <a:latin typeface="Arial"/>
                  <a:ea typeface="Arial"/>
                  <a:cs typeface="Arial"/>
                  <a:sym typeface="Arial"/>
                </a:rPr>
                <a:t>High</a:t>
              </a:r>
              <a:endParaRPr lang="fr-FR" sz="600" b="1" i="0" u="none" strike="noStrike" cap="none" noProof="0">
                <a:solidFill>
                  <a:schemeClr val="dk2"/>
                </a:solidFill>
                <a:latin typeface="Arial"/>
                <a:ea typeface="Arial"/>
                <a:cs typeface="Arial"/>
                <a:sym typeface="Arial"/>
              </a:endParaRPr>
            </a:p>
          </p:txBody>
        </p:sp>
      </p:grpSp>
      <p:sp>
        <p:nvSpPr>
          <p:cNvPr id="53" name="Footer Placeholder 1">
            <a:extLst>
              <a:ext uri="{FF2B5EF4-FFF2-40B4-BE49-F238E27FC236}">
                <a16:creationId xmlns:a16="http://schemas.microsoft.com/office/drawing/2014/main" id="{89B9D8E1-A056-2B6F-6F3D-989A38562F09}"/>
              </a:ext>
            </a:extLst>
          </p:cNvPr>
          <p:cNvSpPr>
            <a:spLocks noGrp="1"/>
          </p:cNvSpPr>
          <p:nvPr>
            <p:ph type="ftr" sz="quarter" idx="3"/>
          </p:nvPr>
        </p:nvSpPr>
        <p:spPr>
          <a:xfrm>
            <a:off x="800100" y="4873081"/>
            <a:ext cx="6611112" cy="121187"/>
          </a:xfrm>
        </p:spPr>
        <p:txBody>
          <a:bodyPr/>
          <a:lstStyle/>
          <a:p>
            <a:r>
              <a:rPr lang="fr-FR"/>
              <a:t>PwC | Direction des systemes d'information - Groupe Example Janvier 2026 - Mars 2026</a:t>
            </a:r>
            <a:endParaRPr lang="fr-FR" noProof="0" dirty="0"/>
          </a:p>
        </p:txBody>
      </p:sp>
      <p:sp>
        <p:nvSpPr>
          <p:cNvPr id="2" name="Google Shape;861;p107">
            <a:extLst>
              <a:ext uri="{FF2B5EF4-FFF2-40B4-BE49-F238E27FC236}">
                <a16:creationId xmlns:a16="http://schemas.microsoft.com/office/drawing/2014/main" id="{873E8C82-E282-C186-7BB8-9F5CF24908C2}"/>
              </a:ext>
            </a:extLst>
          </p:cNvPr>
          <p:cNvSpPr txBox="1"/>
          <p:nvPr/>
        </p:nvSpPr>
        <p:spPr>
          <a:xfrm>
            <a:off x="444399" y="11337"/>
            <a:ext cx="8719922" cy="269141"/>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fr-FR" sz="2600" i="0" u="none" strike="noStrike" cap="none" noProof="0">
                <a:solidFill>
                  <a:srgbClr val="000000"/>
                </a:solidFill>
                <a:latin typeface="Georgia"/>
                <a:ea typeface="Georgia"/>
                <a:cs typeface="Georgia"/>
                <a:sym typeface="Georgia"/>
              </a:rPr>
              <a:t>Les points relev?s en Janvier 2026 - Mars 2026</a:t>
            </a:r>
          </a:p>
        </p:txBody>
      </p:sp>
    </p:spTree>
    <p:extLst>
      <p:ext uri="{BB962C8B-B14F-4D97-AF65-F5344CB8AC3E}">
        <p14:creationId xmlns:p14="http://schemas.microsoft.com/office/powerpoint/2010/main" val="21297560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E8D4"/>
        </a:solidFill>
        <a:effectLst/>
      </p:bgPr>
    </p:bg>
    <p:spTree>
      <p:nvGrpSpPr>
        <p:cNvPr id="1" name="">
          <a:extLst>
            <a:ext uri="{FF2B5EF4-FFF2-40B4-BE49-F238E27FC236}">
              <a16:creationId xmlns:a16="http://schemas.microsoft.com/office/drawing/2014/main" id="{8B54722A-34EF-265A-0850-17ABB378F827}"/>
            </a:ext>
          </a:extLst>
        </p:cNvPr>
        <p:cNvGrpSpPr/>
        <p:nvPr/>
      </p:nvGrpSpPr>
      <p:grpSpPr>
        <a:xfrm>
          <a:off x="0" y="0"/>
          <a:ext cx="0" cy="0"/>
          <a:chOff x="0" y="0"/>
          <a:chExt cx="0" cy="0"/>
        </a:xfrm>
      </p:grpSpPr>
      <p:sp>
        <p:nvSpPr>
          <p:cNvPr id="41" name="Title 40">
            <a:extLst>
              <a:ext uri="{FF2B5EF4-FFF2-40B4-BE49-F238E27FC236}">
                <a16:creationId xmlns:a16="http://schemas.microsoft.com/office/drawing/2014/main" id="{F86AB607-7698-B74A-B727-54B38D7E3705}"/>
              </a:ext>
            </a:extLst>
          </p:cNvPr>
          <p:cNvSpPr>
            <a:spLocks noGrp="1"/>
          </p:cNvSpPr>
          <p:nvPr>
            <p:ph type="title"/>
          </p:nvPr>
        </p:nvSpPr>
        <p:spPr>
          <a:xfrm>
            <a:off x="510601" y="2334985"/>
            <a:ext cx="4234381" cy="1012954"/>
          </a:xfrm>
        </p:spPr>
        <p:txBody>
          <a:bodyPr/>
          <a:lstStyle/>
          <a:p>
            <a:br>
              <a:rPr lang="fr-FR" noProof="0"/>
            </a:br>
            <a:br>
              <a:rPr lang="fr-FR" noProof="0"/>
            </a:br>
            <a:r>
              <a:rPr lang="fr-FR" noProof="0"/>
              <a:t>Fin du rapport</a:t>
            </a:r>
            <a:br>
              <a:rPr lang="fr-FR" noProof="0"/>
            </a:br>
            <a:endParaRPr lang="fr-FR" noProof="0"/>
          </a:p>
        </p:txBody>
      </p:sp>
      <p:sp>
        <p:nvSpPr>
          <p:cNvPr id="2" name="Footer Placeholder 1">
            <a:extLst>
              <a:ext uri="{FF2B5EF4-FFF2-40B4-BE49-F238E27FC236}">
                <a16:creationId xmlns:a16="http://schemas.microsoft.com/office/drawing/2014/main" id="{9D0383CF-BEDC-8E17-AC8F-23DB13F7E767}"/>
              </a:ext>
            </a:extLst>
          </p:cNvPr>
          <p:cNvSpPr>
            <a:spLocks noGrp="1"/>
          </p:cNvSpPr>
          <p:nvPr>
            <p:ph type="ftr" sz="quarter" idx="3"/>
          </p:nvPr>
        </p:nvSpPr>
        <p:spPr>
          <a:xfrm>
            <a:off x="800100" y="4873081"/>
            <a:ext cx="6611112" cy="121187"/>
          </a:xfrm>
        </p:spPr>
        <p:txBody>
          <a:bodyPr/>
          <a:lstStyle/>
          <a:p>
            <a:r>
              <a:rPr lang="fr-FR"/>
              <a:t>PwC | Direction des systemes d'information - Groupe Example Janvier 2026 - Mars 2026</a:t>
            </a:r>
            <a:endParaRPr lang="fr-FR" noProof="0" dirty="0"/>
          </a:p>
        </p:txBody>
      </p:sp>
      <p:sp>
        <p:nvSpPr>
          <p:cNvPr id="3" name="Slide Number Placeholder 2">
            <a:extLst>
              <a:ext uri="{FF2B5EF4-FFF2-40B4-BE49-F238E27FC236}">
                <a16:creationId xmlns:a16="http://schemas.microsoft.com/office/drawing/2014/main" id="{06B9B953-7EDA-25A4-BCFA-BB7CF04E7F48}"/>
              </a:ext>
            </a:extLst>
          </p:cNvPr>
          <p:cNvSpPr>
            <a:spLocks noGrp="1"/>
          </p:cNvSpPr>
          <p:nvPr>
            <p:ph type="sldNum" sz="quarter" idx="4"/>
          </p:nvPr>
        </p:nvSpPr>
        <p:spPr>
          <a:xfrm>
            <a:off x="8627864" y="4876039"/>
            <a:ext cx="223657" cy="121187"/>
          </a:xfrm>
        </p:spPr>
        <p:txBody>
          <a:bodyPr/>
          <a:lstStyle/>
          <a:p>
            <a:r>
              <a:rPr lang="fr-FR" noProof="0"/>
              <a:t>16</a:t>
            </a:r>
          </a:p>
        </p:txBody>
      </p:sp>
      <p:sp>
        <p:nvSpPr>
          <p:cNvPr id="10" name="Text Placeholder 12">
            <a:extLst>
              <a:ext uri="{FF2B5EF4-FFF2-40B4-BE49-F238E27FC236}">
                <a16:creationId xmlns:a16="http://schemas.microsoft.com/office/drawing/2014/main" id="{CF95C683-2E06-B3C7-2BFC-47CAC9784AAD}"/>
              </a:ext>
            </a:extLst>
          </p:cNvPr>
          <p:cNvSpPr>
            <a:spLocks noGrp="1"/>
          </p:cNvSpPr>
          <p:nvPr>
            <p:ph type="body" idx="1"/>
          </p:nvPr>
        </p:nvSpPr>
        <p:spPr>
          <a:xfrm>
            <a:off x="6145368" y="432054"/>
            <a:ext cx="2596571" cy="3231654"/>
          </a:xfrm>
        </p:spPr>
        <p:txBody>
          <a:bodyPr/>
          <a:lstStyle/>
          <a:p>
            <a:r>
              <a:rPr lang="fr-FR" noProof="0"/>
              <a:t>4</a:t>
            </a:r>
          </a:p>
        </p:txBody>
      </p:sp>
    </p:spTree>
    <p:extLst>
      <p:ext uri="{BB962C8B-B14F-4D97-AF65-F5344CB8AC3E}">
        <p14:creationId xmlns:p14="http://schemas.microsoft.com/office/powerpoint/2010/main" val="18886069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LASTSLIDEVIEWED" val="286,1,Mai 2025"/>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SMARTSHAPETYPE" val="Table"/>
  <p:tag name="TABLEID" val="c044b689-16b8-4915-8d96-d8112e67f337"/>
</p:tagLst>
</file>

<file path=ppt/tags/tag4.xml><?xml version="1.0" encoding="utf-8"?>
<p:tagLst xmlns:a="http://schemas.openxmlformats.org/drawingml/2006/main" xmlns:r="http://schemas.openxmlformats.org/officeDocument/2006/relationships" xmlns:p="http://schemas.openxmlformats.org/presentationml/2006/main">
  <p:tag name="SMARTSHAPETYPE" val="Table"/>
  <p:tag name="TABLEID" val="a212afdb-cd7a-4666-80db-66fa7ccbc358"/>
</p:tagLst>
</file>

<file path=ppt/tags/tag5.xml><?xml version="1.0" encoding="utf-8"?>
<p:tagLst xmlns:a="http://schemas.openxmlformats.org/drawingml/2006/main" xmlns:r="http://schemas.openxmlformats.org/officeDocument/2006/relationships" xmlns:p="http://schemas.openxmlformats.org/presentationml/2006/main">
  <p:tag name="SMARTSHAPETYPE" val="Table"/>
  <p:tag name="TABLEID" val="a212afdb-cd7a-4666-80db-66fa7ccbc358"/>
</p:tagLst>
</file>

<file path=ppt/tags/tag6.xml><?xml version="1.0" encoding="utf-8"?>
<p:tagLst xmlns:a="http://schemas.openxmlformats.org/drawingml/2006/main" xmlns:r="http://schemas.openxmlformats.org/officeDocument/2006/relationships" xmlns:p="http://schemas.openxmlformats.org/presentationml/2006/main">
  <p:tag name="SMARTSHAPETYPE" val="Table"/>
  <p:tag name="TABLEID" val="8154cdb3-d5d3-4e69-9d89-7670060a356a"/>
</p:tagLst>
</file>

<file path=ppt/tags/tag7.xml><?xml version="1.0" encoding="utf-8"?>
<p:tagLst xmlns:a="http://schemas.openxmlformats.org/drawingml/2006/main" xmlns:r="http://schemas.openxmlformats.org/officeDocument/2006/relationships" xmlns:p="http://schemas.openxmlformats.org/presentationml/2006/main">
  <p:tag name="SMARTSHAPETYPE" val="Table"/>
  <p:tag name="TABLEID" val="8154cdb3-d5d3-4e69-9d89-7670060a356a"/>
</p:tagLst>
</file>

<file path=ppt/tags/tag8.xml><?xml version="1.0" encoding="utf-8"?>
<p:tagLst xmlns:a="http://schemas.openxmlformats.org/drawingml/2006/main" xmlns:r="http://schemas.openxmlformats.org/officeDocument/2006/relationships" xmlns:p="http://schemas.openxmlformats.org/presentationml/2006/main">
  <p:tag name="SMARTSHAPETYPE" val="Table"/>
  <p:tag name="TABLEID" val="8154cdb3-d5d3-4e69-9d89-7670060a356a"/>
</p:tagLst>
</file>

<file path=ppt/tags/tag9.xml><?xml version="1.0" encoding="utf-8"?>
<p:tagLst xmlns:a="http://schemas.openxmlformats.org/drawingml/2006/main" xmlns:r="http://schemas.openxmlformats.org/officeDocument/2006/relationships" xmlns:p="http://schemas.openxmlformats.org/presentationml/2006/main">
  <p:tag name="SMARTSHAPETYPE" val="Table"/>
  <p:tag name="TABLEID" val="8154cdb3-d5d3-4e69-9d89-7670060a356a"/>
</p:tagLst>
</file>

<file path=ppt/tags/tag10.xml><?xml version="1.0" encoding="utf-8"?>
<p:tagLst xmlns:a="http://schemas.openxmlformats.org/drawingml/2006/main" xmlns:r="http://schemas.openxmlformats.org/officeDocument/2006/relationships" xmlns:p="http://schemas.openxmlformats.org/presentationml/2006/main">
  <p:tag name="SMARTSHAPETYPE" val="Table"/>
  <p:tag name="TABLEID" val="8154cdb3-d5d3-4e69-9d89-7670060a356a"/>
</p:tagLst>
</file>

<file path=ppt/tags/tag11.xml><?xml version="1.0" encoding="utf-8"?>
<p:tagLst xmlns:a="http://schemas.openxmlformats.org/drawingml/2006/main" xmlns:r="http://schemas.openxmlformats.org/officeDocument/2006/relationships" xmlns:p="http://schemas.openxmlformats.org/presentationml/2006/main">
  <p:tag name="SMARTSHAPETYPE" val="Table"/>
  <p:tag name="TABLEID" val="8154cdb3-d5d3-4e69-9d89-7670060a356a"/>
</p:tagLst>
</file>

<file path=ppt/tags/tag12.xml><?xml version="1.0" encoding="utf-8"?>
<p:tagLst xmlns:a="http://schemas.openxmlformats.org/drawingml/2006/main" xmlns:r="http://schemas.openxmlformats.org/officeDocument/2006/relationships" xmlns:p="http://schemas.openxmlformats.org/presentationml/2006/main">
  <p:tag name="SMARTSHAPETYPE" val="Table"/>
  <p:tag name="TABLEID" val="8154cdb3-d5d3-4e69-9d89-7670060a356a"/>
</p:tagLst>
</file>

<file path=ppt/tags/tag13.xml><?xml version="1.0" encoding="utf-8"?>
<p:tagLst xmlns:a="http://schemas.openxmlformats.org/drawingml/2006/main" xmlns:r="http://schemas.openxmlformats.org/officeDocument/2006/relationships" xmlns:p="http://schemas.openxmlformats.org/presentationml/2006/main">
  <p:tag name="SMARTSHAPETYPE" val="Table"/>
  <p:tag name="TABLEID" val="8154cdb3-d5d3-4e69-9d89-7670060a356a"/>
</p:tagLst>
</file>

<file path=ppt/tags/tag14.xml><?xml version="1.0" encoding="utf-8"?>
<p:tagLst xmlns:a="http://schemas.openxmlformats.org/drawingml/2006/main" xmlns:r="http://schemas.openxmlformats.org/officeDocument/2006/relationships" xmlns:p="http://schemas.openxmlformats.org/presentationml/2006/main">
  <p:tag name="SMARTSHAPETYPE" val="Table"/>
  <p:tag name="TABLEID" val="8154cdb3-d5d3-4e69-9d89-7670060a356a"/>
</p:tagLst>
</file>

<file path=ppt/theme/theme1.xml><?xml version="1.0" encoding="utf-8"?>
<a:theme xmlns:a="http://schemas.openxmlformats.org/drawingml/2006/main" name="1_PwC">
  <a:themeElements>
    <a:clrScheme name="PwC Colors">
      <a:dk1>
        <a:srgbClr val="000000"/>
      </a:dk1>
      <a:lt1>
        <a:srgbClr val="FFFFFF"/>
      </a:lt1>
      <a:dk2>
        <a:srgbClr val="7D7D7D"/>
      </a:dk2>
      <a:lt2>
        <a:srgbClr val="DEDEDE"/>
      </a:lt2>
      <a:accent1>
        <a:srgbClr val="D04A02"/>
      </a:accent1>
      <a:accent2>
        <a:srgbClr val="FFB600"/>
      </a:accent2>
      <a:accent3>
        <a:srgbClr val="E0301E"/>
      </a:accent3>
      <a:accent4>
        <a:srgbClr val="EB8C00"/>
      </a:accent4>
      <a:accent5>
        <a:srgbClr val="D93954"/>
      </a:accent5>
      <a:accent6>
        <a:srgbClr val="464646"/>
      </a:accent6>
      <a:hlink>
        <a:srgbClr val="D04A02"/>
      </a:hlink>
      <a:folHlink>
        <a:srgbClr val="D9395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PwC Smart">
  <a:themeElements>
    <a:clrScheme name="PwC">
      <a:dk1>
        <a:srgbClr val="000000"/>
      </a:dk1>
      <a:lt1>
        <a:srgbClr val="FFFFFF"/>
      </a:lt1>
      <a:dk2>
        <a:srgbClr val="7D7D7D"/>
      </a:dk2>
      <a:lt2>
        <a:srgbClr val="DEDEDE"/>
      </a:lt2>
      <a:accent1>
        <a:srgbClr val="D04A02"/>
      </a:accent1>
      <a:accent2>
        <a:srgbClr val="FFB600"/>
      </a:accent2>
      <a:accent3>
        <a:srgbClr val="E0301E"/>
      </a:accent3>
      <a:accent4>
        <a:srgbClr val="EB8C00"/>
      </a:accent4>
      <a:accent5>
        <a:srgbClr val="DB536A"/>
      </a:accent5>
      <a:accent6>
        <a:srgbClr val="464646"/>
      </a:accent6>
      <a:hlink>
        <a:srgbClr val="D04A02"/>
      </a:hlink>
      <a:folHlink>
        <a:srgbClr val="DB536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2.xml><?xml version="1.0" encoding="utf-8"?>
<p:properties xmlns:p="http://schemas.microsoft.com/office/2006/metadata/properties" xmlns:xsi="http://www.w3.org/2001/XMLSchema-instance" xmlns:pc="http://schemas.microsoft.com/office/infopath/2007/PartnerControls">
  <documentManagement>
    <_activity xmlns="5a9f8ba1-a861-4a24-83bd-4005ac11411f"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ct:contentTypeSchema xmlns:ct="http://schemas.microsoft.com/office/2006/metadata/contentType" xmlns:ma="http://schemas.microsoft.com/office/2006/metadata/properties/metaAttributes" ct:_="" ma:_="" ma:contentTypeName="Document" ma:contentTypeID="0x0101003CB04E68AAEA50438F2687E242B459A6" ma:contentTypeVersion="15" ma:contentTypeDescription="Create a new document." ma:contentTypeScope="" ma:versionID="5452b29c6f12039eed28a02ef56060ff">
  <xsd:schema xmlns:xsd="http://www.w3.org/2001/XMLSchema" xmlns:xs="http://www.w3.org/2001/XMLSchema" xmlns:p="http://schemas.microsoft.com/office/2006/metadata/properties" xmlns:ns3="5a9f8ba1-a861-4a24-83bd-4005ac11411f" xmlns:ns4="3e5771bd-c484-46b7-a193-6245f74fe2a8" targetNamespace="http://schemas.microsoft.com/office/2006/metadata/properties" ma:root="true" ma:fieldsID="9c1a447aa8531d2ae456163da3fbf617" ns3:_="" ns4:_="">
    <xsd:import namespace="5a9f8ba1-a861-4a24-83bd-4005ac11411f"/>
    <xsd:import namespace="3e5771bd-c484-46b7-a193-6245f74fe2a8"/>
    <xsd:element name="properties">
      <xsd:complexType>
        <xsd:sequence>
          <xsd:element name="documentManagement">
            <xsd:complexType>
              <xsd:all>
                <xsd:element ref="ns3:_activity" minOccurs="0"/>
                <xsd:element ref="ns4:SharedWithUsers" minOccurs="0"/>
                <xsd:element ref="ns4:SharedWithDetails" minOccurs="0"/>
                <xsd:element ref="ns4:SharingHintHash" minOccurs="0"/>
                <xsd:element ref="ns3:MediaServiceMetadata" minOccurs="0"/>
                <xsd:element ref="ns3:MediaServiceFastMetadata" minOccurs="0"/>
                <xsd:element ref="ns3:MediaServiceObjectDetectorVersion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ServiceSystemTags" minOccurs="0"/>
                <xsd:element ref="ns3:MediaServiceSearchProperties" minOccurs="0"/>
                <xsd:element ref="ns4:_dlc_DocId" minOccurs="0"/>
                <xsd:element ref="ns4:_dlc_DocIdUrl" minOccurs="0"/>
                <xsd:element ref="ns4:_dlc_DocIdPersistId"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a9f8ba1-a861-4a24-83bd-4005ac11411f" elementFormDefault="qualified">
    <xsd:import namespace="http://schemas.microsoft.com/office/2006/documentManagement/types"/>
    <xsd:import namespace="http://schemas.microsoft.com/office/infopath/2007/PartnerControls"/>
    <xsd:element name="_activity" ma:index="8" nillable="true" ma:displayName="_activity" ma:hidden="true" ma:internalName="_activity">
      <xsd:simpleType>
        <xsd:restriction base="dms:Note"/>
      </xsd:simpleType>
    </xsd:element>
    <xsd:element name="MediaServiceMetadata" ma:index="12" nillable="true" ma:displayName="MediaServiceMetadata" ma:hidden="true" ma:internalName="MediaServiceMetadata" ma:readOnly="true">
      <xsd:simpleType>
        <xsd:restriction base="dms:Note"/>
      </xsd:simpleType>
    </xsd:element>
    <xsd:element name="MediaServiceFastMetadata" ma:index="13" nillable="true" ma:displayName="MediaServiceFastMetadata" ma:hidden="true" ma:internalName="MediaServiceFastMetadata" ma:readOnly="true">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DateTaken" ma:index="19" nillable="true" ma:displayName="MediaServiceDateTaken" ma:hidden="true" ma:indexed="true" ma:internalName="MediaServiceDateTaken" ma:readOnly="true">
      <xsd:simpleType>
        <xsd:restriction base="dms:Text"/>
      </xsd:simpleType>
    </xsd:element>
    <xsd:element name="MediaServiceSystemTags" ma:index="20" nillable="true" ma:displayName="MediaServiceSystemTags" ma:hidden="true" ma:internalName="MediaServiceSystemTags" ma:readOnly="true">
      <xsd:simpleType>
        <xsd:restriction base="dms:Note"/>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LengthInSeconds" ma:index="25"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3e5771bd-c484-46b7-a193-6245f74fe2a8" elementFormDefault="qualified">
    <xsd:import namespace="http://schemas.microsoft.com/office/2006/documentManagement/types"/>
    <xsd:import namespace="http://schemas.microsoft.com/office/infopath/2007/PartnerControls"/>
    <xsd:element name="SharedWithUsers" ma:index="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0" nillable="true" ma:displayName="Shared With Details" ma:internalName="SharedWithDetails" ma:readOnly="true">
      <xsd:simpleType>
        <xsd:restriction base="dms:Note">
          <xsd:maxLength value="255"/>
        </xsd:restriction>
      </xsd:simpleType>
    </xsd:element>
    <xsd:element name="SharingHintHash" ma:index="11" nillable="true" ma:displayName="Sharing Hint Hash" ma:hidden="true" ma:internalName="SharingHintHash" ma:readOnly="true">
      <xsd:simpleType>
        <xsd:restriction base="dms:Text"/>
      </xsd:simpleType>
    </xsd:element>
    <xsd:element name="_dlc_DocId" ma:index="22" nillable="true" ma:displayName="Document ID Value" ma:description="The value of the document ID assigned to this item." ma:indexed="true" ma:internalName="_dlc_DocId" ma:readOnly="true">
      <xsd:simpleType>
        <xsd:restriction base="dms:Text"/>
      </xsd:simpleType>
    </xsd:element>
    <xsd:element name="_dlc_DocIdUrl" ma:index="23"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24" nillable="true" ma:displayName="Persist ID" ma:description="Keep ID on add." ma:hidden="true" ma:internalName="_dlc_DocIdPersistId" ma:readOnly="tru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D58AB86-E648-4BAB-8549-9872F0703769}">
  <ds:schemaRefs>
    <ds:schemaRef ds:uri="http://schemas.microsoft.com/sharepoint/events"/>
  </ds:schemaRefs>
</ds:datastoreItem>
</file>

<file path=customXml/itemProps2.xml><?xml version="1.0" encoding="utf-8"?>
<ds:datastoreItem xmlns:ds="http://schemas.openxmlformats.org/officeDocument/2006/customXml" ds:itemID="{040F275D-4AE7-4059-85D8-E2495FE005D2}">
  <ds:schemaRefs>
    <ds:schemaRef ds:uri="http://schemas.microsoft.com/office/2006/metadata/properties"/>
    <ds:schemaRef ds:uri="http://purl.org/dc/terms/"/>
    <ds:schemaRef ds:uri="http://www.w3.org/XML/1998/namespace"/>
    <ds:schemaRef ds:uri="5a9f8ba1-a861-4a24-83bd-4005ac11411f"/>
    <ds:schemaRef ds:uri="http://purl.org/dc/elements/1.1/"/>
    <ds:schemaRef ds:uri="http://purl.org/dc/dcmitype/"/>
    <ds:schemaRef ds:uri="http://schemas.microsoft.com/office/2006/documentManagement/types"/>
    <ds:schemaRef ds:uri="http://schemas.microsoft.com/office/infopath/2007/PartnerControls"/>
    <ds:schemaRef ds:uri="http://schemas.openxmlformats.org/package/2006/metadata/core-properties"/>
    <ds:schemaRef ds:uri="3e5771bd-c484-46b7-a193-6245f74fe2a8"/>
  </ds:schemaRefs>
</ds:datastoreItem>
</file>

<file path=customXml/itemProps3.xml><?xml version="1.0" encoding="utf-8"?>
<ds:datastoreItem xmlns:ds="http://schemas.openxmlformats.org/officeDocument/2006/customXml" ds:itemID="{81417216-8001-49C3-AE70-32D9AD8F582C}">
  <ds:schemaRefs>
    <ds:schemaRef ds:uri="http://schemas.microsoft.com/sharepoint/v3/contenttype/forms"/>
  </ds:schemaRefs>
</ds:datastoreItem>
</file>

<file path=customXml/itemProps4.xml><?xml version="1.0" encoding="utf-8"?>
<ds:datastoreItem xmlns:ds="http://schemas.openxmlformats.org/officeDocument/2006/customXml" ds:itemID="{12D252D9-4049-48C1-9F4B-EEE47F2724F9}">
  <ds:schemaRefs>
    <ds:schemaRef ds:uri="3e5771bd-c484-46b7-a193-6245f74fe2a8"/>
    <ds:schemaRef ds:uri="5a9f8ba1-a861-4a24-83bd-4005ac11411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30</TotalTime>
  <Words>2898</Words>
  <Application>Microsoft Office PowerPoint</Application>
  <PresentationFormat>Affichage à l'écran (16:9)</PresentationFormat>
  <Paragraphs>405</Paragraphs>
  <Slides>24</Slides>
  <Notes>1</Notes>
  <HiddenSlides>0</HiddenSlides>
  <MMClips>0</MMClips>
  <ScaleCrop>false</ScaleCrop>
  <HeadingPairs>
    <vt:vector size="8" baseType="variant">
      <vt:variant>
        <vt:lpstr>Polices utilisées</vt:lpstr>
      </vt:variant>
      <vt:variant>
        <vt:i4>8</vt:i4>
      </vt:variant>
      <vt:variant>
        <vt:lpstr>Thème</vt:lpstr>
      </vt:variant>
      <vt:variant>
        <vt:i4>2</vt:i4>
      </vt:variant>
      <vt:variant>
        <vt:lpstr>Serveurs OLE incorporés</vt:lpstr>
      </vt:variant>
      <vt:variant>
        <vt:i4>1</vt:i4>
      </vt:variant>
      <vt:variant>
        <vt:lpstr>Titres des diapositives</vt:lpstr>
      </vt:variant>
      <vt:variant>
        <vt:i4>24</vt:i4>
      </vt:variant>
    </vt:vector>
  </HeadingPairs>
  <TitlesOfParts>
    <vt:vector size="35" baseType="lpstr">
      <vt:lpstr>Wingdings</vt:lpstr>
      <vt:lpstr>Georgia</vt:lpstr>
      <vt:lpstr>Arial (Corps)</vt:lpstr>
      <vt:lpstr>Noto Sans Symbols</vt:lpstr>
      <vt:lpstr>Helvetica Neue</vt:lpstr>
      <vt:lpstr>Arial</vt:lpstr>
      <vt:lpstr>Helvetica Neue Light</vt:lpstr>
      <vt:lpstr>Times New Roman</vt:lpstr>
      <vt:lpstr>1_PwC</vt:lpstr>
      <vt:lpstr>1_PwC Smart</vt:lpstr>
      <vt:lpstr>Diapositive think-cell</vt:lpstr>
      <vt:lpstr>Direction des systemes d'information - Groupe Example  Audit ITGC - Revue des controles generaux informatiques</vt:lpstr>
      <vt:lpstr>  Sommaire </vt:lpstr>
      <vt:lpstr>  Introduction </vt:lpstr>
      <vt:lpstr>Présentation PowerPoint</vt:lpstr>
      <vt:lpstr>Présentation PowerPoint</vt:lpstr>
      <vt:lpstr>Présentation PowerPoint</vt:lpstr>
      <vt:lpstr>Présentation PowerPoint</vt:lpstr>
      <vt:lpstr>Approche des travaux d’audit informatique </vt:lpstr>
      <vt:lpstr>Présentation PowerPoint</vt:lpstr>
      <vt:lpstr>Présentation PowerPoint</vt:lpstr>
      <vt:lpstr>Présentation PowerPoint</vt:lpstr>
      <vt:lpstr>Présentation PowerPoint</vt:lpstr>
      <vt:lpstr>Présentation PowerPoint</vt:lpstr>
      <vt:lpstr>Points relev?s au cours de l?exercice Janvier 2026 - Mars 2026</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  Fin du rapport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STIAL  Rapports de revue de contrôles généraux informatiques FY22</dc:title>
  <dc:creator>Emna Behi</dc:creator>
  <cp:lastModifiedBy>Ahlem BOUCHAHOUA</cp:lastModifiedBy>
  <cp:revision>5</cp:revision>
  <dcterms:modified xsi:type="dcterms:W3CDTF">2026-04-07T10:59:21Z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0x0101003CB04E68AAEA50438F2687E242B459A6</vt:lpwstr>
  </property>
</Properties>
</file>