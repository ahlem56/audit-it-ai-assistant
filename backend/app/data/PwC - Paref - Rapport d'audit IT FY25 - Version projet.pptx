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2.xml" ContentType="application/vnd.openxmlformats-officedocument.theme+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4"/>
    <p:sldMasterId id="2147483701" r:id="rId5"/>
    <p:sldMasterId id="2147483771" r:id="rId6"/>
  </p:sldMasterIdLst>
  <p:notesMasterIdLst>
    <p:notesMasterId r:id="rId30"/>
  </p:notesMasterIdLst>
  <p:handoutMasterIdLst>
    <p:handoutMasterId r:id="rId31"/>
  </p:handoutMasterIdLst>
  <p:sldIdLst>
    <p:sldId id="286" r:id="rId7"/>
    <p:sldId id="2147471704" r:id="rId8"/>
    <p:sldId id="2147471700" r:id="rId9"/>
    <p:sldId id="258" r:id="rId10"/>
    <p:sldId id="2147471720" r:id="rId11"/>
    <p:sldId id="260" r:id="rId12"/>
    <p:sldId id="486" r:id="rId13"/>
    <p:sldId id="2147471724" r:id="rId14"/>
    <p:sldId id="2147471725" r:id="rId15"/>
    <p:sldId id="2147471727" r:id="rId16"/>
    <p:sldId id="2147471706" r:id="rId17"/>
    <p:sldId id="2147471722" r:id="rId18"/>
    <p:sldId id="490" r:id="rId19"/>
    <p:sldId id="485" r:id="rId20"/>
    <p:sldId id="472" r:id="rId21"/>
    <p:sldId id="477" r:id="rId22"/>
    <p:sldId id="2147471723" r:id="rId23"/>
    <p:sldId id="476" r:id="rId24"/>
    <p:sldId id="2147471726" r:id="rId25"/>
    <p:sldId id="435" r:id="rId26"/>
    <p:sldId id="436" r:id="rId27"/>
    <p:sldId id="275" r:id="rId28"/>
    <p:sldId id="2147471719" r:id="rId29"/>
  </p:sldIdLst>
  <p:sldSz cx="12192000" cy="6858000"/>
  <p:notesSz cx="6858000" cy="9144000"/>
  <p:embeddedFontLst>
    <p:embeddedFont>
      <p:font typeface="Georgia" panose="02040502050405020303" pitchFamily="18"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7" roundtripDataSignature="AMtx7miahl/RW1WbqA5aYpuxsdc3oZPLe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6C2826-1314-15DB-21DC-1519E42CAD95}" name="Karine Pariente (FR)" initials="K(" userId="S::karine.pariente@pwc.com::96be518a-1b9f-47dd-b25a-f6a37168b013" providerId="AD"/>
  <p188:author id="{BFBF5C35-7B47-C4B8-F8C6-B50CE9A9DFEF}" name="Florian ALAVOINE (FR)" initials="" userId="S::florian.alavoine@pwc.com::69910a6a-95a6-4fe5-8135-1bb5effa8643" providerId="AD"/>
  <p188:author id="{D2ECED35-19F3-796D-F514-31FC0B0790C3}" name="Manal Amajoud (FR)" initials="MA" userId="S::manal.amajoud@pwc.com::0abc0d52-79d9-488e-9cef-ce3df11b665f" providerId="AD"/>
  <p188:author id="{1E84CD55-2BF1-4346-94FE-2740E1764A44}" name="Ibrahime MIR (FR)" initials="" userId="S::ibrahime.mir@pwc.com::dee54c7f-cdce-466e-81c6-41faa7159c1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E5CD"/>
    <a:srgbClr val="F3F3F3"/>
    <a:srgbClr val="FC5207"/>
    <a:srgbClr val="FFDCA9"/>
    <a:srgbClr val="D9EAD3"/>
    <a:srgbClr val="812701"/>
    <a:srgbClr val="C23B02"/>
    <a:srgbClr val="FD5108"/>
    <a:srgbClr val="FE976B"/>
    <a:srgbClr val="FEB9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CC0866-A67C-4D6F-973E-F089D3738E45}" v="4" dt="2026-02-12T14:52:14.032"/>
    <p1510:client id="{9CE4C784-5D36-4C67-8024-BC95B8F87E56}" v="1" dt="2026-02-12T17:13:27.518"/>
  </p1510:revLst>
</p1510:revInfo>
</file>

<file path=ppt/tableStyles.xml><?xml version="1.0" encoding="utf-8"?>
<a:tblStyleLst xmlns:a="http://schemas.openxmlformats.org/drawingml/2006/main" def="{BCA26070-A6FD-491B-A40F-290A29227928}">
  <a:tblStyle styleId="{BCA26070-A6FD-491B-A40F-290A29227928}"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6E8E6"/>
          </a:solidFill>
        </a:fill>
      </a:tcStyle>
    </a:wholeTbl>
    <a:band1H>
      <a:tcTxStyle b="off" i="off"/>
      <a:tcStyle>
        <a:tcBdr/>
        <a:fill>
          <a:solidFill>
            <a:srgbClr val="EECECA"/>
          </a:solidFill>
        </a:fill>
      </a:tcStyle>
    </a:band1H>
    <a:band2H>
      <a:tcTxStyle b="off" i="off"/>
      <a:tcStyle>
        <a:tcBdr/>
      </a:tcStyle>
    </a:band2H>
    <a:band1V>
      <a:tcTxStyle b="off" i="off"/>
      <a:tcStyle>
        <a:tcBdr/>
        <a:fill>
          <a:solidFill>
            <a:srgbClr val="EECECA"/>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404915B7-6F05-4F90-B894-6B92D74807AE}"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594"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117" Type="http://customschemas.google.com/relationships/presentationmetadata" Target="metadata"/><Relationship Id="rId21" Type="http://schemas.openxmlformats.org/officeDocument/2006/relationships/slide" Target="slides/slide15.xml"/><Relationship Id="rId34" Type="http://schemas.openxmlformats.org/officeDocument/2006/relationships/font" Target="fonts/font3.fntdata"/><Relationship Id="rId120"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1.fntdata"/><Relationship Id="rId123"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19"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handoutMaster" Target="handoutMasters/handoutMaster1.xml"/><Relationship Id="rId12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font" Target="fonts/font4.fntdata"/><Relationship Id="rId118" Type="http://schemas.openxmlformats.org/officeDocument/2006/relationships/presProps" Target="presProps.xml"/><Relationship Id="rId8" Type="http://schemas.openxmlformats.org/officeDocument/2006/relationships/slide" Target="slides/slide2.xml"/><Relationship Id="rId12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37DD778F-1EFA-22DB-6B4D-F102EA7EB65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E787BCE0-D264-59AE-E9CA-542161F750B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B24175-12DC-4D5D-85EC-69533958B3E7}" type="datetimeFigureOut">
              <a:rPr lang="fr-FR" smtClean="0"/>
              <a:t>13/02/2026</a:t>
            </a:fld>
            <a:endParaRPr lang="fr-FR"/>
          </a:p>
        </p:txBody>
      </p:sp>
      <p:sp>
        <p:nvSpPr>
          <p:cNvPr id="4" name="Espace réservé du pied de page 3">
            <a:extLst>
              <a:ext uri="{FF2B5EF4-FFF2-40B4-BE49-F238E27FC236}">
                <a16:creationId xmlns:a16="http://schemas.microsoft.com/office/drawing/2014/main" id="{84223B7A-AF26-9490-6EF6-414ED0A806F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E3C7A96E-241A-B66E-460D-060D319ADA5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42035DE-F29E-4A08-9703-0FCC764F5F7C}" type="slidenum">
              <a:rPr lang="fr-FR" smtClean="0"/>
              <a:t>‹N°›</a:t>
            </a:fld>
            <a:endParaRPr lang="fr-FR"/>
          </a:p>
        </p:txBody>
      </p:sp>
    </p:spTree>
    <p:extLst>
      <p:ext uri="{BB962C8B-B14F-4D97-AF65-F5344CB8AC3E}">
        <p14:creationId xmlns:p14="http://schemas.microsoft.com/office/powerpoint/2010/main" val="125813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Arial"/>
                <a:ea typeface="Arial"/>
                <a:cs typeface="Arial"/>
                <a:sym typeface="Arial"/>
              </a:rPr>
              <a:t>‹N°›</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D4512-E5DC-332F-D73E-1B61C3B483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AA216-88DE-C514-1749-75112F117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5FA63B-A51D-1EC1-B959-1C2A213D23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7B2DAE8-07D5-5DA7-A84E-7DEBA37DF05D}"/>
              </a:ext>
            </a:extLst>
          </p:cNvPr>
          <p:cNvSpPr>
            <a:spLocks noGrp="1"/>
          </p:cNvSpPr>
          <p:nvPr>
            <p:ph type="sldNum" sz="quarter" idx="5"/>
          </p:nvPr>
        </p:nvSpPr>
        <p:spPr/>
        <p:txBody>
          <a:bodyPr/>
          <a:lstStyle/>
          <a:p>
            <a:fld id="{8338F507-FFAD-4585-99E0-9DC17883AD4F}" type="slidenum">
              <a:rPr lang="en-US" smtClean="0"/>
              <a:t>2</a:t>
            </a:fld>
            <a:endParaRPr lang="en-US"/>
          </a:p>
        </p:txBody>
      </p:sp>
    </p:spTree>
    <p:extLst>
      <p:ext uri="{BB962C8B-B14F-4D97-AF65-F5344CB8AC3E}">
        <p14:creationId xmlns:p14="http://schemas.microsoft.com/office/powerpoint/2010/main" val="3095414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3:notes"/>
          <p:cNvSpPr txBox="1">
            <a:spLocks noGrp="1"/>
          </p:cNvSpPr>
          <p:nvPr>
            <p:ph type="body" idx="1"/>
          </p:nvPr>
        </p:nvSpPr>
        <p:spPr>
          <a:xfrm>
            <a:off x="679768" y="4777195"/>
            <a:ext cx="543814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5" name="Google Shape;475;p3:notes"/>
          <p:cNvSpPr>
            <a:spLocks noGrp="1" noRot="1" noChangeAspect="1"/>
          </p:cNvSpPr>
          <p:nvPr>
            <p:ph type="sldImg" idx="2"/>
          </p:nvPr>
        </p:nvSpPr>
        <p:spPr>
          <a:xfrm>
            <a:off x="420688" y="1241425"/>
            <a:ext cx="59563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5:notes"/>
          <p:cNvSpPr txBox="1">
            <a:spLocks noGrp="1"/>
          </p:cNvSpPr>
          <p:nvPr>
            <p:ph type="body" idx="1"/>
          </p:nvPr>
        </p:nvSpPr>
        <p:spPr>
          <a:xfrm>
            <a:off x="679768" y="4777195"/>
            <a:ext cx="543814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8" name="Google Shape;488;p5:notes"/>
          <p:cNvSpPr>
            <a:spLocks noGrp="1" noRot="1" noChangeAspect="1"/>
          </p:cNvSpPr>
          <p:nvPr>
            <p:ph type="sldImg" idx="2"/>
          </p:nvPr>
        </p:nvSpPr>
        <p:spPr>
          <a:xfrm>
            <a:off x="420688" y="1241425"/>
            <a:ext cx="59563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Arial"/>
                <a:ea typeface="Arial"/>
                <a:cs typeface="Arial"/>
                <a:sym typeface="Arial"/>
              </a:rPr>
              <a:t>7</a:t>
            </a:fld>
            <a:endParaRPr lang="fr-F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98872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05a9db6301_0_14:notes"/>
          <p:cNvSpPr txBox="1">
            <a:spLocks noGrp="1"/>
          </p:cNvSpPr>
          <p:nvPr>
            <p:ph type="body" idx="1"/>
          </p:nvPr>
        </p:nvSpPr>
        <p:spPr>
          <a:xfrm>
            <a:off x="679768" y="4777194"/>
            <a:ext cx="5438100" cy="3908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g205a9db6301_0_1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395757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a:extLst>
            <a:ext uri="{FF2B5EF4-FFF2-40B4-BE49-F238E27FC236}">
              <a16:creationId xmlns:a16="http://schemas.microsoft.com/office/drawing/2014/main" id="{6ACB220D-59DB-CBE8-D175-813DCA4167BF}"/>
            </a:ext>
          </a:extLst>
        </p:cNvPr>
        <p:cNvGrpSpPr/>
        <p:nvPr/>
      </p:nvGrpSpPr>
      <p:grpSpPr>
        <a:xfrm>
          <a:off x="0" y="0"/>
          <a:ext cx="0" cy="0"/>
          <a:chOff x="0" y="0"/>
          <a:chExt cx="0" cy="0"/>
        </a:xfrm>
      </p:grpSpPr>
      <p:sp>
        <p:nvSpPr>
          <p:cNvPr id="507" name="Google Shape;507;g1dcb84a6533_0_41:notes">
            <a:extLst>
              <a:ext uri="{FF2B5EF4-FFF2-40B4-BE49-F238E27FC236}">
                <a16:creationId xmlns:a16="http://schemas.microsoft.com/office/drawing/2014/main" id="{887BDA94-4A13-DE25-9696-730EA7078B12}"/>
              </a:ext>
            </a:extLst>
          </p:cNvPr>
          <p:cNvSpPr txBox="1">
            <a:spLocks noGrp="1"/>
          </p:cNvSpPr>
          <p:nvPr>
            <p:ph type="body" idx="1"/>
          </p:nvPr>
        </p:nvSpPr>
        <p:spPr>
          <a:xfrm>
            <a:off x="679450" y="4779486"/>
            <a:ext cx="5435700" cy="3910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8" name="Google Shape;508;g1dcb84a6533_0_41:notes">
            <a:extLst>
              <a:ext uri="{FF2B5EF4-FFF2-40B4-BE49-F238E27FC236}">
                <a16:creationId xmlns:a16="http://schemas.microsoft.com/office/drawing/2014/main" id="{7016146D-2FDD-B5F1-280D-127E165CA3AC}"/>
              </a:ext>
            </a:extLst>
          </p:cNvPr>
          <p:cNvSpPr>
            <a:spLocks noGrp="1" noRot="1" noChangeAspect="1"/>
          </p:cNvSpPr>
          <p:nvPr>
            <p:ph type="sldImg" idx="2"/>
          </p:nvPr>
        </p:nvSpPr>
        <p:spPr>
          <a:xfrm>
            <a:off x="419100" y="1241425"/>
            <a:ext cx="5956300"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03734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a:extLst>
            <a:ext uri="{FF2B5EF4-FFF2-40B4-BE49-F238E27FC236}">
              <a16:creationId xmlns:a16="http://schemas.microsoft.com/office/drawing/2014/main" id="{D35741E7-2080-1F0F-E639-6BCDA2DCFF9F}"/>
            </a:ext>
          </a:extLst>
        </p:cNvPr>
        <p:cNvGrpSpPr/>
        <p:nvPr/>
      </p:nvGrpSpPr>
      <p:grpSpPr>
        <a:xfrm>
          <a:off x="0" y="0"/>
          <a:ext cx="0" cy="0"/>
          <a:chOff x="0" y="0"/>
          <a:chExt cx="0" cy="0"/>
        </a:xfrm>
      </p:grpSpPr>
      <p:sp>
        <p:nvSpPr>
          <p:cNvPr id="507" name="Google Shape;507;g1dcb84a6533_0_41:notes">
            <a:extLst>
              <a:ext uri="{FF2B5EF4-FFF2-40B4-BE49-F238E27FC236}">
                <a16:creationId xmlns:a16="http://schemas.microsoft.com/office/drawing/2014/main" id="{3F369393-F99E-BA78-25F8-768A046FDA94}"/>
              </a:ext>
            </a:extLst>
          </p:cNvPr>
          <p:cNvSpPr txBox="1">
            <a:spLocks noGrp="1"/>
          </p:cNvSpPr>
          <p:nvPr>
            <p:ph type="body" idx="1"/>
          </p:nvPr>
        </p:nvSpPr>
        <p:spPr>
          <a:xfrm>
            <a:off x="679450" y="4779486"/>
            <a:ext cx="5435700" cy="3910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8" name="Google Shape;508;g1dcb84a6533_0_41:notes">
            <a:extLst>
              <a:ext uri="{FF2B5EF4-FFF2-40B4-BE49-F238E27FC236}">
                <a16:creationId xmlns:a16="http://schemas.microsoft.com/office/drawing/2014/main" id="{99797744-257A-8DE3-44FE-99AADA67B443}"/>
              </a:ext>
            </a:extLst>
          </p:cNvPr>
          <p:cNvSpPr>
            <a:spLocks noGrp="1" noRot="1" noChangeAspect="1"/>
          </p:cNvSpPr>
          <p:nvPr>
            <p:ph type="sldImg" idx="2"/>
          </p:nvPr>
        </p:nvSpPr>
        <p:spPr>
          <a:xfrm>
            <a:off x="419100" y="1241425"/>
            <a:ext cx="5956300" cy="33512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4990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Arial"/>
                <a:ea typeface="Arial"/>
                <a:cs typeface="Arial"/>
                <a:sym typeface="Arial"/>
              </a:rPr>
              <a:t>18</a:t>
            </a:fld>
            <a:endParaRPr lang="fr-F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06910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24:notes"/>
          <p:cNvSpPr txBox="1">
            <a:spLocks noGrp="1"/>
          </p:cNvSpPr>
          <p:nvPr>
            <p:ph type="body" idx="1"/>
          </p:nvPr>
        </p:nvSpPr>
        <p:spPr>
          <a:xfrm>
            <a:off x="679768" y="4777195"/>
            <a:ext cx="543814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8" name="Google Shape;598;p24:notes"/>
          <p:cNvSpPr>
            <a:spLocks noGrp="1" noRot="1" noChangeAspect="1"/>
          </p:cNvSpPr>
          <p:nvPr>
            <p:ph type="sldImg" idx="2"/>
          </p:nvPr>
        </p:nvSpPr>
        <p:spPr>
          <a:xfrm>
            <a:off x="420688" y="1241425"/>
            <a:ext cx="59563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8AABB-0D7D-90F6-BC9C-F948CEB7C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C28C5F-0F62-C1DC-680D-429CA8954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CDE9ED-77AC-A938-8BE7-DFA6F214DD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9525D6-2A7C-91D3-F74D-65C3FCFA0C49}"/>
              </a:ext>
            </a:extLst>
          </p:cNvPr>
          <p:cNvSpPr>
            <a:spLocks noGrp="1"/>
          </p:cNvSpPr>
          <p:nvPr>
            <p:ph type="sldNum" sz="quarter" idx="5"/>
          </p:nvPr>
        </p:nvSpPr>
        <p:spPr/>
        <p:txBody>
          <a:bodyPr/>
          <a:lstStyle/>
          <a:p>
            <a:fld id="{8338F507-FFAD-4585-99E0-9DC17883AD4F}" type="slidenum">
              <a:rPr lang="en-US" smtClean="0"/>
              <a:t>23</a:t>
            </a:fld>
            <a:endParaRPr lang="en-US"/>
          </a:p>
        </p:txBody>
      </p:sp>
    </p:spTree>
    <p:extLst>
      <p:ext uri="{BB962C8B-B14F-4D97-AF65-F5344CB8AC3E}">
        <p14:creationId xmlns:p14="http://schemas.microsoft.com/office/powerpoint/2010/main" val="40733118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1">
  <p:cSld name="Title Slide 1">
    <p:spTree>
      <p:nvGrpSpPr>
        <p:cNvPr id="1" name="Shape 29"/>
        <p:cNvGrpSpPr/>
        <p:nvPr/>
      </p:nvGrpSpPr>
      <p:grpSpPr>
        <a:xfrm>
          <a:off x="0" y="0"/>
          <a:ext cx="0" cy="0"/>
          <a:chOff x="0" y="0"/>
          <a:chExt cx="0" cy="0"/>
        </a:xfrm>
      </p:grpSpPr>
      <p:sp>
        <p:nvSpPr>
          <p:cNvPr id="30" name="Google Shape;30;p12"/>
          <p:cNvSpPr/>
          <p:nvPr/>
        </p:nvSpPr>
        <p:spPr>
          <a:xfrm>
            <a:off x="0" y="0"/>
            <a:ext cx="8096250" cy="3429000"/>
          </a:xfrm>
          <a:prstGeom prst="rect">
            <a:avLst/>
          </a:prstGeom>
          <a:solidFill>
            <a:srgbClr val="464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 name="Google Shape;31;p12"/>
          <p:cNvSpPr/>
          <p:nvPr/>
        </p:nvSpPr>
        <p:spPr>
          <a:xfrm>
            <a:off x="0" y="3429000"/>
            <a:ext cx="8096250" cy="1143000"/>
          </a:xfrm>
          <a:prstGeom prst="rect">
            <a:avLst/>
          </a:pr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 name="Google Shape;32;p12"/>
          <p:cNvSpPr/>
          <p:nvPr/>
        </p:nvSpPr>
        <p:spPr>
          <a:xfrm>
            <a:off x="8096250" y="0"/>
            <a:ext cx="4095750" cy="3429000"/>
          </a:xfrm>
          <a:prstGeom prst="rect">
            <a:avLst/>
          </a:prstGeom>
          <a:solidFill>
            <a:srgbClr val="EB8C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 name="Google Shape;33;p12"/>
          <p:cNvSpPr txBox="1">
            <a:spLocks noGrp="1"/>
          </p:cNvSpPr>
          <p:nvPr>
            <p:ph type="ctrTitle"/>
          </p:nvPr>
        </p:nvSpPr>
        <p:spPr>
          <a:xfrm>
            <a:off x="442912" y="428625"/>
            <a:ext cx="7418388" cy="2428874"/>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6000"/>
              <a:buFont typeface="Georgia"/>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2"/>
          <p:cNvSpPr txBox="1">
            <a:spLocks noGrp="1"/>
          </p:cNvSpPr>
          <p:nvPr>
            <p:ph type="subTitle" idx="1"/>
          </p:nvPr>
        </p:nvSpPr>
        <p:spPr>
          <a:xfrm>
            <a:off x="442914" y="3749040"/>
            <a:ext cx="5473700"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600"/>
              <a:buNone/>
              <a:defRPr sz="1600" b="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a:endParaRPr/>
          </a:p>
        </p:txBody>
      </p:sp>
      <p:pic>
        <p:nvPicPr>
          <p:cNvPr id="35" name="Google Shape;35;p12"/>
          <p:cNvPicPr preferRelativeResize="0"/>
          <p:nvPr/>
        </p:nvPicPr>
        <p:blipFill rotWithShape="1">
          <a:blip r:embed="rId2">
            <a:alphaModFix/>
          </a:blip>
          <a:srcRect/>
          <a:stretch/>
        </p:blipFill>
        <p:spPr>
          <a:xfrm>
            <a:off x="185139" y="5330952"/>
            <a:ext cx="1636776" cy="135118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Full Content - Subtitle">
  <p:cSld name="Title and Full Content - Subtitle">
    <p:spTree>
      <p:nvGrpSpPr>
        <p:cNvPr id="1" name="Shape 42"/>
        <p:cNvGrpSpPr/>
        <p:nvPr/>
      </p:nvGrpSpPr>
      <p:grpSpPr>
        <a:xfrm>
          <a:off x="0" y="0"/>
          <a:ext cx="0" cy="0"/>
          <a:chOff x="0" y="0"/>
          <a:chExt cx="0" cy="0"/>
        </a:xfrm>
      </p:grpSpPr>
      <p:sp>
        <p:nvSpPr>
          <p:cNvPr id="43" name="Google Shape;43;p14"/>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4"/>
          <p:cNvSpPr txBox="1">
            <a:spLocks noGrp="1"/>
          </p:cNvSpPr>
          <p:nvPr>
            <p:ph type="subTitle" idx="1"/>
          </p:nvPr>
        </p:nvSpPr>
        <p:spPr>
          <a:xfrm>
            <a:off x="442912" y="933433"/>
            <a:ext cx="11306176" cy="885842"/>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400"/>
              <a:buNone/>
              <a:defRPr sz="2400" b="0">
                <a:solidFill>
                  <a:schemeClr val="dk1"/>
                </a:solidFill>
              </a:defRPr>
            </a:lvl1pPr>
            <a:lvl2pPr lvl="1" algn="l">
              <a:lnSpc>
                <a:spcPct val="85000"/>
              </a:lnSpc>
              <a:spcBef>
                <a:spcPts val="0"/>
              </a:spcBef>
              <a:spcAft>
                <a:spcPts val="0"/>
              </a:spcAft>
              <a:buClr>
                <a:schemeClr val="dk1"/>
              </a:buClr>
              <a:buSzPts val="2400"/>
              <a:buNone/>
              <a:defRPr sz="2400"/>
            </a:lvl2pPr>
            <a:lvl3pPr lvl="2" algn="l">
              <a:lnSpc>
                <a:spcPct val="85000"/>
              </a:lnSpc>
              <a:spcBef>
                <a:spcPts val="0"/>
              </a:spcBef>
              <a:spcAft>
                <a:spcPts val="0"/>
              </a:spcAft>
              <a:buClr>
                <a:schemeClr val="dk1"/>
              </a:buClr>
              <a:buSzPts val="2400"/>
              <a:buNone/>
              <a:defRPr sz="2400"/>
            </a:lvl3pPr>
            <a:lvl4pPr lvl="3" algn="l">
              <a:lnSpc>
                <a:spcPct val="85000"/>
              </a:lnSpc>
              <a:spcBef>
                <a:spcPts val="0"/>
              </a:spcBef>
              <a:spcAft>
                <a:spcPts val="0"/>
              </a:spcAft>
              <a:buClr>
                <a:schemeClr val="dk1"/>
              </a:buClr>
              <a:buSzPts val="2400"/>
              <a:buNone/>
              <a:defRPr sz="2400"/>
            </a:lvl4pPr>
            <a:lvl5pPr lvl="4" algn="l">
              <a:lnSpc>
                <a:spcPct val="85000"/>
              </a:lnSpc>
              <a:spcBef>
                <a:spcPts val="0"/>
              </a:spcBef>
              <a:spcAft>
                <a:spcPts val="0"/>
              </a:spcAft>
              <a:buClr>
                <a:schemeClr val="dk1"/>
              </a:buClr>
              <a:buSzPts val="2400"/>
              <a:buNone/>
              <a:defRPr sz="2400"/>
            </a:lvl5pPr>
            <a:lvl6pPr lvl="5" algn="l">
              <a:lnSpc>
                <a:spcPct val="85000"/>
              </a:lnSpc>
              <a:spcBef>
                <a:spcPts val="0"/>
              </a:spcBef>
              <a:spcAft>
                <a:spcPts val="0"/>
              </a:spcAft>
              <a:buClr>
                <a:schemeClr val="dk1"/>
              </a:buClr>
              <a:buSzPts val="2400"/>
              <a:buNone/>
              <a:defRPr sz="2400"/>
            </a:lvl6pPr>
            <a:lvl7pPr lvl="6" algn="l">
              <a:lnSpc>
                <a:spcPct val="85000"/>
              </a:lnSpc>
              <a:spcBef>
                <a:spcPts val="0"/>
              </a:spcBef>
              <a:spcAft>
                <a:spcPts val="0"/>
              </a:spcAft>
              <a:buClr>
                <a:schemeClr val="dk1"/>
              </a:buClr>
              <a:buSzPts val="2400"/>
              <a:buNone/>
              <a:defRPr sz="2400"/>
            </a:lvl7pPr>
            <a:lvl8pPr lvl="7" algn="l">
              <a:lnSpc>
                <a:spcPct val="85000"/>
              </a:lnSpc>
              <a:spcBef>
                <a:spcPts val="0"/>
              </a:spcBef>
              <a:spcAft>
                <a:spcPts val="0"/>
              </a:spcAft>
              <a:buClr>
                <a:schemeClr val="dk1"/>
              </a:buClr>
              <a:buSzPts val="2400"/>
              <a:buNone/>
              <a:defRPr sz="2400"/>
            </a:lvl8pPr>
            <a:lvl9pPr lvl="8" algn="l">
              <a:lnSpc>
                <a:spcPct val="85000"/>
              </a:lnSpc>
              <a:spcBef>
                <a:spcPts val="0"/>
              </a:spcBef>
              <a:spcAft>
                <a:spcPts val="0"/>
              </a:spcAft>
              <a:buClr>
                <a:schemeClr val="dk1"/>
              </a:buClr>
              <a:buSzPts val="2400"/>
              <a:buNone/>
              <a:defRPr sz="2400"/>
            </a:lvl9pPr>
          </a:lstStyle>
          <a:p>
            <a:endParaRPr/>
          </a:p>
        </p:txBody>
      </p:sp>
      <p:sp>
        <p:nvSpPr>
          <p:cNvPr id="45" name="Google Shape;45;p14"/>
          <p:cNvSpPr txBox="1">
            <a:spLocks noGrp="1"/>
          </p:cNvSpPr>
          <p:nvPr>
            <p:ph type="body" idx="2"/>
          </p:nvPr>
        </p:nvSpPr>
        <p:spPr>
          <a:xfrm>
            <a:off x="442913" y="2103438"/>
            <a:ext cx="11306175"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46" name="Google Shape;46;p14"/>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4"/>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
        <p:nvSpPr>
          <p:cNvPr id="48" name="Google Shape;48;p14"/>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Content">
  <p:cSld name="One Column Content">
    <p:spTree>
      <p:nvGrpSpPr>
        <p:cNvPr id="1" name="Shape 49"/>
        <p:cNvGrpSpPr/>
        <p:nvPr/>
      </p:nvGrpSpPr>
      <p:grpSpPr>
        <a:xfrm>
          <a:off x="0" y="0"/>
          <a:ext cx="0" cy="0"/>
          <a:chOff x="0" y="0"/>
          <a:chExt cx="0" cy="0"/>
        </a:xfrm>
      </p:grpSpPr>
      <p:sp>
        <p:nvSpPr>
          <p:cNvPr id="50" name="Google Shape;50;p15"/>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5"/>
          <p:cNvSpPr txBox="1">
            <a:spLocks noGrp="1"/>
          </p:cNvSpPr>
          <p:nvPr>
            <p:ph type="body" idx="1"/>
          </p:nvPr>
        </p:nvSpPr>
        <p:spPr>
          <a:xfrm>
            <a:off x="442914" y="2103438"/>
            <a:ext cx="3529012"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52" name="Google Shape;52;p15"/>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5"/>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
        <p:nvSpPr>
          <p:cNvPr id="54" name="Google Shape;54;p15"/>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Content - Subtitle">
  <p:cSld name="One Column Content - Subtitle">
    <p:spTree>
      <p:nvGrpSpPr>
        <p:cNvPr id="1" name="Shape 55"/>
        <p:cNvGrpSpPr/>
        <p:nvPr/>
      </p:nvGrpSpPr>
      <p:grpSpPr>
        <a:xfrm>
          <a:off x="0" y="0"/>
          <a:ext cx="0" cy="0"/>
          <a:chOff x="0" y="0"/>
          <a:chExt cx="0" cy="0"/>
        </a:xfrm>
      </p:grpSpPr>
      <p:sp>
        <p:nvSpPr>
          <p:cNvPr id="56" name="Google Shape;56;p16"/>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6"/>
          <p:cNvSpPr txBox="1">
            <a:spLocks noGrp="1"/>
          </p:cNvSpPr>
          <p:nvPr>
            <p:ph type="subTitle" idx="1"/>
          </p:nvPr>
        </p:nvSpPr>
        <p:spPr>
          <a:xfrm>
            <a:off x="442912" y="933433"/>
            <a:ext cx="11306176" cy="885842"/>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400"/>
              <a:buNone/>
              <a:defRPr sz="2400" b="0">
                <a:solidFill>
                  <a:schemeClr val="dk1"/>
                </a:solidFill>
              </a:defRPr>
            </a:lvl1pPr>
            <a:lvl2pPr lvl="1" algn="l">
              <a:lnSpc>
                <a:spcPct val="85000"/>
              </a:lnSpc>
              <a:spcBef>
                <a:spcPts val="0"/>
              </a:spcBef>
              <a:spcAft>
                <a:spcPts val="0"/>
              </a:spcAft>
              <a:buClr>
                <a:schemeClr val="dk1"/>
              </a:buClr>
              <a:buSzPts val="2400"/>
              <a:buNone/>
              <a:defRPr sz="2400"/>
            </a:lvl2pPr>
            <a:lvl3pPr lvl="2" algn="l">
              <a:lnSpc>
                <a:spcPct val="85000"/>
              </a:lnSpc>
              <a:spcBef>
                <a:spcPts val="0"/>
              </a:spcBef>
              <a:spcAft>
                <a:spcPts val="0"/>
              </a:spcAft>
              <a:buClr>
                <a:schemeClr val="dk1"/>
              </a:buClr>
              <a:buSzPts val="2400"/>
              <a:buNone/>
              <a:defRPr sz="2400"/>
            </a:lvl3pPr>
            <a:lvl4pPr lvl="3" algn="l">
              <a:lnSpc>
                <a:spcPct val="85000"/>
              </a:lnSpc>
              <a:spcBef>
                <a:spcPts val="0"/>
              </a:spcBef>
              <a:spcAft>
                <a:spcPts val="0"/>
              </a:spcAft>
              <a:buClr>
                <a:schemeClr val="dk1"/>
              </a:buClr>
              <a:buSzPts val="2400"/>
              <a:buNone/>
              <a:defRPr sz="2400"/>
            </a:lvl4pPr>
            <a:lvl5pPr lvl="4" algn="l">
              <a:lnSpc>
                <a:spcPct val="85000"/>
              </a:lnSpc>
              <a:spcBef>
                <a:spcPts val="0"/>
              </a:spcBef>
              <a:spcAft>
                <a:spcPts val="0"/>
              </a:spcAft>
              <a:buClr>
                <a:schemeClr val="dk1"/>
              </a:buClr>
              <a:buSzPts val="2400"/>
              <a:buNone/>
              <a:defRPr sz="2400"/>
            </a:lvl5pPr>
            <a:lvl6pPr lvl="5" algn="l">
              <a:lnSpc>
                <a:spcPct val="85000"/>
              </a:lnSpc>
              <a:spcBef>
                <a:spcPts val="0"/>
              </a:spcBef>
              <a:spcAft>
                <a:spcPts val="0"/>
              </a:spcAft>
              <a:buClr>
                <a:schemeClr val="dk1"/>
              </a:buClr>
              <a:buSzPts val="2400"/>
              <a:buNone/>
              <a:defRPr sz="2400"/>
            </a:lvl6pPr>
            <a:lvl7pPr lvl="6" algn="l">
              <a:lnSpc>
                <a:spcPct val="85000"/>
              </a:lnSpc>
              <a:spcBef>
                <a:spcPts val="0"/>
              </a:spcBef>
              <a:spcAft>
                <a:spcPts val="0"/>
              </a:spcAft>
              <a:buClr>
                <a:schemeClr val="dk1"/>
              </a:buClr>
              <a:buSzPts val="2400"/>
              <a:buNone/>
              <a:defRPr sz="2400"/>
            </a:lvl7pPr>
            <a:lvl8pPr lvl="7" algn="l">
              <a:lnSpc>
                <a:spcPct val="85000"/>
              </a:lnSpc>
              <a:spcBef>
                <a:spcPts val="0"/>
              </a:spcBef>
              <a:spcAft>
                <a:spcPts val="0"/>
              </a:spcAft>
              <a:buClr>
                <a:schemeClr val="dk1"/>
              </a:buClr>
              <a:buSzPts val="2400"/>
              <a:buNone/>
              <a:defRPr sz="2400"/>
            </a:lvl8pPr>
            <a:lvl9pPr lvl="8" algn="l">
              <a:lnSpc>
                <a:spcPct val="85000"/>
              </a:lnSpc>
              <a:spcBef>
                <a:spcPts val="0"/>
              </a:spcBef>
              <a:spcAft>
                <a:spcPts val="0"/>
              </a:spcAft>
              <a:buClr>
                <a:schemeClr val="dk1"/>
              </a:buClr>
              <a:buSzPts val="2400"/>
              <a:buNone/>
              <a:defRPr sz="2400"/>
            </a:lvl9pPr>
          </a:lstStyle>
          <a:p>
            <a:endParaRPr/>
          </a:p>
        </p:txBody>
      </p:sp>
      <p:sp>
        <p:nvSpPr>
          <p:cNvPr id="58" name="Google Shape;58;p16"/>
          <p:cNvSpPr txBox="1">
            <a:spLocks noGrp="1"/>
          </p:cNvSpPr>
          <p:nvPr>
            <p:ph type="body" idx="2"/>
          </p:nvPr>
        </p:nvSpPr>
        <p:spPr>
          <a:xfrm>
            <a:off x="442914" y="2103438"/>
            <a:ext cx="3529012"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59" name="Google Shape;59;p16"/>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6"/>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
        <p:nvSpPr>
          <p:cNvPr id="61" name="Google Shape;61;p16"/>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Content Dark">
  <p:cSld name="One Column Content Dark">
    <p:bg>
      <p:bgPr>
        <a:solidFill>
          <a:srgbClr val="464646"/>
        </a:solidFill>
        <a:effectLst/>
      </p:bgPr>
    </p:bg>
    <p:spTree>
      <p:nvGrpSpPr>
        <p:cNvPr id="1" name="Shape 62"/>
        <p:cNvGrpSpPr/>
        <p:nvPr/>
      </p:nvGrpSpPr>
      <p:grpSpPr>
        <a:xfrm>
          <a:off x="0" y="0"/>
          <a:ext cx="0" cy="0"/>
          <a:chOff x="0" y="0"/>
          <a:chExt cx="0" cy="0"/>
        </a:xfrm>
      </p:grpSpPr>
      <p:sp>
        <p:nvSpPr>
          <p:cNvPr id="63" name="Google Shape;63;p17"/>
          <p:cNvSpPr txBox="1">
            <a:spLocks noGrp="1"/>
          </p:cNvSpPr>
          <p:nvPr>
            <p:ph type="title"/>
          </p:nvPr>
        </p:nvSpPr>
        <p:spPr>
          <a:xfrm>
            <a:off x="442913" y="432001"/>
            <a:ext cx="11306175" cy="1387274"/>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lt1"/>
              </a:buClr>
              <a:buSzPts val="3200"/>
              <a:buFont typeface="Georgia"/>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7"/>
          <p:cNvSpPr txBox="1">
            <a:spLocks noGrp="1"/>
          </p:cNvSpPr>
          <p:nvPr>
            <p:ph type="body" idx="1"/>
          </p:nvPr>
        </p:nvSpPr>
        <p:spPr>
          <a:xfrm>
            <a:off x="442914" y="2103438"/>
            <a:ext cx="3529012"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100000"/>
              </a:lnSpc>
              <a:spcBef>
                <a:spcPts val="1200"/>
              </a:spcBef>
              <a:spcAft>
                <a:spcPts val="0"/>
              </a:spcAft>
              <a:buClr>
                <a:schemeClr val="lt1"/>
              </a:buClr>
              <a:buSzPts val="1600"/>
              <a:buNone/>
              <a:defRPr>
                <a:solidFill>
                  <a:schemeClr val="lt1"/>
                </a:solidFill>
              </a:defRPr>
            </a:lvl2pPr>
            <a:lvl3pPr marL="1371600" lvl="2" indent="-330200" algn="l">
              <a:lnSpc>
                <a:spcPct val="100000"/>
              </a:lnSpc>
              <a:spcBef>
                <a:spcPts val="600"/>
              </a:spcBef>
              <a:spcAft>
                <a:spcPts val="0"/>
              </a:spcAft>
              <a:buClr>
                <a:schemeClr val="lt1"/>
              </a:buClr>
              <a:buSzPts val="1600"/>
              <a:buChar char="•"/>
              <a:defRPr>
                <a:solidFill>
                  <a:schemeClr val="lt1"/>
                </a:solidFill>
              </a:defRPr>
            </a:lvl3pPr>
            <a:lvl4pPr marL="1828800" lvl="3" indent="-330200" algn="l">
              <a:lnSpc>
                <a:spcPct val="100000"/>
              </a:lnSpc>
              <a:spcBef>
                <a:spcPts val="600"/>
              </a:spcBef>
              <a:spcAft>
                <a:spcPts val="0"/>
              </a:spcAft>
              <a:buClr>
                <a:schemeClr val="lt1"/>
              </a:buClr>
              <a:buSzPts val="1600"/>
              <a:buChar char="–"/>
              <a:defRPr>
                <a:solidFill>
                  <a:schemeClr val="lt1"/>
                </a:solidFill>
              </a:defRPr>
            </a:lvl4pPr>
            <a:lvl5pPr marL="2286000" lvl="4" indent="-330200" algn="l">
              <a:lnSpc>
                <a:spcPct val="100000"/>
              </a:lnSpc>
              <a:spcBef>
                <a:spcPts val="600"/>
              </a:spcBef>
              <a:spcAft>
                <a:spcPts val="0"/>
              </a:spcAft>
              <a:buClr>
                <a:schemeClr val="lt1"/>
              </a:buClr>
              <a:buSzPts val="1600"/>
              <a:buChar char="•"/>
              <a:defRPr>
                <a:solidFill>
                  <a:schemeClr val="lt1"/>
                </a:solidFill>
              </a:defRPr>
            </a:lvl5pPr>
            <a:lvl6pPr marL="2743200" lvl="5" indent="-330200" algn="l">
              <a:lnSpc>
                <a:spcPct val="100000"/>
              </a:lnSpc>
              <a:spcBef>
                <a:spcPts val="600"/>
              </a:spcBef>
              <a:spcAft>
                <a:spcPts val="0"/>
              </a:spcAft>
              <a:buClr>
                <a:schemeClr val="lt1"/>
              </a:buClr>
              <a:buSzPts val="1600"/>
              <a:buChar char="–"/>
              <a:defRPr>
                <a:solidFill>
                  <a:schemeClr val="lt1"/>
                </a:solidFill>
              </a:defRPr>
            </a:lvl6pPr>
            <a:lvl7pPr marL="3200400" lvl="6" indent="-330200" algn="l">
              <a:lnSpc>
                <a:spcPct val="100000"/>
              </a:lnSpc>
              <a:spcBef>
                <a:spcPts val="600"/>
              </a:spcBef>
              <a:spcAft>
                <a:spcPts val="0"/>
              </a:spcAft>
              <a:buClr>
                <a:schemeClr val="lt1"/>
              </a:buClr>
              <a:buSzPts val="1600"/>
              <a:buChar char="•"/>
              <a:defRPr>
                <a:solidFill>
                  <a:schemeClr val="lt1"/>
                </a:solidFill>
              </a:defRPr>
            </a:lvl7pPr>
            <a:lvl8pPr marL="3657600" lvl="7" indent="-330200" algn="l">
              <a:lnSpc>
                <a:spcPct val="100000"/>
              </a:lnSpc>
              <a:spcBef>
                <a:spcPts val="600"/>
              </a:spcBef>
              <a:spcAft>
                <a:spcPts val="0"/>
              </a:spcAft>
              <a:buClr>
                <a:schemeClr val="lt1"/>
              </a:buClr>
              <a:buSzPts val="1600"/>
              <a:buChar char="–"/>
              <a:defRPr>
                <a:solidFill>
                  <a:schemeClr val="lt1"/>
                </a:solidFill>
              </a:defRPr>
            </a:lvl8pPr>
            <a:lvl9pPr marL="4114800" lvl="8" indent="-330200" algn="l">
              <a:lnSpc>
                <a:spcPct val="100000"/>
              </a:lnSpc>
              <a:spcBef>
                <a:spcPts val="600"/>
              </a:spcBef>
              <a:spcAft>
                <a:spcPts val="600"/>
              </a:spcAft>
              <a:buClr>
                <a:schemeClr val="lt1"/>
              </a:buClr>
              <a:buSzPts val="1600"/>
              <a:buChar char="•"/>
              <a:defRPr>
                <a:solidFill>
                  <a:schemeClr val="lt1"/>
                </a:solidFill>
              </a:defRPr>
            </a:lvl9pPr>
          </a:lstStyle>
          <a:p>
            <a:endParaRPr/>
          </a:p>
        </p:txBody>
      </p:sp>
      <p:sp>
        <p:nvSpPr>
          <p:cNvPr id="65" name="Google Shape;65;p17"/>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7"/>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7"/>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ux contenus">
  <p:cSld name="Deux contenus">
    <p:spTree>
      <p:nvGrpSpPr>
        <p:cNvPr id="1" name="Shape 68"/>
        <p:cNvGrpSpPr/>
        <p:nvPr/>
      </p:nvGrpSpPr>
      <p:grpSpPr>
        <a:xfrm>
          <a:off x="0" y="0"/>
          <a:ext cx="0" cy="0"/>
          <a:chOff x="0" y="0"/>
          <a:chExt cx="0" cy="0"/>
        </a:xfrm>
      </p:grpSpPr>
      <p:sp>
        <p:nvSpPr>
          <p:cNvPr id="69" name="Google Shape;69;p18"/>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8"/>
          <p:cNvSpPr txBox="1">
            <a:spLocks noGrp="1"/>
          </p:cNvSpPr>
          <p:nvPr>
            <p:ph type="body" idx="1"/>
          </p:nvPr>
        </p:nvSpPr>
        <p:spPr>
          <a:xfrm>
            <a:off x="442913" y="2103438"/>
            <a:ext cx="5473700" cy="406876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71" name="Google Shape;71;p18"/>
          <p:cNvSpPr txBox="1">
            <a:spLocks noGrp="1"/>
          </p:cNvSpPr>
          <p:nvPr>
            <p:ph type="body" idx="2"/>
          </p:nvPr>
        </p:nvSpPr>
        <p:spPr>
          <a:xfrm>
            <a:off x="6275388" y="2103438"/>
            <a:ext cx="54737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72" name="Google Shape;72;p18"/>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8"/>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
        <p:nvSpPr>
          <p:cNvPr id="74" name="Google Shape;74;p18"/>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 Subtitle">
  <p:cSld name="Two Content - Subtitle">
    <p:spTree>
      <p:nvGrpSpPr>
        <p:cNvPr id="1" name="Shape 75"/>
        <p:cNvGrpSpPr/>
        <p:nvPr/>
      </p:nvGrpSpPr>
      <p:grpSpPr>
        <a:xfrm>
          <a:off x="0" y="0"/>
          <a:ext cx="0" cy="0"/>
          <a:chOff x="0" y="0"/>
          <a:chExt cx="0" cy="0"/>
        </a:xfrm>
      </p:grpSpPr>
      <p:sp>
        <p:nvSpPr>
          <p:cNvPr id="76" name="Google Shape;76;p19"/>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9"/>
          <p:cNvSpPr txBox="1">
            <a:spLocks noGrp="1"/>
          </p:cNvSpPr>
          <p:nvPr>
            <p:ph type="subTitle" idx="1"/>
          </p:nvPr>
        </p:nvSpPr>
        <p:spPr>
          <a:xfrm>
            <a:off x="442912" y="933433"/>
            <a:ext cx="11306176" cy="885842"/>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400"/>
              <a:buNone/>
              <a:defRPr sz="2400" b="0">
                <a:solidFill>
                  <a:schemeClr val="dk1"/>
                </a:solidFill>
              </a:defRPr>
            </a:lvl1pPr>
            <a:lvl2pPr lvl="1" algn="l">
              <a:lnSpc>
                <a:spcPct val="85000"/>
              </a:lnSpc>
              <a:spcBef>
                <a:spcPts val="0"/>
              </a:spcBef>
              <a:spcAft>
                <a:spcPts val="0"/>
              </a:spcAft>
              <a:buClr>
                <a:schemeClr val="dk1"/>
              </a:buClr>
              <a:buSzPts val="2400"/>
              <a:buNone/>
              <a:defRPr sz="2400"/>
            </a:lvl2pPr>
            <a:lvl3pPr lvl="2" algn="l">
              <a:lnSpc>
                <a:spcPct val="85000"/>
              </a:lnSpc>
              <a:spcBef>
                <a:spcPts val="0"/>
              </a:spcBef>
              <a:spcAft>
                <a:spcPts val="0"/>
              </a:spcAft>
              <a:buClr>
                <a:schemeClr val="dk1"/>
              </a:buClr>
              <a:buSzPts val="2400"/>
              <a:buNone/>
              <a:defRPr sz="2400"/>
            </a:lvl3pPr>
            <a:lvl4pPr lvl="3" algn="l">
              <a:lnSpc>
                <a:spcPct val="85000"/>
              </a:lnSpc>
              <a:spcBef>
                <a:spcPts val="0"/>
              </a:spcBef>
              <a:spcAft>
                <a:spcPts val="0"/>
              </a:spcAft>
              <a:buClr>
                <a:schemeClr val="dk1"/>
              </a:buClr>
              <a:buSzPts val="2400"/>
              <a:buNone/>
              <a:defRPr sz="2400"/>
            </a:lvl4pPr>
            <a:lvl5pPr lvl="4" algn="l">
              <a:lnSpc>
                <a:spcPct val="85000"/>
              </a:lnSpc>
              <a:spcBef>
                <a:spcPts val="0"/>
              </a:spcBef>
              <a:spcAft>
                <a:spcPts val="0"/>
              </a:spcAft>
              <a:buClr>
                <a:schemeClr val="dk1"/>
              </a:buClr>
              <a:buSzPts val="2400"/>
              <a:buNone/>
              <a:defRPr sz="2400"/>
            </a:lvl5pPr>
            <a:lvl6pPr lvl="5" algn="l">
              <a:lnSpc>
                <a:spcPct val="85000"/>
              </a:lnSpc>
              <a:spcBef>
                <a:spcPts val="0"/>
              </a:spcBef>
              <a:spcAft>
                <a:spcPts val="0"/>
              </a:spcAft>
              <a:buClr>
                <a:schemeClr val="dk1"/>
              </a:buClr>
              <a:buSzPts val="2400"/>
              <a:buNone/>
              <a:defRPr sz="2400"/>
            </a:lvl6pPr>
            <a:lvl7pPr lvl="6" algn="l">
              <a:lnSpc>
                <a:spcPct val="85000"/>
              </a:lnSpc>
              <a:spcBef>
                <a:spcPts val="0"/>
              </a:spcBef>
              <a:spcAft>
                <a:spcPts val="0"/>
              </a:spcAft>
              <a:buClr>
                <a:schemeClr val="dk1"/>
              </a:buClr>
              <a:buSzPts val="2400"/>
              <a:buNone/>
              <a:defRPr sz="2400"/>
            </a:lvl7pPr>
            <a:lvl8pPr lvl="7" algn="l">
              <a:lnSpc>
                <a:spcPct val="85000"/>
              </a:lnSpc>
              <a:spcBef>
                <a:spcPts val="0"/>
              </a:spcBef>
              <a:spcAft>
                <a:spcPts val="0"/>
              </a:spcAft>
              <a:buClr>
                <a:schemeClr val="dk1"/>
              </a:buClr>
              <a:buSzPts val="2400"/>
              <a:buNone/>
              <a:defRPr sz="2400"/>
            </a:lvl8pPr>
            <a:lvl9pPr lvl="8" algn="l">
              <a:lnSpc>
                <a:spcPct val="85000"/>
              </a:lnSpc>
              <a:spcBef>
                <a:spcPts val="0"/>
              </a:spcBef>
              <a:spcAft>
                <a:spcPts val="0"/>
              </a:spcAft>
              <a:buClr>
                <a:schemeClr val="dk1"/>
              </a:buClr>
              <a:buSzPts val="2400"/>
              <a:buNone/>
              <a:defRPr sz="2400"/>
            </a:lvl9pPr>
          </a:lstStyle>
          <a:p>
            <a:endParaRPr/>
          </a:p>
        </p:txBody>
      </p:sp>
      <p:sp>
        <p:nvSpPr>
          <p:cNvPr id="78" name="Google Shape;78;p19"/>
          <p:cNvSpPr txBox="1">
            <a:spLocks noGrp="1"/>
          </p:cNvSpPr>
          <p:nvPr>
            <p:ph type="body" idx="2"/>
          </p:nvPr>
        </p:nvSpPr>
        <p:spPr>
          <a:xfrm>
            <a:off x="442913" y="2103438"/>
            <a:ext cx="5473700" cy="406876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79" name="Google Shape;79;p19"/>
          <p:cNvSpPr txBox="1">
            <a:spLocks noGrp="1"/>
          </p:cNvSpPr>
          <p:nvPr>
            <p:ph type="body" idx="3"/>
          </p:nvPr>
        </p:nvSpPr>
        <p:spPr>
          <a:xfrm>
            <a:off x="6275388" y="2103437"/>
            <a:ext cx="5473699" cy="406876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80" name="Google Shape;80;p19"/>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9"/>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
        <p:nvSpPr>
          <p:cNvPr id="82" name="Google Shape;82;p19"/>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and Image">
  <p:cSld name="Content and Image">
    <p:spTree>
      <p:nvGrpSpPr>
        <p:cNvPr id="1" name="Shape 83"/>
        <p:cNvGrpSpPr/>
        <p:nvPr/>
      </p:nvGrpSpPr>
      <p:grpSpPr>
        <a:xfrm>
          <a:off x="0" y="0"/>
          <a:ext cx="0" cy="0"/>
          <a:chOff x="0" y="0"/>
          <a:chExt cx="0" cy="0"/>
        </a:xfrm>
      </p:grpSpPr>
      <p:sp>
        <p:nvSpPr>
          <p:cNvPr id="84" name="Google Shape;84;p20"/>
          <p:cNvSpPr txBox="1">
            <a:spLocks noGrp="1"/>
          </p:cNvSpPr>
          <p:nvPr>
            <p:ph type="title"/>
          </p:nvPr>
        </p:nvSpPr>
        <p:spPr>
          <a:xfrm>
            <a:off x="442913" y="432000"/>
            <a:ext cx="5317807" cy="1387275"/>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0"/>
          <p:cNvSpPr txBox="1">
            <a:spLocks noGrp="1"/>
          </p:cNvSpPr>
          <p:nvPr>
            <p:ph type="body" idx="1"/>
          </p:nvPr>
        </p:nvSpPr>
        <p:spPr>
          <a:xfrm>
            <a:off x="442913" y="2103438"/>
            <a:ext cx="5317807" cy="406876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86" name="Google Shape;86;p20"/>
          <p:cNvSpPr>
            <a:spLocks noGrp="1"/>
          </p:cNvSpPr>
          <p:nvPr>
            <p:ph type="pic" idx="2"/>
          </p:nvPr>
        </p:nvSpPr>
        <p:spPr>
          <a:xfrm>
            <a:off x="6096000" y="0"/>
            <a:ext cx="6096000" cy="6858000"/>
          </a:xfrm>
          <a:prstGeom prst="rect">
            <a:avLst/>
          </a:prstGeom>
          <a:solidFill>
            <a:srgbClr val="DEDEDE"/>
          </a:solidFill>
          <a:ln>
            <a:noFill/>
          </a:ln>
        </p:spPr>
      </p:sp>
      <p:sp>
        <p:nvSpPr>
          <p:cNvPr id="87" name="Google Shape;87;p20"/>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0"/>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0"/>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and Image - Subtitle">
  <p:cSld name="Content and Image - Subtitle">
    <p:spTree>
      <p:nvGrpSpPr>
        <p:cNvPr id="1" name="Shape 90"/>
        <p:cNvGrpSpPr/>
        <p:nvPr/>
      </p:nvGrpSpPr>
      <p:grpSpPr>
        <a:xfrm>
          <a:off x="0" y="0"/>
          <a:ext cx="0" cy="0"/>
          <a:chOff x="0" y="0"/>
          <a:chExt cx="0" cy="0"/>
        </a:xfrm>
      </p:grpSpPr>
      <p:sp>
        <p:nvSpPr>
          <p:cNvPr id="91" name="Google Shape;91;p21"/>
          <p:cNvSpPr txBox="1">
            <a:spLocks noGrp="1"/>
          </p:cNvSpPr>
          <p:nvPr>
            <p:ph type="title"/>
          </p:nvPr>
        </p:nvSpPr>
        <p:spPr>
          <a:xfrm>
            <a:off x="442914" y="430514"/>
            <a:ext cx="5317806" cy="50292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1"/>
          <p:cNvSpPr txBox="1">
            <a:spLocks noGrp="1"/>
          </p:cNvSpPr>
          <p:nvPr>
            <p:ph type="subTitle" idx="1"/>
          </p:nvPr>
        </p:nvSpPr>
        <p:spPr>
          <a:xfrm>
            <a:off x="442912" y="933433"/>
            <a:ext cx="5317808" cy="885842"/>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400"/>
              <a:buNone/>
              <a:defRPr sz="2400" b="0">
                <a:solidFill>
                  <a:schemeClr val="dk1"/>
                </a:solidFill>
              </a:defRPr>
            </a:lvl1pPr>
            <a:lvl2pPr lvl="1" algn="l">
              <a:lnSpc>
                <a:spcPct val="85000"/>
              </a:lnSpc>
              <a:spcBef>
                <a:spcPts val="0"/>
              </a:spcBef>
              <a:spcAft>
                <a:spcPts val="0"/>
              </a:spcAft>
              <a:buClr>
                <a:schemeClr val="dk1"/>
              </a:buClr>
              <a:buSzPts val="2400"/>
              <a:buNone/>
              <a:defRPr sz="2400"/>
            </a:lvl2pPr>
            <a:lvl3pPr lvl="2" algn="l">
              <a:lnSpc>
                <a:spcPct val="85000"/>
              </a:lnSpc>
              <a:spcBef>
                <a:spcPts val="0"/>
              </a:spcBef>
              <a:spcAft>
                <a:spcPts val="0"/>
              </a:spcAft>
              <a:buClr>
                <a:schemeClr val="dk1"/>
              </a:buClr>
              <a:buSzPts val="2400"/>
              <a:buNone/>
              <a:defRPr sz="2400"/>
            </a:lvl3pPr>
            <a:lvl4pPr lvl="3" algn="l">
              <a:lnSpc>
                <a:spcPct val="85000"/>
              </a:lnSpc>
              <a:spcBef>
                <a:spcPts val="0"/>
              </a:spcBef>
              <a:spcAft>
                <a:spcPts val="0"/>
              </a:spcAft>
              <a:buClr>
                <a:schemeClr val="dk1"/>
              </a:buClr>
              <a:buSzPts val="2400"/>
              <a:buNone/>
              <a:defRPr sz="2400"/>
            </a:lvl4pPr>
            <a:lvl5pPr lvl="4" algn="l">
              <a:lnSpc>
                <a:spcPct val="85000"/>
              </a:lnSpc>
              <a:spcBef>
                <a:spcPts val="0"/>
              </a:spcBef>
              <a:spcAft>
                <a:spcPts val="0"/>
              </a:spcAft>
              <a:buClr>
                <a:schemeClr val="dk1"/>
              </a:buClr>
              <a:buSzPts val="2400"/>
              <a:buNone/>
              <a:defRPr sz="2400"/>
            </a:lvl5pPr>
            <a:lvl6pPr lvl="5" algn="l">
              <a:lnSpc>
                <a:spcPct val="85000"/>
              </a:lnSpc>
              <a:spcBef>
                <a:spcPts val="0"/>
              </a:spcBef>
              <a:spcAft>
                <a:spcPts val="0"/>
              </a:spcAft>
              <a:buClr>
                <a:schemeClr val="dk1"/>
              </a:buClr>
              <a:buSzPts val="2400"/>
              <a:buNone/>
              <a:defRPr sz="2400"/>
            </a:lvl6pPr>
            <a:lvl7pPr lvl="6" algn="l">
              <a:lnSpc>
                <a:spcPct val="85000"/>
              </a:lnSpc>
              <a:spcBef>
                <a:spcPts val="0"/>
              </a:spcBef>
              <a:spcAft>
                <a:spcPts val="0"/>
              </a:spcAft>
              <a:buClr>
                <a:schemeClr val="dk1"/>
              </a:buClr>
              <a:buSzPts val="2400"/>
              <a:buNone/>
              <a:defRPr sz="2400"/>
            </a:lvl7pPr>
            <a:lvl8pPr lvl="7" algn="l">
              <a:lnSpc>
                <a:spcPct val="85000"/>
              </a:lnSpc>
              <a:spcBef>
                <a:spcPts val="0"/>
              </a:spcBef>
              <a:spcAft>
                <a:spcPts val="0"/>
              </a:spcAft>
              <a:buClr>
                <a:schemeClr val="dk1"/>
              </a:buClr>
              <a:buSzPts val="2400"/>
              <a:buNone/>
              <a:defRPr sz="2400"/>
            </a:lvl8pPr>
            <a:lvl9pPr lvl="8" algn="l">
              <a:lnSpc>
                <a:spcPct val="85000"/>
              </a:lnSpc>
              <a:spcBef>
                <a:spcPts val="0"/>
              </a:spcBef>
              <a:spcAft>
                <a:spcPts val="0"/>
              </a:spcAft>
              <a:buClr>
                <a:schemeClr val="dk1"/>
              </a:buClr>
              <a:buSzPts val="2400"/>
              <a:buNone/>
              <a:defRPr sz="2400"/>
            </a:lvl9pPr>
          </a:lstStyle>
          <a:p>
            <a:endParaRPr/>
          </a:p>
        </p:txBody>
      </p:sp>
      <p:sp>
        <p:nvSpPr>
          <p:cNvPr id="93" name="Google Shape;93;p21"/>
          <p:cNvSpPr txBox="1">
            <a:spLocks noGrp="1"/>
          </p:cNvSpPr>
          <p:nvPr>
            <p:ph type="body" idx="2"/>
          </p:nvPr>
        </p:nvSpPr>
        <p:spPr>
          <a:xfrm>
            <a:off x="442913" y="2103438"/>
            <a:ext cx="5317807"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94" name="Google Shape;94;p21"/>
          <p:cNvSpPr>
            <a:spLocks noGrp="1"/>
          </p:cNvSpPr>
          <p:nvPr>
            <p:ph type="pic" idx="3"/>
          </p:nvPr>
        </p:nvSpPr>
        <p:spPr>
          <a:xfrm>
            <a:off x="6096000" y="0"/>
            <a:ext cx="6096000" cy="6858000"/>
          </a:xfrm>
          <a:prstGeom prst="rect">
            <a:avLst/>
          </a:prstGeom>
          <a:solidFill>
            <a:srgbClr val="DEDEDE"/>
          </a:solidFill>
          <a:ln>
            <a:noFill/>
          </a:ln>
        </p:spPr>
      </p:sp>
      <p:sp>
        <p:nvSpPr>
          <p:cNvPr id="95" name="Google Shape;95;p21"/>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21"/>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21"/>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98"/>
        <p:cNvGrpSpPr/>
        <p:nvPr/>
      </p:nvGrpSpPr>
      <p:grpSpPr>
        <a:xfrm>
          <a:off x="0" y="0"/>
          <a:ext cx="0" cy="0"/>
          <a:chOff x="0" y="0"/>
          <a:chExt cx="0" cy="0"/>
        </a:xfrm>
      </p:grpSpPr>
      <p:sp>
        <p:nvSpPr>
          <p:cNvPr id="99" name="Google Shape;99;p22"/>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2"/>
          <p:cNvSpPr txBox="1">
            <a:spLocks noGrp="1"/>
          </p:cNvSpPr>
          <p:nvPr>
            <p:ph type="body" idx="1"/>
          </p:nvPr>
        </p:nvSpPr>
        <p:spPr>
          <a:xfrm>
            <a:off x="442913" y="2103438"/>
            <a:ext cx="3529012"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01" name="Google Shape;101;p22"/>
          <p:cNvSpPr txBox="1">
            <a:spLocks noGrp="1"/>
          </p:cNvSpPr>
          <p:nvPr>
            <p:ph type="body" idx="2"/>
          </p:nvPr>
        </p:nvSpPr>
        <p:spPr>
          <a:xfrm>
            <a:off x="4332288" y="2103438"/>
            <a:ext cx="3529012"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02" name="Google Shape;102;p22"/>
          <p:cNvSpPr txBox="1">
            <a:spLocks noGrp="1"/>
          </p:cNvSpPr>
          <p:nvPr>
            <p:ph type="body" idx="3"/>
          </p:nvPr>
        </p:nvSpPr>
        <p:spPr>
          <a:xfrm>
            <a:off x="8220076" y="2103438"/>
            <a:ext cx="3529012"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03" name="Google Shape;103;p22"/>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2"/>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22"/>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ree Content - Subtitle">
  <p:cSld name="Three Content - Subtitle">
    <p:spTree>
      <p:nvGrpSpPr>
        <p:cNvPr id="1" name="Shape 106"/>
        <p:cNvGrpSpPr/>
        <p:nvPr/>
      </p:nvGrpSpPr>
      <p:grpSpPr>
        <a:xfrm>
          <a:off x="0" y="0"/>
          <a:ext cx="0" cy="0"/>
          <a:chOff x="0" y="0"/>
          <a:chExt cx="0" cy="0"/>
        </a:xfrm>
      </p:grpSpPr>
      <p:sp>
        <p:nvSpPr>
          <p:cNvPr id="107" name="Google Shape;107;p23"/>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23"/>
          <p:cNvSpPr txBox="1">
            <a:spLocks noGrp="1"/>
          </p:cNvSpPr>
          <p:nvPr>
            <p:ph type="subTitle" idx="1"/>
          </p:nvPr>
        </p:nvSpPr>
        <p:spPr>
          <a:xfrm>
            <a:off x="442912" y="933433"/>
            <a:ext cx="11306176" cy="885842"/>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400"/>
              <a:buNone/>
              <a:defRPr sz="2400" b="0">
                <a:solidFill>
                  <a:schemeClr val="dk1"/>
                </a:solidFill>
              </a:defRPr>
            </a:lvl1pPr>
            <a:lvl2pPr lvl="1" algn="l">
              <a:lnSpc>
                <a:spcPct val="85000"/>
              </a:lnSpc>
              <a:spcBef>
                <a:spcPts val="0"/>
              </a:spcBef>
              <a:spcAft>
                <a:spcPts val="0"/>
              </a:spcAft>
              <a:buClr>
                <a:schemeClr val="dk1"/>
              </a:buClr>
              <a:buSzPts val="2400"/>
              <a:buNone/>
              <a:defRPr sz="2400"/>
            </a:lvl2pPr>
            <a:lvl3pPr lvl="2" algn="l">
              <a:lnSpc>
                <a:spcPct val="85000"/>
              </a:lnSpc>
              <a:spcBef>
                <a:spcPts val="0"/>
              </a:spcBef>
              <a:spcAft>
                <a:spcPts val="0"/>
              </a:spcAft>
              <a:buClr>
                <a:schemeClr val="dk1"/>
              </a:buClr>
              <a:buSzPts val="2400"/>
              <a:buNone/>
              <a:defRPr sz="2400"/>
            </a:lvl3pPr>
            <a:lvl4pPr lvl="3" algn="l">
              <a:lnSpc>
                <a:spcPct val="85000"/>
              </a:lnSpc>
              <a:spcBef>
                <a:spcPts val="0"/>
              </a:spcBef>
              <a:spcAft>
                <a:spcPts val="0"/>
              </a:spcAft>
              <a:buClr>
                <a:schemeClr val="dk1"/>
              </a:buClr>
              <a:buSzPts val="2400"/>
              <a:buNone/>
              <a:defRPr sz="2400"/>
            </a:lvl4pPr>
            <a:lvl5pPr lvl="4" algn="l">
              <a:lnSpc>
                <a:spcPct val="85000"/>
              </a:lnSpc>
              <a:spcBef>
                <a:spcPts val="0"/>
              </a:spcBef>
              <a:spcAft>
                <a:spcPts val="0"/>
              </a:spcAft>
              <a:buClr>
                <a:schemeClr val="dk1"/>
              </a:buClr>
              <a:buSzPts val="2400"/>
              <a:buNone/>
              <a:defRPr sz="2400"/>
            </a:lvl5pPr>
            <a:lvl6pPr lvl="5" algn="l">
              <a:lnSpc>
                <a:spcPct val="85000"/>
              </a:lnSpc>
              <a:spcBef>
                <a:spcPts val="0"/>
              </a:spcBef>
              <a:spcAft>
                <a:spcPts val="0"/>
              </a:spcAft>
              <a:buClr>
                <a:schemeClr val="dk1"/>
              </a:buClr>
              <a:buSzPts val="2400"/>
              <a:buNone/>
              <a:defRPr sz="2400"/>
            </a:lvl6pPr>
            <a:lvl7pPr lvl="6" algn="l">
              <a:lnSpc>
                <a:spcPct val="85000"/>
              </a:lnSpc>
              <a:spcBef>
                <a:spcPts val="0"/>
              </a:spcBef>
              <a:spcAft>
                <a:spcPts val="0"/>
              </a:spcAft>
              <a:buClr>
                <a:schemeClr val="dk1"/>
              </a:buClr>
              <a:buSzPts val="2400"/>
              <a:buNone/>
              <a:defRPr sz="2400"/>
            </a:lvl7pPr>
            <a:lvl8pPr lvl="7" algn="l">
              <a:lnSpc>
                <a:spcPct val="85000"/>
              </a:lnSpc>
              <a:spcBef>
                <a:spcPts val="0"/>
              </a:spcBef>
              <a:spcAft>
                <a:spcPts val="0"/>
              </a:spcAft>
              <a:buClr>
                <a:schemeClr val="dk1"/>
              </a:buClr>
              <a:buSzPts val="2400"/>
              <a:buNone/>
              <a:defRPr sz="2400"/>
            </a:lvl8pPr>
            <a:lvl9pPr lvl="8" algn="l">
              <a:lnSpc>
                <a:spcPct val="85000"/>
              </a:lnSpc>
              <a:spcBef>
                <a:spcPts val="0"/>
              </a:spcBef>
              <a:spcAft>
                <a:spcPts val="0"/>
              </a:spcAft>
              <a:buClr>
                <a:schemeClr val="dk1"/>
              </a:buClr>
              <a:buSzPts val="2400"/>
              <a:buNone/>
              <a:defRPr sz="2400"/>
            </a:lvl9pPr>
          </a:lstStyle>
          <a:p>
            <a:endParaRPr/>
          </a:p>
        </p:txBody>
      </p:sp>
      <p:sp>
        <p:nvSpPr>
          <p:cNvPr id="109" name="Google Shape;109;p23"/>
          <p:cNvSpPr txBox="1">
            <a:spLocks noGrp="1"/>
          </p:cNvSpPr>
          <p:nvPr>
            <p:ph type="body" idx="2"/>
          </p:nvPr>
        </p:nvSpPr>
        <p:spPr>
          <a:xfrm>
            <a:off x="442913" y="2103439"/>
            <a:ext cx="3529012"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10" name="Google Shape;110;p23"/>
          <p:cNvSpPr txBox="1">
            <a:spLocks noGrp="1"/>
          </p:cNvSpPr>
          <p:nvPr>
            <p:ph type="body" idx="3"/>
          </p:nvPr>
        </p:nvSpPr>
        <p:spPr>
          <a:xfrm>
            <a:off x="4332288" y="2103439"/>
            <a:ext cx="3529012"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11" name="Google Shape;111;p23"/>
          <p:cNvSpPr txBox="1">
            <a:spLocks noGrp="1"/>
          </p:cNvSpPr>
          <p:nvPr>
            <p:ph type="body" idx="4"/>
          </p:nvPr>
        </p:nvSpPr>
        <p:spPr>
          <a:xfrm>
            <a:off x="8220076" y="2103439"/>
            <a:ext cx="3529012"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12" name="Google Shape;112;p23"/>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23"/>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3"/>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Four Content">
  <p:cSld name="Four Content">
    <p:spTree>
      <p:nvGrpSpPr>
        <p:cNvPr id="1" name="Shape 115"/>
        <p:cNvGrpSpPr/>
        <p:nvPr/>
      </p:nvGrpSpPr>
      <p:grpSpPr>
        <a:xfrm>
          <a:off x="0" y="0"/>
          <a:ext cx="0" cy="0"/>
          <a:chOff x="0" y="0"/>
          <a:chExt cx="0" cy="0"/>
        </a:xfrm>
      </p:grpSpPr>
      <p:sp>
        <p:nvSpPr>
          <p:cNvPr id="116" name="Google Shape;116;p24"/>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24"/>
          <p:cNvSpPr txBox="1">
            <a:spLocks noGrp="1"/>
          </p:cNvSpPr>
          <p:nvPr>
            <p:ph type="body" idx="1"/>
          </p:nvPr>
        </p:nvSpPr>
        <p:spPr>
          <a:xfrm>
            <a:off x="442913" y="2103438"/>
            <a:ext cx="25560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18" name="Google Shape;118;p24"/>
          <p:cNvSpPr txBox="1">
            <a:spLocks noGrp="1"/>
          </p:cNvSpPr>
          <p:nvPr>
            <p:ph type="body" idx="2"/>
          </p:nvPr>
        </p:nvSpPr>
        <p:spPr>
          <a:xfrm>
            <a:off x="3360613" y="2103438"/>
            <a:ext cx="25560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19" name="Google Shape;119;p24"/>
          <p:cNvSpPr txBox="1">
            <a:spLocks noGrp="1"/>
          </p:cNvSpPr>
          <p:nvPr>
            <p:ph type="body" idx="3"/>
          </p:nvPr>
        </p:nvSpPr>
        <p:spPr>
          <a:xfrm>
            <a:off x="6275388" y="2103438"/>
            <a:ext cx="25560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20" name="Google Shape;120;p24"/>
          <p:cNvSpPr txBox="1">
            <a:spLocks noGrp="1"/>
          </p:cNvSpPr>
          <p:nvPr>
            <p:ph type="body" idx="4"/>
          </p:nvPr>
        </p:nvSpPr>
        <p:spPr>
          <a:xfrm>
            <a:off x="9190163" y="2103438"/>
            <a:ext cx="25560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21" name="Google Shape;121;p24"/>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24"/>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24"/>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our Content - Subtitle">
  <p:cSld name="Four Content - Subtitle">
    <p:spTree>
      <p:nvGrpSpPr>
        <p:cNvPr id="1" name="Shape 124"/>
        <p:cNvGrpSpPr/>
        <p:nvPr/>
      </p:nvGrpSpPr>
      <p:grpSpPr>
        <a:xfrm>
          <a:off x="0" y="0"/>
          <a:ext cx="0" cy="0"/>
          <a:chOff x="0" y="0"/>
          <a:chExt cx="0" cy="0"/>
        </a:xfrm>
      </p:grpSpPr>
      <p:sp>
        <p:nvSpPr>
          <p:cNvPr id="125" name="Google Shape;125;p25"/>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25"/>
          <p:cNvSpPr txBox="1">
            <a:spLocks noGrp="1"/>
          </p:cNvSpPr>
          <p:nvPr>
            <p:ph type="subTitle" idx="1"/>
          </p:nvPr>
        </p:nvSpPr>
        <p:spPr>
          <a:xfrm>
            <a:off x="442912" y="933433"/>
            <a:ext cx="11306176" cy="885842"/>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400"/>
              <a:buNone/>
              <a:defRPr sz="2400" b="0">
                <a:solidFill>
                  <a:schemeClr val="dk1"/>
                </a:solidFill>
              </a:defRPr>
            </a:lvl1pPr>
            <a:lvl2pPr lvl="1" algn="l">
              <a:lnSpc>
                <a:spcPct val="85000"/>
              </a:lnSpc>
              <a:spcBef>
                <a:spcPts val="0"/>
              </a:spcBef>
              <a:spcAft>
                <a:spcPts val="0"/>
              </a:spcAft>
              <a:buClr>
                <a:schemeClr val="dk1"/>
              </a:buClr>
              <a:buSzPts val="2400"/>
              <a:buNone/>
              <a:defRPr sz="2400"/>
            </a:lvl2pPr>
            <a:lvl3pPr lvl="2" algn="l">
              <a:lnSpc>
                <a:spcPct val="85000"/>
              </a:lnSpc>
              <a:spcBef>
                <a:spcPts val="0"/>
              </a:spcBef>
              <a:spcAft>
                <a:spcPts val="0"/>
              </a:spcAft>
              <a:buClr>
                <a:schemeClr val="dk1"/>
              </a:buClr>
              <a:buSzPts val="2400"/>
              <a:buNone/>
              <a:defRPr sz="2400"/>
            </a:lvl3pPr>
            <a:lvl4pPr lvl="3" algn="l">
              <a:lnSpc>
                <a:spcPct val="85000"/>
              </a:lnSpc>
              <a:spcBef>
                <a:spcPts val="0"/>
              </a:spcBef>
              <a:spcAft>
                <a:spcPts val="0"/>
              </a:spcAft>
              <a:buClr>
                <a:schemeClr val="dk1"/>
              </a:buClr>
              <a:buSzPts val="2400"/>
              <a:buNone/>
              <a:defRPr sz="2400"/>
            </a:lvl4pPr>
            <a:lvl5pPr lvl="4" algn="l">
              <a:lnSpc>
                <a:spcPct val="85000"/>
              </a:lnSpc>
              <a:spcBef>
                <a:spcPts val="0"/>
              </a:spcBef>
              <a:spcAft>
                <a:spcPts val="0"/>
              </a:spcAft>
              <a:buClr>
                <a:schemeClr val="dk1"/>
              </a:buClr>
              <a:buSzPts val="2400"/>
              <a:buNone/>
              <a:defRPr sz="2400"/>
            </a:lvl5pPr>
            <a:lvl6pPr lvl="5" algn="l">
              <a:lnSpc>
                <a:spcPct val="85000"/>
              </a:lnSpc>
              <a:spcBef>
                <a:spcPts val="0"/>
              </a:spcBef>
              <a:spcAft>
                <a:spcPts val="0"/>
              </a:spcAft>
              <a:buClr>
                <a:schemeClr val="dk1"/>
              </a:buClr>
              <a:buSzPts val="2400"/>
              <a:buNone/>
              <a:defRPr sz="2400"/>
            </a:lvl6pPr>
            <a:lvl7pPr lvl="6" algn="l">
              <a:lnSpc>
                <a:spcPct val="85000"/>
              </a:lnSpc>
              <a:spcBef>
                <a:spcPts val="0"/>
              </a:spcBef>
              <a:spcAft>
                <a:spcPts val="0"/>
              </a:spcAft>
              <a:buClr>
                <a:schemeClr val="dk1"/>
              </a:buClr>
              <a:buSzPts val="2400"/>
              <a:buNone/>
              <a:defRPr sz="2400"/>
            </a:lvl7pPr>
            <a:lvl8pPr lvl="7" algn="l">
              <a:lnSpc>
                <a:spcPct val="85000"/>
              </a:lnSpc>
              <a:spcBef>
                <a:spcPts val="0"/>
              </a:spcBef>
              <a:spcAft>
                <a:spcPts val="0"/>
              </a:spcAft>
              <a:buClr>
                <a:schemeClr val="dk1"/>
              </a:buClr>
              <a:buSzPts val="2400"/>
              <a:buNone/>
              <a:defRPr sz="2400"/>
            </a:lvl8pPr>
            <a:lvl9pPr lvl="8" algn="l">
              <a:lnSpc>
                <a:spcPct val="85000"/>
              </a:lnSpc>
              <a:spcBef>
                <a:spcPts val="0"/>
              </a:spcBef>
              <a:spcAft>
                <a:spcPts val="0"/>
              </a:spcAft>
              <a:buClr>
                <a:schemeClr val="dk1"/>
              </a:buClr>
              <a:buSzPts val="2400"/>
              <a:buNone/>
              <a:defRPr sz="2400"/>
            </a:lvl9pPr>
          </a:lstStyle>
          <a:p>
            <a:endParaRPr/>
          </a:p>
        </p:txBody>
      </p:sp>
      <p:sp>
        <p:nvSpPr>
          <p:cNvPr id="127" name="Google Shape;127;p25"/>
          <p:cNvSpPr txBox="1">
            <a:spLocks noGrp="1"/>
          </p:cNvSpPr>
          <p:nvPr>
            <p:ph type="body" idx="2"/>
          </p:nvPr>
        </p:nvSpPr>
        <p:spPr>
          <a:xfrm>
            <a:off x="442913" y="2103438"/>
            <a:ext cx="25560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28" name="Google Shape;128;p25"/>
          <p:cNvSpPr txBox="1">
            <a:spLocks noGrp="1"/>
          </p:cNvSpPr>
          <p:nvPr>
            <p:ph type="body" idx="3"/>
          </p:nvPr>
        </p:nvSpPr>
        <p:spPr>
          <a:xfrm>
            <a:off x="3360613" y="2103438"/>
            <a:ext cx="25560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29" name="Google Shape;129;p25"/>
          <p:cNvSpPr txBox="1">
            <a:spLocks noGrp="1"/>
          </p:cNvSpPr>
          <p:nvPr>
            <p:ph type="body" idx="4"/>
          </p:nvPr>
        </p:nvSpPr>
        <p:spPr>
          <a:xfrm>
            <a:off x="6275388" y="2103438"/>
            <a:ext cx="25560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30" name="Google Shape;130;p25"/>
          <p:cNvSpPr txBox="1">
            <a:spLocks noGrp="1"/>
          </p:cNvSpPr>
          <p:nvPr>
            <p:ph type="body" idx="5"/>
          </p:nvPr>
        </p:nvSpPr>
        <p:spPr>
          <a:xfrm>
            <a:off x="9190163" y="2103438"/>
            <a:ext cx="25560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31" name="Google Shape;131;p25"/>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25"/>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25"/>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ive Content">
  <p:cSld name="Five Content">
    <p:spTree>
      <p:nvGrpSpPr>
        <p:cNvPr id="1" name="Shape 134"/>
        <p:cNvGrpSpPr/>
        <p:nvPr/>
      </p:nvGrpSpPr>
      <p:grpSpPr>
        <a:xfrm>
          <a:off x="0" y="0"/>
          <a:ext cx="0" cy="0"/>
          <a:chOff x="0" y="0"/>
          <a:chExt cx="0" cy="0"/>
        </a:xfrm>
      </p:grpSpPr>
      <p:sp>
        <p:nvSpPr>
          <p:cNvPr id="135" name="Google Shape;135;p26"/>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26"/>
          <p:cNvSpPr txBox="1">
            <a:spLocks noGrp="1"/>
          </p:cNvSpPr>
          <p:nvPr>
            <p:ph type="body" idx="1"/>
          </p:nvPr>
        </p:nvSpPr>
        <p:spPr>
          <a:xfrm>
            <a:off x="442913" y="2103438"/>
            <a:ext cx="19728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37" name="Google Shape;137;p26"/>
          <p:cNvSpPr txBox="1">
            <a:spLocks noGrp="1"/>
          </p:cNvSpPr>
          <p:nvPr>
            <p:ph type="body" idx="2"/>
          </p:nvPr>
        </p:nvSpPr>
        <p:spPr>
          <a:xfrm>
            <a:off x="2777045" y="2103438"/>
            <a:ext cx="19728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38" name="Google Shape;138;p26"/>
          <p:cNvSpPr txBox="1">
            <a:spLocks noGrp="1"/>
          </p:cNvSpPr>
          <p:nvPr>
            <p:ph type="body" idx="3"/>
          </p:nvPr>
        </p:nvSpPr>
        <p:spPr>
          <a:xfrm>
            <a:off x="5111177" y="2103438"/>
            <a:ext cx="19728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39" name="Google Shape;139;p26"/>
          <p:cNvSpPr txBox="1">
            <a:spLocks noGrp="1"/>
          </p:cNvSpPr>
          <p:nvPr>
            <p:ph type="body" idx="4"/>
          </p:nvPr>
        </p:nvSpPr>
        <p:spPr>
          <a:xfrm>
            <a:off x="7445309" y="2103438"/>
            <a:ext cx="19728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40" name="Google Shape;140;p26"/>
          <p:cNvSpPr txBox="1">
            <a:spLocks noGrp="1"/>
          </p:cNvSpPr>
          <p:nvPr>
            <p:ph type="body" idx="5"/>
          </p:nvPr>
        </p:nvSpPr>
        <p:spPr>
          <a:xfrm>
            <a:off x="9779443" y="2103438"/>
            <a:ext cx="19728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41" name="Google Shape;141;p26"/>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26"/>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26"/>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ive Content - Subtitle">
  <p:cSld name="Five Content - Subtitle">
    <p:spTree>
      <p:nvGrpSpPr>
        <p:cNvPr id="1" name="Shape 144"/>
        <p:cNvGrpSpPr/>
        <p:nvPr/>
      </p:nvGrpSpPr>
      <p:grpSpPr>
        <a:xfrm>
          <a:off x="0" y="0"/>
          <a:ext cx="0" cy="0"/>
          <a:chOff x="0" y="0"/>
          <a:chExt cx="0" cy="0"/>
        </a:xfrm>
      </p:grpSpPr>
      <p:sp>
        <p:nvSpPr>
          <p:cNvPr id="145" name="Google Shape;145;p27"/>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27"/>
          <p:cNvSpPr txBox="1">
            <a:spLocks noGrp="1"/>
          </p:cNvSpPr>
          <p:nvPr>
            <p:ph type="subTitle" idx="1"/>
          </p:nvPr>
        </p:nvSpPr>
        <p:spPr>
          <a:xfrm>
            <a:off x="442912" y="933433"/>
            <a:ext cx="11306176" cy="885842"/>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400"/>
              <a:buNone/>
              <a:defRPr sz="2400" b="0">
                <a:solidFill>
                  <a:schemeClr val="dk1"/>
                </a:solidFill>
              </a:defRPr>
            </a:lvl1pPr>
            <a:lvl2pPr lvl="1" algn="l">
              <a:lnSpc>
                <a:spcPct val="85000"/>
              </a:lnSpc>
              <a:spcBef>
                <a:spcPts val="0"/>
              </a:spcBef>
              <a:spcAft>
                <a:spcPts val="0"/>
              </a:spcAft>
              <a:buClr>
                <a:schemeClr val="dk1"/>
              </a:buClr>
              <a:buSzPts val="2400"/>
              <a:buNone/>
              <a:defRPr sz="2400"/>
            </a:lvl2pPr>
            <a:lvl3pPr lvl="2" algn="l">
              <a:lnSpc>
                <a:spcPct val="85000"/>
              </a:lnSpc>
              <a:spcBef>
                <a:spcPts val="0"/>
              </a:spcBef>
              <a:spcAft>
                <a:spcPts val="0"/>
              </a:spcAft>
              <a:buClr>
                <a:schemeClr val="dk1"/>
              </a:buClr>
              <a:buSzPts val="2400"/>
              <a:buNone/>
              <a:defRPr sz="2400"/>
            </a:lvl3pPr>
            <a:lvl4pPr lvl="3" algn="l">
              <a:lnSpc>
                <a:spcPct val="85000"/>
              </a:lnSpc>
              <a:spcBef>
                <a:spcPts val="0"/>
              </a:spcBef>
              <a:spcAft>
                <a:spcPts val="0"/>
              </a:spcAft>
              <a:buClr>
                <a:schemeClr val="dk1"/>
              </a:buClr>
              <a:buSzPts val="2400"/>
              <a:buNone/>
              <a:defRPr sz="2400"/>
            </a:lvl4pPr>
            <a:lvl5pPr lvl="4" algn="l">
              <a:lnSpc>
                <a:spcPct val="85000"/>
              </a:lnSpc>
              <a:spcBef>
                <a:spcPts val="0"/>
              </a:spcBef>
              <a:spcAft>
                <a:spcPts val="0"/>
              </a:spcAft>
              <a:buClr>
                <a:schemeClr val="dk1"/>
              </a:buClr>
              <a:buSzPts val="2400"/>
              <a:buNone/>
              <a:defRPr sz="2400"/>
            </a:lvl5pPr>
            <a:lvl6pPr lvl="5" algn="l">
              <a:lnSpc>
                <a:spcPct val="85000"/>
              </a:lnSpc>
              <a:spcBef>
                <a:spcPts val="0"/>
              </a:spcBef>
              <a:spcAft>
                <a:spcPts val="0"/>
              </a:spcAft>
              <a:buClr>
                <a:schemeClr val="dk1"/>
              </a:buClr>
              <a:buSzPts val="2400"/>
              <a:buNone/>
              <a:defRPr sz="2400"/>
            </a:lvl6pPr>
            <a:lvl7pPr lvl="6" algn="l">
              <a:lnSpc>
                <a:spcPct val="85000"/>
              </a:lnSpc>
              <a:spcBef>
                <a:spcPts val="0"/>
              </a:spcBef>
              <a:spcAft>
                <a:spcPts val="0"/>
              </a:spcAft>
              <a:buClr>
                <a:schemeClr val="dk1"/>
              </a:buClr>
              <a:buSzPts val="2400"/>
              <a:buNone/>
              <a:defRPr sz="2400"/>
            </a:lvl7pPr>
            <a:lvl8pPr lvl="7" algn="l">
              <a:lnSpc>
                <a:spcPct val="85000"/>
              </a:lnSpc>
              <a:spcBef>
                <a:spcPts val="0"/>
              </a:spcBef>
              <a:spcAft>
                <a:spcPts val="0"/>
              </a:spcAft>
              <a:buClr>
                <a:schemeClr val="dk1"/>
              </a:buClr>
              <a:buSzPts val="2400"/>
              <a:buNone/>
              <a:defRPr sz="2400"/>
            </a:lvl8pPr>
            <a:lvl9pPr lvl="8" algn="l">
              <a:lnSpc>
                <a:spcPct val="85000"/>
              </a:lnSpc>
              <a:spcBef>
                <a:spcPts val="0"/>
              </a:spcBef>
              <a:spcAft>
                <a:spcPts val="0"/>
              </a:spcAft>
              <a:buClr>
                <a:schemeClr val="dk1"/>
              </a:buClr>
              <a:buSzPts val="2400"/>
              <a:buNone/>
              <a:defRPr sz="2400"/>
            </a:lvl9pPr>
          </a:lstStyle>
          <a:p>
            <a:endParaRPr/>
          </a:p>
        </p:txBody>
      </p:sp>
      <p:sp>
        <p:nvSpPr>
          <p:cNvPr id="147" name="Google Shape;147;p27"/>
          <p:cNvSpPr txBox="1">
            <a:spLocks noGrp="1"/>
          </p:cNvSpPr>
          <p:nvPr>
            <p:ph type="body" idx="2"/>
          </p:nvPr>
        </p:nvSpPr>
        <p:spPr>
          <a:xfrm>
            <a:off x="442913" y="2103438"/>
            <a:ext cx="19728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48" name="Google Shape;148;p27"/>
          <p:cNvSpPr txBox="1">
            <a:spLocks noGrp="1"/>
          </p:cNvSpPr>
          <p:nvPr>
            <p:ph type="body" idx="3"/>
          </p:nvPr>
        </p:nvSpPr>
        <p:spPr>
          <a:xfrm>
            <a:off x="2777045" y="2103438"/>
            <a:ext cx="19728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49" name="Google Shape;149;p27"/>
          <p:cNvSpPr txBox="1">
            <a:spLocks noGrp="1"/>
          </p:cNvSpPr>
          <p:nvPr>
            <p:ph type="body" idx="4"/>
          </p:nvPr>
        </p:nvSpPr>
        <p:spPr>
          <a:xfrm>
            <a:off x="5111177" y="2103438"/>
            <a:ext cx="19728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50" name="Google Shape;150;p27"/>
          <p:cNvSpPr txBox="1">
            <a:spLocks noGrp="1"/>
          </p:cNvSpPr>
          <p:nvPr>
            <p:ph type="body" idx="5"/>
          </p:nvPr>
        </p:nvSpPr>
        <p:spPr>
          <a:xfrm>
            <a:off x="7445309" y="2103438"/>
            <a:ext cx="19728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51" name="Google Shape;151;p27"/>
          <p:cNvSpPr txBox="1">
            <a:spLocks noGrp="1"/>
          </p:cNvSpPr>
          <p:nvPr>
            <p:ph type="body" idx="6"/>
          </p:nvPr>
        </p:nvSpPr>
        <p:spPr>
          <a:xfrm>
            <a:off x="9779443" y="2103438"/>
            <a:ext cx="19728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52" name="Google Shape;152;p27"/>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27"/>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27"/>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Images">
  <p:cSld name="Three Images">
    <p:spTree>
      <p:nvGrpSpPr>
        <p:cNvPr id="1" name="Shape 155"/>
        <p:cNvGrpSpPr/>
        <p:nvPr/>
      </p:nvGrpSpPr>
      <p:grpSpPr>
        <a:xfrm>
          <a:off x="0" y="0"/>
          <a:ext cx="0" cy="0"/>
          <a:chOff x="0" y="0"/>
          <a:chExt cx="0" cy="0"/>
        </a:xfrm>
      </p:grpSpPr>
      <p:sp>
        <p:nvSpPr>
          <p:cNvPr id="156" name="Google Shape;156;p28"/>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p28"/>
          <p:cNvSpPr>
            <a:spLocks noGrp="1"/>
          </p:cNvSpPr>
          <p:nvPr>
            <p:ph type="pic" idx="2"/>
          </p:nvPr>
        </p:nvSpPr>
        <p:spPr>
          <a:xfrm>
            <a:off x="442912" y="2100263"/>
            <a:ext cx="3529013" cy="3017520"/>
          </a:xfrm>
          <a:prstGeom prst="rect">
            <a:avLst/>
          </a:prstGeom>
          <a:solidFill>
            <a:srgbClr val="DEDEDE"/>
          </a:solidFill>
          <a:ln>
            <a:noFill/>
          </a:ln>
        </p:spPr>
      </p:sp>
      <p:sp>
        <p:nvSpPr>
          <p:cNvPr id="158" name="Google Shape;158;p28"/>
          <p:cNvSpPr>
            <a:spLocks noGrp="1"/>
          </p:cNvSpPr>
          <p:nvPr>
            <p:ph type="pic" idx="3"/>
          </p:nvPr>
        </p:nvSpPr>
        <p:spPr>
          <a:xfrm>
            <a:off x="4331494" y="2100263"/>
            <a:ext cx="3529013" cy="3017520"/>
          </a:xfrm>
          <a:prstGeom prst="rect">
            <a:avLst/>
          </a:prstGeom>
          <a:solidFill>
            <a:srgbClr val="DEDEDE"/>
          </a:solidFill>
          <a:ln>
            <a:noFill/>
          </a:ln>
        </p:spPr>
      </p:sp>
      <p:sp>
        <p:nvSpPr>
          <p:cNvPr id="159" name="Google Shape;159;p28"/>
          <p:cNvSpPr>
            <a:spLocks noGrp="1"/>
          </p:cNvSpPr>
          <p:nvPr>
            <p:ph type="pic" idx="4"/>
          </p:nvPr>
        </p:nvSpPr>
        <p:spPr>
          <a:xfrm>
            <a:off x="8220075" y="2100263"/>
            <a:ext cx="3529013" cy="3017520"/>
          </a:xfrm>
          <a:prstGeom prst="rect">
            <a:avLst/>
          </a:prstGeom>
          <a:solidFill>
            <a:srgbClr val="DEDEDE"/>
          </a:solidFill>
          <a:ln>
            <a:noFill/>
          </a:ln>
        </p:spPr>
      </p:sp>
      <p:sp>
        <p:nvSpPr>
          <p:cNvPr id="160" name="Google Shape;160;p28"/>
          <p:cNvSpPr txBox="1">
            <a:spLocks noGrp="1"/>
          </p:cNvSpPr>
          <p:nvPr>
            <p:ph type="body" idx="1"/>
          </p:nvPr>
        </p:nvSpPr>
        <p:spPr>
          <a:xfrm>
            <a:off x="442913" y="5280025"/>
            <a:ext cx="3529012" cy="89217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61" name="Google Shape;161;p28"/>
          <p:cNvSpPr txBox="1">
            <a:spLocks noGrp="1"/>
          </p:cNvSpPr>
          <p:nvPr>
            <p:ph type="body" idx="5"/>
          </p:nvPr>
        </p:nvSpPr>
        <p:spPr>
          <a:xfrm>
            <a:off x="4331495" y="5280025"/>
            <a:ext cx="3529012" cy="89217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62" name="Google Shape;162;p28"/>
          <p:cNvSpPr txBox="1">
            <a:spLocks noGrp="1"/>
          </p:cNvSpPr>
          <p:nvPr>
            <p:ph type="body" idx="6"/>
          </p:nvPr>
        </p:nvSpPr>
        <p:spPr>
          <a:xfrm>
            <a:off x="8220076" y="5280025"/>
            <a:ext cx="3529012" cy="89217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63" name="Google Shape;163;p28"/>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28"/>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28"/>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ree Images - Subtitle">
  <p:cSld name="Three Images - Subtitle">
    <p:spTree>
      <p:nvGrpSpPr>
        <p:cNvPr id="1" name="Shape 166"/>
        <p:cNvGrpSpPr/>
        <p:nvPr/>
      </p:nvGrpSpPr>
      <p:grpSpPr>
        <a:xfrm>
          <a:off x="0" y="0"/>
          <a:ext cx="0" cy="0"/>
          <a:chOff x="0" y="0"/>
          <a:chExt cx="0" cy="0"/>
        </a:xfrm>
      </p:grpSpPr>
      <p:sp>
        <p:nvSpPr>
          <p:cNvPr id="167" name="Google Shape;167;p29"/>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29"/>
          <p:cNvSpPr txBox="1">
            <a:spLocks noGrp="1"/>
          </p:cNvSpPr>
          <p:nvPr>
            <p:ph type="subTitle" idx="1"/>
          </p:nvPr>
        </p:nvSpPr>
        <p:spPr>
          <a:xfrm>
            <a:off x="442912" y="933433"/>
            <a:ext cx="11306176" cy="885842"/>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400"/>
              <a:buNone/>
              <a:defRPr sz="2400" b="0">
                <a:solidFill>
                  <a:schemeClr val="dk1"/>
                </a:solidFill>
              </a:defRPr>
            </a:lvl1pPr>
            <a:lvl2pPr lvl="1" algn="l">
              <a:lnSpc>
                <a:spcPct val="85000"/>
              </a:lnSpc>
              <a:spcBef>
                <a:spcPts val="0"/>
              </a:spcBef>
              <a:spcAft>
                <a:spcPts val="0"/>
              </a:spcAft>
              <a:buClr>
                <a:schemeClr val="dk1"/>
              </a:buClr>
              <a:buSzPts val="2400"/>
              <a:buNone/>
              <a:defRPr sz="2400"/>
            </a:lvl2pPr>
            <a:lvl3pPr lvl="2" algn="l">
              <a:lnSpc>
                <a:spcPct val="85000"/>
              </a:lnSpc>
              <a:spcBef>
                <a:spcPts val="0"/>
              </a:spcBef>
              <a:spcAft>
                <a:spcPts val="0"/>
              </a:spcAft>
              <a:buClr>
                <a:schemeClr val="dk1"/>
              </a:buClr>
              <a:buSzPts val="2400"/>
              <a:buNone/>
              <a:defRPr sz="2400"/>
            </a:lvl3pPr>
            <a:lvl4pPr lvl="3" algn="l">
              <a:lnSpc>
                <a:spcPct val="85000"/>
              </a:lnSpc>
              <a:spcBef>
                <a:spcPts val="0"/>
              </a:spcBef>
              <a:spcAft>
                <a:spcPts val="0"/>
              </a:spcAft>
              <a:buClr>
                <a:schemeClr val="dk1"/>
              </a:buClr>
              <a:buSzPts val="2400"/>
              <a:buNone/>
              <a:defRPr sz="2400"/>
            </a:lvl4pPr>
            <a:lvl5pPr lvl="4" algn="l">
              <a:lnSpc>
                <a:spcPct val="85000"/>
              </a:lnSpc>
              <a:spcBef>
                <a:spcPts val="0"/>
              </a:spcBef>
              <a:spcAft>
                <a:spcPts val="0"/>
              </a:spcAft>
              <a:buClr>
                <a:schemeClr val="dk1"/>
              </a:buClr>
              <a:buSzPts val="2400"/>
              <a:buNone/>
              <a:defRPr sz="2400"/>
            </a:lvl5pPr>
            <a:lvl6pPr lvl="5" algn="l">
              <a:lnSpc>
                <a:spcPct val="85000"/>
              </a:lnSpc>
              <a:spcBef>
                <a:spcPts val="0"/>
              </a:spcBef>
              <a:spcAft>
                <a:spcPts val="0"/>
              </a:spcAft>
              <a:buClr>
                <a:schemeClr val="dk1"/>
              </a:buClr>
              <a:buSzPts val="2400"/>
              <a:buNone/>
              <a:defRPr sz="2400"/>
            </a:lvl6pPr>
            <a:lvl7pPr lvl="6" algn="l">
              <a:lnSpc>
                <a:spcPct val="85000"/>
              </a:lnSpc>
              <a:spcBef>
                <a:spcPts val="0"/>
              </a:spcBef>
              <a:spcAft>
                <a:spcPts val="0"/>
              </a:spcAft>
              <a:buClr>
                <a:schemeClr val="dk1"/>
              </a:buClr>
              <a:buSzPts val="2400"/>
              <a:buNone/>
              <a:defRPr sz="2400"/>
            </a:lvl7pPr>
            <a:lvl8pPr lvl="7" algn="l">
              <a:lnSpc>
                <a:spcPct val="85000"/>
              </a:lnSpc>
              <a:spcBef>
                <a:spcPts val="0"/>
              </a:spcBef>
              <a:spcAft>
                <a:spcPts val="0"/>
              </a:spcAft>
              <a:buClr>
                <a:schemeClr val="dk1"/>
              </a:buClr>
              <a:buSzPts val="2400"/>
              <a:buNone/>
              <a:defRPr sz="2400"/>
            </a:lvl8pPr>
            <a:lvl9pPr lvl="8" algn="l">
              <a:lnSpc>
                <a:spcPct val="85000"/>
              </a:lnSpc>
              <a:spcBef>
                <a:spcPts val="0"/>
              </a:spcBef>
              <a:spcAft>
                <a:spcPts val="0"/>
              </a:spcAft>
              <a:buClr>
                <a:schemeClr val="dk1"/>
              </a:buClr>
              <a:buSzPts val="2400"/>
              <a:buNone/>
              <a:defRPr sz="2400"/>
            </a:lvl9pPr>
          </a:lstStyle>
          <a:p>
            <a:endParaRPr/>
          </a:p>
        </p:txBody>
      </p:sp>
      <p:sp>
        <p:nvSpPr>
          <p:cNvPr id="169" name="Google Shape;169;p29"/>
          <p:cNvSpPr>
            <a:spLocks noGrp="1"/>
          </p:cNvSpPr>
          <p:nvPr>
            <p:ph type="pic" idx="2"/>
          </p:nvPr>
        </p:nvSpPr>
        <p:spPr>
          <a:xfrm>
            <a:off x="442912" y="2100263"/>
            <a:ext cx="3529013" cy="3017520"/>
          </a:xfrm>
          <a:prstGeom prst="rect">
            <a:avLst/>
          </a:prstGeom>
          <a:solidFill>
            <a:srgbClr val="DEDEDE"/>
          </a:solidFill>
          <a:ln>
            <a:noFill/>
          </a:ln>
        </p:spPr>
      </p:sp>
      <p:sp>
        <p:nvSpPr>
          <p:cNvPr id="170" name="Google Shape;170;p29"/>
          <p:cNvSpPr>
            <a:spLocks noGrp="1"/>
          </p:cNvSpPr>
          <p:nvPr>
            <p:ph type="pic" idx="3"/>
          </p:nvPr>
        </p:nvSpPr>
        <p:spPr>
          <a:xfrm>
            <a:off x="4331494" y="2100263"/>
            <a:ext cx="3529013" cy="3017520"/>
          </a:xfrm>
          <a:prstGeom prst="rect">
            <a:avLst/>
          </a:prstGeom>
          <a:solidFill>
            <a:srgbClr val="DEDEDE"/>
          </a:solidFill>
          <a:ln>
            <a:noFill/>
          </a:ln>
        </p:spPr>
      </p:sp>
      <p:sp>
        <p:nvSpPr>
          <p:cNvPr id="171" name="Google Shape;171;p29"/>
          <p:cNvSpPr>
            <a:spLocks noGrp="1"/>
          </p:cNvSpPr>
          <p:nvPr>
            <p:ph type="pic" idx="4"/>
          </p:nvPr>
        </p:nvSpPr>
        <p:spPr>
          <a:xfrm>
            <a:off x="8220075" y="2100263"/>
            <a:ext cx="3529013" cy="3017520"/>
          </a:xfrm>
          <a:prstGeom prst="rect">
            <a:avLst/>
          </a:prstGeom>
          <a:solidFill>
            <a:srgbClr val="DEDEDE"/>
          </a:solidFill>
          <a:ln>
            <a:noFill/>
          </a:ln>
        </p:spPr>
      </p:sp>
      <p:sp>
        <p:nvSpPr>
          <p:cNvPr id="172" name="Google Shape;172;p29"/>
          <p:cNvSpPr txBox="1">
            <a:spLocks noGrp="1"/>
          </p:cNvSpPr>
          <p:nvPr>
            <p:ph type="body" idx="5"/>
          </p:nvPr>
        </p:nvSpPr>
        <p:spPr>
          <a:xfrm>
            <a:off x="442913" y="5280025"/>
            <a:ext cx="3529012" cy="89217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73" name="Google Shape;173;p29"/>
          <p:cNvSpPr txBox="1">
            <a:spLocks noGrp="1"/>
          </p:cNvSpPr>
          <p:nvPr>
            <p:ph type="body" idx="6"/>
          </p:nvPr>
        </p:nvSpPr>
        <p:spPr>
          <a:xfrm>
            <a:off x="4331495" y="5280025"/>
            <a:ext cx="3529012" cy="89217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74" name="Google Shape;174;p29"/>
          <p:cNvSpPr txBox="1">
            <a:spLocks noGrp="1"/>
          </p:cNvSpPr>
          <p:nvPr>
            <p:ph type="body" idx="7"/>
          </p:nvPr>
        </p:nvSpPr>
        <p:spPr>
          <a:xfrm>
            <a:off x="8220076" y="5280025"/>
            <a:ext cx="3529012" cy="89217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75" name="Google Shape;175;p29"/>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6" name="Google Shape;176;p29"/>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29"/>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our Text Boxes for Icons">
  <p:cSld name="Four Text Boxes for Icons">
    <p:spTree>
      <p:nvGrpSpPr>
        <p:cNvPr id="1" name="Shape 178"/>
        <p:cNvGrpSpPr/>
        <p:nvPr/>
      </p:nvGrpSpPr>
      <p:grpSpPr>
        <a:xfrm>
          <a:off x="0" y="0"/>
          <a:ext cx="0" cy="0"/>
          <a:chOff x="0" y="0"/>
          <a:chExt cx="0" cy="0"/>
        </a:xfrm>
      </p:grpSpPr>
      <p:sp>
        <p:nvSpPr>
          <p:cNvPr id="179" name="Google Shape;179;p30"/>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0" name="Google Shape;180;p30"/>
          <p:cNvSpPr txBox="1">
            <a:spLocks noGrp="1"/>
          </p:cNvSpPr>
          <p:nvPr>
            <p:ph type="body" idx="1"/>
          </p:nvPr>
        </p:nvSpPr>
        <p:spPr>
          <a:xfrm>
            <a:off x="447233" y="3429000"/>
            <a:ext cx="2560320"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181" name="Google Shape;181;p30"/>
          <p:cNvSpPr txBox="1">
            <a:spLocks noGrp="1"/>
          </p:cNvSpPr>
          <p:nvPr>
            <p:ph type="body" idx="2"/>
          </p:nvPr>
        </p:nvSpPr>
        <p:spPr>
          <a:xfrm>
            <a:off x="3359638" y="3429000"/>
            <a:ext cx="2560320"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182" name="Google Shape;182;p30"/>
          <p:cNvSpPr txBox="1">
            <a:spLocks noGrp="1"/>
          </p:cNvSpPr>
          <p:nvPr>
            <p:ph type="body" idx="3"/>
          </p:nvPr>
        </p:nvSpPr>
        <p:spPr>
          <a:xfrm>
            <a:off x="6276363" y="3429000"/>
            <a:ext cx="2560320"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183" name="Google Shape;183;p30"/>
          <p:cNvSpPr txBox="1">
            <a:spLocks noGrp="1"/>
          </p:cNvSpPr>
          <p:nvPr>
            <p:ph type="body" idx="4"/>
          </p:nvPr>
        </p:nvSpPr>
        <p:spPr>
          <a:xfrm>
            <a:off x="9193088" y="3429000"/>
            <a:ext cx="2560320"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184" name="Google Shape;184;p30"/>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30"/>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6" name="Google Shape;186;p30"/>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our Text Boxes for Icons - Subtitle">
  <p:cSld name="Four Text Boxes for Icons - Subtitle">
    <p:spTree>
      <p:nvGrpSpPr>
        <p:cNvPr id="1" name="Shape 187"/>
        <p:cNvGrpSpPr/>
        <p:nvPr/>
      </p:nvGrpSpPr>
      <p:grpSpPr>
        <a:xfrm>
          <a:off x="0" y="0"/>
          <a:ext cx="0" cy="0"/>
          <a:chOff x="0" y="0"/>
          <a:chExt cx="0" cy="0"/>
        </a:xfrm>
      </p:grpSpPr>
      <p:sp>
        <p:nvSpPr>
          <p:cNvPr id="188" name="Google Shape;188;p31"/>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9" name="Google Shape;189;p31"/>
          <p:cNvSpPr txBox="1">
            <a:spLocks noGrp="1"/>
          </p:cNvSpPr>
          <p:nvPr>
            <p:ph type="subTitle" idx="1"/>
          </p:nvPr>
        </p:nvSpPr>
        <p:spPr>
          <a:xfrm>
            <a:off x="442912" y="933433"/>
            <a:ext cx="11306176" cy="885842"/>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400"/>
              <a:buNone/>
              <a:defRPr sz="2400" b="0">
                <a:solidFill>
                  <a:schemeClr val="dk1"/>
                </a:solidFill>
              </a:defRPr>
            </a:lvl1pPr>
            <a:lvl2pPr lvl="1" algn="l">
              <a:lnSpc>
                <a:spcPct val="85000"/>
              </a:lnSpc>
              <a:spcBef>
                <a:spcPts val="0"/>
              </a:spcBef>
              <a:spcAft>
                <a:spcPts val="0"/>
              </a:spcAft>
              <a:buClr>
                <a:schemeClr val="dk1"/>
              </a:buClr>
              <a:buSzPts val="2400"/>
              <a:buNone/>
              <a:defRPr sz="2400"/>
            </a:lvl2pPr>
            <a:lvl3pPr lvl="2" algn="l">
              <a:lnSpc>
                <a:spcPct val="85000"/>
              </a:lnSpc>
              <a:spcBef>
                <a:spcPts val="0"/>
              </a:spcBef>
              <a:spcAft>
                <a:spcPts val="0"/>
              </a:spcAft>
              <a:buClr>
                <a:schemeClr val="dk1"/>
              </a:buClr>
              <a:buSzPts val="2400"/>
              <a:buNone/>
              <a:defRPr sz="2400"/>
            </a:lvl3pPr>
            <a:lvl4pPr lvl="3" algn="l">
              <a:lnSpc>
                <a:spcPct val="85000"/>
              </a:lnSpc>
              <a:spcBef>
                <a:spcPts val="0"/>
              </a:spcBef>
              <a:spcAft>
                <a:spcPts val="0"/>
              </a:spcAft>
              <a:buClr>
                <a:schemeClr val="dk1"/>
              </a:buClr>
              <a:buSzPts val="2400"/>
              <a:buNone/>
              <a:defRPr sz="2400"/>
            </a:lvl4pPr>
            <a:lvl5pPr lvl="4" algn="l">
              <a:lnSpc>
                <a:spcPct val="85000"/>
              </a:lnSpc>
              <a:spcBef>
                <a:spcPts val="0"/>
              </a:spcBef>
              <a:spcAft>
                <a:spcPts val="0"/>
              </a:spcAft>
              <a:buClr>
                <a:schemeClr val="dk1"/>
              </a:buClr>
              <a:buSzPts val="2400"/>
              <a:buNone/>
              <a:defRPr sz="2400"/>
            </a:lvl5pPr>
            <a:lvl6pPr lvl="5" algn="l">
              <a:lnSpc>
                <a:spcPct val="85000"/>
              </a:lnSpc>
              <a:spcBef>
                <a:spcPts val="0"/>
              </a:spcBef>
              <a:spcAft>
                <a:spcPts val="0"/>
              </a:spcAft>
              <a:buClr>
                <a:schemeClr val="dk1"/>
              </a:buClr>
              <a:buSzPts val="2400"/>
              <a:buNone/>
              <a:defRPr sz="2400"/>
            </a:lvl6pPr>
            <a:lvl7pPr lvl="6" algn="l">
              <a:lnSpc>
                <a:spcPct val="85000"/>
              </a:lnSpc>
              <a:spcBef>
                <a:spcPts val="0"/>
              </a:spcBef>
              <a:spcAft>
                <a:spcPts val="0"/>
              </a:spcAft>
              <a:buClr>
                <a:schemeClr val="dk1"/>
              </a:buClr>
              <a:buSzPts val="2400"/>
              <a:buNone/>
              <a:defRPr sz="2400"/>
            </a:lvl7pPr>
            <a:lvl8pPr lvl="7" algn="l">
              <a:lnSpc>
                <a:spcPct val="85000"/>
              </a:lnSpc>
              <a:spcBef>
                <a:spcPts val="0"/>
              </a:spcBef>
              <a:spcAft>
                <a:spcPts val="0"/>
              </a:spcAft>
              <a:buClr>
                <a:schemeClr val="dk1"/>
              </a:buClr>
              <a:buSzPts val="2400"/>
              <a:buNone/>
              <a:defRPr sz="2400"/>
            </a:lvl8pPr>
            <a:lvl9pPr lvl="8" algn="l">
              <a:lnSpc>
                <a:spcPct val="85000"/>
              </a:lnSpc>
              <a:spcBef>
                <a:spcPts val="0"/>
              </a:spcBef>
              <a:spcAft>
                <a:spcPts val="0"/>
              </a:spcAft>
              <a:buClr>
                <a:schemeClr val="dk1"/>
              </a:buClr>
              <a:buSzPts val="2400"/>
              <a:buNone/>
              <a:defRPr sz="2400"/>
            </a:lvl9pPr>
          </a:lstStyle>
          <a:p>
            <a:endParaRPr/>
          </a:p>
        </p:txBody>
      </p:sp>
      <p:sp>
        <p:nvSpPr>
          <p:cNvPr id="190" name="Google Shape;190;p31"/>
          <p:cNvSpPr txBox="1">
            <a:spLocks noGrp="1"/>
          </p:cNvSpPr>
          <p:nvPr>
            <p:ph type="body" idx="2"/>
          </p:nvPr>
        </p:nvSpPr>
        <p:spPr>
          <a:xfrm>
            <a:off x="447233" y="3429000"/>
            <a:ext cx="2560320"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191" name="Google Shape;191;p31"/>
          <p:cNvSpPr txBox="1">
            <a:spLocks noGrp="1"/>
          </p:cNvSpPr>
          <p:nvPr>
            <p:ph type="body" idx="3"/>
          </p:nvPr>
        </p:nvSpPr>
        <p:spPr>
          <a:xfrm>
            <a:off x="3359638" y="3429000"/>
            <a:ext cx="2560320"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192" name="Google Shape;192;p31"/>
          <p:cNvSpPr txBox="1">
            <a:spLocks noGrp="1"/>
          </p:cNvSpPr>
          <p:nvPr>
            <p:ph type="body" idx="4"/>
          </p:nvPr>
        </p:nvSpPr>
        <p:spPr>
          <a:xfrm>
            <a:off x="6276363" y="3429000"/>
            <a:ext cx="2560320"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193" name="Google Shape;193;p31"/>
          <p:cNvSpPr txBox="1">
            <a:spLocks noGrp="1"/>
          </p:cNvSpPr>
          <p:nvPr>
            <p:ph type="body" idx="5"/>
          </p:nvPr>
        </p:nvSpPr>
        <p:spPr>
          <a:xfrm>
            <a:off x="9193088" y="3429000"/>
            <a:ext cx="2560320"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194" name="Google Shape;194;p31"/>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5" name="Google Shape;195;p31"/>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31"/>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Four Team Images">
  <p:cSld name="Four Team Images">
    <p:spTree>
      <p:nvGrpSpPr>
        <p:cNvPr id="1" name="Shape 197"/>
        <p:cNvGrpSpPr/>
        <p:nvPr/>
      </p:nvGrpSpPr>
      <p:grpSpPr>
        <a:xfrm>
          <a:off x="0" y="0"/>
          <a:ext cx="0" cy="0"/>
          <a:chOff x="0" y="0"/>
          <a:chExt cx="0" cy="0"/>
        </a:xfrm>
      </p:grpSpPr>
      <p:sp>
        <p:nvSpPr>
          <p:cNvPr id="198" name="Google Shape;198;p32"/>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p32"/>
          <p:cNvSpPr>
            <a:spLocks noGrp="1"/>
          </p:cNvSpPr>
          <p:nvPr>
            <p:ph type="pic" idx="2"/>
          </p:nvPr>
        </p:nvSpPr>
        <p:spPr>
          <a:xfrm>
            <a:off x="442911" y="2103120"/>
            <a:ext cx="1325880" cy="1325880"/>
          </a:xfrm>
          <a:prstGeom prst="rect">
            <a:avLst/>
          </a:prstGeom>
          <a:solidFill>
            <a:srgbClr val="DEDEDE"/>
          </a:solidFill>
          <a:ln>
            <a:noFill/>
          </a:ln>
        </p:spPr>
      </p:sp>
      <p:sp>
        <p:nvSpPr>
          <p:cNvPr id="200" name="Google Shape;200;p32"/>
          <p:cNvSpPr>
            <a:spLocks noGrp="1"/>
          </p:cNvSpPr>
          <p:nvPr>
            <p:ph type="pic" idx="3"/>
          </p:nvPr>
        </p:nvSpPr>
        <p:spPr>
          <a:xfrm>
            <a:off x="3359638" y="2103120"/>
            <a:ext cx="1325880" cy="1325880"/>
          </a:xfrm>
          <a:prstGeom prst="rect">
            <a:avLst/>
          </a:prstGeom>
          <a:solidFill>
            <a:srgbClr val="DEDEDE"/>
          </a:solidFill>
          <a:ln>
            <a:noFill/>
          </a:ln>
        </p:spPr>
      </p:sp>
      <p:sp>
        <p:nvSpPr>
          <p:cNvPr id="201" name="Google Shape;201;p32"/>
          <p:cNvSpPr>
            <a:spLocks noGrp="1"/>
          </p:cNvSpPr>
          <p:nvPr>
            <p:ph type="pic" idx="4"/>
          </p:nvPr>
        </p:nvSpPr>
        <p:spPr>
          <a:xfrm>
            <a:off x="6276363" y="2103120"/>
            <a:ext cx="1325880" cy="1325880"/>
          </a:xfrm>
          <a:prstGeom prst="rect">
            <a:avLst/>
          </a:prstGeom>
          <a:solidFill>
            <a:srgbClr val="DEDEDE"/>
          </a:solidFill>
          <a:ln>
            <a:noFill/>
          </a:ln>
        </p:spPr>
      </p:sp>
      <p:sp>
        <p:nvSpPr>
          <p:cNvPr id="202" name="Google Shape;202;p32"/>
          <p:cNvSpPr>
            <a:spLocks noGrp="1"/>
          </p:cNvSpPr>
          <p:nvPr>
            <p:ph type="pic" idx="5"/>
          </p:nvPr>
        </p:nvSpPr>
        <p:spPr>
          <a:xfrm>
            <a:off x="9193088" y="2103120"/>
            <a:ext cx="1325880" cy="1325880"/>
          </a:xfrm>
          <a:prstGeom prst="rect">
            <a:avLst/>
          </a:prstGeom>
          <a:solidFill>
            <a:srgbClr val="DEDEDE"/>
          </a:solidFill>
          <a:ln>
            <a:noFill/>
          </a:ln>
        </p:spPr>
      </p:sp>
      <p:sp>
        <p:nvSpPr>
          <p:cNvPr id="203" name="Google Shape;203;p32"/>
          <p:cNvSpPr txBox="1">
            <a:spLocks noGrp="1"/>
          </p:cNvSpPr>
          <p:nvPr>
            <p:ph type="body" idx="1"/>
          </p:nvPr>
        </p:nvSpPr>
        <p:spPr>
          <a:xfrm>
            <a:off x="447233" y="3657600"/>
            <a:ext cx="2560320"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600"/>
              <a:buNone/>
              <a:defRPr sz="16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204" name="Google Shape;204;p32"/>
          <p:cNvSpPr txBox="1">
            <a:spLocks noGrp="1"/>
          </p:cNvSpPr>
          <p:nvPr>
            <p:ph type="body" idx="6"/>
          </p:nvPr>
        </p:nvSpPr>
        <p:spPr>
          <a:xfrm>
            <a:off x="3359638" y="3657600"/>
            <a:ext cx="2560320"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600"/>
              <a:buNone/>
              <a:defRPr sz="16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205" name="Google Shape;205;p32"/>
          <p:cNvSpPr txBox="1">
            <a:spLocks noGrp="1"/>
          </p:cNvSpPr>
          <p:nvPr>
            <p:ph type="body" idx="7"/>
          </p:nvPr>
        </p:nvSpPr>
        <p:spPr>
          <a:xfrm>
            <a:off x="6276363" y="3657600"/>
            <a:ext cx="2560320"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600"/>
              <a:buNone/>
              <a:defRPr sz="16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206" name="Google Shape;206;p32"/>
          <p:cNvSpPr txBox="1">
            <a:spLocks noGrp="1"/>
          </p:cNvSpPr>
          <p:nvPr>
            <p:ph type="body" idx="8"/>
          </p:nvPr>
        </p:nvSpPr>
        <p:spPr>
          <a:xfrm>
            <a:off x="9193088" y="3657600"/>
            <a:ext cx="2560320"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600"/>
              <a:buNone/>
              <a:defRPr sz="16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207" name="Google Shape;207;p32"/>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8" name="Google Shape;208;p32"/>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9" name="Google Shape;209;p32"/>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Four Team Images - Subtitle">
  <p:cSld name="Four Team Images - Subtitle">
    <p:spTree>
      <p:nvGrpSpPr>
        <p:cNvPr id="1" name="Shape 210"/>
        <p:cNvGrpSpPr/>
        <p:nvPr/>
      </p:nvGrpSpPr>
      <p:grpSpPr>
        <a:xfrm>
          <a:off x="0" y="0"/>
          <a:ext cx="0" cy="0"/>
          <a:chOff x="0" y="0"/>
          <a:chExt cx="0" cy="0"/>
        </a:xfrm>
      </p:grpSpPr>
      <p:sp>
        <p:nvSpPr>
          <p:cNvPr id="211" name="Google Shape;211;p33"/>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2" name="Google Shape;212;p33"/>
          <p:cNvSpPr txBox="1">
            <a:spLocks noGrp="1"/>
          </p:cNvSpPr>
          <p:nvPr>
            <p:ph type="subTitle" idx="1"/>
          </p:nvPr>
        </p:nvSpPr>
        <p:spPr>
          <a:xfrm>
            <a:off x="442912" y="933433"/>
            <a:ext cx="11306176" cy="885842"/>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400"/>
              <a:buNone/>
              <a:defRPr sz="2400" b="0">
                <a:solidFill>
                  <a:schemeClr val="dk1"/>
                </a:solidFill>
              </a:defRPr>
            </a:lvl1pPr>
            <a:lvl2pPr lvl="1" algn="l">
              <a:lnSpc>
                <a:spcPct val="85000"/>
              </a:lnSpc>
              <a:spcBef>
                <a:spcPts val="0"/>
              </a:spcBef>
              <a:spcAft>
                <a:spcPts val="0"/>
              </a:spcAft>
              <a:buClr>
                <a:schemeClr val="dk1"/>
              </a:buClr>
              <a:buSzPts val="2400"/>
              <a:buNone/>
              <a:defRPr sz="2400"/>
            </a:lvl2pPr>
            <a:lvl3pPr lvl="2" algn="l">
              <a:lnSpc>
                <a:spcPct val="85000"/>
              </a:lnSpc>
              <a:spcBef>
                <a:spcPts val="0"/>
              </a:spcBef>
              <a:spcAft>
                <a:spcPts val="0"/>
              </a:spcAft>
              <a:buClr>
                <a:schemeClr val="dk1"/>
              </a:buClr>
              <a:buSzPts val="2400"/>
              <a:buNone/>
              <a:defRPr sz="2400"/>
            </a:lvl3pPr>
            <a:lvl4pPr lvl="3" algn="l">
              <a:lnSpc>
                <a:spcPct val="85000"/>
              </a:lnSpc>
              <a:spcBef>
                <a:spcPts val="0"/>
              </a:spcBef>
              <a:spcAft>
                <a:spcPts val="0"/>
              </a:spcAft>
              <a:buClr>
                <a:schemeClr val="dk1"/>
              </a:buClr>
              <a:buSzPts val="2400"/>
              <a:buNone/>
              <a:defRPr sz="2400"/>
            </a:lvl4pPr>
            <a:lvl5pPr lvl="4" algn="l">
              <a:lnSpc>
                <a:spcPct val="85000"/>
              </a:lnSpc>
              <a:spcBef>
                <a:spcPts val="0"/>
              </a:spcBef>
              <a:spcAft>
                <a:spcPts val="0"/>
              </a:spcAft>
              <a:buClr>
                <a:schemeClr val="dk1"/>
              </a:buClr>
              <a:buSzPts val="2400"/>
              <a:buNone/>
              <a:defRPr sz="2400"/>
            </a:lvl5pPr>
            <a:lvl6pPr lvl="5" algn="l">
              <a:lnSpc>
                <a:spcPct val="85000"/>
              </a:lnSpc>
              <a:spcBef>
                <a:spcPts val="0"/>
              </a:spcBef>
              <a:spcAft>
                <a:spcPts val="0"/>
              </a:spcAft>
              <a:buClr>
                <a:schemeClr val="dk1"/>
              </a:buClr>
              <a:buSzPts val="2400"/>
              <a:buNone/>
              <a:defRPr sz="2400"/>
            </a:lvl6pPr>
            <a:lvl7pPr lvl="6" algn="l">
              <a:lnSpc>
                <a:spcPct val="85000"/>
              </a:lnSpc>
              <a:spcBef>
                <a:spcPts val="0"/>
              </a:spcBef>
              <a:spcAft>
                <a:spcPts val="0"/>
              </a:spcAft>
              <a:buClr>
                <a:schemeClr val="dk1"/>
              </a:buClr>
              <a:buSzPts val="2400"/>
              <a:buNone/>
              <a:defRPr sz="2400"/>
            </a:lvl7pPr>
            <a:lvl8pPr lvl="7" algn="l">
              <a:lnSpc>
                <a:spcPct val="85000"/>
              </a:lnSpc>
              <a:spcBef>
                <a:spcPts val="0"/>
              </a:spcBef>
              <a:spcAft>
                <a:spcPts val="0"/>
              </a:spcAft>
              <a:buClr>
                <a:schemeClr val="dk1"/>
              </a:buClr>
              <a:buSzPts val="2400"/>
              <a:buNone/>
              <a:defRPr sz="2400"/>
            </a:lvl8pPr>
            <a:lvl9pPr lvl="8" algn="l">
              <a:lnSpc>
                <a:spcPct val="85000"/>
              </a:lnSpc>
              <a:spcBef>
                <a:spcPts val="0"/>
              </a:spcBef>
              <a:spcAft>
                <a:spcPts val="0"/>
              </a:spcAft>
              <a:buClr>
                <a:schemeClr val="dk1"/>
              </a:buClr>
              <a:buSzPts val="2400"/>
              <a:buNone/>
              <a:defRPr sz="2400"/>
            </a:lvl9pPr>
          </a:lstStyle>
          <a:p>
            <a:endParaRPr/>
          </a:p>
        </p:txBody>
      </p:sp>
      <p:sp>
        <p:nvSpPr>
          <p:cNvPr id="213" name="Google Shape;213;p33"/>
          <p:cNvSpPr>
            <a:spLocks noGrp="1"/>
          </p:cNvSpPr>
          <p:nvPr>
            <p:ph type="pic" idx="2"/>
          </p:nvPr>
        </p:nvSpPr>
        <p:spPr>
          <a:xfrm>
            <a:off x="442911" y="2103120"/>
            <a:ext cx="1325880" cy="1325880"/>
          </a:xfrm>
          <a:prstGeom prst="rect">
            <a:avLst/>
          </a:prstGeom>
          <a:solidFill>
            <a:srgbClr val="DEDEDE"/>
          </a:solidFill>
          <a:ln>
            <a:noFill/>
          </a:ln>
        </p:spPr>
      </p:sp>
      <p:sp>
        <p:nvSpPr>
          <p:cNvPr id="214" name="Google Shape;214;p33"/>
          <p:cNvSpPr>
            <a:spLocks noGrp="1"/>
          </p:cNvSpPr>
          <p:nvPr>
            <p:ph type="pic" idx="3"/>
          </p:nvPr>
        </p:nvSpPr>
        <p:spPr>
          <a:xfrm>
            <a:off x="3359638" y="2103120"/>
            <a:ext cx="1325880" cy="1325880"/>
          </a:xfrm>
          <a:prstGeom prst="rect">
            <a:avLst/>
          </a:prstGeom>
          <a:solidFill>
            <a:srgbClr val="DEDEDE"/>
          </a:solidFill>
          <a:ln>
            <a:noFill/>
          </a:ln>
        </p:spPr>
      </p:sp>
      <p:sp>
        <p:nvSpPr>
          <p:cNvPr id="215" name="Google Shape;215;p33"/>
          <p:cNvSpPr>
            <a:spLocks noGrp="1"/>
          </p:cNvSpPr>
          <p:nvPr>
            <p:ph type="pic" idx="4"/>
          </p:nvPr>
        </p:nvSpPr>
        <p:spPr>
          <a:xfrm>
            <a:off x="6276363" y="2103120"/>
            <a:ext cx="1325880" cy="1325880"/>
          </a:xfrm>
          <a:prstGeom prst="rect">
            <a:avLst/>
          </a:prstGeom>
          <a:solidFill>
            <a:srgbClr val="DEDEDE"/>
          </a:solidFill>
          <a:ln>
            <a:noFill/>
          </a:ln>
        </p:spPr>
      </p:sp>
      <p:sp>
        <p:nvSpPr>
          <p:cNvPr id="216" name="Google Shape;216;p33"/>
          <p:cNvSpPr>
            <a:spLocks noGrp="1"/>
          </p:cNvSpPr>
          <p:nvPr>
            <p:ph type="pic" idx="5"/>
          </p:nvPr>
        </p:nvSpPr>
        <p:spPr>
          <a:xfrm>
            <a:off x="9193088" y="2103120"/>
            <a:ext cx="1325880" cy="1325880"/>
          </a:xfrm>
          <a:prstGeom prst="rect">
            <a:avLst/>
          </a:prstGeom>
          <a:solidFill>
            <a:srgbClr val="DEDEDE"/>
          </a:solidFill>
          <a:ln>
            <a:noFill/>
          </a:ln>
        </p:spPr>
      </p:sp>
      <p:sp>
        <p:nvSpPr>
          <p:cNvPr id="217" name="Google Shape;217;p33"/>
          <p:cNvSpPr txBox="1">
            <a:spLocks noGrp="1"/>
          </p:cNvSpPr>
          <p:nvPr>
            <p:ph type="body" idx="6"/>
          </p:nvPr>
        </p:nvSpPr>
        <p:spPr>
          <a:xfrm>
            <a:off x="447233" y="3657600"/>
            <a:ext cx="2560320"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600"/>
              <a:buNone/>
              <a:defRPr sz="16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218" name="Google Shape;218;p33"/>
          <p:cNvSpPr txBox="1">
            <a:spLocks noGrp="1"/>
          </p:cNvSpPr>
          <p:nvPr>
            <p:ph type="body" idx="7"/>
          </p:nvPr>
        </p:nvSpPr>
        <p:spPr>
          <a:xfrm>
            <a:off x="3359638" y="3657600"/>
            <a:ext cx="2560320"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600"/>
              <a:buNone/>
              <a:defRPr sz="16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219" name="Google Shape;219;p33"/>
          <p:cNvSpPr txBox="1">
            <a:spLocks noGrp="1"/>
          </p:cNvSpPr>
          <p:nvPr>
            <p:ph type="body" idx="8"/>
          </p:nvPr>
        </p:nvSpPr>
        <p:spPr>
          <a:xfrm>
            <a:off x="6276363" y="3657600"/>
            <a:ext cx="2560320"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600"/>
              <a:buNone/>
              <a:defRPr sz="16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220" name="Google Shape;220;p33"/>
          <p:cNvSpPr txBox="1">
            <a:spLocks noGrp="1"/>
          </p:cNvSpPr>
          <p:nvPr>
            <p:ph type="body" idx="9"/>
          </p:nvPr>
        </p:nvSpPr>
        <p:spPr>
          <a:xfrm>
            <a:off x="9193088" y="3657600"/>
            <a:ext cx="2560320"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600"/>
              <a:buNone/>
              <a:defRPr sz="1600"/>
            </a:lvl1pPr>
            <a:lvl2pPr marL="914400" lvl="1" indent="-228600" algn="l">
              <a:lnSpc>
                <a:spcPct val="100000"/>
              </a:lnSpc>
              <a:spcBef>
                <a:spcPts val="1200"/>
              </a:spcBef>
              <a:spcAft>
                <a:spcPts val="0"/>
              </a:spcAft>
              <a:buClr>
                <a:schemeClr val="dk1"/>
              </a:buClr>
              <a:buSzPts val="1600"/>
              <a:buNone/>
              <a:defRPr sz="1600"/>
            </a:lvl2pPr>
            <a:lvl3pPr marL="1371600" lvl="2" indent="-228600" algn="l">
              <a:lnSpc>
                <a:spcPct val="100000"/>
              </a:lnSpc>
              <a:spcBef>
                <a:spcPts val="600"/>
              </a:spcBef>
              <a:spcAft>
                <a:spcPts val="0"/>
              </a:spcAft>
              <a:buClr>
                <a:schemeClr val="dk1"/>
              </a:buClr>
              <a:buSzPts val="1600"/>
              <a:buNone/>
              <a:defRPr sz="1600"/>
            </a:lvl3pPr>
            <a:lvl4pPr marL="1828800" lvl="3" indent="-330200" algn="l">
              <a:lnSpc>
                <a:spcPct val="100000"/>
              </a:lnSpc>
              <a:spcBef>
                <a:spcPts val="600"/>
              </a:spcBef>
              <a:spcAft>
                <a:spcPts val="0"/>
              </a:spcAft>
              <a:buClr>
                <a:schemeClr val="dk1"/>
              </a:buClr>
              <a:buSzPts val="1600"/>
              <a:buChar char="–"/>
              <a:defRPr sz="1600"/>
            </a:lvl4pPr>
            <a:lvl5pPr marL="2286000" lvl="4" indent="-330200" algn="l">
              <a:lnSpc>
                <a:spcPct val="100000"/>
              </a:lnSpc>
              <a:spcBef>
                <a:spcPts val="600"/>
              </a:spcBef>
              <a:spcAft>
                <a:spcPts val="0"/>
              </a:spcAft>
              <a:buClr>
                <a:schemeClr val="dk1"/>
              </a:buClr>
              <a:buSzPts val="1600"/>
              <a:buChar char="•"/>
              <a:defRPr sz="1600"/>
            </a:lvl5pPr>
            <a:lvl6pPr marL="2743200" lvl="5" indent="-330200" algn="l">
              <a:lnSpc>
                <a:spcPct val="100000"/>
              </a:lnSpc>
              <a:spcBef>
                <a:spcPts val="600"/>
              </a:spcBef>
              <a:spcAft>
                <a:spcPts val="0"/>
              </a:spcAft>
              <a:buClr>
                <a:schemeClr val="dk1"/>
              </a:buClr>
              <a:buSzPts val="1600"/>
              <a:buChar char="–"/>
              <a:defRPr sz="1600"/>
            </a:lvl6pPr>
            <a:lvl7pPr marL="3200400" lvl="6" indent="-330200" algn="l">
              <a:lnSpc>
                <a:spcPct val="100000"/>
              </a:lnSpc>
              <a:spcBef>
                <a:spcPts val="600"/>
              </a:spcBef>
              <a:spcAft>
                <a:spcPts val="0"/>
              </a:spcAft>
              <a:buClr>
                <a:schemeClr val="dk1"/>
              </a:buClr>
              <a:buSzPts val="1600"/>
              <a:buChar char="•"/>
              <a:defRPr sz="1600"/>
            </a:lvl7pPr>
            <a:lvl8pPr marL="3657600" lvl="7" indent="-330200" algn="l">
              <a:lnSpc>
                <a:spcPct val="100000"/>
              </a:lnSpc>
              <a:spcBef>
                <a:spcPts val="600"/>
              </a:spcBef>
              <a:spcAft>
                <a:spcPts val="0"/>
              </a:spcAft>
              <a:buClr>
                <a:schemeClr val="dk1"/>
              </a:buClr>
              <a:buSzPts val="1600"/>
              <a:buChar char="–"/>
              <a:defRPr sz="1600"/>
            </a:lvl8pPr>
            <a:lvl9pPr marL="4114800" lvl="8" indent="-330200" algn="l">
              <a:lnSpc>
                <a:spcPct val="100000"/>
              </a:lnSpc>
              <a:spcBef>
                <a:spcPts val="600"/>
              </a:spcBef>
              <a:spcAft>
                <a:spcPts val="600"/>
              </a:spcAft>
              <a:buClr>
                <a:schemeClr val="dk1"/>
              </a:buClr>
              <a:buSzPts val="1600"/>
              <a:buChar char="•"/>
              <a:defRPr sz="1600"/>
            </a:lvl9pPr>
          </a:lstStyle>
          <a:p>
            <a:endParaRPr/>
          </a:p>
        </p:txBody>
      </p:sp>
      <p:sp>
        <p:nvSpPr>
          <p:cNvPr id="221" name="Google Shape;221;p33"/>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2" name="Google Shape;222;p33"/>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3" name="Google Shape;223;p33"/>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Chart">
  <p:cSld name="One Column Chart">
    <p:spTree>
      <p:nvGrpSpPr>
        <p:cNvPr id="1" name="Shape 224"/>
        <p:cNvGrpSpPr/>
        <p:nvPr/>
      </p:nvGrpSpPr>
      <p:grpSpPr>
        <a:xfrm>
          <a:off x="0" y="0"/>
          <a:ext cx="0" cy="0"/>
          <a:chOff x="0" y="0"/>
          <a:chExt cx="0" cy="0"/>
        </a:xfrm>
      </p:grpSpPr>
      <p:sp>
        <p:nvSpPr>
          <p:cNvPr id="225" name="Google Shape;225;p34"/>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6" name="Google Shape;226;p34"/>
          <p:cNvSpPr txBox="1">
            <a:spLocks noGrp="1"/>
          </p:cNvSpPr>
          <p:nvPr>
            <p:ph type="body" idx="1"/>
          </p:nvPr>
        </p:nvSpPr>
        <p:spPr>
          <a:xfrm>
            <a:off x="442914" y="2103438"/>
            <a:ext cx="3529012"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27" name="Google Shape;227;p34"/>
          <p:cNvSpPr>
            <a:spLocks noGrp="1"/>
          </p:cNvSpPr>
          <p:nvPr>
            <p:ph type="chart" idx="2"/>
          </p:nvPr>
        </p:nvSpPr>
        <p:spPr>
          <a:xfrm>
            <a:off x="5600701" y="1428750"/>
            <a:ext cx="6148387" cy="4743450"/>
          </a:xfrm>
          <a:prstGeom prst="rect">
            <a:avLst/>
          </a:prstGeom>
          <a:noFill/>
          <a:ln>
            <a:noFill/>
          </a:ln>
        </p:spPr>
        <p:txBody>
          <a:bodyPr spcFirstLastPara="1" wrap="square" lIns="0" tIns="0" rIns="0" bIns="0" anchor="ctr" anchorCtr="0">
            <a:noAutofit/>
          </a:bodyPr>
          <a:lstStyle>
            <a:lvl1pPr marR="0" lvl="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12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28" name="Google Shape;228;p34"/>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9" name="Google Shape;229;p34"/>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0" name="Google Shape;230;p34"/>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Column Chart - Subtitle">
  <p:cSld name="One Column Chart - Subtitle">
    <p:spTree>
      <p:nvGrpSpPr>
        <p:cNvPr id="1" name="Shape 231"/>
        <p:cNvGrpSpPr/>
        <p:nvPr/>
      </p:nvGrpSpPr>
      <p:grpSpPr>
        <a:xfrm>
          <a:off x="0" y="0"/>
          <a:ext cx="0" cy="0"/>
          <a:chOff x="0" y="0"/>
          <a:chExt cx="0" cy="0"/>
        </a:xfrm>
      </p:grpSpPr>
      <p:sp>
        <p:nvSpPr>
          <p:cNvPr id="232" name="Google Shape;232;p35"/>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3" name="Google Shape;233;p35"/>
          <p:cNvSpPr txBox="1">
            <a:spLocks noGrp="1"/>
          </p:cNvSpPr>
          <p:nvPr>
            <p:ph type="subTitle" idx="1"/>
          </p:nvPr>
        </p:nvSpPr>
        <p:spPr>
          <a:xfrm>
            <a:off x="442912" y="933433"/>
            <a:ext cx="11306176" cy="885842"/>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400"/>
              <a:buNone/>
              <a:defRPr sz="2400" b="0">
                <a:solidFill>
                  <a:schemeClr val="dk1"/>
                </a:solidFill>
              </a:defRPr>
            </a:lvl1pPr>
            <a:lvl2pPr lvl="1" algn="l">
              <a:lnSpc>
                <a:spcPct val="85000"/>
              </a:lnSpc>
              <a:spcBef>
                <a:spcPts val="0"/>
              </a:spcBef>
              <a:spcAft>
                <a:spcPts val="0"/>
              </a:spcAft>
              <a:buClr>
                <a:schemeClr val="dk1"/>
              </a:buClr>
              <a:buSzPts val="2400"/>
              <a:buNone/>
              <a:defRPr sz="2400"/>
            </a:lvl2pPr>
            <a:lvl3pPr lvl="2" algn="l">
              <a:lnSpc>
                <a:spcPct val="85000"/>
              </a:lnSpc>
              <a:spcBef>
                <a:spcPts val="0"/>
              </a:spcBef>
              <a:spcAft>
                <a:spcPts val="0"/>
              </a:spcAft>
              <a:buClr>
                <a:schemeClr val="dk1"/>
              </a:buClr>
              <a:buSzPts val="2400"/>
              <a:buNone/>
              <a:defRPr sz="2400"/>
            </a:lvl3pPr>
            <a:lvl4pPr lvl="3" algn="l">
              <a:lnSpc>
                <a:spcPct val="85000"/>
              </a:lnSpc>
              <a:spcBef>
                <a:spcPts val="0"/>
              </a:spcBef>
              <a:spcAft>
                <a:spcPts val="0"/>
              </a:spcAft>
              <a:buClr>
                <a:schemeClr val="dk1"/>
              </a:buClr>
              <a:buSzPts val="2400"/>
              <a:buNone/>
              <a:defRPr sz="2400"/>
            </a:lvl4pPr>
            <a:lvl5pPr lvl="4" algn="l">
              <a:lnSpc>
                <a:spcPct val="85000"/>
              </a:lnSpc>
              <a:spcBef>
                <a:spcPts val="0"/>
              </a:spcBef>
              <a:spcAft>
                <a:spcPts val="0"/>
              </a:spcAft>
              <a:buClr>
                <a:schemeClr val="dk1"/>
              </a:buClr>
              <a:buSzPts val="2400"/>
              <a:buNone/>
              <a:defRPr sz="2400"/>
            </a:lvl5pPr>
            <a:lvl6pPr lvl="5" algn="l">
              <a:lnSpc>
                <a:spcPct val="85000"/>
              </a:lnSpc>
              <a:spcBef>
                <a:spcPts val="0"/>
              </a:spcBef>
              <a:spcAft>
                <a:spcPts val="0"/>
              </a:spcAft>
              <a:buClr>
                <a:schemeClr val="dk1"/>
              </a:buClr>
              <a:buSzPts val="2400"/>
              <a:buNone/>
              <a:defRPr sz="2400"/>
            </a:lvl6pPr>
            <a:lvl7pPr lvl="6" algn="l">
              <a:lnSpc>
                <a:spcPct val="85000"/>
              </a:lnSpc>
              <a:spcBef>
                <a:spcPts val="0"/>
              </a:spcBef>
              <a:spcAft>
                <a:spcPts val="0"/>
              </a:spcAft>
              <a:buClr>
                <a:schemeClr val="dk1"/>
              </a:buClr>
              <a:buSzPts val="2400"/>
              <a:buNone/>
              <a:defRPr sz="2400"/>
            </a:lvl7pPr>
            <a:lvl8pPr lvl="7" algn="l">
              <a:lnSpc>
                <a:spcPct val="85000"/>
              </a:lnSpc>
              <a:spcBef>
                <a:spcPts val="0"/>
              </a:spcBef>
              <a:spcAft>
                <a:spcPts val="0"/>
              </a:spcAft>
              <a:buClr>
                <a:schemeClr val="dk1"/>
              </a:buClr>
              <a:buSzPts val="2400"/>
              <a:buNone/>
              <a:defRPr sz="2400"/>
            </a:lvl8pPr>
            <a:lvl9pPr lvl="8" algn="l">
              <a:lnSpc>
                <a:spcPct val="85000"/>
              </a:lnSpc>
              <a:spcBef>
                <a:spcPts val="0"/>
              </a:spcBef>
              <a:spcAft>
                <a:spcPts val="0"/>
              </a:spcAft>
              <a:buClr>
                <a:schemeClr val="dk1"/>
              </a:buClr>
              <a:buSzPts val="2400"/>
              <a:buNone/>
              <a:defRPr sz="2400"/>
            </a:lvl9pPr>
          </a:lstStyle>
          <a:p>
            <a:endParaRPr/>
          </a:p>
        </p:txBody>
      </p:sp>
      <p:sp>
        <p:nvSpPr>
          <p:cNvPr id="234" name="Google Shape;234;p35"/>
          <p:cNvSpPr txBox="1">
            <a:spLocks noGrp="1"/>
          </p:cNvSpPr>
          <p:nvPr>
            <p:ph type="body" idx="2"/>
          </p:nvPr>
        </p:nvSpPr>
        <p:spPr>
          <a:xfrm>
            <a:off x="442914" y="2103438"/>
            <a:ext cx="3529012"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35" name="Google Shape;235;p35"/>
          <p:cNvSpPr>
            <a:spLocks noGrp="1"/>
          </p:cNvSpPr>
          <p:nvPr>
            <p:ph type="chart" idx="3"/>
          </p:nvPr>
        </p:nvSpPr>
        <p:spPr>
          <a:xfrm>
            <a:off x="5600701" y="1428750"/>
            <a:ext cx="6148387" cy="4743450"/>
          </a:xfrm>
          <a:prstGeom prst="rect">
            <a:avLst/>
          </a:prstGeom>
          <a:noFill/>
          <a:ln>
            <a:noFill/>
          </a:ln>
        </p:spPr>
        <p:txBody>
          <a:bodyPr spcFirstLastPara="1" wrap="square" lIns="0" tIns="0" rIns="0" bIns="0" anchor="ctr" anchorCtr="0">
            <a:noAutofit/>
          </a:bodyPr>
          <a:lstStyle>
            <a:lvl1pPr marR="0" lvl="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12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36" name="Google Shape;236;p35"/>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35"/>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8" name="Google Shape;238;p35"/>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One Column Chart Dark">
  <p:cSld name="One Column Chart Dark">
    <p:bg>
      <p:bgPr>
        <a:solidFill>
          <a:srgbClr val="464646"/>
        </a:solidFill>
        <a:effectLst/>
      </p:bgPr>
    </p:bg>
    <p:spTree>
      <p:nvGrpSpPr>
        <p:cNvPr id="1" name="Shape 239"/>
        <p:cNvGrpSpPr/>
        <p:nvPr/>
      </p:nvGrpSpPr>
      <p:grpSpPr>
        <a:xfrm>
          <a:off x="0" y="0"/>
          <a:ext cx="0" cy="0"/>
          <a:chOff x="0" y="0"/>
          <a:chExt cx="0" cy="0"/>
        </a:xfrm>
      </p:grpSpPr>
      <p:sp>
        <p:nvSpPr>
          <p:cNvPr id="240" name="Google Shape;240;p36"/>
          <p:cNvSpPr txBox="1">
            <a:spLocks noGrp="1"/>
          </p:cNvSpPr>
          <p:nvPr>
            <p:ph type="title"/>
          </p:nvPr>
        </p:nvSpPr>
        <p:spPr>
          <a:xfrm>
            <a:off x="442913" y="432001"/>
            <a:ext cx="11306175" cy="1387274"/>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lt1"/>
              </a:buClr>
              <a:buSzPts val="3200"/>
              <a:buFont typeface="Georgia"/>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1" name="Google Shape;241;p36"/>
          <p:cNvSpPr txBox="1">
            <a:spLocks noGrp="1"/>
          </p:cNvSpPr>
          <p:nvPr>
            <p:ph type="body" idx="1"/>
          </p:nvPr>
        </p:nvSpPr>
        <p:spPr>
          <a:xfrm>
            <a:off x="442914" y="2103438"/>
            <a:ext cx="3529012"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100000"/>
              </a:lnSpc>
              <a:spcBef>
                <a:spcPts val="1200"/>
              </a:spcBef>
              <a:spcAft>
                <a:spcPts val="0"/>
              </a:spcAft>
              <a:buClr>
                <a:schemeClr val="lt1"/>
              </a:buClr>
              <a:buSzPts val="1600"/>
              <a:buNone/>
              <a:defRPr>
                <a:solidFill>
                  <a:schemeClr val="lt1"/>
                </a:solidFill>
              </a:defRPr>
            </a:lvl2pPr>
            <a:lvl3pPr marL="1371600" lvl="2" indent="-330200" algn="l">
              <a:lnSpc>
                <a:spcPct val="100000"/>
              </a:lnSpc>
              <a:spcBef>
                <a:spcPts val="600"/>
              </a:spcBef>
              <a:spcAft>
                <a:spcPts val="0"/>
              </a:spcAft>
              <a:buClr>
                <a:schemeClr val="lt1"/>
              </a:buClr>
              <a:buSzPts val="1600"/>
              <a:buChar char="•"/>
              <a:defRPr>
                <a:solidFill>
                  <a:schemeClr val="lt1"/>
                </a:solidFill>
              </a:defRPr>
            </a:lvl3pPr>
            <a:lvl4pPr marL="1828800" lvl="3" indent="-330200" algn="l">
              <a:lnSpc>
                <a:spcPct val="100000"/>
              </a:lnSpc>
              <a:spcBef>
                <a:spcPts val="600"/>
              </a:spcBef>
              <a:spcAft>
                <a:spcPts val="0"/>
              </a:spcAft>
              <a:buClr>
                <a:schemeClr val="lt1"/>
              </a:buClr>
              <a:buSzPts val="1600"/>
              <a:buChar char="–"/>
              <a:defRPr>
                <a:solidFill>
                  <a:schemeClr val="lt1"/>
                </a:solidFill>
              </a:defRPr>
            </a:lvl4pPr>
            <a:lvl5pPr marL="2286000" lvl="4" indent="-330200" algn="l">
              <a:lnSpc>
                <a:spcPct val="100000"/>
              </a:lnSpc>
              <a:spcBef>
                <a:spcPts val="600"/>
              </a:spcBef>
              <a:spcAft>
                <a:spcPts val="0"/>
              </a:spcAft>
              <a:buClr>
                <a:schemeClr val="lt1"/>
              </a:buClr>
              <a:buSzPts val="1600"/>
              <a:buChar char="•"/>
              <a:defRPr>
                <a:solidFill>
                  <a:schemeClr val="lt1"/>
                </a:solidFill>
              </a:defRPr>
            </a:lvl5pPr>
            <a:lvl6pPr marL="2743200" lvl="5" indent="-330200" algn="l">
              <a:lnSpc>
                <a:spcPct val="100000"/>
              </a:lnSpc>
              <a:spcBef>
                <a:spcPts val="600"/>
              </a:spcBef>
              <a:spcAft>
                <a:spcPts val="0"/>
              </a:spcAft>
              <a:buClr>
                <a:schemeClr val="lt1"/>
              </a:buClr>
              <a:buSzPts val="1600"/>
              <a:buChar char="–"/>
              <a:defRPr>
                <a:solidFill>
                  <a:schemeClr val="lt1"/>
                </a:solidFill>
              </a:defRPr>
            </a:lvl6pPr>
            <a:lvl7pPr marL="3200400" lvl="6" indent="-330200" algn="l">
              <a:lnSpc>
                <a:spcPct val="100000"/>
              </a:lnSpc>
              <a:spcBef>
                <a:spcPts val="600"/>
              </a:spcBef>
              <a:spcAft>
                <a:spcPts val="0"/>
              </a:spcAft>
              <a:buClr>
                <a:schemeClr val="lt1"/>
              </a:buClr>
              <a:buSzPts val="1600"/>
              <a:buChar char="•"/>
              <a:defRPr>
                <a:solidFill>
                  <a:schemeClr val="lt1"/>
                </a:solidFill>
              </a:defRPr>
            </a:lvl7pPr>
            <a:lvl8pPr marL="3657600" lvl="7" indent="-330200" algn="l">
              <a:lnSpc>
                <a:spcPct val="100000"/>
              </a:lnSpc>
              <a:spcBef>
                <a:spcPts val="600"/>
              </a:spcBef>
              <a:spcAft>
                <a:spcPts val="0"/>
              </a:spcAft>
              <a:buClr>
                <a:schemeClr val="lt1"/>
              </a:buClr>
              <a:buSzPts val="1600"/>
              <a:buChar char="–"/>
              <a:defRPr>
                <a:solidFill>
                  <a:schemeClr val="lt1"/>
                </a:solidFill>
              </a:defRPr>
            </a:lvl8pPr>
            <a:lvl9pPr marL="4114800" lvl="8" indent="-330200" algn="l">
              <a:lnSpc>
                <a:spcPct val="100000"/>
              </a:lnSpc>
              <a:spcBef>
                <a:spcPts val="600"/>
              </a:spcBef>
              <a:spcAft>
                <a:spcPts val="600"/>
              </a:spcAft>
              <a:buClr>
                <a:schemeClr val="lt1"/>
              </a:buClr>
              <a:buSzPts val="1600"/>
              <a:buChar char="•"/>
              <a:defRPr>
                <a:solidFill>
                  <a:schemeClr val="lt1"/>
                </a:solidFill>
              </a:defRPr>
            </a:lvl9pPr>
          </a:lstStyle>
          <a:p>
            <a:endParaRPr/>
          </a:p>
        </p:txBody>
      </p:sp>
      <p:sp>
        <p:nvSpPr>
          <p:cNvPr id="242" name="Google Shape;242;p36"/>
          <p:cNvSpPr>
            <a:spLocks noGrp="1"/>
          </p:cNvSpPr>
          <p:nvPr>
            <p:ph type="chart" idx="2"/>
          </p:nvPr>
        </p:nvSpPr>
        <p:spPr>
          <a:xfrm>
            <a:off x="5600701" y="1428750"/>
            <a:ext cx="6148387" cy="4743450"/>
          </a:xfrm>
          <a:prstGeom prst="rect">
            <a:avLst/>
          </a:prstGeom>
          <a:noFill/>
          <a:ln>
            <a:noFill/>
          </a:ln>
        </p:spPr>
        <p:txBody>
          <a:bodyPr spcFirstLastPara="1" wrap="square" lIns="0" tIns="0" rIns="0" bIns="0" anchor="ctr" anchorCtr="0">
            <a:noAutofit/>
          </a:bodyPr>
          <a:lstStyle>
            <a:lvl1pPr marR="0" lvl="0" algn="ct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12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3pPr>
            <a:lvl4pPr marR="0" lvl="3" algn="l" rtl="0">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4pPr>
            <a:lvl5pPr marR="0" lvl="4" algn="l" rtl="0">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5pPr>
            <a:lvl6pPr marR="0" lvl="5" algn="l" rtl="0">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6pPr>
            <a:lvl7pPr marR="0" lvl="6" algn="l" rtl="0">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7pPr>
            <a:lvl8pPr marR="0" lvl="7" algn="l" rtl="0">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8pPr>
            <a:lvl9pPr marR="0" lvl="8" algn="l" rtl="0">
              <a:lnSpc>
                <a:spcPct val="100000"/>
              </a:lnSpc>
              <a:spcBef>
                <a:spcPts val="600"/>
              </a:spcBef>
              <a:spcAft>
                <a:spcPts val="600"/>
              </a:spcAft>
              <a:buClr>
                <a:schemeClr val="lt1"/>
              </a:buClr>
              <a:buSzPts val="1600"/>
              <a:buFont typeface="Arial"/>
              <a:buChar char="•"/>
              <a:defRPr sz="1600" b="0" i="0" u="none" strike="noStrike" cap="none">
                <a:solidFill>
                  <a:schemeClr val="lt1"/>
                </a:solidFill>
                <a:latin typeface="Arial"/>
                <a:ea typeface="Arial"/>
                <a:cs typeface="Arial"/>
                <a:sym typeface="Arial"/>
              </a:defRPr>
            </a:lvl9pPr>
          </a:lstStyle>
          <a:p>
            <a:endParaRPr/>
          </a:p>
        </p:txBody>
      </p:sp>
      <p:sp>
        <p:nvSpPr>
          <p:cNvPr id="243" name="Google Shape;243;p36"/>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4" name="Google Shape;244;p36"/>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5" name="Google Shape;245;p36"/>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246"/>
        <p:cNvGrpSpPr/>
        <p:nvPr/>
      </p:nvGrpSpPr>
      <p:grpSpPr>
        <a:xfrm>
          <a:off x="0" y="0"/>
          <a:ext cx="0" cy="0"/>
          <a:chOff x="0" y="0"/>
          <a:chExt cx="0" cy="0"/>
        </a:xfrm>
      </p:grpSpPr>
      <p:sp>
        <p:nvSpPr>
          <p:cNvPr id="247" name="Google Shape;247;p37"/>
          <p:cNvSpPr txBox="1">
            <a:spLocks noGrp="1"/>
          </p:cNvSpPr>
          <p:nvPr>
            <p:ph type="title"/>
          </p:nvPr>
        </p:nvSpPr>
        <p:spPr>
          <a:xfrm>
            <a:off x="442913" y="432001"/>
            <a:ext cx="11306175" cy="1387274"/>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8" name="Google Shape;248;p37"/>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9" name="Google Shape;249;p37"/>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37"/>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251"/>
        <p:cNvGrpSpPr/>
        <p:nvPr/>
      </p:nvGrpSpPr>
      <p:grpSpPr>
        <a:xfrm>
          <a:off x="0" y="0"/>
          <a:ext cx="0" cy="0"/>
          <a:chOff x="0" y="0"/>
          <a:chExt cx="0" cy="0"/>
        </a:xfrm>
      </p:grpSpPr>
      <p:sp>
        <p:nvSpPr>
          <p:cNvPr id="252" name="Google Shape;252;p38"/>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3" name="Google Shape;253;p38"/>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4" name="Google Shape;254;p38"/>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Blank No Footer">
  <p:cSld name="Blank No Footer">
    <p:spTree>
      <p:nvGrpSpPr>
        <p:cNvPr id="1" name="Shape 255"/>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Infographic and Chart">
  <p:cSld name="Infographic and Chart">
    <p:spTree>
      <p:nvGrpSpPr>
        <p:cNvPr id="1" name="Shape 256"/>
        <p:cNvGrpSpPr/>
        <p:nvPr/>
      </p:nvGrpSpPr>
      <p:grpSpPr>
        <a:xfrm>
          <a:off x="0" y="0"/>
          <a:ext cx="0" cy="0"/>
          <a:chOff x="0" y="0"/>
          <a:chExt cx="0" cy="0"/>
        </a:xfrm>
      </p:grpSpPr>
      <p:sp>
        <p:nvSpPr>
          <p:cNvPr id="257" name="Google Shape;257;p40"/>
          <p:cNvSpPr txBox="1">
            <a:spLocks noGrp="1"/>
          </p:cNvSpPr>
          <p:nvPr>
            <p:ph type="title"/>
          </p:nvPr>
        </p:nvSpPr>
        <p:spPr>
          <a:xfrm>
            <a:off x="442913" y="432001"/>
            <a:ext cx="11306175" cy="1387274"/>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8" name="Google Shape;258;p40"/>
          <p:cNvSpPr/>
          <p:nvPr/>
        </p:nvSpPr>
        <p:spPr>
          <a:xfrm>
            <a:off x="0" y="2103438"/>
            <a:ext cx="3971925" cy="4068762"/>
          </a:xfrm>
          <a:prstGeom prst="rect">
            <a:avLst/>
          </a:pr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9" name="Google Shape;259;p40"/>
          <p:cNvSpPr txBox="1">
            <a:spLocks noGrp="1"/>
          </p:cNvSpPr>
          <p:nvPr>
            <p:ph type="body" idx="1"/>
          </p:nvPr>
        </p:nvSpPr>
        <p:spPr>
          <a:xfrm>
            <a:off x="360370" y="2377440"/>
            <a:ext cx="3611880" cy="1737360"/>
          </a:xfrm>
          <a:prstGeom prst="rect">
            <a:avLst/>
          </a:prstGeom>
          <a:noFill/>
          <a:ln>
            <a:noFill/>
          </a:ln>
        </p:spPr>
        <p:txBody>
          <a:bodyPr spcFirstLastPara="1" wrap="square" lIns="0" tIns="0" rIns="0" bIns="0" anchor="t" anchorCtr="0">
            <a:noAutofit/>
          </a:bodyPr>
          <a:lstStyle>
            <a:lvl1pPr marL="457200" lvl="0" indent="-228600" algn="l">
              <a:lnSpc>
                <a:spcPct val="80000"/>
              </a:lnSpc>
              <a:spcBef>
                <a:spcPts val="0"/>
              </a:spcBef>
              <a:spcAft>
                <a:spcPts val="0"/>
              </a:spcAft>
              <a:buClr>
                <a:schemeClr val="lt1"/>
              </a:buClr>
              <a:buSzPts val="13600"/>
              <a:buNone/>
              <a:defRPr sz="13600" b="1">
                <a:solidFill>
                  <a:schemeClr val="lt1"/>
                </a:solidFill>
              </a:defRPr>
            </a:lvl1pPr>
            <a:lvl2pPr marL="914400" lvl="1" indent="-228600" algn="l">
              <a:lnSpc>
                <a:spcPct val="100000"/>
              </a:lnSpc>
              <a:spcBef>
                <a:spcPts val="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60" name="Google Shape;260;p40"/>
          <p:cNvSpPr txBox="1">
            <a:spLocks noGrp="1"/>
          </p:cNvSpPr>
          <p:nvPr>
            <p:ph type="body" idx="2"/>
          </p:nvPr>
        </p:nvSpPr>
        <p:spPr>
          <a:xfrm>
            <a:off x="442914" y="3931920"/>
            <a:ext cx="3328986" cy="206178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600"/>
              <a:buNone/>
              <a:defRPr sz="1600" b="0">
                <a:solidFill>
                  <a:schemeClr val="lt1"/>
                </a:solidFill>
              </a:defRPr>
            </a:lvl1pPr>
            <a:lvl2pPr marL="914400" lvl="1" indent="-330200" algn="l">
              <a:lnSpc>
                <a:spcPct val="100000"/>
              </a:lnSpc>
              <a:spcBef>
                <a:spcPts val="0"/>
              </a:spcBef>
              <a:spcAft>
                <a:spcPts val="0"/>
              </a:spcAft>
              <a:buClr>
                <a:schemeClr val="lt1"/>
              </a:buClr>
              <a:buSzPts val="1600"/>
              <a:buFont typeface="Arial"/>
              <a:buChar char="•"/>
              <a:defRPr b="0">
                <a:solidFill>
                  <a:schemeClr val="lt1"/>
                </a:solidFill>
              </a:defRPr>
            </a:lvl2pPr>
            <a:lvl3pPr marL="1371600" lvl="2" indent="-330200" algn="l">
              <a:lnSpc>
                <a:spcPct val="100000"/>
              </a:lnSpc>
              <a:spcBef>
                <a:spcPts val="0"/>
              </a:spcBef>
              <a:spcAft>
                <a:spcPts val="0"/>
              </a:spcAft>
              <a:buClr>
                <a:schemeClr val="lt1"/>
              </a:buClr>
              <a:buSzPts val="1600"/>
              <a:buFont typeface="Arial"/>
              <a:buChar char="–"/>
              <a:defRPr b="0">
                <a:solidFill>
                  <a:schemeClr val="lt1"/>
                </a:solidFill>
              </a:defRPr>
            </a:lvl3pPr>
            <a:lvl4pPr marL="1828800" lvl="3" indent="-330200" algn="l">
              <a:lnSpc>
                <a:spcPct val="100000"/>
              </a:lnSpc>
              <a:spcBef>
                <a:spcPts val="0"/>
              </a:spcBef>
              <a:spcAft>
                <a:spcPts val="0"/>
              </a:spcAft>
              <a:buClr>
                <a:schemeClr val="lt1"/>
              </a:buClr>
              <a:buSzPts val="1600"/>
              <a:buFont typeface="Arial"/>
              <a:buChar char="•"/>
              <a:defRPr b="0">
                <a:solidFill>
                  <a:schemeClr val="lt1"/>
                </a:solidFill>
              </a:defRPr>
            </a:lvl4pPr>
            <a:lvl5pPr marL="2286000" lvl="4" indent="-330200" algn="l">
              <a:lnSpc>
                <a:spcPct val="100000"/>
              </a:lnSpc>
              <a:spcBef>
                <a:spcPts val="0"/>
              </a:spcBef>
              <a:spcAft>
                <a:spcPts val="0"/>
              </a:spcAft>
              <a:buClr>
                <a:schemeClr val="lt1"/>
              </a:buClr>
              <a:buSzPts val="1600"/>
              <a:buFont typeface="Arial"/>
              <a:buChar char="–"/>
              <a:defRPr b="0">
                <a:solidFill>
                  <a:schemeClr val="lt1"/>
                </a:solidFill>
              </a:defRPr>
            </a:lvl5pPr>
            <a:lvl6pPr marL="2743200" lvl="5" indent="-330200" algn="l">
              <a:lnSpc>
                <a:spcPct val="100000"/>
              </a:lnSpc>
              <a:spcBef>
                <a:spcPts val="0"/>
              </a:spcBef>
              <a:spcAft>
                <a:spcPts val="0"/>
              </a:spcAft>
              <a:buClr>
                <a:schemeClr val="lt1"/>
              </a:buClr>
              <a:buSzPts val="1600"/>
              <a:buFont typeface="Arial"/>
              <a:buChar char="•"/>
              <a:defRPr>
                <a:solidFill>
                  <a:schemeClr val="lt1"/>
                </a:solidFill>
              </a:defRPr>
            </a:lvl6pPr>
            <a:lvl7pPr marL="3200400" lvl="6" indent="-330200" algn="l">
              <a:lnSpc>
                <a:spcPct val="100000"/>
              </a:lnSpc>
              <a:spcBef>
                <a:spcPts val="600"/>
              </a:spcBef>
              <a:spcAft>
                <a:spcPts val="0"/>
              </a:spcAft>
              <a:buClr>
                <a:schemeClr val="lt1"/>
              </a:buClr>
              <a:buSzPts val="1600"/>
              <a:buFont typeface="Arial"/>
              <a:buChar char="–"/>
              <a:defRPr>
                <a:solidFill>
                  <a:schemeClr val="lt1"/>
                </a:solidFill>
              </a:defRPr>
            </a:lvl7pPr>
            <a:lvl8pPr marL="3657600" lvl="7" indent="-330200" algn="l">
              <a:lnSpc>
                <a:spcPct val="100000"/>
              </a:lnSpc>
              <a:spcBef>
                <a:spcPts val="600"/>
              </a:spcBef>
              <a:spcAft>
                <a:spcPts val="0"/>
              </a:spcAft>
              <a:buClr>
                <a:schemeClr val="lt1"/>
              </a:buClr>
              <a:buSzPts val="1600"/>
              <a:buFont typeface="Arial"/>
              <a:buChar char="•"/>
              <a:defRPr>
                <a:solidFill>
                  <a:schemeClr val="lt1"/>
                </a:solidFill>
              </a:defRPr>
            </a:lvl8pPr>
            <a:lvl9pPr marL="4114800" lvl="8" indent="-330200" algn="l">
              <a:lnSpc>
                <a:spcPct val="100000"/>
              </a:lnSpc>
              <a:spcBef>
                <a:spcPts val="600"/>
              </a:spcBef>
              <a:spcAft>
                <a:spcPts val="600"/>
              </a:spcAft>
              <a:buClr>
                <a:schemeClr val="lt1"/>
              </a:buClr>
              <a:buSzPts val="1600"/>
              <a:buFont typeface="Arial"/>
              <a:buChar char="–"/>
              <a:defRPr>
                <a:solidFill>
                  <a:schemeClr val="lt1"/>
                </a:solidFill>
              </a:defRPr>
            </a:lvl9pPr>
          </a:lstStyle>
          <a:p>
            <a:endParaRPr/>
          </a:p>
        </p:txBody>
      </p:sp>
      <p:sp>
        <p:nvSpPr>
          <p:cNvPr id="261" name="Google Shape;261;p40"/>
          <p:cNvSpPr>
            <a:spLocks noGrp="1"/>
          </p:cNvSpPr>
          <p:nvPr>
            <p:ph type="chart" idx="3"/>
          </p:nvPr>
        </p:nvSpPr>
        <p:spPr>
          <a:xfrm>
            <a:off x="4327525" y="2095500"/>
            <a:ext cx="7421563" cy="4076699"/>
          </a:xfrm>
          <a:prstGeom prst="rect">
            <a:avLst/>
          </a:prstGeom>
          <a:noFill/>
          <a:ln>
            <a:noFill/>
          </a:ln>
        </p:spPr>
        <p:txBody>
          <a:bodyPr spcFirstLastPara="1" wrap="square" lIns="0" tIns="0" rIns="0" bIns="0" anchor="ctr" anchorCtr="0">
            <a:noAutofit/>
          </a:bodyPr>
          <a:lstStyle>
            <a:lvl1pPr marR="0" lvl="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12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62" name="Google Shape;262;p40"/>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3" name="Google Shape;263;p40"/>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4" name="Google Shape;264;p40"/>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ree Content Infographic">
  <p:cSld name="Three Content Infographic">
    <p:spTree>
      <p:nvGrpSpPr>
        <p:cNvPr id="1" name="Shape 265"/>
        <p:cNvGrpSpPr/>
        <p:nvPr/>
      </p:nvGrpSpPr>
      <p:grpSpPr>
        <a:xfrm>
          <a:off x="0" y="0"/>
          <a:ext cx="0" cy="0"/>
          <a:chOff x="0" y="0"/>
          <a:chExt cx="0" cy="0"/>
        </a:xfrm>
      </p:grpSpPr>
      <p:sp>
        <p:nvSpPr>
          <p:cNvPr id="266" name="Google Shape;266;p41"/>
          <p:cNvSpPr txBox="1">
            <a:spLocks noGrp="1"/>
          </p:cNvSpPr>
          <p:nvPr>
            <p:ph type="title"/>
          </p:nvPr>
        </p:nvSpPr>
        <p:spPr>
          <a:xfrm>
            <a:off x="442913" y="432001"/>
            <a:ext cx="11306175" cy="1387274"/>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7" name="Google Shape;267;p41"/>
          <p:cNvSpPr txBox="1">
            <a:spLocks noGrp="1"/>
          </p:cNvSpPr>
          <p:nvPr>
            <p:ph type="body" idx="1"/>
          </p:nvPr>
        </p:nvSpPr>
        <p:spPr>
          <a:xfrm>
            <a:off x="442913" y="2095500"/>
            <a:ext cx="3529012" cy="13335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3"/>
              </a:buClr>
              <a:buSzPts val="8500"/>
              <a:buNone/>
              <a:defRPr sz="8500" b="0">
                <a:solidFill>
                  <a:schemeClr val="accent3"/>
                </a:solidFill>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68" name="Google Shape;268;p41"/>
          <p:cNvSpPr txBox="1">
            <a:spLocks noGrp="1"/>
          </p:cNvSpPr>
          <p:nvPr>
            <p:ph type="body" idx="2"/>
          </p:nvPr>
        </p:nvSpPr>
        <p:spPr>
          <a:xfrm>
            <a:off x="4327524" y="2095500"/>
            <a:ext cx="3533775" cy="13335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dk2"/>
              </a:buClr>
              <a:buSzPts val="8500"/>
              <a:buNone/>
              <a:defRPr sz="8500" b="0">
                <a:solidFill>
                  <a:schemeClr val="dk2"/>
                </a:solidFill>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69" name="Google Shape;269;p41"/>
          <p:cNvSpPr txBox="1">
            <a:spLocks noGrp="1"/>
          </p:cNvSpPr>
          <p:nvPr>
            <p:ph type="body" idx="3"/>
          </p:nvPr>
        </p:nvSpPr>
        <p:spPr>
          <a:xfrm>
            <a:off x="8222571" y="2095500"/>
            <a:ext cx="3529012" cy="13335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1"/>
              </a:buClr>
              <a:buSzPts val="8500"/>
              <a:buNone/>
              <a:defRPr sz="8500" b="0">
                <a:solidFill>
                  <a:schemeClr val="accent1"/>
                </a:solidFill>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70" name="Google Shape;270;p41"/>
          <p:cNvSpPr txBox="1">
            <a:spLocks noGrp="1"/>
          </p:cNvSpPr>
          <p:nvPr>
            <p:ph type="body" idx="4"/>
          </p:nvPr>
        </p:nvSpPr>
        <p:spPr>
          <a:xfrm>
            <a:off x="442913" y="3599542"/>
            <a:ext cx="3529012" cy="257805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3"/>
              </a:buClr>
              <a:buSzPts val="1800"/>
              <a:buNone/>
              <a:defRPr>
                <a:solidFill>
                  <a:schemeClr val="accent3"/>
                </a:solidFill>
              </a:defRPr>
            </a:lvl1pPr>
            <a:lvl2pPr marL="914400" lvl="1" indent="-228600" algn="l">
              <a:lnSpc>
                <a:spcPct val="100000"/>
              </a:lnSpc>
              <a:spcBef>
                <a:spcPts val="600"/>
              </a:spcBef>
              <a:spcAft>
                <a:spcPts val="0"/>
              </a:spcAft>
              <a:buClr>
                <a:schemeClr val="dk1"/>
              </a:buClr>
              <a:buSzPts val="1600"/>
              <a:buNone/>
              <a:defRPr>
                <a:solidFill>
                  <a:schemeClr val="dk1"/>
                </a:solidFill>
              </a:defRPr>
            </a:lvl2pPr>
            <a:lvl3pPr marL="1371600" lvl="2" indent="-330200" algn="l">
              <a:lnSpc>
                <a:spcPct val="100000"/>
              </a:lnSpc>
              <a:spcBef>
                <a:spcPts val="600"/>
              </a:spcBef>
              <a:spcAft>
                <a:spcPts val="0"/>
              </a:spcAft>
              <a:buClr>
                <a:schemeClr val="dk1"/>
              </a:buClr>
              <a:buSzPts val="1600"/>
              <a:buChar char="•"/>
              <a:defRPr>
                <a:solidFill>
                  <a:schemeClr val="dk1"/>
                </a:solidFill>
              </a:defRPr>
            </a:lvl3pPr>
            <a:lvl4pPr marL="1828800" lvl="3" indent="-330200" algn="l">
              <a:lnSpc>
                <a:spcPct val="100000"/>
              </a:lnSpc>
              <a:spcBef>
                <a:spcPts val="600"/>
              </a:spcBef>
              <a:spcAft>
                <a:spcPts val="0"/>
              </a:spcAft>
              <a:buClr>
                <a:schemeClr val="dk1"/>
              </a:buClr>
              <a:buSzPts val="1600"/>
              <a:buChar char="–"/>
              <a:defRPr>
                <a:solidFill>
                  <a:schemeClr val="dk1"/>
                </a:solidFill>
              </a:defRPr>
            </a:lvl4pPr>
            <a:lvl5pPr marL="2286000" lvl="4" indent="-330200" algn="l">
              <a:lnSpc>
                <a:spcPct val="100000"/>
              </a:lnSpc>
              <a:spcBef>
                <a:spcPts val="600"/>
              </a:spcBef>
              <a:spcAft>
                <a:spcPts val="0"/>
              </a:spcAft>
              <a:buClr>
                <a:schemeClr val="dk1"/>
              </a:buClr>
              <a:buSzPts val="1600"/>
              <a:buChar char="•"/>
              <a:defRPr>
                <a:solidFill>
                  <a:schemeClr val="dk1"/>
                </a:solidFill>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71" name="Google Shape;271;p41"/>
          <p:cNvSpPr txBox="1">
            <a:spLocks noGrp="1"/>
          </p:cNvSpPr>
          <p:nvPr>
            <p:ph type="body" idx="5"/>
          </p:nvPr>
        </p:nvSpPr>
        <p:spPr>
          <a:xfrm>
            <a:off x="4327525" y="3599542"/>
            <a:ext cx="3533775" cy="257805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800"/>
              <a:buNone/>
              <a:defRPr>
                <a:solidFill>
                  <a:schemeClr val="dk2"/>
                </a:solidFill>
              </a:defRPr>
            </a:lvl1pPr>
            <a:lvl2pPr marL="914400" lvl="1" indent="-228600" algn="l">
              <a:lnSpc>
                <a:spcPct val="100000"/>
              </a:lnSpc>
              <a:spcBef>
                <a:spcPts val="600"/>
              </a:spcBef>
              <a:spcAft>
                <a:spcPts val="0"/>
              </a:spcAft>
              <a:buClr>
                <a:schemeClr val="dk1"/>
              </a:buClr>
              <a:buSzPts val="1600"/>
              <a:buNone/>
              <a:defRPr>
                <a:solidFill>
                  <a:schemeClr val="dk1"/>
                </a:solidFill>
              </a:defRPr>
            </a:lvl2pPr>
            <a:lvl3pPr marL="1371600" lvl="2" indent="-330200" algn="l">
              <a:lnSpc>
                <a:spcPct val="100000"/>
              </a:lnSpc>
              <a:spcBef>
                <a:spcPts val="600"/>
              </a:spcBef>
              <a:spcAft>
                <a:spcPts val="0"/>
              </a:spcAft>
              <a:buClr>
                <a:schemeClr val="dk1"/>
              </a:buClr>
              <a:buSzPts val="1600"/>
              <a:buChar char="•"/>
              <a:defRPr>
                <a:solidFill>
                  <a:schemeClr val="dk1"/>
                </a:solidFill>
              </a:defRPr>
            </a:lvl3pPr>
            <a:lvl4pPr marL="1828800" lvl="3" indent="-330200" algn="l">
              <a:lnSpc>
                <a:spcPct val="100000"/>
              </a:lnSpc>
              <a:spcBef>
                <a:spcPts val="600"/>
              </a:spcBef>
              <a:spcAft>
                <a:spcPts val="0"/>
              </a:spcAft>
              <a:buClr>
                <a:schemeClr val="dk1"/>
              </a:buClr>
              <a:buSzPts val="1600"/>
              <a:buChar char="–"/>
              <a:defRPr>
                <a:solidFill>
                  <a:schemeClr val="dk1"/>
                </a:solidFill>
              </a:defRPr>
            </a:lvl4pPr>
            <a:lvl5pPr marL="2286000" lvl="4" indent="-330200" algn="l">
              <a:lnSpc>
                <a:spcPct val="100000"/>
              </a:lnSpc>
              <a:spcBef>
                <a:spcPts val="600"/>
              </a:spcBef>
              <a:spcAft>
                <a:spcPts val="0"/>
              </a:spcAft>
              <a:buClr>
                <a:schemeClr val="dk1"/>
              </a:buClr>
              <a:buSzPts val="1600"/>
              <a:buChar char="•"/>
              <a:defRPr>
                <a:solidFill>
                  <a:schemeClr val="dk1"/>
                </a:solidFill>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72" name="Google Shape;272;p41"/>
          <p:cNvSpPr txBox="1">
            <a:spLocks noGrp="1"/>
          </p:cNvSpPr>
          <p:nvPr>
            <p:ph type="body" idx="6"/>
          </p:nvPr>
        </p:nvSpPr>
        <p:spPr>
          <a:xfrm>
            <a:off x="8222571" y="3599542"/>
            <a:ext cx="3529012" cy="257805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solidFill>
                  <a:schemeClr val="accent1"/>
                </a:solidFill>
              </a:defRPr>
            </a:lvl1pPr>
            <a:lvl2pPr marL="914400" lvl="1" indent="-228600" algn="l">
              <a:lnSpc>
                <a:spcPct val="100000"/>
              </a:lnSpc>
              <a:spcBef>
                <a:spcPts val="600"/>
              </a:spcBef>
              <a:spcAft>
                <a:spcPts val="0"/>
              </a:spcAft>
              <a:buClr>
                <a:schemeClr val="dk1"/>
              </a:buClr>
              <a:buSzPts val="1600"/>
              <a:buNone/>
              <a:defRPr>
                <a:solidFill>
                  <a:schemeClr val="dk1"/>
                </a:solidFill>
              </a:defRPr>
            </a:lvl2pPr>
            <a:lvl3pPr marL="1371600" lvl="2" indent="-330200" algn="l">
              <a:lnSpc>
                <a:spcPct val="100000"/>
              </a:lnSpc>
              <a:spcBef>
                <a:spcPts val="600"/>
              </a:spcBef>
              <a:spcAft>
                <a:spcPts val="0"/>
              </a:spcAft>
              <a:buClr>
                <a:schemeClr val="dk1"/>
              </a:buClr>
              <a:buSzPts val="1600"/>
              <a:buChar char="•"/>
              <a:defRPr>
                <a:solidFill>
                  <a:schemeClr val="dk1"/>
                </a:solidFill>
              </a:defRPr>
            </a:lvl3pPr>
            <a:lvl4pPr marL="1828800" lvl="3" indent="-330200" algn="l">
              <a:lnSpc>
                <a:spcPct val="100000"/>
              </a:lnSpc>
              <a:spcBef>
                <a:spcPts val="600"/>
              </a:spcBef>
              <a:spcAft>
                <a:spcPts val="0"/>
              </a:spcAft>
              <a:buClr>
                <a:schemeClr val="dk1"/>
              </a:buClr>
              <a:buSzPts val="1600"/>
              <a:buChar char="–"/>
              <a:defRPr>
                <a:solidFill>
                  <a:schemeClr val="dk1"/>
                </a:solidFill>
              </a:defRPr>
            </a:lvl4pPr>
            <a:lvl5pPr marL="2286000" lvl="4" indent="-330200" algn="l">
              <a:lnSpc>
                <a:spcPct val="100000"/>
              </a:lnSpc>
              <a:spcBef>
                <a:spcPts val="600"/>
              </a:spcBef>
              <a:spcAft>
                <a:spcPts val="0"/>
              </a:spcAft>
              <a:buClr>
                <a:schemeClr val="dk1"/>
              </a:buClr>
              <a:buSzPts val="1600"/>
              <a:buChar char="•"/>
              <a:defRPr>
                <a:solidFill>
                  <a:schemeClr val="dk1"/>
                </a:solidFill>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73" name="Google Shape;273;p41"/>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4" name="Google Shape;274;p41"/>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5" name="Google Shape;275;p41"/>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Chart Dark">
  <p:cSld name="Title and Chart Dark">
    <p:bg>
      <p:bgPr>
        <a:solidFill>
          <a:srgbClr val="464646"/>
        </a:solidFill>
        <a:effectLst/>
      </p:bgPr>
    </p:bg>
    <p:spTree>
      <p:nvGrpSpPr>
        <p:cNvPr id="1" name="Shape 276"/>
        <p:cNvGrpSpPr/>
        <p:nvPr/>
      </p:nvGrpSpPr>
      <p:grpSpPr>
        <a:xfrm>
          <a:off x="0" y="0"/>
          <a:ext cx="0" cy="0"/>
          <a:chOff x="0" y="0"/>
          <a:chExt cx="0" cy="0"/>
        </a:xfrm>
      </p:grpSpPr>
      <p:sp>
        <p:nvSpPr>
          <p:cNvPr id="277" name="Google Shape;277;p42"/>
          <p:cNvSpPr txBox="1">
            <a:spLocks noGrp="1"/>
          </p:cNvSpPr>
          <p:nvPr>
            <p:ph type="title"/>
          </p:nvPr>
        </p:nvSpPr>
        <p:spPr>
          <a:xfrm>
            <a:off x="442913" y="432001"/>
            <a:ext cx="11306175" cy="1387274"/>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lt1"/>
              </a:buClr>
              <a:buSzPts val="3200"/>
              <a:buFont typeface="Georgia"/>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8" name="Google Shape;278;p42"/>
          <p:cNvSpPr>
            <a:spLocks noGrp="1"/>
          </p:cNvSpPr>
          <p:nvPr>
            <p:ph type="chart" idx="2"/>
          </p:nvPr>
        </p:nvSpPr>
        <p:spPr>
          <a:xfrm>
            <a:off x="442913" y="2103438"/>
            <a:ext cx="11306175" cy="4068762"/>
          </a:xfrm>
          <a:prstGeom prst="rect">
            <a:avLst/>
          </a:prstGeom>
          <a:noFill/>
          <a:ln>
            <a:noFill/>
          </a:ln>
        </p:spPr>
        <p:txBody>
          <a:bodyPr spcFirstLastPara="1" wrap="square" lIns="0" tIns="0" rIns="0" bIns="0" anchor="ctr" anchorCtr="0">
            <a:noAutofit/>
          </a:bodyPr>
          <a:lstStyle>
            <a:lvl1pPr marR="0" lvl="0" algn="ct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12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3pPr>
            <a:lvl4pPr marR="0" lvl="3" algn="l" rtl="0">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4pPr>
            <a:lvl5pPr marR="0" lvl="4" algn="l" rtl="0">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5pPr>
            <a:lvl6pPr marR="0" lvl="5" algn="l" rtl="0">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6pPr>
            <a:lvl7pPr marR="0" lvl="6" algn="l" rtl="0">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7pPr>
            <a:lvl8pPr marR="0" lvl="7" algn="l" rtl="0">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8pPr>
            <a:lvl9pPr marR="0" lvl="8" algn="l" rtl="0">
              <a:lnSpc>
                <a:spcPct val="100000"/>
              </a:lnSpc>
              <a:spcBef>
                <a:spcPts val="600"/>
              </a:spcBef>
              <a:spcAft>
                <a:spcPts val="600"/>
              </a:spcAft>
              <a:buClr>
                <a:schemeClr val="lt1"/>
              </a:buClr>
              <a:buSzPts val="1600"/>
              <a:buFont typeface="Arial"/>
              <a:buChar char="•"/>
              <a:defRPr sz="1600" b="0" i="0" u="none" strike="noStrike" cap="none">
                <a:solidFill>
                  <a:schemeClr val="lt1"/>
                </a:solidFill>
                <a:latin typeface="Arial"/>
                <a:ea typeface="Arial"/>
                <a:cs typeface="Arial"/>
                <a:sym typeface="Arial"/>
              </a:defRPr>
            </a:lvl9pPr>
          </a:lstStyle>
          <a:p>
            <a:endParaRPr/>
          </a:p>
        </p:txBody>
      </p:sp>
      <p:sp>
        <p:nvSpPr>
          <p:cNvPr id="279" name="Google Shape;279;p42"/>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0" name="Google Shape;280;p42"/>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1" name="Google Shape;281;p42"/>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Thank You Light">
  <p:cSld name="Thank You Light">
    <p:bg>
      <p:bgPr>
        <a:solidFill>
          <a:schemeClr val="lt1"/>
        </a:solidFill>
        <a:effectLst/>
      </p:bgPr>
    </p:bg>
    <p:spTree>
      <p:nvGrpSpPr>
        <p:cNvPr id="1" name="Shape 282"/>
        <p:cNvGrpSpPr/>
        <p:nvPr/>
      </p:nvGrpSpPr>
      <p:grpSpPr>
        <a:xfrm>
          <a:off x="0" y="0"/>
          <a:ext cx="0" cy="0"/>
          <a:chOff x="0" y="0"/>
          <a:chExt cx="0" cy="0"/>
        </a:xfrm>
      </p:grpSpPr>
      <p:sp>
        <p:nvSpPr>
          <p:cNvPr id="283" name="Google Shape;283;p43"/>
          <p:cNvSpPr txBox="1">
            <a:spLocks noGrp="1"/>
          </p:cNvSpPr>
          <p:nvPr>
            <p:ph type="ctrTitle"/>
          </p:nvPr>
        </p:nvSpPr>
        <p:spPr>
          <a:xfrm>
            <a:off x="442914" y="428625"/>
            <a:ext cx="5473699" cy="2428874"/>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dk1"/>
              </a:buClr>
              <a:buSzPts val="5800"/>
              <a:buFont typeface="Georgia"/>
              <a:buNone/>
              <a:defRPr sz="5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4" name="Google Shape;284;p43"/>
          <p:cNvSpPr txBox="1"/>
          <p:nvPr/>
        </p:nvSpPr>
        <p:spPr>
          <a:xfrm>
            <a:off x="442913" y="4400548"/>
            <a:ext cx="5473699" cy="34049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fr-FR" sz="1200" b="0" i="0" u="none" strike="noStrike" cap="none">
                <a:solidFill>
                  <a:schemeClr val="dk1"/>
                </a:solidFill>
                <a:latin typeface="Arial"/>
                <a:ea typeface="Arial"/>
                <a:cs typeface="Arial"/>
                <a:sym typeface="Arial"/>
              </a:rPr>
              <a:t>pwc.com</a:t>
            </a:r>
            <a:endParaRPr sz="1200" b="0" i="0" u="none" strike="noStrike" cap="none">
              <a:solidFill>
                <a:schemeClr val="dk1"/>
              </a:solidFill>
              <a:latin typeface="Arial"/>
              <a:ea typeface="Arial"/>
              <a:cs typeface="Arial"/>
              <a:sym typeface="Arial"/>
            </a:endParaRPr>
          </a:p>
        </p:txBody>
      </p:sp>
      <p:sp>
        <p:nvSpPr>
          <p:cNvPr id="285" name="Google Shape;285;p43"/>
          <p:cNvSpPr/>
          <p:nvPr/>
        </p:nvSpPr>
        <p:spPr>
          <a:xfrm>
            <a:off x="0" y="4940854"/>
            <a:ext cx="12192000" cy="1917146"/>
          </a:xfrm>
          <a:prstGeom prst="rect">
            <a:avLst/>
          </a:pr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6" name="Google Shape;286;p43"/>
          <p:cNvSpPr txBox="1">
            <a:spLocks noGrp="1"/>
          </p:cNvSpPr>
          <p:nvPr>
            <p:ph type="body" idx="1"/>
          </p:nvPr>
        </p:nvSpPr>
        <p:spPr>
          <a:xfrm>
            <a:off x="442912" y="5259600"/>
            <a:ext cx="11306176" cy="145161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200"/>
              <a:buFont typeface="Arial"/>
              <a:buNone/>
              <a:defRPr sz="1200" b="0">
                <a:solidFill>
                  <a:schemeClr val="lt1"/>
                </a:solidFill>
              </a:defRPr>
            </a:lvl1pPr>
            <a:lvl2pPr marL="914400" lvl="1" indent="-228600" algn="l">
              <a:lnSpc>
                <a:spcPct val="100000"/>
              </a:lnSpc>
              <a:spcBef>
                <a:spcPts val="0"/>
              </a:spcBef>
              <a:spcAft>
                <a:spcPts val="0"/>
              </a:spcAft>
              <a:buClr>
                <a:schemeClr val="lt1"/>
              </a:buClr>
              <a:buSzPts val="1200"/>
              <a:buFont typeface="Arial"/>
              <a:buNone/>
              <a:defRPr sz="1200" b="0">
                <a:solidFill>
                  <a:schemeClr val="lt1"/>
                </a:solidFill>
              </a:defRPr>
            </a:lvl2pPr>
            <a:lvl3pPr marL="1371600" lvl="2" indent="-228600" algn="l">
              <a:lnSpc>
                <a:spcPct val="100000"/>
              </a:lnSpc>
              <a:spcBef>
                <a:spcPts val="0"/>
              </a:spcBef>
              <a:spcAft>
                <a:spcPts val="0"/>
              </a:spcAft>
              <a:buClr>
                <a:schemeClr val="lt1"/>
              </a:buClr>
              <a:buSzPts val="1200"/>
              <a:buFont typeface="Arial"/>
              <a:buNone/>
              <a:defRPr sz="1200" b="0">
                <a:solidFill>
                  <a:schemeClr val="lt1"/>
                </a:solidFill>
              </a:defRPr>
            </a:lvl3pPr>
            <a:lvl4pPr marL="1828800" lvl="3" indent="-228600" algn="l">
              <a:lnSpc>
                <a:spcPct val="100000"/>
              </a:lnSpc>
              <a:spcBef>
                <a:spcPts val="0"/>
              </a:spcBef>
              <a:spcAft>
                <a:spcPts val="0"/>
              </a:spcAft>
              <a:buClr>
                <a:schemeClr val="lt1"/>
              </a:buClr>
              <a:buSzPts val="1200"/>
              <a:buFont typeface="Arial"/>
              <a:buNone/>
              <a:defRPr sz="1200" b="0">
                <a:solidFill>
                  <a:schemeClr val="lt1"/>
                </a:solidFill>
              </a:defRPr>
            </a:lvl4pPr>
            <a:lvl5pPr marL="2286000" lvl="4" indent="-228600" algn="l">
              <a:lnSpc>
                <a:spcPct val="100000"/>
              </a:lnSpc>
              <a:spcBef>
                <a:spcPts val="0"/>
              </a:spcBef>
              <a:spcAft>
                <a:spcPts val="0"/>
              </a:spcAft>
              <a:buClr>
                <a:schemeClr val="lt1"/>
              </a:buClr>
              <a:buSzPts val="1200"/>
              <a:buFont typeface="Arial"/>
              <a:buNone/>
              <a:defRPr sz="1200" b="0">
                <a:solidFill>
                  <a:schemeClr val="lt1"/>
                </a:solidFill>
              </a:defRPr>
            </a:lvl5pPr>
            <a:lvl6pPr marL="2743200" lvl="5" indent="-228600" algn="l">
              <a:lnSpc>
                <a:spcPct val="100000"/>
              </a:lnSpc>
              <a:spcBef>
                <a:spcPts val="0"/>
              </a:spcBef>
              <a:spcAft>
                <a:spcPts val="0"/>
              </a:spcAft>
              <a:buClr>
                <a:schemeClr val="lt1"/>
              </a:buClr>
              <a:buSzPts val="1200"/>
              <a:buFont typeface="Arial"/>
              <a:buNone/>
              <a:defRPr sz="1200">
                <a:solidFill>
                  <a:schemeClr val="lt1"/>
                </a:solidFill>
              </a:defRPr>
            </a:lvl6pPr>
            <a:lvl7pPr marL="3200400" lvl="6" indent="-228600" algn="l">
              <a:lnSpc>
                <a:spcPct val="100000"/>
              </a:lnSpc>
              <a:spcBef>
                <a:spcPts val="0"/>
              </a:spcBef>
              <a:spcAft>
                <a:spcPts val="0"/>
              </a:spcAft>
              <a:buClr>
                <a:schemeClr val="lt1"/>
              </a:buClr>
              <a:buSzPts val="1200"/>
              <a:buFont typeface="Arial"/>
              <a:buNone/>
              <a:defRPr sz="1200">
                <a:solidFill>
                  <a:schemeClr val="lt1"/>
                </a:solidFill>
              </a:defRPr>
            </a:lvl7pPr>
            <a:lvl8pPr marL="3657600" lvl="7" indent="-228600" algn="l">
              <a:lnSpc>
                <a:spcPct val="100000"/>
              </a:lnSpc>
              <a:spcBef>
                <a:spcPts val="0"/>
              </a:spcBef>
              <a:spcAft>
                <a:spcPts val="0"/>
              </a:spcAft>
              <a:buClr>
                <a:schemeClr val="lt1"/>
              </a:buClr>
              <a:buSzPts val="1200"/>
              <a:buFont typeface="Arial"/>
              <a:buNone/>
              <a:defRPr sz="1200">
                <a:solidFill>
                  <a:schemeClr val="lt1"/>
                </a:solidFill>
              </a:defRPr>
            </a:lvl8pPr>
            <a:lvl9pPr marL="4114800" lvl="8" indent="-228600" algn="l">
              <a:lnSpc>
                <a:spcPct val="100000"/>
              </a:lnSpc>
              <a:spcBef>
                <a:spcPts val="0"/>
              </a:spcBef>
              <a:spcAft>
                <a:spcPts val="0"/>
              </a:spcAft>
              <a:buClr>
                <a:schemeClr val="lt1"/>
              </a:buClr>
              <a:buSzPts val="1200"/>
              <a:buFont typeface="Arial"/>
              <a:buNone/>
              <a:defRPr sz="1200">
                <a:solidFill>
                  <a:schemeClr val="lt1"/>
                </a:solidFill>
              </a:defRPr>
            </a:lvl9pPr>
          </a:lstStyle>
          <a:p>
            <a:endParaRPr/>
          </a:p>
        </p:txBody>
      </p:sp>
      <p:sp>
        <p:nvSpPr>
          <p:cNvPr id="287" name="Google Shape;287;p43"/>
          <p:cNvSpPr/>
          <p:nvPr/>
        </p:nvSpPr>
        <p:spPr>
          <a:xfrm>
            <a:off x="5334000" y="0"/>
            <a:ext cx="6858000" cy="685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Section Header Orange">
  <p:cSld name="Section Header Orange">
    <p:bg>
      <p:bgPr>
        <a:solidFill>
          <a:srgbClr val="D04A02"/>
        </a:solidFill>
        <a:effectLst/>
      </p:bgPr>
    </p:bg>
    <p:spTree>
      <p:nvGrpSpPr>
        <p:cNvPr id="1" name="Shape 288"/>
        <p:cNvGrpSpPr/>
        <p:nvPr/>
      </p:nvGrpSpPr>
      <p:grpSpPr>
        <a:xfrm>
          <a:off x="0" y="0"/>
          <a:ext cx="0" cy="0"/>
          <a:chOff x="0" y="0"/>
          <a:chExt cx="0" cy="0"/>
        </a:xfrm>
      </p:grpSpPr>
      <p:sp>
        <p:nvSpPr>
          <p:cNvPr id="289" name="Google Shape;289;p44"/>
          <p:cNvSpPr txBox="1">
            <a:spLocks noGrp="1"/>
          </p:cNvSpPr>
          <p:nvPr>
            <p:ph type="title"/>
          </p:nvPr>
        </p:nvSpPr>
        <p:spPr>
          <a:xfrm>
            <a:off x="4951413" y="2103438"/>
            <a:ext cx="4936658" cy="2564265"/>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4000"/>
              <a:buFont typeface="Arial"/>
              <a:buNone/>
              <a:defRPr sz="4000" b="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44"/>
          <p:cNvSpPr txBox="1">
            <a:spLocks noGrp="1"/>
          </p:cNvSpPr>
          <p:nvPr>
            <p:ph type="subTitle" idx="1"/>
          </p:nvPr>
        </p:nvSpPr>
        <p:spPr>
          <a:xfrm>
            <a:off x="442912" y="0"/>
            <a:ext cx="4344987" cy="68580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1"/>
              </a:buClr>
              <a:buSzPts val="65000"/>
              <a:buNone/>
              <a:defRPr sz="65000" b="0">
                <a:solidFill>
                  <a:schemeClr val="lt1"/>
                </a:solidFill>
              </a:defRPr>
            </a:lvl1pPr>
            <a:lvl2pPr lvl="1" algn="l">
              <a:lnSpc>
                <a:spcPct val="95000"/>
              </a:lnSpc>
              <a:spcBef>
                <a:spcPts val="0"/>
              </a:spcBef>
              <a:spcAft>
                <a:spcPts val="0"/>
              </a:spcAft>
              <a:buClr>
                <a:schemeClr val="lt1"/>
              </a:buClr>
              <a:buSzPts val="65000"/>
              <a:buNone/>
              <a:defRPr sz="65000">
                <a:solidFill>
                  <a:schemeClr val="lt1"/>
                </a:solidFill>
              </a:defRPr>
            </a:lvl2pPr>
            <a:lvl3pPr lvl="2" algn="l">
              <a:lnSpc>
                <a:spcPct val="95000"/>
              </a:lnSpc>
              <a:spcBef>
                <a:spcPts val="0"/>
              </a:spcBef>
              <a:spcAft>
                <a:spcPts val="0"/>
              </a:spcAft>
              <a:buClr>
                <a:schemeClr val="lt1"/>
              </a:buClr>
              <a:buSzPts val="65000"/>
              <a:buNone/>
              <a:defRPr sz="65000">
                <a:solidFill>
                  <a:schemeClr val="lt1"/>
                </a:solidFill>
              </a:defRPr>
            </a:lvl3pPr>
            <a:lvl4pPr lvl="3" algn="l">
              <a:lnSpc>
                <a:spcPct val="95000"/>
              </a:lnSpc>
              <a:spcBef>
                <a:spcPts val="0"/>
              </a:spcBef>
              <a:spcAft>
                <a:spcPts val="0"/>
              </a:spcAft>
              <a:buClr>
                <a:schemeClr val="lt1"/>
              </a:buClr>
              <a:buSzPts val="65000"/>
              <a:buNone/>
              <a:defRPr sz="65000">
                <a:solidFill>
                  <a:schemeClr val="lt1"/>
                </a:solidFill>
              </a:defRPr>
            </a:lvl4pPr>
            <a:lvl5pPr lvl="4" algn="l">
              <a:lnSpc>
                <a:spcPct val="95000"/>
              </a:lnSpc>
              <a:spcBef>
                <a:spcPts val="0"/>
              </a:spcBef>
              <a:spcAft>
                <a:spcPts val="0"/>
              </a:spcAft>
              <a:buClr>
                <a:schemeClr val="lt1"/>
              </a:buClr>
              <a:buSzPts val="65000"/>
              <a:buNone/>
              <a:defRPr sz="65000">
                <a:solidFill>
                  <a:schemeClr val="lt1"/>
                </a:solidFill>
              </a:defRPr>
            </a:lvl5pPr>
            <a:lvl6pPr lvl="5" algn="l">
              <a:lnSpc>
                <a:spcPct val="95000"/>
              </a:lnSpc>
              <a:spcBef>
                <a:spcPts val="0"/>
              </a:spcBef>
              <a:spcAft>
                <a:spcPts val="0"/>
              </a:spcAft>
              <a:buClr>
                <a:schemeClr val="lt1"/>
              </a:buClr>
              <a:buSzPts val="65000"/>
              <a:buNone/>
              <a:defRPr sz="65000">
                <a:solidFill>
                  <a:schemeClr val="lt1"/>
                </a:solidFill>
              </a:defRPr>
            </a:lvl6pPr>
            <a:lvl7pPr lvl="6" algn="l">
              <a:lnSpc>
                <a:spcPct val="95000"/>
              </a:lnSpc>
              <a:spcBef>
                <a:spcPts val="0"/>
              </a:spcBef>
              <a:spcAft>
                <a:spcPts val="0"/>
              </a:spcAft>
              <a:buClr>
                <a:schemeClr val="lt1"/>
              </a:buClr>
              <a:buSzPts val="65000"/>
              <a:buNone/>
              <a:defRPr sz="65000">
                <a:solidFill>
                  <a:schemeClr val="lt1"/>
                </a:solidFill>
              </a:defRPr>
            </a:lvl7pPr>
            <a:lvl8pPr lvl="7" algn="l">
              <a:lnSpc>
                <a:spcPct val="95000"/>
              </a:lnSpc>
              <a:spcBef>
                <a:spcPts val="0"/>
              </a:spcBef>
              <a:spcAft>
                <a:spcPts val="0"/>
              </a:spcAft>
              <a:buClr>
                <a:schemeClr val="lt1"/>
              </a:buClr>
              <a:buSzPts val="65000"/>
              <a:buNone/>
              <a:defRPr sz="65000">
                <a:solidFill>
                  <a:schemeClr val="lt1"/>
                </a:solidFill>
              </a:defRPr>
            </a:lvl8pPr>
            <a:lvl9pPr lvl="8" algn="l">
              <a:lnSpc>
                <a:spcPct val="95000"/>
              </a:lnSpc>
              <a:spcBef>
                <a:spcPts val="0"/>
              </a:spcBef>
              <a:spcAft>
                <a:spcPts val="0"/>
              </a:spcAft>
              <a:buClr>
                <a:schemeClr val="lt1"/>
              </a:buClr>
              <a:buSzPts val="65000"/>
              <a:buNone/>
              <a:defRPr sz="65000">
                <a:solidFill>
                  <a:schemeClr val="lt1"/>
                </a:solidFil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Section Header Red">
  <p:cSld name="Section Header Red">
    <p:bg>
      <p:bgPr>
        <a:solidFill>
          <a:srgbClr val="E0301E"/>
        </a:solidFill>
        <a:effectLst/>
      </p:bgPr>
    </p:bg>
    <p:spTree>
      <p:nvGrpSpPr>
        <p:cNvPr id="1" name="Shape 291"/>
        <p:cNvGrpSpPr/>
        <p:nvPr/>
      </p:nvGrpSpPr>
      <p:grpSpPr>
        <a:xfrm>
          <a:off x="0" y="0"/>
          <a:ext cx="0" cy="0"/>
          <a:chOff x="0" y="0"/>
          <a:chExt cx="0" cy="0"/>
        </a:xfrm>
      </p:grpSpPr>
      <p:sp>
        <p:nvSpPr>
          <p:cNvPr id="292" name="Google Shape;292;p45"/>
          <p:cNvSpPr txBox="1">
            <a:spLocks noGrp="1"/>
          </p:cNvSpPr>
          <p:nvPr>
            <p:ph type="title"/>
          </p:nvPr>
        </p:nvSpPr>
        <p:spPr>
          <a:xfrm>
            <a:off x="4951413" y="2103438"/>
            <a:ext cx="4936658" cy="2564265"/>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4000"/>
              <a:buFont typeface="Arial"/>
              <a:buNone/>
              <a:defRPr sz="4000" b="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3" name="Google Shape;293;p45"/>
          <p:cNvSpPr txBox="1">
            <a:spLocks noGrp="1"/>
          </p:cNvSpPr>
          <p:nvPr>
            <p:ph type="subTitle" idx="1"/>
          </p:nvPr>
        </p:nvSpPr>
        <p:spPr>
          <a:xfrm>
            <a:off x="442912" y="0"/>
            <a:ext cx="4344987" cy="68580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1"/>
              </a:buClr>
              <a:buSzPts val="65000"/>
              <a:buNone/>
              <a:defRPr sz="65000" b="0">
                <a:solidFill>
                  <a:schemeClr val="lt1"/>
                </a:solidFill>
              </a:defRPr>
            </a:lvl1pPr>
            <a:lvl2pPr lvl="1" algn="l">
              <a:lnSpc>
                <a:spcPct val="95000"/>
              </a:lnSpc>
              <a:spcBef>
                <a:spcPts val="0"/>
              </a:spcBef>
              <a:spcAft>
                <a:spcPts val="0"/>
              </a:spcAft>
              <a:buClr>
                <a:schemeClr val="lt1"/>
              </a:buClr>
              <a:buSzPts val="65000"/>
              <a:buNone/>
              <a:defRPr sz="65000">
                <a:solidFill>
                  <a:schemeClr val="lt1"/>
                </a:solidFill>
              </a:defRPr>
            </a:lvl2pPr>
            <a:lvl3pPr lvl="2" algn="l">
              <a:lnSpc>
                <a:spcPct val="95000"/>
              </a:lnSpc>
              <a:spcBef>
                <a:spcPts val="0"/>
              </a:spcBef>
              <a:spcAft>
                <a:spcPts val="0"/>
              </a:spcAft>
              <a:buClr>
                <a:schemeClr val="lt1"/>
              </a:buClr>
              <a:buSzPts val="65000"/>
              <a:buNone/>
              <a:defRPr sz="65000">
                <a:solidFill>
                  <a:schemeClr val="lt1"/>
                </a:solidFill>
              </a:defRPr>
            </a:lvl3pPr>
            <a:lvl4pPr lvl="3" algn="l">
              <a:lnSpc>
                <a:spcPct val="95000"/>
              </a:lnSpc>
              <a:spcBef>
                <a:spcPts val="0"/>
              </a:spcBef>
              <a:spcAft>
                <a:spcPts val="0"/>
              </a:spcAft>
              <a:buClr>
                <a:schemeClr val="lt1"/>
              </a:buClr>
              <a:buSzPts val="65000"/>
              <a:buNone/>
              <a:defRPr sz="65000">
                <a:solidFill>
                  <a:schemeClr val="lt1"/>
                </a:solidFill>
              </a:defRPr>
            </a:lvl4pPr>
            <a:lvl5pPr lvl="4" algn="l">
              <a:lnSpc>
                <a:spcPct val="95000"/>
              </a:lnSpc>
              <a:spcBef>
                <a:spcPts val="0"/>
              </a:spcBef>
              <a:spcAft>
                <a:spcPts val="0"/>
              </a:spcAft>
              <a:buClr>
                <a:schemeClr val="lt1"/>
              </a:buClr>
              <a:buSzPts val="65000"/>
              <a:buNone/>
              <a:defRPr sz="65000">
                <a:solidFill>
                  <a:schemeClr val="lt1"/>
                </a:solidFill>
              </a:defRPr>
            </a:lvl5pPr>
            <a:lvl6pPr lvl="5" algn="l">
              <a:lnSpc>
                <a:spcPct val="95000"/>
              </a:lnSpc>
              <a:spcBef>
                <a:spcPts val="0"/>
              </a:spcBef>
              <a:spcAft>
                <a:spcPts val="0"/>
              </a:spcAft>
              <a:buClr>
                <a:schemeClr val="lt1"/>
              </a:buClr>
              <a:buSzPts val="65000"/>
              <a:buNone/>
              <a:defRPr sz="65000">
                <a:solidFill>
                  <a:schemeClr val="lt1"/>
                </a:solidFill>
              </a:defRPr>
            </a:lvl6pPr>
            <a:lvl7pPr lvl="6" algn="l">
              <a:lnSpc>
                <a:spcPct val="95000"/>
              </a:lnSpc>
              <a:spcBef>
                <a:spcPts val="0"/>
              </a:spcBef>
              <a:spcAft>
                <a:spcPts val="0"/>
              </a:spcAft>
              <a:buClr>
                <a:schemeClr val="lt1"/>
              </a:buClr>
              <a:buSzPts val="65000"/>
              <a:buNone/>
              <a:defRPr sz="65000">
                <a:solidFill>
                  <a:schemeClr val="lt1"/>
                </a:solidFill>
              </a:defRPr>
            </a:lvl7pPr>
            <a:lvl8pPr lvl="7" algn="l">
              <a:lnSpc>
                <a:spcPct val="95000"/>
              </a:lnSpc>
              <a:spcBef>
                <a:spcPts val="0"/>
              </a:spcBef>
              <a:spcAft>
                <a:spcPts val="0"/>
              </a:spcAft>
              <a:buClr>
                <a:schemeClr val="lt1"/>
              </a:buClr>
              <a:buSzPts val="65000"/>
              <a:buNone/>
              <a:defRPr sz="65000">
                <a:solidFill>
                  <a:schemeClr val="lt1"/>
                </a:solidFill>
              </a:defRPr>
            </a:lvl8pPr>
            <a:lvl9pPr lvl="8" algn="l">
              <a:lnSpc>
                <a:spcPct val="95000"/>
              </a:lnSpc>
              <a:spcBef>
                <a:spcPts val="0"/>
              </a:spcBef>
              <a:spcAft>
                <a:spcPts val="0"/>
              </a:spcAft>
              <a:buClr>
                <a:schemeClr val="lt1"/>
              </a:buClr>
              <a:buSzPts val="65000"/>
              <a:buNone/>
              <a:defRPr sz="65000">
                <a:solidFill>
                  <a:schemeClr val="lt1"/>
                </a:solidFill>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Section Header Rose">
  <p:cSld name="Section Header Rose">
    <p:bg>
      <p:bgPr>
        <a:solidFill>
          <a:srgbClr val="DB536A"/>
        </a:solidFill>
        <a:effectLst/>
      </p:bgPr>
    </p:bg>
    <p:spTree>
      <p:nvGrpSpPr>
        <p:cNvPr id="1" name="Shape 294"/>
        <p:cNvGrpSpPr/>
        <p:nvPr/>
      </p:nvGrpSpPr>
      <p:grpSpPr>
        <a:xfrm>
          <a:off x="0" y="0"/>
          <a:ext cx="0" cy="0"/>
          <a:chOff x="0" y="0"/>
          <a:chExt cx="0" cy="0"/>
        </a:xfrm>
      </p:grpSpPr>
      <p:sp>
        <p:nvSpPr>
          <p:cNvPr id="295" name="Google Shape;295;p46"/>
          <p:cNvSpPr txBox="1">
            <a:spLocks noGrp="1"/>
          </p:cNvSpPr>
          <p:nvPr>
            <p:ph type="title"/>
          </p:nvPr>
        </p:nvSpPr>
        <p:spPr>
          <a:xfrm>
            <a:off x="4951413" y="2103438"/>
            <a:ext cx="4936658" cy="2564265"/>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4000"/>
              <a:buFont typeface="Arial"/>
              <a:buNone/>
              <a:defRPr sz="4000" b="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6" name="Google Shape;296;p46"/>
          <p:cNvSpPr txBox="1">
            <a:spLocks noGrp="1"/>
          </p:cNvSpPr>
          <p:nvPr>
            <p:ph type="subTitle" idx="1"/>
          </p:nvPr>
        </p:nvSpPr>
        <p:spPr>
          <a:xfrm>
            <a:off x="442912" y="0"/>
            <a:ext cx="4344987" cy="68580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1"/>
              </a:buClr>
              <a:buSzPts val="65000"/>
              <a:buNone/>
              <a:defRPr sz="65000" b="0">
                <a:solidFill>
                  <a:schemeClr val="lt1"/>
                </a:solidFill>
              </a:defRPr>
            </a:lvl1pPr>
            <a:lvl2pPr lvl="1" algn="l">
              <a:lnSpc>
                <a:spcPct val="95000"/>
              </a:lnSpc>
              <a:spcBef>
                <a:spcPts val="0"/>
              </a:spcBef>
              <a:spcAft>
                <a:spcPts val="0"/>
              </a:spcAft>
              <a:buClr>
                <a:schemeClr val="lt1"/>
              </a:buClr>
              <a:buSzPts val="65000"/>
              <a:buNone/>
              <a:defRPr sz="65000">
                <a:solidFill>
                  <a:schemeClr val="lt1"/>
                </a:solidFill>
              </a:defRPr>
            </a:lvl2pPr>
            <a:lvl3pPr lvl="2" algn="l">
              <a:lnSpc>
                <a:spcPct val="95000"/>
              </a:lnSpc>
              <a:spcBef>
                <a:spcPts val="0"/>
              </a:spcBef>
              <a:spcAft>
                <a:spcPts val="0"/>
              </a:spcAft>
              <a:buClr>
                <a:schemeClr val="lt1"/>
              </a:buClr>
              <a:buSzPts val="65000"/>
              <a:buNone/>
              <a:defRPr sz="65000">
                <a:solidFill>
                  <a:schemeClr val="lt1"/>
                </a:solidFill>
              </a:defRPr>
            </a:lvl3pPr>
            <a:lvl4pPr lvl="3" algn="l">
              <a:lnSpc>
                <a:spcPct val="95000"/>
              </a:lnSpc>
              <a:spcBef>
                <a:spcPts val="0"/>
              </a:spcBef>
              <a:spcAft>
                <a:spcPts val="0"/>
              </a:spcAft>
              <a:buClr>
                <a:schemeClr val="lt1"/>
              </a:buClr>
              <a:buSzPts val="65000"/>
              <a:buNone/>
              <a:defRPr sz="65000">
                <a:solidFill>
                  <a:schemeClr val="lt1"/>
                </a:solidFill>
              </a:defRPr>
            </a:lvl4pPr>
            <a:lvl5pPr lvl="4" algn="l">
              <a:lnSpc>
                <a:spcPct val="95000"/>
              </a:lnSpc>
              <a:spcBef>
                <a:spcPts val="0"/>
              </a:spcBef>
              <a:spcAft>
                <a:spcPts val="0"/>
              </a:spcAft>
              <a:buClr>
                <a:schemeClr val="lt1"/>
              </a:buClr>
              <a:buSzPts val="65000"/>
              <a:buNone/>
              <a:defRPr sz="65000">
                <a:solidFill>
                  <a:schemeClr val="lt1"/>
                </a:solidFill>
              </a:defRPr>
            </a:lvl5pPr>
            <a:lvl6pPr lvl="5" algn="l">
              <a:lnSpc>
                <a:spcPct val="95000"/>
              </a:lnSpc>
              <a:spcBef>
                <a:spcPts val="0"/>
              </a:spcBef>
              <a:spcAft>
                <a:spcPts val="0"/>
              </a:spcAft>
              <a:buClr>
                <a:schemeClr val="lt1"/>
              </a:buClr>
              <a:buSzPts val="65000"/>
              <a:buNone/>
              <a:defRPr sz="65000">
                <a:solidFill>
                  <a:schemeClr val="lt1"/>
                </a:solidFill>
              </a:defRPr>
            </a:lvl6pPr>
            <a:lvl7pPr lvl="6" algn="l">
              <a:lnSpc>
                <a:spcPct val="95000"/>
              </a:lnSpc>
              <a:spcBef>
                <a:spcPts val="0"/>
              </a:spcBef>
              <a:spcAft>
                <a:spcPts val="0"/>
              </a:spcAft>
              <a:buClr>
                <a:schemeClr val="lt1"/>
              </a:buClr>
              <a:buSzPts val="65000"/>
              <a:buNone/>
              <a:defRPr sz="65000">
                <a:solidFill>
                  <a:schemeClr val="lt1"/>
                </a:solidFill>
              </a:defRPr>
            </a:lvl7pPr>
            <a:lvl8pPr lvl="7" algn="l">
              <a:lnSpc>
                <a:spcPct val="95000"/>
              </a:lnSpc>
              <a:spcBef>
                <a:spcPts val="0"/>
              </a:spcBef>
              <a:spcAft>
                <a:spcPts val="0"/>
              </a:spcAft>
              <a:buClr>
                <a:schemeClr val="lt1"/>
              </a:buClr>
              <a:buSzPts val="65000"/>
              <a:buNone/>
              <a:defRPr sz="65000">
                <a:solidFill>
                  <a:schemeClr val="lt1"/>
                </a:solidFill>
              </a:defRPr>
            </a:lvl8pPr>
            <a:lvl9pPr lvl="8" algn="l">
              <a:lnSpc>
                <a:spcPct val="95000"/>
              </a:lnSpc>
              <a:spcBef>
                <a:spcPts val="0"/>
              </a:spcBef>
              <a:spcAft>
                <a:spcPts val="0"/>
              </a:spcAft>
              <a:buClr>
                <a:schemeClr val="lt1"/>
              </a:buClr>
              <a:buSzPts val="65000"/>
              <a:buNone/>
              <a:defRPr sz="65000">
                <a:solidFill>
                  <a:schemeClr val="lt1"/>
                </a:solidFil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Section Header Orange Manual">
  <p:cSld name="Section Header Orange Manual">
    <p:bg>
      <p:bgPr>
        <a:solidFill>
          <a:srgbClr val="D04A02"/>
        </a:solidFill>
        <a:effectLst/>
      </p:bgPr>
    </p:bg>
    <p:spTree>
      <p:nvGrpSpPr>
        <p:cNvPr id="1" name="Shape 300"/>
        <p:cNvGrpSpPr/>
        <p:nvPr/>
      </p:nvGrpSpPr>
      <p:grpSpPr>
        <a:xfrm>
          <a:off x="0" y="0"/>
          <a:ext cx="0" cy="0"/>
          <a:chOff x="0" y="0"/>
          <a:chExt cx="0" cy="0"/>
        </a:xfrm>
      </p:grpSpPr>
      <p:sp>
        <p:nvSpPr>
          <p:cNvPr id="301" name="Google Shape;301;p48"/>
          <p:cNvSpPr txBox="1">
            <a:spLocks noGrp="1"/>
          </p:cNvSpPr>
          <p:nvPr>
            <p:ph type="title"/>
          </p:nvPr>
        </p:nvSpPr>
        <p:spPr>
          <a:xfrm>
            <a:off x="442913" y="428625"/>
            <a:ext cx="1374457" cy="196596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14400"/>
              <a:buFont typeface="Arial"/>
              <a:buNone/>
              <a:defRPr sz="14400" b="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Section Header Red Manual">
  <p:cSld name="Section Header Red Manual">
    <p:bg>
      <p:bgPr>
        <a:solidFill>
          <a:srgbClr val="E0301E"/>
        </a:solidFill>
        <a:effectLst/>
      </p:bgPr>
    </p:bg>
    <p:spTree>
      <p:nvGrpSpPr>
        <p:cNvPr id="1" name="Shape 302"/>
        <p:cNvGrpSpPr/>
        <p:nvPr/>
      </p:nvGrpSpPr>
      <p:grpSpPr>
        <a:xfrm>
          <a:off x="0" y="0"/>
          <a:ext cx="0" cy="0"/>
          <a:chOff x="0" y="0"/>
          <a:chExt cx="0" cy="0"/>
        </a:xfrm>
      </p:grpSpPr>
      <p:sp>
        <p:nvSpPr>
          <p:cNvPr id="303" name="Google Shape;303;p49"/>
          <p:cNvSpPr txBox="1">
            <a:spLocks noGrp="1"/>
          </p:cNvSpPr>
          <p:nvPr>
            <p:ph type="title"/>
          </p:nvPr>
        </p:nvSpPr>
        <p:spPr>
          <a:xfrm>
            <a:off x="442913" y="428625"/>
            <a:ext cx="1374457" cy="196596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14400"/>
              <a:buFont typeface="Arial"/>
              <a:buNone/>
              <a:defRPr sz="14400" b="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Section Header Rose Manual">
  <p:cSld name="Section Header Rose Manual">
    <p:bg>
      <p:bgPr>
        <a:solidFill>
          <a:srgbClr val="DB536A"/>
        </a:solidFill>
        <a:effectLst/>
      </p:bgPr>
    </p:bg>
    <p:spTree>
      <p:nvGrpSpPr>
        <p:cNvPr id="1" name="Shape 304"/>
        <p:cNvGrpSpPr/>
        <p:nvPr/>
      </p:nvGrpSpPr>
      <p:grpSpPr>
        <a:xfrm>
          <a:off x="0" y="0"/>
          <a:ext cx="0" cy="0"/>
          <a:chOff x="0" y="0"/>
          <a:chExt cx="0" cy="0"/>
        </a:xfrm>
      </p:grpSpPr>
      <p:sp>
        <p:nvSpPr>
          <p:cNvPr id="305" name="Google Shape;305;p50"/>
          <p:cNvSpPr txBox="1">
            <a:spLocks noGrp="1"/>
          </p:cNvSpPr>
          <p:nvPr>
            <p:ph type="title"/>
          </p:nvPr>
        </p:nvSpPr>
        <p:spPr>
          <a:xfrm>
            <a:off x="442913" y="428625"/>
            <a:ext cx="1374457" cy="196596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14400"/>
              <a:buFont typeface="Arial"/>
              <a:buNone/>
              <a:defRPr sz="14400" b="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Section Header Grey Manual">
  <p:cSld name="Section Header Grey Manual">
    <p:bg>
      <p:bgPr>
        <a:solidFill>
          <a:srgbClr val="464646"/>
        </a:solidFill>
        <a:effectLst/>
      </p:bgPr>
    </p:bg>
    <p:spTree>
      <p:nvGrpSpPr>
        <p:cNvPr id="1" name="Shape 306"/>
        <p:cNvGrpSpPr/>
        <p:nvPr/>
      </p:nvGrpSpPr>
      <p:grpSpPr>
        <a:xfrm>
          <a:off x="0" y="0"/>
          <a:ext cx="0" cy="0"/>
          <a:chOff x="0" y="0"/>
          <a:chExt cx="0" cy="0"/>
        </a:xfrm>
      </p:grpSpPr>
      <p:sp>
        <p:nvSpPr>
          <p:cNvPr id="307" name="Google Shape;307;p51"/>
          <p:cNvSpPr txBox="1">
            <a:spLocks noGrp="1"/>
          </p:cNvSpPr>
          <p:nvPr>
            <p:ph type="title"/>
          </p:nvPr>
        </p:nvSpPr>
        <p:spPr>
          <a:xfrm>
            <a:off x="442913" y="428625"/>
            <a:ext cx="1374457" cy="196596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14400"/>
              <a:buFont typeface="Arial"/>
              <a:buNone/>
              <a:defRPr sz="14400" b="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Quote 1 Image Full">
  <p:cSld name="Quote 1 Image Full">
    <p:bg>
      <p:bgPr>
        <a:solidFill>
          <a:srgbClr val="DEDEDE"/>
        </a:solidFill>
        <a:effectLst/>
      </p:bgPr>
    </p:bg>
    <p:spTree>
      <p:nvGrpSpPr>
        <p:cNvPr id="1" name="Shape 308"/>
        <p:cNvGrpSpPr/>
        <p:nvPr/>
      </p:nvGrpSpPr>
      <p:grpSpPr>
        <a:xfrm>
          <a:off x="0" y="0"/>
          <a:ext cx="0" cy="0"/>
          <a:chOff x="0" y="0"/>
          <a:chExt cx="0" cy="0"/>
        </a:xfrm>
      </p:grpSpPr>
      <p:sp>
        <p:nvSpPr>
          <p:cNvPr id="309" name="Google Shape;309;p52"/>
          <p:cNvSpPr>
            <a:spLocks noGrp="1"/>
          </p:cNvSpPr>
          <p:nvPr>
            <p:ph type="pic" idx="2"/>
          </p:nvPr>
        </p:nvSpPr>
        <p:spPr>
          <a:xfrm>
            <a:off x="0" y="0"/>
            <a:ext cx="12192000" cy="6858000"/>
          </a:xfrm>
          <a:prstGeom prst="rect">
            <a:avLst/>
          </a:prstGeom>
          <a:solidFill>
            <a:schemeClr val="lt2"/>
          </a:solidFill>
          <a:ln>
            <a:noFill/>
          </a:ln>
        </p:spPr>
      </p:sp>
      <p:sp>
        <p:nvSpPr>
          <p:cNvPr id="310" name="Google Shape;310;p52"/>
          <p:cNvSpPr txBox="1">
            <a:spLocks noGrp="1"/>
          </p:cNvSpPr>
          <p:nvPr>
            <p:ph type="body" idx="1"/>
          </p:nvPr>
        </p:nvSpPr>
        <p:spPr>
          <a:xfrm>
            <a:off x="0" y="1143000"/>
            <a:ext cx="4572000" cy="4572000"/>
          </a:xfrm>
          <a:prstGeom prst="rect">
            <a:avLst/>
          </a:prstGeom>
          <a:solidFill>
            <a:srgbClr val="E0301E"/>
          </a:solidFill>
          <a:ln>
            <a:noFill/>
          </a:ln>
        </p:spPr>
        <p:txBody>
          <a:bodyPr spcFirstLastPara="1" wrap="square" lIns="438900" tIns="1440000" rIns="252000" bIns="180000" anchor="t" anchorCtr="0">
            <a:noAutofit/>
          </a:bodyPr>
          <a:lstStyle>
            <a:lvl1pPr marL="457200" lvl="0" indent="-228600" algn="l">
              <a:lnSpc>
                <a:spcPct val="90000"/>
              </a:lnSpc>
              <a:spcBef>
                <a:spcPts val="0"/>
              </a:spcBef>
              <a:spcAft>
                <a:spcPts val="0"/>
              </a:spcAft>
              <a:buClr>
                <a:schemeClr val="lt1"/>
              </a:buClr>
              <a:buSzPts val="2600"/>
              <a:buFont typeface="Arial"/>
              <a:buNone/>
              <a:defRPr sz="2600" b="0">
                <a:solidFill>
                  <a:schemeClr val="lt1"/>
                </a:solidFill>
                <a:latin typeface="Georgia"/>
                <a:ea typeface="Georgia"/>
                <a:cs typeface="Georgia"/>
                <a:sym typeface="Georgia"/>
              </a:defRPr>
            </a:lvl1pPr>
            <a:lvl2pPr marL="914400" lvl="1" indent="-228600" algn="l">
              <a:lnSpc>
                <a:spcPct val="100000"/>
              </a:lnSpc>
              <a:spcBef>
                <a:spcPts val="3000"/>
              </a:spcBef>
              <a:spcAft>
                <a:spcPts val="0"/>
              </a:spcAft>
              <a:buClr>
                <a:schemeClr val="lt1"/>
              </a:buClr>
              <a:buSzPts val="1600"/>
              <a:buFont typeface="Arial"/>
              <a:buNone/>
              <a:defRPr sz="1600" b="1">
                <a:solidFill>
                  <a:schemeClr val="lt1"/>
                </a:solidFill>
                <a:latin typeface="Arial"/>
                <a:ea typeface="Arial"/>
                <a:cs typeface="Arial"/>
                <a:sym typeface="Arial"/>
              </a:defRPr>
            </a:lvl2pPr>
            <a:lvl3pPr marL="1371600" lvl="2" indent="-228600" algn="l">
              <a:lnSpc>
                <a:spcPct val="100000"/>
              </a:lnSpc>
              <a:spcBef>
                <a:spcPts val="0"/>
              </a:spcBef>
              <a:spcAft>
                <a:spcPts val="0"/>
              </a:spcAft>
              <a:buClr>
                <a:schemeClr val="lt1"/>
              </a:buClr>
              <a:buSzPts val="1600"/>
              <a:buFont typeface="Arial"/>
              <a:buNone/>
              <a:defRPr sz="1600" b="0">
                <a:solidFill>
                  <a:schemeClr val="lt1"/>
                </a:solidFill>
                <a:latin typeface="Arial"/>
                <a:ea typeface="Arial"/>
                <a:cs typeface="Arial"/>
                <a:sym typeface="Arial"/>
              </a:defRPr>
            </a:lvl3pPr>
            <a:lvl4pPr marL="1828800" lvl="3" indent="-228600" algn="l">
              <a:lnSpc>
                <a:spcPct val="100000"/>
              </a:lnSpc>
              <a:spcBef>
                <a:spcPts val="0"/>
              </a:spcBef>
              <a:spcAft>
                <a:spcPts val="0"/>
              </a:spcAft>
              <a:buClr>
                <a:schemeClr val="lt1"/>
              </a:buClr>
              <a:buSzPts val="1600"/>
              <a:buFont typeface="Arial"/>
              <a:buNone/>
              <a:defRPr sz="1600" b="0">
                <a:solidFill>
                  <a:schemeClr val="lt1"/>
                </a:solidFill>
                <a:latin typeface="Arial"/>
                <a:ea typeface="Arial"/>
                <a:cs typeface="Arial"/>
                <a:sym typeface="Arial"/>
              </a:defRPr>
            </a:lvl4pPr>
            <a:lvl5pPr marL="2286000" lvl="4" indent="-228600" algn="l">
              <a:lnSpc>
                <a:spcPct val="100000"/>
              </a:lnSpc>
              <a:spcBef>
                <a:spcPts val="0"/>
              </a:spcBef>
              <a:spcAft>
                <a:spcPts val="0"/>
              </a:spcAft>
              <a:buClr>
                <a:schemeClr val="lt1"/>
              </a:buClr>
              <a:buSzPts val="1600"/>
              <a:buFont typeface="Arial"/>
              <a:buNone/>
              <a:defRPr sz="1600" b="0">
                <a:solidFill>
                  <a:schemeClr val="lt1"/>
                </a:solidFill>
                <a:latin typeface="Arial"/>
                <a:ea typeface="Arial"/>
                <a:cs typeface="Arial"/>
                <a:sym typeface="Arial"/>
              </a:defRPr>
            </a:lvl5pPr>
            <a:lvl6pPr marL="2743200" lvl="5" indent="-228600" algn="l">
              <a:lnSpc>
                <a:spcPct val="100000"/>
              </a:lnSpc>
              <a:spcBef>
                <a:spcPts val="0"/>
              </a:spcBef>
              <a:spcAft>
                <a:spcPts val="0"/>
              </a:spcAft>
              <a:buClr>
                <a:schemeClr val="lt1"/>
              </a:buClr>
              <a:buSzPts val="1600"/>
              <a:buFont typeface="Arial"/>
              <a:buNone/>
              <a:defRPr sz="1600">
                <a:solidFill>
                  <a:schemeClr val="lt1"/>
                </a:solidFill>
              </a:defRPr>
            </a:lvl6pPr>
            <a:lvl7pPr marL="3200400" lvl="6" indent="-228600" algn="l">
              <a:lnSpc>
                <a:spcPct val="100000"/>
              </a:lnSpc>
              <a:spcBef>
                <a:spcPts val="0"/>
              </a:spcBef>
              <a:spcAft>
                <a:spcPts val="0"/>
              </a:spcAft>
              <a:buClr>
                <a:schemeClr val="lt1"/>
              </a:buClr>
              <a:buSzPts val="1600"/>
              <a:buFont typeface="Arial"/>
              <a:buNone/>
              <a:defRPr sz="1600">
                <a:solidFill>
                  <a:schemeClr val="lt1"/>
                </a:solidFill>
              </a:defRPr>
            </a:lvl7pPr>
            <a:lvl8pPr marL="3657600" lvl="7" indent="-228600" algn="l">
              <a:lnSpc>
                <a:spcPct val="100000"/>
              </a:lnSpc>
              <a:spcBef>
                <a:spcPts val="0"/>
              </a:spcBef>
              <a:spcAft>
                <a:spcPts val="0"/>
              </a:spcAft>
              <a:buClr>
                <a:schemeClr val="lt1"/>
              </a:buClr>
              <a:buSzPts val="1600"/>
              <a:buFont typeface="Arial"/>
              <a:buNone/>
              <a:defRPr sz="1600">
                <a:solidFill>
                  <a:schemeClr val="lt1"/>
                </a:solidFill>
              </a:defRPr>
            </a:lvl8pPr>
            <a:lvl9pPr marL="4114800" lvl="8" indent="-228600" algn="l">
              <a:lnSpc>
                <a:spcPct val="100000"/>
              </a:lnSpc>
              <a:spcBef>
                <a:spcPts val="0"/>
              </a:spcBef>
              <a:spcAft>
                <a:spcPts val="0"/>
              </a:spcAft>
              <a:buClr>
                <a:schemeClr val="lt1"/>
              </a:buClr>
              <a:buSzPts val="1600"/>
              <a:buFont typeface="Arial"/>
              <a:buNone/>
              <a:defRPr sz="1600">
                <a:solidFill>
                  <a:schemeClr val="lt1"/>
                </a:solidFill>
              </a:defRPr>
            </a:lvl9pPr>
          </a:lstStyle>
          <a:p>
            <a:endParaRPr/>
          </a:p>
        </p:txBody>
      </p:sp>
      <p:sp>
        <p:nvSpPr>
          <p:cNvPr id="311" name="Google Shape;311;p52"/>
          <p:cNvSpPr/>
          <p:nvPr/>
        </p:nvSpPr>
        <p:spPr>
          <a:xfrm>
            <a:off x="442913" y="1623703"/>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2" name="Google Shape;312;p52"/>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3" name="Google Shape;313;p52"/>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4" name="Google Shape;314;p52"/>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Quote 1 Image Orange">
  <p:cSld name="Quote 1 Image Orange">
    <p:bg>
      <p:bgPr>
        <a:solidFill>
          <a:srgbClr val="D04A02"/>
        </a:solidFill>
        <a:effectLst/>
      </p:bgPr>
    </p:bg>
    <p:spTree>
      <p:nvGrpSpPr>
        <p:cNvPr id="1" name="Shape 315"/>
        <p:cNvGrpSpPr/>
        <p:nvPr/>
      </p:nvGrpSpPr>
      <p:grpSpPr>
        <a:xfrm>
          <a:off x="0" y="0"/>
          <a:ext cx="0" cy="0"/>
          <a:chOff x="0" y="0"/>
          <a:chExt cx="0" cy="0"/>
        </a:xfrm>
      </p:grpSpPr>
      <p:sp>
        <p:nvSpPr>
          <p:cNvPr id="316" name="Google Shape;316;p53"/>
          <p:cNvSpPr>
            <a:spLocks noGrp="1"/>
          </p:cNvSpPr>
          <p:nvPr>
            <p:ph type="pic" idx="2"/>
          </p:nvPr>
        </p:nvSpPr>
        <p:spPr>
          <a:xfrm>
            <a:off x="6096000" y="0"/>
            <a:ext cx="6096000" cy="6858000"/>
          </a:xfrm>
          <a:prstGeom prst="rect">
            <a:avLst/>
          </a:prstGeom>
          <a:solidFill>
            <a:schemeClr val="lt2"/>
          </a:solidFill>
          <a:ln>
            <a:noFill/>
          </a:ln>
        </p:spPr>
      </p:sp>
      <p:sp>
        <p:nvSpPr>
          <p:cNvPr id="317" name="Google Shape;317;p53"/>
          <p:cNvSpPr txBox="1">
            <a:spLocks noGrp="1"/>
          </p:cNvSpPr>
          <p:nvPr>
            <p:ph type="body" idx="1"/>
          </p:nvPr>
        </p:nvSpPr>
        <p:spPr>
          <a:xfrm>
            <a:off x="442913" y="1714500"/>
            <a:ext cx="5299393" cy="44577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3800"/>
              <a:buNone/>
              <a:defRPr sz="3800" b="0">
                <a:solidFill>
                  <a:schemeClr val="lt1"/>
                </a:solidFill>
                <a:latin typeface="Georgia"/>
                <a:ea typeface="Georgia"/>
                <a:cs typeface="Georgia"/>
                <a:sym typeface="Georgia"/>
              </a:defRPr>
            </a:lvl1pPr>
            <a:lvl2pPr marL="914400" lvl="1" indent="-228600" algn="l">
              <a:lnSpc>
                <a:spcPct val="100000"/>
              </a:lnSpc>
              <a:spcBef>
                <a:spcPts val="3000"/>
              </a:spcBef>
              <a:spcAft>
                <a:spcPts val="0"/>
              </a:spcAft>
              <a:buClr>
                <a:schemeClr val="lt1"/>
              </a:buClr>
              <a:buSzPts val="1600"/>
              <a:buFont typeface="Arial"/>
              <a:buNone/>
              <a:defRPr sz="1600" b="1">
                <a:solidFill>
                  <a:schemeClr val="lt1"/>
                </a:solidFill>
              </a:defRPr>
            </a:lvl2pPr>
            <a:lvl3pPr marL="1371600" lvl="2" indent="-228600" algn="l">
              <a:lnSpc>
                <a:spcPct val="100000"/>
              </a:lnSpc>
              <a:spcBef>
                <a:spcPts val="0"/>
              </a:spcBef>
              <a:spcAft>
                <a:spcPts val="0"/>
              </a:spcAft>
              <a:buClr>
                <a:schemeClr val="lt1"/>
              </a:buClr>
              <a:buSzPts val="1600"/>
              <a:buFont typeface="Arial"/>
              <a:buNone/>
              <a:defRPr sz="1600">
                <a:solidFill>
                  <a:schemeClr val="lt1"/>
                </a:solidFill>
              </a:defRPr>
            </a:lvl3pPr>
            <a:lvl4pPr marL="1828800" lvl="3" indent="-228600" algn="l">
              <a:lnSpc>
                <a:spcPct val="100000"/>
              </a:lnSpc>
              <a:spcBef>
                <a:spcPts val="0"/>
              </a:spcBef>
              <a:spcAft>
                <a:spcPts val="0"/>
              </a:spcAft>
              <a:buClr>
                <a:schemeClr val="lt1"/>
              </a:buClr>
              <a:buSzPts val="1600"/>
              <a:buFont typeface="Arial"/>
              <a:buNone/>
              <a:defRPr sz="1600">
                <a:solidFill>
                  <a:schemeClr val="lt1"/>
                </a:solidFill>
              </a:defRPr>
            </a:lvl4pPr>
            <a:lvl5pPr marL="2286000" lvl="4" indent="-228600" algn="l">
              <a:lnSpc>
                <a:spcPct val="100000"/>
              </a:lnSpc>
              <a:spcBef>
                <a:spcPts val="0"/>
              </a:spcBef>
              <a:spcAft>
                <a:spcPts val="0"/>
              </a:spcAft>
              <a:buClr>
                <a:schemeClr val="lt1"/>
              </a:buClr>
              <a:buSzPts val="1600"/>
              <a:buFont typeface="Arial"/>
              <a:buNone/>
              <a:defRPr sz="1600">
                <a:solidFill>
                  <a:schemeClr val="lt1"/>
                </a:solidFill>
              </a:defRPr>
            </a:lvl5pPr>
            <a:lvl6pPr marL="2743200" lvl="5" indent="-228600" algn="l">
              <a:lnSpc>
                <a:spcPct val="100000"/>
              </a:lnSpc>
              <a:spcBef>
                <a:spcPts val="0"/>
              </a:spcBef>
              <a:spcAft>
                <a:spcPts val="0"/>
              </a:spcAft>
              <a:buClr>
                <a:schemeClr val="lt1"/>
              </a:buClr>
              <a:buSzPts val="1600"/>
              <a:buFont typeface="Arial"/>
              <a:buNone/>
              <a:defRPr sz="1600">
                <a:solidFill>
                  <a:schemeClr val="lt1"/>
                </a:solidFill>
              </a:defRPr>
            </a:lvl6pPr>
            <a:lvl7pPr marL="3200400" lvl="6" indent="-228600" algn="l">
              <a:lnSpc>
                <a:spcPct val="100000"/>
              </a:lnSpc>
              <a:spcBef>
                <a:spcPts val="0"/>
              </a:spcBef>
              <a:spcAft>
                <a:spcPts val="0"/>
              </a:spcAft>
              <a:buClr>
                <a:schemeClr val="lt1"/>
              </a:buClr>
              <a:buSzPts val="1600"/>
              <a:buFont typeface="Arial"/>
              <a:buNone/>
              <a:defRPr sz="1600">
                <a:solidFill>
                  <a:schemeClr val="lt1"/>
                </a:solidFill>
              </a:defRPr>
            </a:lvl7pPr>
            <a:lvl8pPr marL="3657600" lvl="7" indent="-228600" algn="l">
              <a:lnSpc>
                <a:spcPct val="100000"/>
              </a:lnSpc>
              <a:spcBef>
                <a:spcPts val="0"/>
              </a:spcBef>
              <a:spcAft>
                <a:spcPts val="0"/>
              </a:spcAft>
              <a:buClr>
                <a:schemeClr val="lt1"/>
              </a:buClr>
              <a:buSzPts val="1600"/>
              <a:buFont typeface="Arial"/>
              <a:buNone/>
              <a:defRPr sz="1600">
                <a:solidFill>
                  <a:schemeClr val="lt1"/>
                </a:solidFill>
              </a:defRPr>
            </a:lvl8pPr>
            <a:lvl9pPr marL="4114800" lvl="8" indent="-228600" algn="l">
              <a:lnSpc>
                <a:spcPct val="100000"/>
              </a:lnSpc>
              <a:spcBef>
                <a:spcPts val="0"/>
              </a:spcBef>
              <a:spcAft>
                <a:spcPts val="0"/>
              </a:spcAft>
              <a:buClr>
                <a:schemeClr val="lt1"/>
              </a:buClr>
              <a:buSzPts val="1600"/>
              <a:buFont typeface="Arial"/>
              <a:buNone/>
              <a:defRPr sz="1600">
                <a:solidFill>
                  <a:schemeClr val="lt1"/>
                </a:solidFill>
              </a:defRPr>
            </a:lvl9pPr>
          </a:lstStyle>
          <a:p>
            <a:endParaRPr/>
          </a:p>
        </p:txBody>
      </p:sp>
      <p:sp>
        <p:nvSpPr>
          <p:cNvPr id="318" name="Google Shape;318;p53"/>
          <p:cNvSpPr/>
          <p:nvPr/>
        </p:nvSpPr>
        <p:spPr>
          <a:xfrm>
            <a:off x="442913" y="687001"/>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9" name="Google Shape;319;p53"/>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0" name="Google Shape;320;p53"/>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1" name="Google Shape;321;p53"/>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Quote 1 Image">
  <p:cSld name="Quote 1 Image">
    <p:spTree>
      <p:nvGrpSpPr>
        <p:cNvPr id="1" name="Shape 322"/>
        <p:cNvGrpSpPr/>
        <p:nvPr/>
      </p:nvGrpSpPr>
      <p:grpSpPr>
        <a:xfrm>
          <a:off x="0" y="0"/>
          <a:ext cx="0" cy="0"/>
          <a:chOff x="0" y="0"/>
          <a:chExt cx="0" cy="0"/>
        </a:xfrm>
      </p:grpSpPr>
      <p:sp>
        <p:nvSpPr>
          <p:cNvPr id="323" name="Google Shape;323;p54"/>
          <p:cNvSpPr>
            <a:spLocks noGrp="1"/>
          </p:cNvSpPr>
          <p:nvPr>
            <p:ph type="pic" idx="2"/>
          </p:nvPr>
        </p:nvSpPr>
        <p:spPr>
          <a:xfrm>
            <a:off x="6096000" y="0"/>
            <a:ext cx="6096000" cy="6858000"/>
          </a:xfrm>
          <a:prstGeom prst="rect">
            <a:avLst/>
          </a:prstGeom>
          <a:solidFill>
            <a:schemeClr val="lt2"/>
          </a:solidFill>
          <a:ln>
            <a:noFill/>
          </a:ln>
        </p:spPr>
      </p:sp>
      <p:sp>
        <p:nvSpPr>
          <p:cNvPr id="324" name="Google Shape;324;p54"/>
          <p:cNvSpPr txBox="1">
            <a:spLocks noGrp="1"/>
          </p:cNvSpPr>
          <p:nvPr>
            <p:ph type="body" idx="1"/>
          </p:nvPr>
        </p:nvSpPr>
        <p:spPr>
          <a:xfrm>
            <a:off x="442913" y="1714500"/>
            <a:ext cx="5299393" cy="44577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3800"/>
              <a:buNone/>
              <a:defRPr sz="3800" b="0">
                <a:solidFill>
                  <a:schemeClr val="dk1"/>
                </a:solidFill>
                <a:latin typeface="Georgia"/>
                <a:ea typeface="Georgia"/>
                <a:cs typeface="Georgia"/>
                <a:sym typeface="Georgia"/>
              </a:defRPr>
            </a:lvl1pPr>
            <a:lvl2pPr marL="914400" lvl="1" indent="-228600" algn="l">
              <a:lnSpc>
                <a:spcPct val="100000"/>
              </a:lnSpc>
              <a:spcBef>
                <a:spcPts val="3000"/>
              </a:spcBef>
              <a:spcAft>
                <a:spcPts val="0"/>
              </a:spcAft>
              <a:buClr>
                <a:schemeClr val="dk1"/>
              </a:buClr>
              <a:buSzPts val="1600"/>
              <a:buFont typeface="Arial"/>
              <a:buNone/>
              <a:defRPr sz="1600" b="1"/>
            </a:lvl2pPr>
            <a:lvl3pPr marL="1371600" lvl="2" indent="-228600" algn="l">
              <a:lnSpc>
                <a:spcPct val="100000"/>
              </a:lnSpc>
              <a:spcBef>
                <a:spcPts val="0"/>
              </a:spcBef>
              <a:spcAft>
                <a:spcPts val="0"/>
              </a:spcAft>
              <a:buClr>
                <a:schemeClr val="dk1"/>
              </a:buClr>
              <a:buSzPts val="1600"/>
              <a:buFont typeface="Arial"/>
              <a:buNone/>
              <a:defRPr sz="1600"/>
            </a:lvl3pPr>
            <a:lvl4pPr marL="1828800" lvl="3" indent="-228600" algn="l">
              <a:lnSpc>
                <a:spcPct val="100000"/>
              </a:lnSpc>
              <a:spcBef>
                <a:spcPts val="0"/>
              </a:spcBef>
              <a:spcAft>
                <a:spcPts val="0"/>
              </a:spcAft>
              <a:buClr>
                <a:schemeClr val="dk1"/>
              </a:buClr>
              <a:buSzPts val="1600"/>
              <a:buFont typeface="Arial"/>
              <a:buNone/>
              <a:defRPr sz="1600"/>
            </a:lvl4pPr>
            <a:lvl5pPr marL="2286000" lvl="4" indent="-228600" algn="l">
              <a:lnSpc>
                <a:spcPct val="100000"/>
              </a:lnSpc>
              <a:spcBef>
                <a:spcPts val="0"/>
              </a:spcBef>
              <a:spcAft>
                <a:spcPts val="0"/>
              </a:spcAft>
              <a:buClr>
                <a:schemeClr val="dk1"/>
              </a:buClr>
              <a:buSzPts val="1600"/>
              <a:buFont typeface="Arial"/>
              <a:buNone/>
              <a:defRPr sz="1600"/>
            </a:lvl5pPr>
            <a:lvl6pPr marL="2743200" lvl="5" indent="-228600" algn="l">
              <a:lnSpc>
                <a:spcPct val="100000"/>
              </a:lnSpc>
              <a:spcBef>
                <a:spcPts val="0"/>
              </a:spcBef>
              <a:spcAft>
                <a:spcPts val="0"/>
              </a:spcAft>
              <a:buClr>
                <a:schemeClr val="dk1"/>
              </a:buClr>
              <a:buSzPts val="1600"/>
              <a:buFont typeface="Arial"/>
              <a:buNone/>
              <a:defRPr sz="1600"/>
            </a:lvl6pPr>
            <a:lvl7pPr marL="3200400" lvl="6" indent="-228600" algn="l">
              <a:lnSpc>
                <a:spcPct val="100000"/>
              </a:lnSpc>
              <a:spcBef>
                <a:spcPts val="0"/>
              </a:spcBef>
              <a:spcAft>
                <a:spcPts val="0"/>
              </a:spcAft>
              <a:buClr>
                <a:schemeClr val="dk1"/>
              </a:buClr>
              <a:buSzPts val="1600"/>
              <a:buFont typeface="Arial"/>
              <a:buNone/>
              <a:defRPr sz="1600"/>
            </a:lvl7pPr>
            <a:lvl8pPr marL="3657600" lvl="7" indent="-228600" algn="l">
              <a:lnSpc>
                <a:spcPct val="100000"/>
              </a:lnSpc>
              <a:spcBef>
                <a:spcPts val="0"/>
              </a:spcBef>
              <a:spcAft>
                <a:spcPts val="0"/>
              </a:spcAft>
              <a:buClr>
                <a:schemeClr val="dk1"/>
              </a:buClr>
              <a:buSzPts val="1600"/>
              <a:buFont typeface="Arial"/>
              <a:buNone/>
              <a:defRPr sz="1600"/>
            </a:lvl8pPr>
            <a:lvl9pPr marL="4114800" lvl="8" indent="-228600" algn="l">
              <a:lnSpc>
                <a:spcPct val="100000"/>
              </a:lnSpc>
              <a:spcBef>
                <a:spcPts val="0"/>
              </a:spcBef>
              <a:spcAft>
                <a:spcPts val="0"/>
              </a:spcAft>
              <a:buClr>
                <a:schemeClr val="dk1"/>
              </a:buClr>
              <a:buSzPts val="1600"/>
              <a:buFont typeface="Arial"/>
              <a:buNone/>
              <a:defRPr sz="1600"/>
            </a:lvl9pPr>
          </a:lstStyle>
          <a:p>
            <a:endParaRPr/>
          </a:p>
        </p:txBody>
      </p:sp>
      <p:sp>
        <p:nvSpPr>
          <p:cNvPr id="325" name="Google Shape;325;p54"/>
          <p:cNvSpPr/>
          <p:nvPr/>
        </p:nvSpPr>
        <p:spPr>
          <a:xfrm>
            <a:off x="442913" y="687001"/>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26" name="Google Shape;326;p54"/>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
        <p:nvSpPr>
          <p:cNvPr id="327" name="Google Shape;327;p54"/>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8" name="Google Shape;328;p54"/>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Quote 2">
  <p:cSld name="Quote 2">
    <p:spTree>
      <p:nvGrpSpPr>
        <p:cNvPr id="1" name="Shape 329"/>
        <p:cNvGrpSpPr/>
        <p:nvPr/>
      </p:nvGrpSpPr>
      <p:grpSpPr>
        <a:xfrm>
          <a:off x="0" y="0"/>
          <a:ext cx="0" cy="0"/>
          <a:chOff x="0" y="0"/>
          <a:chExt cx="0" cy="0"/>
        </a:xfrm>
      </p:grpSpPr>
      <p:sp>
        <p:nvSpPr>
          <p:cNvPr id="330" name="Google Shape;330;p55"/>
          <p:cNvSpPr txBox="1">
            <a:spLocks noGrp="1"/>
          </p:cNvSpPr>
          <p:nvPr>
            <p:ph type="body" idx="1"/>
          </p:nvPr>
        </p:nvSpPr>
        <p:spPr>
          <a:xfrm>
            <a:off x="442914" y="2274570"/>
            <a:ext cx="9540366" cy="389763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3800"/>
              <a:buNone/>
              <a:defRPr sz="3800" b="0">
                <a:solidFill>
                  <a:schemeClr val="dk1"/>
                </a:solidFill>
                <a:latin typeface="Georgia"/>
                <a:ea typeface="Georgia"/>
                <a:cs typeface="Georgia"/>
                <a:sym typeface="Georgia"/>
              </a:defRPr>
            </a:lvl1pPr>
            <a:lvl2pPr marL="914400" lvl="1" indent="-228600" algn="l">
              <a:lnSpc>
                <a:spcPct val="100000"/>
              </a:lnSpc>
              <a:spcBef>
                <a:spcPts val="3000"/>
              </a:spcBef>
              <a:spcAft>
                <a:spcPts val="0"/>
              </a:spcAft>
              <a:buClr>
                <a:schemeClr val="dk1"/>
              </a:buClr>
              <a:buSzPts val="1600"/>
              <a:buFont typeface="Arial"/>
              <a:buNone/>
              <a:defRPr sz="1600" b="1"/>
            </a:lvl2pPr>
            <a:lvl3pPr marL="1371600" lvl="2" indent="-228600" algn="l">
              <a:lnSpc>
                <a:spcPct val="100000"/>
              </a:lnSpc>
              <a:spcBef>
                <a:spcPts val="0"/>
              </a:spcBef>
              <a:spcAft>
                <a:spcPts val="0"/>
              </a:spcAft>
              <a:buClr>
                <a:schemeClr val="dk1"/>
              </a:buClr>
              <a:buSzPts val="1600"/>
              <a:buFont typeface="Arial"/>
              <a:buNone/>
              <a:defRPr sz="1600"/>
            </a:lvl3pPr>
            <a:lvl4pPr marL="1828800" lvl="3" indent="-228600" algn="l">
              <a:lnSpc>
                <a:spcPct val="100000"/>
              </a:lnSpc>
              <a:spcBef>
                <a:spcPts val="0"/>
              </a:spcBef>
              <a:spcAft>
                <a:spcPts val="0"/>
              </a:spcAft>
              <a:buClr>
                <a:schemeClr val="dk1"/>
              </a:buClr>
              <a:buSzPts val="1600"/>
              <a:buFont typeface="Arial"/>
              <a:buNone/>
              <a:defRPr sz="1600"/>
            </a:lvl4pPr>
            <a:lvl5pPr marL="2286000" lvl="4" indent="-228600" algn="l">
              <a:lnSpc>
                <a:spcPct val="100000"/>
              </a:lnSpc>
              <a:spcBef>
                <a:spcPts val="0"/>
              </a:spcBef>
              <a:spcAft>
                <a:spcPts val="0"/>
              </a:spcAft>
              <a:buClr>
                <a:schemeClr val="dk1"/>
              </a:buClr>
              <a:buSzPts val="1600"/>
              <a:buFont typeface="Arial"/>
              <a:buNone/>
              <a:defRPr sz="1600"/>
            </a:lvl5pPr>
            <a:lvl6pPr marL="2743200" lvl="5" indent="-228600" algn="l">
              <a:lnSpc>
                <a:spcPct val="100000"/>
              </a:lnSpc>
              <a:spcBef>
                <a:spcPts val="0"/>
              </a:spcBef>
              <a:spcAft>
                <a:spcPts val="0"/>
              </a:spcAft>
              <a:buClr>
                <a:schemeClr val="dk1"/>
              </a:buClr>
              <a:buSzPts val="1600"/>
              <a:buFont typeface="Arial"/>
              <a:buNone/>
              <a:defRPr sz="1600"/>
            </a:lvl6pPr>
            <a:lvl7pPr marL="3200400" lvl="6" indent="-228600" algn="l">
              <a:lnSpc>
                <a:spcPct val="100000"/>
              </a:lnSpc>
              <a:spcBef>
                <a:spcPts val="0"/>
              </a:spcBef>
              <a:spcAft>
                <a:spcPts val="0"/>
              </a:spcAft>
              <a:buClr>
                <a:schemeClr val="dk1"/>
              </a:buClr>
              <a:buSzPts val="1600"/>
              <a:buFont typeface="Arial"/>
              <a:buNone/>
              <a:defRPr sz="1600"/>
            </a:lvl7pPr>
            <a:lvl8pPr marL="3657600" lvl="7" indent="-228600" algn="l">
              <a:lnSpc>
                <a:spcPct val="100000"/>
              </a:lnSpc>
              <a:spcBef>
                <a:spcPts val="0"/>
              </a:spcBef>
              <a:spcAft>
                <a:spcPts val="0"/>
              </a:spcAft>
              <a:buClr>
                <a:schemeClr val="dk1"/>
              </a:buClr>
              <a:buSzPts val="1600"/>
              <a:buFont typeface="Arial"/>
              <a:buNone/>
              <a:defRPr sz="1600"/>
            </a:lvl8pPr>
            <a:lvl9pPr marL="4114800" lvl="8" indent="-228600" algn="l">
              <a:lnSpc>
                <a:spcPct val="100000"/>
              </a:lnSpc>
              <a:spcBef>
                <a:spcPts val="0"/>
              </a:spcBef>
              <a:spcAft>
                <a:spcPts val="0"/>
              </a:spcAft>
              <a:buClr>
                <a:schemeClr val="dk1"/>
              </a:buClr>
              <a:buSzPts val="1600"/>
              <a:buFont typeface="Arial"/>
              <a:buNone/>
              <a:defRPr sz="1600"/>
            </a:lvl9pPr>
          </a:lstStyle>
          <a:p>
            <a:endParaRPr/>
          </a:p>
        </p:txBody>
      </p:sp>
      <p:sp>
        <p:nvSpPr>
          <p:cNvPr id="331" name="Google Shape;331;p55"/>
          <p:cNvSpPr/>
          <p:nvPr/>
        </p:nvSpPr>
        <p:spPr>
          <a:xfrm>
            <a:off x="442913" y="1362959"/>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2" name="Google Shape;332;p55"/>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3" name="Google Shape;333;p55"/>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4" name="Google Shape;334;p55"/>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Quote 2 Orange">
  <p:cSld name="Quote 2 Orange">
    <p:bg>
      <p:bgPr>
        <a:solidFill>
          <a:srgbClr val="D04A02"/>
        </a:solidFill>
        <a:effectLst/>
      </p:bgPr>
    </p:bg>
    <p:spTree>
      <p:nvGrpSpPr>
        <p:cNvPr id="1" name="Shape 335"/>
        <p:cNvGrpSpPr/>
        <p:nvPr/>
      </p:nvGrpSpPr>
      <p:grpSpPr>
        <a:xfrm>
          <a:off x="0" y="0"/>
          <a:ext cx="0" cy="0"/>
          <a:chOff x="0" y="0"/>
          <a:chExt cx="0" cy="0"/>
        </a:xfrm>
      </p:grpSpPr>
      <p:sp>
        <p:nvSpPr>
          <p:cNvPr id="336" name="Google Shape;336;p56"/>
          <p:cNvSpPr txBox="1">
            <a:spLocks noGrp="1"/>
          </p:cNvSpPr>
          <p:nvPr>
            <p:ph type="body" idx="1"/>
          </p:nvPr>
        </p:nvSpPr>
        <p:spPr>
          <a:xfrm>
            <a:off x="442914" y="2274570"/>
            <a:ext cx="9540366" cy="389763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3800"/>
              <a:buNone/>
              <a:defRPr sz="3800" b="0">
                <a:solidFill>
                  <a:schemeClr val="lt1"/>
                </a:solidFill>
                <a:latin typeface="Georgia"/>
                <a:ea typeface="Georgia"/>
                <a:cs typeface="Georgia"/>
                <a:sym typeface="Georgia"/>
              </a:defRPr>
            </a:lvl1pPr>
            <a:lvl2pPr marL="914400" lvl="1" indent="-228600" algn="l">
              <a:lnSpc>
                <a:spcPct val="100000"/>
              </a:lnSpc>
              <a:spcBef>
                <a:spcPts val="3000"/>
              </a:spcBef>
              <a:spcAft>
                <a:spcPts val="0"/>
              </a:spcAft>
              <a:buClr>
                <a:schemeClr val="lt1"/>
              </a:buClr>
              <a:buSzPts val="1600"/>
              <a:buFont typeface="Arial"/>
              <a:buNone/>
              <a:defRPr sz="1600" b="1">
                <a:solidFill>
                  <a:schemeClr val="lt1"/>
                </a:solidFill>
              </a:defRPr>
            </a:lvl2pPr>
            <a:lvl3pPr marL="1371600" lvl="2" indent="-228600" algn="l">
              <a:lnSpc>
                <a:spcPct val="100000"/>
              </a:lnSpc>
              <a:spcBef>
                <a:spcPts val="0"/>
              </a:spcBef>
              <a:spcAft>
                <a:spcPts val="0"/>
              </a:spcAft>
              <a:buClr>
                <a:schemeClr val="lt1"/>
              </a:buClr>
              <a:buSzPts val="1600"/>
              <a:buFont typeface="Arial"/>
              <a:buNone/>
              <a:defRPr sz="1600">
                <a:solidFill>
                  <a:schemeClr val="lt1"/>
                </a:solidFill>
              </a:defRPr>
            </a:lvl3pPr>
            <a:lvl4pPr marL="1828800" lvl="3" indent="-228600" algn="l">
              <a:lnSpc>
                <a:spcPct val="100000"/>
              </a:lnSpc>
              <a:spcBef>
                <a:spcPts val="0"/>
              </a:spcBef>
              <a:spcAft>
                <a:spcPts val="0"/>
              </a:spcAft>
              <a:buClr>
                <a:schemeClr val="lt1"/>
              </a:buClr>
              <a:buSzPts val="1600"/>
              <a:buFont typeface="Arial"/>
              <a:buNone/>
              <a:defRPr sz="1600">
                <a:solidFill>
                  <a:schemeClr val="lt1"/>
                </a:solidFill>
              </a:defRPr>
            </a:lvl4pPr>
            <a:lvl5pPr marL="2286000" lvl="4" indent="-228600" algn="l">
              <a:lnSpc>
                <a:spcPct val="100000"/>
              </a:lnSpc>
              <a:spcBef>
                <a:spcPts val="0"/>
              </a:spcBef>
              <a:spcAft>
                <a:spcPts val="0"/>
              </a:spcAft>
              <a:buClr>
                <a:schemeClr val="lt1"/>
              </a:buClr>
              <a:buSzPts val="1600"/>
              <a:buFont typeface="Arial"/>
              <a:buNone/>
              <a:defRPr sz="1600">
                <a:solidFill>
                  <a:schemeClr val="lt1"/>
                </a:solidFill>
              </a:defRPr>
            </a:lvl5pPr>
            <a:lvl6pPr marL="2743200" lvl="5" indent="-228600" algn="l">
              <a:lnSpc>
                <a:spcPct val="100000"/>
              </a:lnSpc>
              <a:spcBef>
                <a:spcPts val="0"/>
              </a:spcBef>
              <a:spcAft>
                <a:spcPts val="0"/>
              </a:spcAft>
              <a:buClr>
                <a:schemeClr val="lt1"/>
              </a:buClr>
              <a:buSzPts val="1600"/>
              <a:buFont typeface="Arial"/>
              <a:buNone/>
              <a:defRPr sz="1600">
                <a:solidFill>
                  <a:schemeClr val="lt1"/>
                </a:solidFill>
              </a:defRPr>
            </a:lvl6pPr>
            <a:lvl7pPr marL="3200400" lvl="6" indent="-228600" algn="l">
              <a:lnSpc>
                <a:spcPct val="100000"/>
              </a:lnSpc>
              <a:spcBef>
                <a:spcPts val="0"/>
              </a:spcBef>
              <a:spcAft>
                <a:spcPts val="0"/>
              </a:spcAft>
              <a:buClr>
                <a:schemeClr val="lt1"/>
              </a:buClr>
              <a:buSzPts val="1600"/>
              <a:buFont typeface="Arial"/>
              <a:buNone/>
              <a:defRPr sz="1600">
                <a:solidFill>
                  <a:schemeClr val="lt1"/>
                </a:solidFill>
              </a:defRPr>
            </a:lvl7pPr>
            <a:lvl8pPr marL="3657600" lvl="7" indent="-228600" algn="l">
              <a:lnSpc>
                <a:spcPct val="100000"/>
              </a:lnSpc>
              <a:spcBef>
                <a:spcPts val="0"/>
              </a:spcBef>
              <a:spcAft>
                <a:spcPts val="0"/>
              </a:spcAft>
              <a:buClr>
                <a:schemeClr val="lt1"/>
              </a:buClr>
              <a:buSzPts val="1600"/>
              <a:buFont typeface="Arial"/>
              <a:buNone/>
              <a:defRPr sz="1600">
                <a:solidFill>
                  <a:schemeClr val="lt1"/>
                </a:solidFill>
              </a:defRPr>
            </a:lvl8pPr>
            <a:lvl9pPr marL="4114800" lvl="8" indent="-228600" algn="l">
              <a:lnSpc>
                <a:spcPct val="100000"/>
              </a:lnSpc>
              <a:spcBef>
                <a:spcPts val="0"/>
              </a:spcBef>
              <a:spcAft>
                <a:spcPts val="0"/>
              </a:spcAft>
              <a:buClr>
                <a:schemeClr val="lt1"/>
              </a:buClr>
              <a:buSzPts val="1600"/>
              <a:buFont typeface="Arial"/>
              <a:buNone/>
              <a:defRPr sz="1600">
                <a:solidFill>
                  <a:schemeClr val="lt1"/>
                </a:solidFill>
              </a:defRPr>
            </a:lvl9pPr>
          </a:lstStyle>
          <a:p>
            <a:endParaRPr/>
          </a:p>
        </p:txBody>
      </p:sp>
      <p:sp>
        <p:nvSpPr>
          <p:cNvPr id="337" name="Google Shape;337;p56"/>
          <p:cNvSpPr/>
          <p:nvPr/>
        </p:nvSpPr>
        <p:spPr>
          <a:xfrm>
            <a:off x="442913" y="1362959"/>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8" name="Google Shape;338;p56"/>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9" name="Google Shape;339;p56"/>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0" name="Google Shape;340;p56"/>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Quote 2 Red">
  <p:cSld name="Quote 2 Red">
    <p:bg>
      <p:bgPr>
        <a:solidFill>
          <a:srgbClr val="E0301E"/>
        </a:solidFill>
        <a:effectLst/>
      </p:bgPr>
    </p:bg>
    <p:spTree>
      <p:nvGrpSpPr>
        <p:cNvPr id="1" name="Shape 341"/>
        <p:cNvGrpSpPr/>
        <p:nvPr/>
      </p:nvGrpSpPr>
      <p:grpSpPr>
        <a:xfrm>
          <a:off x="0" y="0"/>
          <a:ext cx="0" cy="0"/>
          <a:chOff x="0" y="0"/>
          <a:chExt cx="0" cy="0"/>
        </a:xfrm>
      </p:grpSpPr>
      <p:sp>
        <p:nvSpPr>
          <p:cNvPr id="342" name="Google Shape;342;p57"/>
          <p:cNvSpPr txBox="1">
            <a:spLocks noGrp="1"/>
          </p:cNvSpPr>
          <p:nvPr>
            <p:ph type="body" idx="1"/>
          </p:nvPr>
        </p:nvSpPr>
        <p:spPr>
          <a:xfrm>
            <a:off x="442914" y="2274570"/>
            <a:ext cx="9540366" cy="389763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3800"/>
              <a:buNone/>
              <a:defRPr sz="3800" b="0">
                <a:solidFill>
                  <a:schemeClr val="lt1"/>
                </a:solidFill>
                <a:latin typeface="Georgia"/>
                <a:ea typeface="Georgia"/>
                <a:cs typeface="Georgia"/>
                <a:sym typeface="Georgia"/>
              </a:defRPr>
            </a:lvl1pPr>
            <a:lvl2pPr marL="914400" lvl="1" indent="-228600" algn="l">
              <a:lnSpc>
                <a:spcPct val="100000"/>
              </a:lnSpc>
              <a:spcBef>
                <a:spcPts val="3000"/>
              </a:spcBef>
              <a:spcAft>
                <a:spcPts val="0"/>
              </a:spcAft>
              <a:buClr>
                <a:schemeClr val="lt1"/>
              </a:buClr>
              <a:buSzPts val="1600"/>
              <a:buFont typeface="Arial"/>
              <a:buNone/>
              <a:defRPr sz="1600" b="1">
                <a:solidFill>
                  <a:schemeClr val="lt1"/>
                </a:solidFill>
              </a:defRPr>
            </a:lvl2pPr>
            <a:lvl3pPr marL="1371600" lvl="2" indent="-228600" algn="l">
              <a:lnSpc>
                <a:spcPct val="100000"/>
              </a:lnSpc>
              <a:spcBef>
                <a:spcPts val="0"/>
              </a:spcBef>
              <a:spcAft>
                <a:spcPts val="0"/>
              </a:spcAft>
              <a:buClr>
                <a:schemeClr val="lt1"/>
              </a:buClr>
              <a:buSzPts val="1600"/>
              <a:buFont typeface="Arial"/>
              <a:buNone/>
              <a:defRPr sz="1600">
                <a:solidFill>
                  <a:schemeClr val="lt1"/>
                </a:solidFill>
              </a:defRPr>
            </a:lvl3pPr>
            <a:lvl4pPr marL="1828800" lvl="3" indent="-228600" algn="l">
              <a:lnSpc>
                <a:spcPct val="100000"/>
              </a:lnSpc>
              <a:spcBef>
                <a:spcPts val="0"/>
              </a:spcBef>
              <a:spcAft>
                <a:spcPts val="0"/>
              </a:spcAft>
              <a:buClr>
                <a:schemeClr val="lt1"/>
              </a:buClr>
              <a:buSzPts val="1600"/>
              <a:buFont typeface="Arial"/>
              <a:buNone/>
              <a:defRPr sz="1600">
                <a:solidFill>
                  <a:schemeClr val="lt1"/>
                </a:solidFill>
              </a:defRPr>
            </a:lvl4pPr>
            <a:lvl5pPr marL="2286000" lvl="4" indent="-228600" algn="l">
              <a:lnSpc>
                <a:spcPct val="100000"/>
              </a:lnSpc>
              <a:spcBef>
                <a:spcPts val="0"/>
              </a:spcBef>
              <a:spcAft>
                <a:spcPts val="0"/>
              </a:spcAft>
              <a:buClr>
                <a:schemeClr val="lt1"/>
              </a:buClr>
              <a:buSzPts val="1600"/>
              <a:buFont typeface="Arial"/>
              <a:buNone/>
              <a:defRPr sz="1600">
                <a:solidFill>
                  <a:schemeClr val="lt1"/>
                </a:solidFill>
              </a:defRPr>
            </a:lvl5pPr>
            <a:lvl6pPr marL="2743200" lvl="5" indent="-228600" algn="l">
              <a:lnSpc>
                <a:spcPct val="100000"/>
              </a:lnSpc>
              <a:spcBef>
                <a:spcPts val="0"/>
              </a:spcBef>
              <a:spcAft>
                <a:spcPts val="0"/>
              </a:spcAft>
              <a:buClr>
                <a:schemeClr val="lt1"/>
              </a:buClr>
              <a:buSzPts val="1600"/>
              <a:buFont typeface="Arial"/>
              <a:buNone/>
              <a:defRPr sz="1600">
                <a:solidFill>
                  <a:schemeClr val="lt1"/>
                </a:solidFill>
              </a:defRPr>
            </a:lvl6pPr>
            <a:lvl7pPr marL="3200400" lvl="6" indent="-228600" algn="l">
              <a:lnSpc>
                <a:spcPct val="100000"/>
              </a:lnSpc>
              <a:spcBef>
                <a:spcPts val="0"/>
              </a:spcBef>
              <a:spcAft>
                <a:spcPts val="0"/>
              </a:spcAft>
              <a:buClr>
                <a:schemeClr val="lt1"/>
              </a:buClr>
              <a:buSzPts val="1600"/>
              <a:buFont typeface="Arial"/>
              <a:buNone/>
              <a:defRPr sz="1600">
                <a:solidFill>
                  <a:schemeClr val="lt1"/>
                </a:solidFill>
              </a:defRPr>
            </a:lvl7pPr>
            <a:lvl8pPr marL="3657600" lvl="7" indent="-228600" algn="l">
              <a:lnSpc>
                <a:spcPct val="100000"/>
              </a:lnSpc>
              <a:spcBef>
                <a:spcPts val="0"/>
              </a:spcBef>
              <a:spcAft>
                <a:spcPts val="0"/>
              </a:spcAft>
              <a:buClr>
                <a:schemeClr val="lt1"/>
              </a:buClr>
              <a:buSzPts val="1600"/>
              <a:buFont typeface="Arial"/>
              <a:buNone/>
              <a:defRPr sz="1600">
                <a:solidFill>
                  <a:schemeClr val="lt1"/>
                </a:solidFill>
              </a:defRPr>
            </a:lvl8pPr>
            <a:lvl9pPr marL="4114800" lvl="8" indent="-228600" algn="l">
              <a:lnSpc>
                <a:spcPct val="100000"/>
              </a:lnSpc>
              <a:spcBef>
                <a:spcPts val="0"/>
              </a:spcBef>
              <a:spcAft>
                <a:spcPts val="0"/>
              </a:spcAft>
              <a:buClr>
                <a:schemeClr val="lt1"/>
              </a:buClr>
              <a:buSzPts val="1600"/>
              <a:buFont typeface="Arial"/>
              <a:buNone/>
              <a:defRPr sz="1600">
                <a:solidFill>
                  <a:schemeClr val="lt1"/>
                </a:solidFill>
              </a:defRPr>
            </a:lvl9pPr>
          </a:lstStyle>
          <a:p>
            <a:endParaRPr/>
          </a:p>
        </p:txBody>
      </p:sp>
      <p:sp>
        <p:nvSpPr>
          <p:cNvPr id="343" name="Google Shape;343;p57"/>
          <p:cNvSpPr/>
          <p:nvPr/>
        </p:nvSpPr>
        <p:spPr>
          <a:xfrm>
            <a:off x="442913" y="1362959"/>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4" name="Google Shape;344;p57"/>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5" name="Google Shape;345;p57"/>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6" name="Google Shape;346;p57"/>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Quote 2 Rose">
  <p:cSld name="Quote 2 Rose">
    <p:bg>
      <p:bgPr>
        <a:solidFill>
          <a:srgbClr val="DB536A"/>
        </a:solidFill>
        <a:effectLst/>
      </p:bgPr>
    </p:bg>
    <p:spTree>
      <p:nvGrpSpPr>
        <p:cNvPr id="1" name="Shape 347"/>
        <p:cNvGrpSpPr/>
        <p:nvPr/>
      </p:nvGrpSpPr>
      <p:grpSpPr>
        <a:xfrm>
          <a:off x="0" y="0"/>
          <a:ext cx="0" cy="0"/>
          <a:chOff x="0" y="0"/>
          <a:chExt cx="0" cy="0"/>
        </a:xfrm>
      </p:grpSpPr>
      <p:sp>
        <p:nvSpPr>
          <p:cNvPr id="348" name="Google Shape;348;p58"/>
          <p:cNvSpPr txBox="1">
            <a:spLocks noGrp="1"/>
          </p:cNvSpPr>
          <p:nvPr>
            <p:ph type="body" idx="1"/>
          </p:nvPr>
        </p:nvSpPr>
        <p:spPr>
          <a:xfrm>
            <a:off x="442914" y="2274570"/>
            <a:ext cx="9540366" cy="389763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3800"/>
              <a:buNone/>
              <a:defRPr sz="3800" b="0">
                <a:solidFill>
                  <a:schemeClr val="lt1"/>
                </a:solidFill>
                <a:latin typeface="Georgia"/>
                <a:ea typeface="Georgia"/>
                <a:cs typeface="Georgia"/>
                <a:sym typeface="Georgia"/>
              </a:defRPr>
            </a:lvl1pPr>
            <a:lvl2pPr marL="914400" lvl="1" indent="-228600" algn="l">
              <a:lnSpc>
                <a:spcPct val="100000"/>
              </a:lnSpc>
              <a:spcBef>
                <a:spcPts val="3000"/>
              </a:spcBef>
              <a:spcAft>
                <a:spcPts val="0"/>
              </a:spcAft>
              <a:buClr>
                <a:schemeClr val="lt1"/>
              </a:buClr>
              <a:buSzPts val="1600"/>
              <a:buFont typeface="Arial"/>
              <a:buNone/>
              <a:defRPr sz="1600" b="1">
                <a:solidFill>
                  <a:schemeClr val="lt1"/>
                </a:solidFill>
              </a:defRPr>
            </a:lvl2pPr>
            <a:lvl3pPr marL="1371600" lvl="2" indent="-228600" algn="l">
              <a:lnSpc>
                <a:spcPct val="100000"/>
              </a:lnSpc>
              <a:spcBef>
                <a:spcPts val="0"/>
              </a:spcBef>
              <a:spcAft>
                <a:spcPts val="0"/>
              </a:spcAft>
              <a:buClr>
                <a:schemeClr val="lt1"/>
              </a:buClr>
              <a:buSzPts val="1600"/>
              <a:buFont typeface="Arial"/>
              <a:buNone/>
              <a:defRPr sz="1600">
                <a:solidFill>
                  <a:schemeClr val="lt1"/>
                </a:solidFill>
              </a:defRPr>
            </a:lvl3pPr>
            <a:lvl4pPr marL="1828800" lvl="3" indent="-228600" algn="l">
              <a:lnSpc>
                <a:spcPct val="100000"/>
              </a:lnSpc>
              <a:spcBef>
                <a:spcPts val="0"/>
              </a:spcBef>
              <a:spcAft>
                <a:spcPts val="0"/>
              </a:spcAft>
              <a:buClr>
                <a:schemeClr val="lt1"/>
              </a:buClr>
              <a:buSzPts val="1600"/>
              <a:buFont typeface="Arial"/>
              <a:buNone/>
              <a:defRPr sz="1600">
                <a:solidFill>
                  <a:schemeClr val="lt1"/>
                </a:solidFill>
              </a:defRPr>
            </a:lvl4pPr>
            <a:lvl5pPr marL="2286000" lvl="4" indent="-228600" algn="l">
              <a:lnSpc>
                <a:spcPct val="100000"/>
              </a:lnSpc>
              <a:spcBef>
                <a:spcPts val="0"/>
              </a:spcBef>
              <a:spcAft>
                <a:spcPts val="0"/>
              </a:spcAft>
              <a:buClr>
                <a:schemeClr val="lt1"/>
              </a:buClr>
              <a:buSzPts val="1600"/>
              <a:buFont typeface="Arial"/>
              <a:buNone/>
              <a:defRPr sz="1600">
                <a:solidFill>
                  <a:schemeClr val="lt1"/>
                </a:solidFill>
              </a:defRPr>
            </a:lvl5pPr>
            <a:lvl6pPr marL="2743200" lvl="5" indent="-228600" algn="l">
              <a:lnSpc>
                <a:spcPct val="100000"/>
              </a:lnSpc>
              <a:spcBef>
                <a:spcPts val="0"/>
              </a:spcBef>
              <a:spcAft>
                <a:spcPts val="0"/>
              </a:spcAft>
              <a:buClr>
                <a:schemeClr val="lt1"/>
              </a:buClr>
              <a:buSzPts val="1600"/>
              <a:buFont typeface="Arial"/>
              <a:buNone/>
              <a:defRPr sz="1600">
                <a:solidFill>
                  <a:schemeClr val="lt1"/>
                </a:solidFill>
              </a:defRPr>
            </a:lvl6pPr>
            <a:lvl7pPr marL="3200400" lvl="6" indent="-228600" algn="l">
              <a:lnSpc>
                <a:spcPct val="100000"/>
              </a:lnSpc>
              <a:spcBef>
                <a:spcPts val="0"/>
              </a:spcBef>
              <a:spcAft>
                <a:spcPts val="0"/>
              </a:spcAft>
              <a:buClr>
                <a:schemeClr val="lt1"/>
              </a:buClr>
              <a:buSzPts val="1600"/>
              <a:buFont typeface="Arial"/>
              <a:buNone/>
              <a:defRPr sz="1600">
                <a:solidFill>
                  <a:schemeClr val="lt1"/>
                </a:solidFill>
              </a:defRPr>
            </a:lvl7pPr>
            <a:lvl8pPr marL="3657600" lvl="7" indent="-228600" algn="l">
              <a:lnSpc>
                <a:spcPct val="100000"/>
              </a:lnSpc>
              <a:spcBef>
                <a:spcPts val="0"/>
              </a:spcBef>
              <a:spcAft>
                <a:spcPts val="0"/>
              </a:spcAft>
              <a:buClr>
                <a:schemeClr val="lt1"/>
              </a:buClr>
              <a:buSzPts val="1600"/>
              <a:buFont typeface="Arial"/>
              <a:buNone/>
              <a:defRPr sz="1600">
                <a:solidFill>
                  <a:schemeClr val="lt1"/>
                </a:solidFill>
              </a:defRPr>
            </a:lvl8pPr>
            <a:lvl9pPr marL="4114800" lvl="8" indent="-228600" algn="l">
              <a:lnSpc>
                <a:spcPct val="100000"/>
              </a:lnSpc>
              <a:spcBef>
                <a:spcPts val="0"/>
              </a:spcBef>
              <a:spcAft>
                <a:spcPts val="0"/>
              </a:spcAft>
              <a:buClr>
                <a:schemeClr val="lt1"/>
              </a:buClr>
              <a:buSzPts val="1600"/>
              <a:buFont typeface="Arial"/>
              <a:buNone/>
              <a:defRPr sz="1600">
                <a:solidFill>
                  <a:schemeClr val="lt1"/>
                </a:solidFill>
              </a:defRPr>
            </a:lvl9pPr>
          </a:lstStyle>
          <a:p>
            <a:endParaRPr/>
          </a:p>
        </p:txBody>
      </p:sp>
      <p:sp>
        <p:nvSpPr>
          <p:cNvPr id="349" name="Google Shape;349;p58"/>
          <p:cNvSpPr/>
          <p:nvPr/>
        </p:nvSpPr>
        <p:spPr>
          <a:xfrm>
            <a:off x="442913" y="1362959"/>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0" name="Google Shape;350;p58"/>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1" name="Google Shape;351;p58"/>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2" name="Google Shape;352;p58"/>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Quote 2 Grey">
  <p:cSld name="Quote 2 Grey">
    <p:bg>
      <p:bgPr>
        <a:solidFill>
          <a:srgbClr val="464646"/>
        </a:solidFill>
        <a:effectLst/>
      </p:bgPr>
    </p:bg>
    <p:spTree>
      <p:nvGrpSpPr>
        <p:cNvPr id="1" name="Shape 353"/>
        <p:cNvGrpSpPr/>
        <p:nvPr/>
      </p:nvGrpSpPr>
      <p:grpSpPr>
        <a:xfrm>
          <a:off x="0" y="0"/>
          <a:ext cx="0" cy="0"/>
          <a:chOff x="0" y="0"/>
          <a:chExt cx="0" cy="0"/>
        </a:xfrm>
      </p:grpSpPr>
      <p:sp>
        <p:nvSpPr>
          <p:cNvPr id="354" name="Google Shape;354;p59"/>
          <p:cNvSpPr txBox="1">
            <a:spLocks noGrp="1"/>
          </p:cNvSpPr>
          <p:nvPr>
            <p:ph type="body" idx="1"/>
          </p:nvPr>
        </p:nvSpPr>
        <p:spPr>
          <a:xfrm>
            <a:off x="442914" y="2274570"/>
            <a:ext cx="9540366" cy="389763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3800"/>
              <a:buNone/>
              <a:defRPr sz="3800" b="0">
                <a:solidFill>
                  <a:schemeClr val="lt1"/>
                </a:solidFill>
                <a:latin typeface="Georgia"/>
                <a:ea typeface="Georgia"/>
                <a:cs typeface="Georgia"/>
                <a:sym typeface="Georgia"/>
              </a:defRPr>
            </a:lvl1pPr>
            <a:lvl2pPr marL="914400" lvl="1" indent="-228600" algn="l">
              <a:lnSpc>
                <a:spcPct val="100000"/>
              </a:lnSpc>
              <a:spcBef>
                <a:spcPts val="3000"/>
              </a:spcBef>
              <a:spcAft>
                <a:spcPts val="0"/>
              </a:spcAft>
              <a:buClr>
                <a:schemeClr val="lt1"/>
              </a:buClr>
              <a:buSzPts val="1600"/>
              <a:buFont typeface="Arial"/>
              <a:buNone/>
              <a:defRPr sz="1600" b="1">
                <a:solidFill>
                  <a:schemeClr val="lt1"/>
                </a:solidFill>
              </a:defRPr>
            </a:lvl2pPr>
            <a:lvl3pPr marL="1371600" lvl="2" indent="-228600" algn="l">
              <a:lnSpc>
                <a:spcPct val="100000"/>
              </a:lnSpc>
              <a:spcBef>
                <a:spcPts val="0"/>
              </a:spcBef>
              <a:spcAft>
                <a:spcPts val="0"/>
              </a:spcAft>
              <a:buClr>
                <a:schemeClr val="lt1"/>
              </a:buClr>
              <a:buSzPts val="1600"/>
              <a:buFont typeface="Arial"/>
              <a:buNone/>
              <a:defRPr sz="1600">
                <a:solidFill>
                  <a:schemeClr val="lt1"/>
                </a:solidFill>
              </a:defRPr>
            </a:lvl3pPr>
            <a:lvl4pPr marL="1828800" lvl="3" indent="-228600" algn="l">
              <a:lnSpc>
                <a:spcPct val="100000"/>
              </a:lnSpc>
              <a:spcBef>
                <a:spcPts val="0"/>
              </a:spcBef>
              <a:spcAft>
                <a:spcPts val="0"/>
              </a:spcAft>
              <a:buClr>
                <a:schemeClr val="lt1"/>
              </a:buClr>
              <a:buSzPts val="1600"/>
              <a:buFont typeface="Arial"/>
              <a:buNone/>
              <a:defRPr sz="1600">
                <a:solidFill>
                  <a:schemeClr val="lt1"/>
                </a:solidFill>
              </a:defRPr>
            </a:lvl4pPr>
            <a:lvl5pPr marL="2286000" lvl="4" indent="-228600" algn="l">
              <a:lnSpc>
                <a:spcPct val="100000"/>
              </a:lnSpc>
              <a:spcBef>
                <a:spcPts val="0"/>
              </a:spcBef>
              <a:spcAft>
                <a:spcPts val="0"/>
              </a:spcAft>
              <a:buClr>
                <a:schemeClr val="lt1"/>
              </a:buClr>
              <a:buSzPts val="1600"/>
              <a:buFont typeface="Arial"/>
              <a:buNone/>
              <a:defRPr sz="1600">
                <a:solidFill>
                  <a:schemeClr val="lt1"/>
                </a:solidFill>
              </a:defRPr>
            </a:lvl5pPr>
            <a:lvl6pPr marL="2743200" lvl="5" indent="-228600" algn="l">
              <a:lnSpc>
                <a:spcPct val="100000"/>
              </a:lnSpc>
              <a:spcBef>
                <a:spcPts val="0"/>
              </a:spcBef>
              <a:spcAft>
                <a:spcPts val="0"/>
              </a:spcAft>
              <a:buClr>
                <a:schemeClr val="lt1"/>
              </a:buClr>
              <a:buSzPts val="1600"/>
              <a:buFont typeface="Arial"/>
              <a:buNone/>
              <a:defRPr sz="1600">
                <a:solidFill>
                  <a:schemeClr val="lt1"/>
                </a:solidFill>
              </a:defRPr>
            </a:lvl6pPr>
            <a:lvl7pPr marL="3200400" lvl="6" indent="-228600" algn="l">
              <a:lnSpc>
                <a:spcPct val="100000"/>
              </a:lnSpc>
              <a:spcBef>
                <a:spcPts val="0"/>
              </a:spcBef>
              <a:spcAft>
                <a:spcPts val="0"/>
              </a:spcAft>
              <a:buClr>
                <a:schemeClr val="lt1"/>
              </a:buClr>
              <a:buSzPts val="1600"/>
              <a:buFont typeface="Arial"/>
              <a:buNone/>
              <a:defRPr sz="1600">
                <a:solidFill>
                  <a:schemeClr val="lt1"/>
                </a:solidFill>
              </a:defRPr>
            </a:lvl7pPr>
            <a:lvl8pPr marL="3657600" lvl="7" indent="-228600" algn="l">
              <a:lnSpc>
                <a:spcPct val="100000"/>
              </a:lnSpc>
              <a:spcBef>
                <a:spcPts val="0"/>
              </a:spcBef>
              <a:spcAft>
                <a:spcPts val="0"/>
              </a:spcAft>
              <a:buClr>
                <a:schemeClr val="lt1"/>
              </a:buClr>
              <a:buSzPts val="1600"/>
              <a:buFont typeface="Arial"/>
              <a:buNone/>
              <a:defRPr sz="1600">
                <a:solidFill>
                  <a:schemeClr val="lt1"/>
                </a:solidFill>
              </a:defRPr>
            </a:lvl8pPr>
            <a:lvl9pPr marL="4114800" lvl="8" indent="-228600" algn="l">
              <a:lnSpc>
                <a:spcPct val="100000"/>
              </a:lnSpc>
              <a:spcBef>
                <a:spcPts val="0"/>
              </a:spcBef>
              <a:spcAft>
                <a:spcPts val="0"/>
              </a:spcAft>
              <a:buClr>
                <a:schemeClr val="lt1"/>
              </a:buClr>
              <a:buSzPts val="1600"/>
              <a:buFont typeface="Arial"/>
              <a:buNone/>
              <a:defRPr sz="1600">
                <a:solidFill>
                  <a:schemeClr val="lt1"/>
                </a:solidFill>
              </a:defRPr>
            </a:lvl9pPr>
          </a:lstStyle>
          <a:p>
            <a:endParaRPr/>
          </a:p>
        </p:txBody>
      </p:sp>
      <p:sp>
        <p:nvSpPr>
          <p:cNvPr id="355" name="Google Shape;355;p59"/>
          <p:cNvSpPr/>
          <p:nvPr/>
        </p:nvSpPr>
        <p:spPr>
          <a:xfrm>
            <a:off x="442913" y="1362959"/>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6" name="Google Shape;356;p59"/>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7" name="Google Shape;357;p59"/>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8" name="Google Shape;358;p59"/>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fr-FR"/>
              <a:t>Modifiez le style du titre</a:t>
            </a:r>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3391" y="383381"/>
            <a:ext cx="1064007" cy="517902"/>
          </a:xfrm>
          <a:prstGeom prst="rect">
            <a:avLst/>
          </a:prstGeom>
        </p:spPr>
      </p:pic>
    </p:spTree>
    <p:extLst>
      <p:ext uri="{BB962C8B-B14F-4D97-AF65-F5344CB8AC3E}">
        <p14:creationId xmlns:p14="http://schemas.microsoft.com/office/powerpoint/2010/main" val="2243798139"/>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8C4C564F-54DF-8C5F-8208-487AC945D740}"/>
              </a:ext>
            </a:extLst>
          </p:cNvPr>
          <p:cNvPicPr/>
          <p:nvPr userDrawn="1"/>
        </p:nvPicPr>
        <p:blipFill>
          <a:blip r:embed="rId2" cstate="print">
            <a:extLst>
              <a:ext uri="{28A0092B-C50C-407E-A947-70E740481C1C}">
                <a14:useLocalDpi xmlns:a14="http://schemas.microsoft.com/office/drawing/2010/main"/>
              </a:ext>
            </a:extLst>
          </a:blip>
          <a:srcRect/>
          <a:stretch/>
        </p:blipFill>
        <p:spPr>
          <a:xfrm>
            <a:off x="3049" y="1715"/>
            <a:ext cx="12188951" cy="6856285"/>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fr-FR"/>
              <a:t>Modifiez le style du titre</a:t>
            </a:r>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03391" y="383381"/>
            <a:ext cx="1064007" cy="517902"/>
          </a:xfrm>
          <a:prstGeom prst="rect">
            <a:avLst/>
          </a:prstGeom>
        </p:spPr>
      </p:pic>
    </p:spTree>
    <p:extLst>
      <p:ext uri="{BB962C8B-B14F-4D97-AF65-F5344CB8AC3E}">
        <p14:creationId xmlns:p14="http://schemas.microsoft.com/office/powerpoint/2010/main" val="332354200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fr-FR"/>
              <a:t>Modifiez le style du titre</a:t>
            </a:r>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3391" y="383381"/>
            <a:ext cx="1064007" cy="517902"/>
          </a:xfrm>
          <a:prstGeom prst="rect">
            <a:avLst/>
          </a:prstGeom>
        </p:spPr>
      </p:pic>
    </p:spTree>
    <p:extLst>
      <p:ext uri="{BB962C8B-B14F-4D97-AF65-F5344CB8AC3E}">
        <p14:creationId xmlns:p14="http://schemas.microsoft.com/office/powerpoint/2010/main" val="2788139500"/>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14619" y="4007973"/>
            <a:ext cx="4671732" cy="1298448"/>
          </a:xfrm>
        </p:spPr>
        <p:txBody>
          <a:bodyPr/>
          <a:lstStyle>
            <a:lvl1pPr>
              <a:defRPr sz="4000"/>
            </a:lvl1pPr>
          </a:lstStyle>
          <a:p>
            <a:r>
              <a:rPr lang="fr-FR"/>
              <a:t>Modifiez le style du titre</a:t>
            </a:r>
            <a:endParaRPr lang="en-US"/>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402655"/>
            <a:ext cx="5641181" cy="3521964"/>
          </a:xfrm>
        </p:spPr>
        <p:txBody>
          <a:bodyPr/>
          <a:lstStyle>
            <a:lvl1pPr>
              <a:lnSpc>
                <a:spcPct val="125000"/>
              </a:lnSpc>
              <a:defRPr sz="1500" b="1">
                <a:latin typeface="+mn-lt"/>
              </a:defRPr>
            </a:lvl1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280059173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2970214"/>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8" y="3998913"/>
            <a:ext cx="4801396" cy="1425575"/>
          </a:xfrm>
          <a:prstGeom prst="rect">
            <a:avLst/>
          </a:prstGeom>
        </p:spPr>
        <p:txBody>
          <a:bodyPr vert="horz" lIns="0" tIns="0" rIns="0" bIns="0" rtlCol="0" anchor="t" anchorCtr="0">
            <a:noAutofit/>
          </a:bodyPr>
          <a:lstStyle/>
          <a:p>
            <a:r>
              <a:rPr lang="fr-FR"/>
              <a:t>Modifiez le style du titre</a:t>
            </a:r>
            <a:endParaRPr lang="en-US"/>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16650"/>
            <a:ext cx="3447482" cy="323165"/>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endParaRPr lang="en-US"/>
          </a:p>
        </p:txBody>
      </p:sp>
    </p:spTree>
    <p:extLst>
      <p:ext uri="{BB962C8B-B14F-4D97-AF65-F5344CB8AC3E}">
        <p14:creationId xmlns:p14="http://schemas.microsoft.com/office/powerpoint/2010/main" val="3893946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3998913"/>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8" y="3998913"/>
            <a:ext cx="4801396" cy="1425575"/>
          </a:xfrm>
          <a:prstGeom prst="rect">
            <a:avLst/>
          </a:prstGeom>
        </p:spPr>
        <p:txBody>
          <a:bodyPr vert="horz" lIns="0" tIns="0" rIns="0" bIns="0" rtlCol="0" anchor="t" anchorCtr="0">
            <a:noAutofit/>
          </a:bodyPr>
          <a:lstStyle/>
          <a:p>
            <a:r>
              <a:rPr lang="fr-FR"/>
              <a:t>Modifiez le style du titre</a:t>
            </a:r>
            <a:endParaRPr lang="en-US"/>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16650"/>
            <a:ext cx="3447482" cy="323165"/>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endParaRPr lang="en-US"/>
          </a:p>
        </p:txBody>
      </p:sp>
    </p:spTree>
    <p:extLst>
      <p:ext uri="{BB962C8B-B14F-4D97-AF65-F5344CB8AC3E}">
        <p14:creationId xmlns:p14="http://schemas.microsoft.com/office/powerpoint/2010/main" val="5395573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8" y="3998913"/>
            <a:ext cx="4801396" cy="1425575"/>
          </a:xfrm>
          <a:prstGeom prst="rect">
            <a:avLst/>
          </a:prstGeom>
        </p:spPr>
        <p:txBody>
          <a:bodyPr vert="horz" lIns="0" tIns="0" rIns="0" bIns="0" rtlCol="0" anchor="t" anchorCtr="0">
            <a:noAutofit/>
          </a:bodyPr>
          <a:lstStyle/>
          <a:p>
            <a:r>
              <a:rPr lang="fr-FR"/>
              <a:t>Modifiez le style du titre</a:t>
            </a:r>
            <a:endParaRPr lang="en-US"/>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16650"/>
            <a:ext cx="3447482" cy="323165"/>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endParaRPr lang="en-US"/>
          </a:p>
        </p:txBody>
      </p:sp>
    </p:spTree>
    <p:extLst>
      <p:ext uri="{BB962C8B-B14F-4D97-AF65-F5344CB8AC3E}">
        <p14:creationId xmlns:p14="http://schemas.microsoft.com/office/powerpoint/2010/main" val="140930506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99063" y="400050"/>
            <a:ext cx="6602413"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7" y="3998913"/>
            <a:ext cx="3840957" cy="1425575"/>
          </a:xfrm>
          <a:prstGeom prst="rect">
            <a:avLst/>
          </a:prstGeom>
        </p:spPr>
        <p:txBody>
          <a:bodyPr vert="horz" lIns="0" tIns="0" rIns="0" bIns="0" rtlCol="0" anchor="t" anchorCtr="0">
            <a:noAutofit/>
          </a:bodyPr>
          <a:lstStyle/>
          <a:p>
            <a:r>
              <a:rPr lang="fr-FR"/>
              <a:t>Modifiez le style du titre</a:t>
            </a:r>
            <a:endParaRPr lang="en-US"/>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16650"/>
            <a:ext cx="3447482" cy="323165"/>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endParaRPr lang="en-US"/>
          </a:p>
        </p:txBody>
      </p:sp>
    </p:spTree>
    <p:extLst>
      <p:ext uri="{BB962C8B-B14F-4D97-AF65-F5344CB8AC3E}">
        <p14:creationId xmlns:p14="http://schemas.microsoft.com/office/powerpoint/2010/main" val="193013398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re de section">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fr-FR"/>
              <a:t>Modifiez le style du titre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58308620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fr-FR"/>
              <a:t>Modifiez le style du titre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31207665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0" y="0"/>
            <a:ext cx="12188951" cy="6858001"/>
          </a:xfrm>
          <a:solidFill>
            <a:schemeClr val="bg1">
              <a:lumMod val="85000"/>
            </a:schemeClr>
          </a:solidFill>
        </p:spPr>
        <p:txBody>
          <a:bodyPr tIns="1554480"/>
          <a:lstStyle>
            <a:lvl1pPr algn="ctr">
              <a:defRPr/>
            </a:lvl1pPr>
          </a:lstStyle>
          <a:p>
            <a:r>
              <a:rPr lang="fr-FR"/>
              <a:t>Cliquez sur l'icône pour ajouter une image</a:t>
            </a:r>
            <a:endParaRPr lang="en-US"/>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402430" y="3372236"/>
            <a:ext cx="5641183" cy="1414180"/>
          </a:xfrm>
        </p:spPr>
        <p:txBody>
          <a:bodyPr anchor="b"/>
          <a:lstStyle>
            <a:lvl1pPr>
              <a:lnSpc>
                <a:spcPct val="80000"/>
              </a:lnSpc>
              <a:spcBef>
                <a:spcPts val="1400"/>
              </a:spcBef>
              <a:defRPr sz="4800" b="0"/>
            </a:lvl1pPr>
          </a:lstStyle>
          <a:p>
            <a:r>
              <a:rPr lang="fr-FR"/>
              <a:t>Modifiez le style du titre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402432" y="5029715"/>
            <a:ext cx="5641182" cy="990083"/>
          </a:xfrm>
        </p:spPr>
        <p:txBody>
          <a:bodyPr/>
          <a:lstStyle>
            <a:lvl1pPr>
              <a:defRPr sz="1300" b="0">
                <a:latin typeface="+mj-lt"/>
              </a:defRPr>
            </a:lvl1pPr>
          </a:lstStyle>
          <a:p>
            <a:pPr lvl="0"/>
            <a:r>
              <a:rPr lang="fr-FR"/>
              <a:t>Cliquez pour modifier les styles du texte du masque</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68649240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fr-FR"/>
              <a:t>Cliquez sur l'icône pour ajouter une image</a:t>
            </a:r>
            <a:endParaRPr lang="en-US"/>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919162"/>
            <a:ext cx="3712881" cy="1938337"/>
          </a:xfrm>
        </p:spPr>
        <p:txBody>
          <a:bodyPr/>
          <a:lstStyle>
            <a:lvl1pPr>
              <a:defRPr sz="4000"/>
            </a:lvl1pPr>
          </a:lstStyle>
          <a:p>
            <a:r>
              <a:rPr lang="fr-FR"/>
              <a:t>Modifiez le style du titre</a:t>
            </a:r>
            <a:endParaRPr lang="en-US"/>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71800"/>
            <a:ext cx="3724275" cy="2967038"/>
          </a:xfrm>
        </p:spPr>
        <p:txBody>
          <a:bodyPr/>
          <a:lstStyle>
            <a:lvl1pPr>
              <a:lnSpc>
                <a:spcPct val="125000"/>
              </a:lnSpc>
              <a:defRPr sz="1600" b="0">
                <a:latin typeface="+mj-lt"/>
              </a:defRPr>
            </a:lvl1pPr>
            <a:lvl2pPr marL="166688" indent="0">
              <a:defRPr/>
            </a:lvl2pPr>
            <a:lvl3pPr marL="346075" indent="0">
              <a:buNone/>
              <a:defRPr/>
            </a:lvl3pPr>
            <a:lvl4pPr marL="512763" indent="0">
              <a:buNone/>
              <a:defRPr/>
            </a:lvl4pPr>
            <a:lvl5pPr marL="692150" indent="0">
              <a:buNone/>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339802"/>
            <a:ext cx="3200400" cy="323165"/>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27067203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fr-FR"/>
              <a:t>Cliquez sur l'icône pour ajouter une image</a:t>
            </a:r>
            <a:endParaRPr lang="en-US"/>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919162"/>
            <a:ext cx="4671730" cy="1938337"/>
          </a:xfrm>
        </p:spPr>
        <p:txBody>
          <a:bodyPr/>
          <a:lstStyle>
            <a:lvl1pPr>
              <a:defRPr sz="4000"/>
            </a:lvl1pPr>
          </a:lstStyle>
          <a:p>
            <a:r>
              <a:rPr lang="fr-FR"/>
              <a:t>Modifiez le style du titre</a:t>
            </a:r>
            <a:endParaRPr lang="en-US"/>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71800"/>
            <a:ext cx="4671729" cy="2967038"/>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95360456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fr-FR"/>
              <a:t>Cliquez sur l'icône pour ajouter une image</a:t>
            </a:r>
            <a:endParaRPr lang="en-US"/>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69488" y="400051"/>
            <a:ext cx="5632168" cy="917574"/>
          </a:xfrm>
        </p:spPr>
        <p:txBody>
          <a:bodyPr/>
          <a:lstStyle>
            <a:lvl1pPr>
              <a:defRPr sz="4000"/>
            </a:lvl1pPr>
          </a:lstStyle>
          <a:p>
            <a:r>
              <a:rPr lang="fr-FR"/>
              <a:t>Modifiez le style du titre</a:t>
            </a:r>
            <a:endParaRPr lang="en-US"/>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69488" y="1946275"/>
            <a:ext cx="5632167"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250208483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fr-FR"/>
              <a:t>Cliquez sur l'icône pour ajouter une image</a:t>
            </a:r>
            <a:endParaRPr lang="en-US"/>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99063" y="400051"/>
            <a:ext cx="6602593" cy="917574"/>
          </a:xfrm>
        </p:spPr>
        <p:txBody>
          <a:bodyPr/>
          <a:lstStyle>
            <a:lvl1pPr>
              <a:defRPr sz="4000"/>
            </a:lvl1pPr>
          </a:lstStyle>
          <a:p>
            <a:r>
              <a:rPr lang="fr-FR"/>
              <a:t>Modifiez le style du titre</a:t>
            </a:r>
            <a:endParaRPr lang="en-US"/>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4" y="1946275"/>
            <a:ext cx="6602592"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9173284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01920" y="400051"/>
            <a:ext cx="4274253" cy="1428750"/>
          </a:xfrm>
        </p:spPr>
        <p:txBody>
          <a:bodyPr/>
          <a:lstStyle>
            <a:lvl1pPr>
              <a:defRPr sz="4000"/>
            </a:lvl1pPr>
          </a:lstStyle>
          <a:p>
            <a:r>
              <a:rPr lang="fr-FR"/>
              <a:t>Modifiez le style du titre</a:t>
            </a:r>
            <a:endParaRPr lang="en-US"/>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401920" y="1956003"/>
            <a:ext cx="4274253" cy="3982835"/>
          </a:xfrm>
          <a:solidFill>
            <a:schemeClr val="bg2"/>
          </a:solidFill>
        </p:spPr>
        <p:txBody>
          <a:bodyPr tIns="1554480"/>
          <a:lstStyle>
            <a:lvl1pPr algn="ctr">
              <a:defRPr/>
            </a:lvl1pPr>
          </a:lstStyle>
          <a:p>
            <a:r>
              <a:rPr lang="fr-FR"/>
              <a:t>Cliquez sur l'icône pour ajouter une image</a:t>
            </a:r>
            <a:endParaRPr lang="en-US"/>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3" y="400051"/>
            <a:ext cx="6591017" cy="5538787"/>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302603116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9173"/>
            <a:ext cx="4182718" cy="2492990"/>
          </a:xfrm>
        </p:spPr>
        <p:txBody>
          <a:bodyPr wrap="square" anchor="b" anchorCtr="0">
            <a:spAutoFit/>
          </a:bodyPr>
          <a:lstStyle>
            <a:lvl1pPr>
              <a:defRPr sz="6000" b="0">
                <a:solidFill>
                  <a:schemeClr val="tx1"/>
                </a:solidFill>
              </a:defRPr>
            </a:lvl1pPr>
          </a:lstStyle>
          <a:p>
            <a:r>
              <a:rPr lang="fr-FR"/>
              <a:t>Modifiez le style du titre</a:t>
            </a:r>
            <a:endParaRPr lang="en-US"/>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209696" y="794063"/>
            <a:ext cx="6589884" cy="3328416"/>
          </a:xfrm>
        </p:spPr>
        <p:txBody>
          <a:bodyPr tIns="457200"/>
          <a:lstStyle>
            <a:lvl1pPr algn="ctr">
              <a:defRPr sz="1800"/>
            </a:lvl1pPr>
          </a:lstStyle>
          <a:p>
            <a:r>
              <a:rPr lang="fr-FR"/>
              <a:t>Cliquez sur l'icône pour ajouter un tableau</a:t>
            </a:r>
            <a:endParaRPr lang="en-US"/>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04701743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gend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fr-FR"/>
              <a:t>Modifiez le style du titre</a:t>
            </a:r>
            <a:endParaRPr lang="en-US"/>
          </a:p>
        </p:txBody>
      </p:sp>
      <p:sp>
        <p:nvSpPr>
          <p:cNvPr id="4" name="Footer Placeholder 4">
            <a:extLst>
              <a:ext uri="{FF2B5EF4-FFF2-40B4-BE49-F238E27FC236}">
                <a16:creationId xmlns:a16="http://schemas.microsoft.com/office/drawing/2014/main" id="{EE189DEE-6989-9A74-BDE8-CA73B91086F4}"/>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7" name="Slide Number Placeholder 13">
            <a:extLst>
              <a:ext uri="{FF2B5EF4-FFF2-40B4-BE49-F238E27FC236}">
                <a16:creationId xmlns:a16="http://schemas.microsoft.com/office/drawing/2014/main" id="{6DE5500C-FE6E-579B-63C3-09F6ADCF909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8" name="Text Placeholder 8">
            <a:extLst>
              <a:ext uri="{FF2B5EF4-FFF2-40B4-BE49-F238E27FC236}">
                <a16:creationId xmlns:a16="http://schemas.microsoft.com/office/drawing/2014/main" id="{DD78BEAF-F2F8-DC26-B864-8F8182138069}"/>
              </a:ext>
            </a:extLst>
          </p:cNvPr>
          <p:cNvSpPr>
            <a:spLocks noGrp="1"/>
          </p:cNvSpPr>
          <p:nvPr>
            <p:ph type="body" sz="quarter" idx="12"/>
          </p:nvPr>
        </p:nvSpPr>
        <p:spPr>
          <a:xfrm>
            <a:off x="5209696" y="786384"/>
            <a:ext cx="5754687" cy="3195638"/>
          </a:xfrm>
        </p:spPr>
        <p:txBody>
          <a:bodyPr tIns="73152"/>
          <a:lstStyle>
            <a:lvl1pPr marL="647700" indent="-552450">
              <a:lnSpc>
                <a:spcPct val="100000"/>
              </a:lnSpc>
              <a:spcBef>
                <a:spcPts val="500"/>
              </a:spcBef>
              <a:spcAft>
                <a:spcPts val="500"/>
              </a:spcAft>
              <a:tabLst/>
              <a:defRPr sz="2800" b="0">
                <a:latin typeface="+mj-lt"/>
              </a:defRPr>
            </a:lvl1pPr>
            <a:lvl2pPr marL="690563" indent="-573088">
              <a:lnSpc>
                <a:spcPct val="100000"/>
              </a:lnSpc>
              <a:spcBef>
                <a:spcPts val="0"/>
              </a:spcBef>
              <a:spcAft>
                <a:spcPts val="0"/>
              </a:spcAft>
              <a:tabLst/>
              <a:defRPr sz="2800"/>
            </a:lvl2pPr>
          </a:lstStyle>
          <a:p>
            <a:pPr lvl="0"/>
            <a:r>
              <a:rPr lang="fr-FR"/>
              <a:t>Cliquez pour modifier les styles du texte du masque</a:t>
            </a:r>
          </a:p>
        </p:txBody>
      </p:sp>
    </p:spTree>
    <p:extLst>
      <p:ext uri="{BB962C8B-B14F-4D97-AF65-F5344CB8AC3E}">
        <p14:creationId xmlns:p14="http://schemas.microsoft.com/office/powerpoint/2010/main" val="38224119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fr-FR"/>
              <a:t>Modifiez le style du titre</a:t>
            </a:r>
            <a:endParaRPr lang="en-US"/>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3177701" y="818982"/>
            <a:ext cx="4324869" cy="2685354"/>
          </a:xfrm>
        </p:spPr>
        <p:txBody>
          <a:bodyPr tIns="457200"/>
          <a:lstStyle>
            <a:lvl1pPr algn="ctr">
              <a:defRPr sz="1800"/>
            </a:lvl1pPr>
          </a:lstStyle>
          <a:p>
            <a:r>
              <a:rPr lang="fr-FR"/>
              <a:t>Cliquez sur l'icône pour ajouter un tableau</a:t>
            </a:r>
            <a:endParaRPr lang="en-US"/>
          </a:p>
        </p:txBody>
      </p:sp>
      <p:sp>
        <p:nvSpPr>
          <p:cNvPr id="6" name="Table Placeholder 6">
            <a:extLst>
              <a:ext uri="{FF2B5EF4-FFF2-40B4-BE49-F238E27FC236}">
                <a16:creationId xmlns:a16="http://schemas.microsoft.com/office/drawing/2014/main" id="{CE0852A2-F289-0299-38DA-54988A9CF403}"/>
              </a:ext>
            </a:extLst>
          </p:cNvPr>
          <p:cNvSpPr>
            <a:spLocks noGrp="1"/>
          </p:cNvSpPr>
          <p:nvPr>
            <p:ph type="tbl" sz="quarter" idx="11"/>
          </p:nvPr>
        </p:nvSpPr>
        <p:spPr>
          <a:xfrm>
            <a:off x="7711065" y="818982"/>
            <a:ext cx="4324869" cy="2685354"/>
          </a:xfrm>
        </p:spPr>
        <p:txBody>
          <a:bodyPr tIns="457200"/>
          <a:lstStyle>
            <a:lvl1pPr algn="ctr">
              <a:defRPr sz="1800"/>
            </a:lvl1pPr>
          </a:lstStyle>
          <a:p>
            <a:r>
              <a:rPr lang="fr-FR"/>
              <a:t>Cliquez sur l'icône pour ajouter un tableau</a:t>
            </a:r>
            <a:endParaRPr lang="en-US"/>
          </a:p>
        </p:txBody>
      </p:sp>
      <p:sp>
        <p:nvSpPr>
          <p:cNvPr id="3" name="Footer Placeholder 4">
            <a:extLst>
              <a:ext uri="{FF2B5EF4-FFF2-40B4-BE49-F238E27FC236}">
                <a16:creationId xmlns:a16="http://schemas.microsoft.com/office/drawing/2014/main" id="{8D3D9662-5F2D-57D9-7407-78275144A67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8" name="Slide Number Placeholder 13">
            <a:extLst>
              <a:ext uri="{FF2B5EF4-FFF2-40B4-BE49-F238E27FC236}">
                <a16:creationId xmlns:a16="http://schemas.microsoft.com/office/drawing/2014/main" id="{417BEBC1-805D-DD3E-7FB7-E733D35B8E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349848627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genda 4">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fr-FR"/>
              <a:t>Modifiez le style du titre</a:t>
            </a:r>
            <a:endParaRPr lang="en-US"/>
          </a:p>
        </p:txBody>
      </p:sp>
      <p:sp>
        <p:nvSpPr>
          <p:cNvPr id="3" name="Footer Placeholder 4">
            <a:extLst>
              <a:ext uri="{FF2B5EF4-FFF2-40B4-BE49-F238E27FC236}">
                <a16:creationId xmlns:a16="http://schemas.microsoft.com/office/drawing/2014/main" id="{0EEDD237-2AD5-3154-E113-01E98DC0986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8" name="Slide Number Placeholder 13">
            <a:extLst>
              <a:ext uri="{FF2B5EF4-FFF2-40B4-BE49-F238E27FC236}">
                <a16:creationId xmlns:a16="http://schemas.microsoft.com/office/drawing/2014/main" id="{C3079065-EEA7-BD3F-374F-2BD4FA17413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13" name="Text Placeholder 8">
            <a:extLst>
              <a:ext uri="{FF2B5EF4-FFF2-40B4-BE49-F238E27FC236}">
                <a16:creationId xmlns:a16="http://schemas.microsoft.com/office/drawing/2014/main" id="{D9EB10B1-191A-630B-CAE5-F7CB250CA41E}"/>
              </a:ext>
            </a:extLst>
          </p:cNvPr>
          <p:cNvSpPr>
            <a:spLocks noGrp="1"/>
          </p:cNvSpPr>
          <p:nvPr>
            <p:ph type="body" sz="quarter" idx="12"/>
          </p:nvPr>
        </p:nvSpPr>
        <p:spPr>
          <a:xfrm>
            <a:off x="3281363" y="917575"/>
            <a:ext cx="4224722" cy="2589534"/>
          </a:xfrm>
        </p:spPr>
        <p:txBody>
          <a:bodyPr lIns="91440"/>
          <a:lstStyle>
            <a:lvl1pPr marL="292608" indent="-573088">
              <a:lnSpc>
                <a:spcPct val="100000"/>
              </a:lnSpc>
              <a:spcBef>
                <a:spcPts val="700"/>
              </a:spcBef>
              <a:spcAft>
                <a:spcPts val="700"/>
              </a:spcAft>
              <a:tabLst/>
              <a:defRPr sz="1800" b="0">
                <a:latin typeface="+mj-lt"/>
              </a:defRPr>
            </a:lvl1pPr>
            <a:lvl2pPr marL="690563" indent="-573088">
              <a:lnSpc>
                <a:spcPct val="100000"/>
              </a:lnSpc>
              <a:spcBef>
                <a:spcPts val="0"/>
              </a:spcBef>
              <a:spcAft>
                <a:spcPts val="0"/>
              </a:spcAft>
              <a:tabLst/>
              <a:defRPr sz="2800"/>
            </a:lvl2pPr>
          </a:lstStyle>
          <a:p>
            <a:pPr lvl="0"/>
            <a:r>
              <a:rPr lang="fr-FR"/>
              <a:t>Cliquez pour modifier les styles du texte du masque</a:t>
            </a:r>
          </a:p>
        </p:txBody>
      </p:sp>
      <p:sp>
        <p:nvSpPr>
          <p:cNvPr id="16" name="Text Placeholder 8">
            <a:extLst>
              <a:ext uri="{FF2B5EF4-FFF2-40B4-BE49-F238E27FC236}">
                <a16:creationId xmlns:a16="http://schemas.microsoft.com/office/drawing/2014/main" id="{FB735FB7-5411-F2F1-D974-F773B1B8360F}"/>
              </a:ext>
            </a:extLst>
          </p:cNvPr>
          <p:cNvSpPr>
            <a:spLocks noGrp="1"/>
          </p:cNvSpPr>
          <p:nvPr>
            <p:ph type="body" sz="quarter" idx="13"/>
          </p:nvPr>
        </p:nvSpPr>
        <p:spPr>
          <a:xfrm>
            <a:off x="7708392" y="917575"/>
            <a:ext cx="4224722" cy="2589534"/>
          </a:xfrm>
        </p:spPr>
        <p:txBody>
          <a:bodyPr lIns="91440"/>
          <a:lstStyle>
            <a:lvl1pPr marL="393192" indent="-676656">
              <a:lnSpc>
                <a:spcPct val="100000"/>
              </a:lnSpc>
              <a:spcBef>
                <a:spcPts val="700"/>
              </a:spcBef>
              <a:spcAft>
                <a:spcPts val="700"/>
              </a:spcAft>
              <a:tabLst>
                <a:tab pos="225425" algn="r"/>
              </a:tabLst>
              <a:defRPr sz="1800" b="0">
                <a:latin typeface="+mj-lt"/>
              </a:defRPr>
            </a:lvl1pPr>
            <a:lvl2pPr marL="690563" indent="-573088">
              <a:lnSpc>
                <a:spcPct val="100000"/>
              </a:lnSpc>
              <a:spcBef>
                <a:spcPts val="0"/>
              </a:spcBef>
              <a:spcAft>
                <a:spcPts val="0"/>
              </a:spcAft>
              <a:tabLst/>
              <a:defRPr sz="2800"/>
            </a:lvl2pPr>
          </a:lstStyle>
          <a:p>
            <a:pPr lvl="0"/>
            <a:r>
              <a:rPr lang="fr-FR"/>
              <a:t>Cliquez pour modifier les styles du texte du masque</a:t>
            </a:r>
          </a:p>
        </p:txBody>
      </p:sp>
    </p:spTree>
    <p:extLst>
      <p:ext uri="{BB962C8B-B14F-4D97-AF65-F5344CB8AC3E}">
        <p14:creationId xmlns:p14="http://schemas.microsoft.com/office/powerpoint/2010/main" val="125930602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6" y="402336"/>
            <a:ext cx="6606383" cy="1295399"/>
          </a:xfrm>
          <a:prstGeom prst="rect">
            <a:avLst/>
          </a:prstGeom>
        </p:spPr>
        <p:txBody>
          <a:bodyPr vert="horz" lIns="0" tIns="0" rIns="0" bIns="0" rtlCol="0" anchor="t" anchorCtr="0">
            <a:noAutofit/>
          </a:bodyPr>
          <a:lstStyle/>
          <a:p>
            <a:r>
              <a:rPr lang="fr-FR"/>
              <a:t>Modifiez le style du titre</a:t>
            </a:r>
            <a:endParaRPr lang="en-US"/>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397665" y="1946276"/>
            <a:ext cx="6606383" cy="400050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421212688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97666" y="402336"/>
            <a:ext cx="11403809" cy="946148"/>
          </a:xfrm>
          <a:prstGeom prst="rect">
            <a:avLst/>
          </a:prstGeom>
        </p:spPr>
        <p:txBody>
          <a:bodyPr vert="horz" lIns="0" tIns="0" rIns="0" bIns="0" rtlCol="0" anchor="t" anchorCtr="0">
            <a:noAutofit/>
          </a:bodyPr>
          <a:lstStyle/>
          <a:p>
            <a:r>
              <a:rPr lang="fr-FR"/>
              <a:t>Modifiez le style du titre</a:t>
            </a:r>
            <a:endParaRPr lang="en-US"/>
          </a:p>
        </p:txBody>
      </p:sp>
      <p:sp>
        <p:nvSpPr>
          <p:cNvPr id="10" name="Content Placeholder 2">
            <a:extLst>
              <a:ext uri="{FF2B5EF4-FFF2-40B4-BE49-F238E27FC236}">
                <a16:creationId xmlns:a16="http://schemas.microsoft.com/office/drawing/2014/main" id="{A861B7B6-46DE-D3F1-62FD-E7B058FA4F47}"/>
              </a:ext>
            </a:extLst>
          </p:cNvPr>
          <p:cNvSpPr>
            <a:spLocks noGrp="1"/>
          </p:cNvSpPr>
          <p:nvPr>
            <p:ph idx="1"/>
          </p:nvPr>
        </p:nvSpPr>
        <p:spPr>
          <a:xfrm>
            <a:off x="412905" y="1946276"/>
            <a:ext cx="4673445" cy="399256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6166005" y="1946276"/>
            <a:ext cx="4673445" cy="399256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257071108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97668" y="3492184"/>
            <a:ext cx="3840957" cy="2454594"/>
          </a:xfrm>
          <a:prstGeom prst="rect">
            <a:avLst/>
          </a:prstGeom>
        </p:spPr>
        <p:txBody>
          <a:bodyPr vert="horz" lIns="0" tIns="0" rIns="0" bIns="0" rtlCol="0" anchor="t" anchorCtr="0">
            <a:noAutofit/>
          </a:bodyPr>
          <a:lstStyle/>
          <a:p>
            <a:r>
              <a:rPr lang="fr-FR"/>
              <a:t>Modifiez le style du titre</a:t>
            </a:r>
            <a:endParaRPr lang="en-US"/>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201444" y="402432"/>
            <a:ext cx="3649948" cy="4510882"/>
          </a:xfrm>
          <a:solidFill>
            <a:schemeClr val="bg2"/>
          </a:solidFill>
        </p:spPr>
        <p:txBody>
          <a:bodyPr tIns="1554480"/>
          <a:lstStyle>
            <a:lvl1pPr algn="ctr">
              <a:defRPr/>
            </a:lvl1pPr>
          </a:lstStyle>
          <a:p>
            <a:r>
              <a:rPr lang="fr-FR"/>
              <a:t>Cliquez sur l'icône pour ajouter une image</a:t>
            </a:r>
            <a:endParaRPr lang="en-US"/>
          </a:p>
        </p:txBody>
      </p:sp>
      <p:sp>
        <p:nvSpPr>
          <p:cNvPr id="5" name="Content Placeholder 2">
            <a:extLst>
              <a:ext uri="{FF2B5EF4-FFF2-40B4-BE49-F238E27FC236}">
                <a16:creationId xmlns:a16="http://schemas.microsoft.com/office/drawing/2014/main" id="{BFFD3C8C-DE95-11CF-E112-F1CDEBBBAF20}"/>
              </a:ext>
            </a:extLst>
          </p:cNvPr>
          <p:cNvSpPr>
            <a:spLocks noGrp="1"/>
          </p:cNvSpPr>
          <p:nvPr>
            <p:ph idx="10"/>
          </p:nvPr>
        </p:nvSpPr>
        <p:spPr>
          <a:xfrm>
            <a:off x="9037638" y="371478"/>
            <a:ext cx="2514282"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fr-FR"/>
              <a:t>Cliquez pour modifier les styles du texte du masque</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fr-FR"/>
              <a:t>Deuxième niveau</a:t>
            </a:r>
          </a:p>
        </p:txBody>
      </p:sp>
      <p:sp>
        <p:nvSpPr>
          <p:cNvPr id="3" name="Footer Placeholder 4">
            <a:extLst>
              <a:ext uri="{FF2B5EF4-FFF2-40B4-BE49-F238E27FC236}">
                <a16:creationId xmlns:a16="http://schemas.microsoft.com/office/drawing/2014/main" id="{DF56AB70-B001-F407-DDA0-8274B08150B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7" name="Slide Number Placeholder 13">
            <a:extLst>
              <a:ext uri="{FF2B5EF4-FFF2-40B4-BE49-F238E27FC236}">
                <a16:creationId xmlns:a16="http://schemas.microsoft.com/office/drawing/2014/main" id="{BB0E27A5-BC84-EBC4-82C5-E8CF838E435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14274791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97667" y="402336"/>
            <a:ext cx="3840958" cy="5566886"/>
          </a:xfrm>
          <a:prstGeom prst="rect">
            <a:avLst/>
          </a:prstGeom>
        </p:spPr>
        <p:txBody>
          <a:bodyPr vert="horz" lIns="0" tIns="0" rIns="0" bIns="0" rtlCol="0" anchor="t" anchorCtr="0">
            <a:noAutofit/>
          </a:bodyPr>
          <a:lstStyle/>
          <a:p>
            <a:r>
              <a:rPr lang="fr-FR"/>
              <a:t>Modifiez le style du titre</a:t>
            </a:r>
            <a:endParaRPr lang="en-US"/>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201444" y="402432"/>
            <a:ext cx="3649948" cy="2455068"/>
          </a:xfrm>
          <a:solidFill>
            <a:schemeClr val="bg2"/>
          </a:solidFill>
        </p:spPr>
        <p:txBody>
          <a:bodyPr tIns="731520"/>
          <a:lstStyle>
            <a:lvl1pPr algn="ctr">
              <a:defRPr/>
            </a:lvl1pPr>
          </a:lstStyle>
          <a:p>
            <a:r>
              <a:rPr lang="fr-FR"/>
              <a:t>Cliquez sur l'icône pour ajouter une image</a:t>
            </a:r>
            <a:endParaRPr lang="en-US"/>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9037637" y="371478"/>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fr-FR"/>
              <a:t>Cliquez pour modifier les styles du texte du masque</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fr-FR"/>
              <a:t>Deuxième niveau</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5201444" y="2977040"/>
            <a:ext cx="3649948" cy="2455068"/>
          </a:xfrm>
          <a:solidFill>
            <a:schemeClr val="bg2"/>
          </a:solidFill>
        </p:spPr>
        <p:txBody>
          <a:bodyPr tIns="731520"/>
          <a:lstStyle>
            <a:lvl1pPr algn="ctr">
              <a:defRPr/>
            </a:lvl1pPr>
          </a:lstStyle>
          <a:p>
            <a:r>
              <a:rPr lang="fr-FR"/>
              <a:t>Cliquez sur l'icône pour ajouter une image</a:t>
            </a:r>
            <a:endParaRPr lang="en-US"/>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9037637" y="2977040"/>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fr-FR"/>
              <a:t>Cliquez pour modifier les styles du texte du masque</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fr-FR"/>
              <a:t>Deuxième niveau</a:t>
            </a:r>
          </a:p>
        </p:txBody>
      </p:sp>
      <p:sp>
        <p:nvSpPr>
          <p:cNvPr id="3" name="Footer Placeholder 4">
            <a:extLst>
              <a:ext uri="{FF2B5EF4-FFF2-40B4-BE49-F238E27FC236}">
                <a16:creationId xmlns:a16="http://schemas.microsoft.com/office/drawing/2014/main" id="{60C2534F-0DED-9179-1BA0-BA7BBA63E4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5" name="Slide Number Placeholder 13">
            <a:extLst>
              <a:ext uri="{FF2B5EF4-FFF2-40B4-BE49-F238E27FC236}">
                <a16:creationId xmlns:a16="http://schemas.microsoft.com/office/drawing/2014/main" id="{C21211E5-4A9D-2EA5-349A-BFEBB51D88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0105319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our Content Four Images Matrix ">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F9B4C70A-448E-FF82-4DED-5DB3D9F57437}"/>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402831" y="1431438"/>
            <a:ext cx="2657075" cy="1938825"/>
          </a:xfrm>
          <a:solidFill>
            <a:schemeClr val="bg2"/>
          </a:solidFill>
        </p:spPr>
        <p:txBody>
          <a:bodyPr tIns="731520"/>
          <a:lstStyle>
            <a:lvl1pPr algn="ctr">
              <a:defRPr/>
            </a:lvl1pPr>
          </a:lstStyle>
          <a:p>
            <a:r>
              <a:rPr lang="fr-FR"/>
              <a:t>Cliquez sur l'icône pour ajouter une image</a:t>
            </a:r>
            <a:endParaRPr lang="en-US"/>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3281363" y="1421451"/>
            <a:ext cx="2514283" cy="1938812"/>
          </a:xfrm>
        </p:spPr>
        <p:txBody>
          <a:bodyPr/>
          <a:lstStyle>
            <a:lvl1pPr>
              <a:lnSpc>
                <a:spcPct val="100000"/>
              </a:lnSpc>
              <a:spcAft>
                <a:spcPts val="1200"/>
              </a:spcAft>
              <a:defRPr sz="1500" b="1"/>
            </a:lvl1pPr>
            <a:lvl2pPr>
              <a:defRPr sz="1200">
                <a:latin typeface="+mj-lt"/>
              </a:defRPr>
            </a:lvl2pPr>
            <a:lvl3pPr>
              <a:defRPr sz="1200"/>
            </a:lvl3pPr>
            <a:lvl4pPr>
              <a:defRPr sz="1200"/>
            </a:lvl4pPr>
            <a:lvl5pPr>
              <a:defRPr sz="1200"/>
            </a:lvl5pPr>
          </a:lstStyle>
          <a:p>
            <a:pPr lvl="0"/>
            <a:r>
              <a:rPr lang="fr-FR"/>
              <a:t>Cliquez pour modifier les styles du texte du masque</a:t>
            </a:r>
          </a:p>
          <a:p>
            <a:pPr lvl="1"/>
            <a:r>
              <a:rPr lang="fr-FR"/>
              <a:t>Deuxième niveau</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402831" y="3486944"/>
            <a:ext cx="2657075" cy="1938825"/>
          </a:xfrm>
          <a:solidFill>
            <a:schemeClr val="bg2"/>
          </a:solidFill>
        </p:spPr>
        <p:txBody>
          <a:bodyPr tIns="731520"/>
          <a:lstStyle>
            <a:lvl1pPr algn="ctr">
              <a:defRPr/>
            </a:lvl1pPr>
          </a:lstStyle>
          <a:p>
            <a:r>
              <a:rPr lang="fr-FR"/>
              <a:t>Cliquez sur l'icône pour ajouter une image</a:t>
            </a:r>
            <a:endParaRPr lang="en-US"/>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3281363" y="3486944"/>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fr-FR"/>
              <a:t>Cliquez pour modifier les styles du texte du masque</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fr-FR"/>
              <a:t>Deuxième niveau</a:t>
            </a:r>
          </a:p>
        </p:txBody>
      </p:sp>
      <p:sp>
        <p:nvSpPr>
          <p:cNvPr id="9" name="Picture Placeholder 14">
            <a:extLst>
              <a:ext uri="{FF2B5EF4-FFF2-40B4-BE49-F238E27FC236}">
                <a16:creationId xmlns:a16="http://schemas.microsoft.com/office/drawing/2014/main" id="{BF7E05F9-3B71-A92F-C27D-3EA7295545BA}"/>
              </a:ext>
              <a:ext uri="{C183D7F6-B498-43B3-948B-1728B52AA6E4}">
                <adec:decorative xmlns:adec="http://schemas.microsoft.com/office/drawing/2017/decorative" val="1"/>
              </a:ext>
            </a:extLst>
          </p:cNvPr>
          <p:cNvSpPr>
            <a:spLocks noGrp="1"/>
          </p:cNvSpPr>
          <p:nvPr>
            <p:ph type="pic" sz="quarter" idx="14"/>
          </p:nvPr>
        </p:nvSpPr>
        <p:spPr>
          <a:xfrm>
            <a:off x="6160294" y="1431438"/>
            <a:ext cx="2657075" cy="1938825"/>
          </a:xfrm>
          <a:solidFill>
            <a:schemeClr val="bg2"/>
          </a:solidFill>
        </p:spPr>
        <p:txBody>
          <a:bodyPr tIns="731520"/>
          <a:lstStyle>
            <a:lvl1pPr algn="ctr">
              <a:defRPr/>
            </a:lvl1pPr>
          </a:lstStyle>
          <a:p>
            <a:r>
              <a:rPr lang="fr-FR"/>
              <a:t>Cliquez sur l'icône pour ajouter une image</a:t>
            </a:r>
            <a:endParaRPr lang="en-US"/>
          </a:p>
        </p:txBody>
      </p:sp>
      <p:sp>
        <p:nvSpPr>
          <p:cNvPr id="13" name="Content Placeholder 2">
            <a:extLst>
              <a:ext uri="{FF2B5EF4-FFF2-40B4-BE49-F238E27FC236}">
                <a16:creationId xmlns:a16="http://schemas.microsoft.com/office/drawing/2014/main" id="{FCDEC8E4-3556-9DFF-F8E0-3E599203F394}"/>
              </a:ext>
            </a:extLst>
          </p:cNvPr>
          <p:cNvSpPr>
            <a:spLocks noGrp="1"/>
          </p:cNvSpPr>
          <p:nvPr>
            <p:ph idx="16"/>
          </p:nvPr>
        </p:nvSpPr>
        <p:spPr>
          <a:xfrm>
            <a:off x="9037638" y="1421451"/>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fr-FR"/>
              <a:t>Cliquez pour modifier les styles du texte du masque</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fr-FR"/>
              <a:t>Deuxième niveau</a:t>
            </a:r>
          </a:p>
        </p:txBody>
      </p:sp>
      <p:sp>
        <p:nvSpPr>
          <p:cNvPr id="10" name="Picture Placeholder 14">
            <a:extLst>
              <a:ext uri="{FF2B5EF4-FFF2-40B4-BE49-F238E27FC236}">
                <a16:creationId xmlns:a16="http://schemas.microsoft.com/office/drawing/2014/main" id="{5436620D-30A8-EA32-EBA9-0FB0D98A3A57}"/>
              </a:ext>
              <a:ext uri="{C183D7F6-B498-43B3-948B-1728B52AA6E4}">
                <adec:decorative xmlns:adec="http://schemas.microsoft.com/office/drawing/2017/decorative" val="1"/>
              </a:ext>
            </a:extLst>
          </p:cNvPr>
          <p:cNvSpPr>
            <a:spLocks noGrp="1"/>
          </p:cNvSpPr>
          <p:nvPr>
            <p:ph type="pic" sz="quarter" idx="15"/>
          </p:nvPr>
        </p:nvSpPr>
        <p:spPr>
          <a:xfrm>
            <a:off x="6160294" y="3486944"/>
            <a:ext cx="2657075" cy="1938825"/>
          </a:xfrm>
          <a:solidFill>
            <a:schemeClr val="bg2"/>
          </a:solidFill>
        </p:spPr>
        <p:txBody>
          <a:bodyPr tIns="731520"/>
          <a:lstStyle>
            <a:lvl1pPr algn="ctr">
              <a:defRPr/>
            </a:lvl1pPr>
          </a:lstStyle>
          <a:p>
            <a:r>
              <a:rPr lang="fr-FR"/>
              <a:t>Cliquez sur l'icône pour ajouter une image</a:t>
            </a:r>
            <a:endParaRPr lang="en-US"/>
          </a:p>
        </p:txBody>
      </p:sp>
      <p:sp>
        <p:nvSpPr>
          <p:cNvPr id="14" name="Content Placeholder 2">
            <a:extLst>
              <a:ext uri="{FF2B5EF4-FFF2-40B4-BE49-F238E27FC236}">
                <a16:creationId xmlns:a16="http://schemas.microsoft.com/office/drawing/2014/main" id="{08EEADAB-1623-2FF8-2487-6AA4F7EC3587}"/>
              </a:ext>
            </a:extLst>
          </p:cNvPr>
          <p:cNvSpPr>
            <a:spLocks noGrp="1"/>
          </p:cNvSpPr>
          <p:nvPr>
            <p:ph idx="17"/>
          </p:nvPr>
        </p:nvSpPr>
        <p:spPr>
          <a:xfrm>
            <a:off x="9037638" y="3486944"/>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fr-FR"/>
              <a:t>Cliquez pour modifier les styles du texte du masque</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fr-FR"/>
              <a:t>Deuxième niveau</a:t>
            </a:r>
          </a:p>
        </p:txBody>
      </p:sp>
      <p:sp>
        <p:nvSpPr>
          <p:cNvPr id="3" name="Footer Placeholder 4">
            <a:extLst>
              <a:ext uri="{FF2B5EF4-FFF2-40B4-BE49-F238E27FC236}">
                <a16:creationId xmlns:a16="http://schemas.microsoft.com/office/drawing/2014/main" id="{91E3B5C0-2252-2AC3-B6AC-A233A36FBD7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5" name="Slide Number Placeholder 13">
            <a:extLst>
              <a:ext uri="{FF2B5EF4-FFF2-40B4-BE49-F238E27FC236}">
                <a16:creationId xmlns:a16="http://schemas.microsoft.com/office/drawing/2014/main" id="{3634351F-B70F-FAD9-F7BB-519E4552F59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411899469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76667780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hree Content 2">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69EA8B36-F386-C764-DAD6-33D7736D9EEC}"/>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946275"/>
            <a:ext cx="3280410" cy="3992563"/>
          </a:xfrm>
        </p:spPr>
        <p:txBody>
          <a:bodyPr/>
          <a:lstStyle>
            <a:lvl1pPr>
              <a:lnSpc>
                <a:spcPct val="100000"/>
              </a:lnSpc>
              <a:spcBef>
                <a:spcPts val="0"/>
              </a:spcBef>
              <a:spcAft>
                <a:spcPts val="1300"/>
              </a:spcAft>
              <a:defRPr sz="2000" b="1">
                <a:latin typeface="+mn-lt"/>
              </a:defRPr>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Footer Placeholder 4">
            <a:extLst>
              <a:ext uri="{FF2B5EF4-FFF2-40B4-BE49-F238E27FC236}">
                <a16:creationId xmlns:a16="http://schemas.microsoft.com/office/drawing/2014/main" id="{BE946374-FA30-CA90-8DA8-4D3D9C8D955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7" name="Slide Number Placeholder 13">
            <a:extLst>
              <a:ext uri="{FF2B5EF4-FFF2-40B4-BE49-F238E27FC236}">
                <a16:creationId xmlns:a16="http://schemas.microsoft.com/office/drawing/2014/main" id="{B7BD091D-1A71-D98C-9FBE-055914E89494}"/>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336178381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hart and Two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6" name="Chart Placeholder 5">
            <a:extLst>
              <a:ext uri="{FF2B5EF4-FFF2-40B4-BE49-F238E27FC236}">
                <a16:creationId xmlns:a16="http://schemas.microsoft.com/office/drawing/2014/main" id="{73FDB890-3693-B329-5A7C-C65A3B124F7E}"/>
              </a:ext>
            </a:extLst>
          </p:cNvPr>
          <p:cNvSpPr>
            <a:spLocks noGrp="1"/>
          </p:cNvSpPr>
          <p:nvPr>
            <p:ph type="chart" sz="quarter" idx="12"/>
          </p:nvPr>
        </p:nvSpPr>
        <p:spPr>
          <a:xfrm>
            <a:off x="410808" y="1439508"/>
            <a:ext cx="5237163" cy="4510088"/>
          </a:xfrm>
        </p:spPr>
        <p:txBody>
          <a:bodyPr/>
          <a:lstStyle/>
          <a:p>
            <a:r>
              <a:rPr lang="fr-FR"/>
              <a:t>Cliquez sur l'icône pour ajouter un graphique</a:t>
            </a:r>
            <a:endParaRPr lang="en-US"/>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6168671" y="2468208"/>
            <a:ext cx="2754667" cy="3481388"/>
          </a:xfrm>
        </p:spPr>
        <p:txBody>
          <a:bodyPr/>
          <a:lstStyle>
            <a:lvl1pPr>
              <a:lnSpc>
                <a:spcPct val="100000"/>
              </a:lnSpc>
              <a:spcAft>
                <a:spcPts val="1300"/>
              </a:spcAft>
              <a:defRPr sz="1500"/>
            </a:lvl1pPr>
            <a:lvl2pPr>
              <a:defRPr sz="1400"/>
            </a:lvl2pPr>
            <a:lvl3pPr>
              <a:defRPr sz="1400"/>
            </a:lvl3pPr>
            <a:lvl4pPr>
              <a:defRPr sz="1400"/>
            </a:lvl4pPr>
            <a:lvl5pPr>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9048041" y="2468208"/>
            <a:ext cx="2754667" cy="3481388"/>
          </a:xfrm>
        </p:spPr>
        <p:txBody>
          <a:bodyPr/>
          <a:lstStyle>
            <a:lvl1pPr>
              <a:lnSpc>
                <a:spcPct val="100000"/>
              </a:lnSpc>
              <a:spcAft>
                <a:spcPts val="1300"/>
              </a:spcAft>
              <a:defRPr sz="1500"/>
            </a:lvl1pPr>
            <a:lvl2pPr>
              <a:defRPr sz="1400"/>
            </a:lvl2pPr>
            <a:lvl3pPr>
              <a:defRPr sz="1400"/>
            </a:lvl3pPr>
            <a:lvl4pPr>
              <a:defRPr sz="1400"/>
            </a:lvl4pPr>
            <a:lvl5pPr>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Footer Placeholder 4">
            <a:extLst>
              <a:ext uri="{FF2B5EF4-FFF2-40B4-BE49-F238E27FC236}">
                <a16:creationId xmlns:a16="http://schemas.microsoft.com/office/drawing/2014/main" id="{79626A07-2517-5726-4FDD-0AC9D92990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5" name="Slide Number Placeholder 13">
            <a:extLst>
              <a:ext uri="{FF2B5EF4-FFF2-40B4-BE49-F238E27FC236}">
                <a16:creationId xmlns:a16="http://schemas.microsoft.com/office/drawing/2014/main" id="{06046AFA-0660-1D2A-C174-4EABDBEAAA0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324169928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ata and Two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7670" y="1949410"/>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614568"/>
            <a:ext cx="3280410" cy="2270480"/>
          </a:xfrm>
        </p:spPr>
        <p:txBody>
          <a:bodyPr/>
          <a:lstStyle>
            <a:lvl1pPr>
              <a:lnSpc>
                <a:spcPct val="100000"/>
              </a:lnSpc>
              <a:spcAft>
                <a:spcPts val="1000"/>
              </a:spcAft>
              <a:defRPr sz="1800" b="1">
                <a:latin typeface="+mn-lt"/>
              </a:defRPr>
            </a:lvl1pPr>
            <a:lvl2pPr>
              <a:lnSpc>
                <a:spcPct val="100000"/>
              </a:lnSpc>
              <a:spcBef>
                <a:spcPts val="0"/>
              </a:spcBef>
              <a:defRPr sz="1400"/>
            </a:lvl2pPr>
            <a:lvl3pPr>
              <a:defRPr sz="1400"/>
            </a:lvl3pPr>
            <a:lvl4pPr>
              <a:defRPr sz="1400"/>
            </a:lvl4pPr>
            <a:lvl5pPr>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57033"/>
            <a:ext cx="3280410" cy="399256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57033"/>
            <a:ext cx="3280410" cy="399256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Footer Placeholder 4">
            <a:extLst>
              <a:ext uri="{FF2B5EF4-FFF2-40B4-BE49-F238E27FC236}">
                <a16:creationId xmlns:a16="http://schemas.microsoft.com/office/drawing/2014/main" id="{6955500F-3808-9CA2-1F44-A6416457143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6" name="Slide Number Placeholder 13">
            <a:extLst>
              <a:ext uri="{FF2B5EF4-FFF2-40B4-BE49-F238E27FC236}">
                <a16:creationId xmlns:a16="http://schemas.microsoft.com/office/drawing/2014/main" id="{E6F2E23D-BB9F-B34F-EC85-66F73AA738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10436720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ta and Four Stats">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7670" y="1949410"/>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614568"/>
            <a:ext cx="3280410" cy="2270480"/>
          </a:xfrm>
        </p:spPr>
        <p:txBody>
          <a:bodyPr/>
          <a:lstStyle>
            <a:lvl1pPr>
              <a:lnSpc>
                <a:spcPct val="100000"/>
              </a:lnSpc>
              <a:spcAft>
                <a:spcPts val="0"/>
              </a:spcAft>
              <a:defRPr sz="1800" b="1">
                <a:latin typeface="+mn-lt"/>
              </a:defRPr>
            </a:lvl1pPr>
            <a:lvl2pPr>
              <a:spcBef>
                <a:spcPts val="600"/>
              </a:spcBef>
              <a:defRPr sz="14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57034"/>
            <a:ext cx="3280410" cy="1527529"/>
          </a:xfrm>
        </p:spPr>
        <p:txBody>
          <a:bodyPr/>
          <a:lstStyle>
            <a:lvl1pPr>
              <a:lnSpc>
                <a:spcPct val="100000"/>
              </a:lnSpc>
              <a:spcAft>
                <a:spcPts val="1300"/>
              </a:spcAft>
              <a:defRPr sz="1500"/>
            </a:lvl1pPr>
            <a:lvl2pPr>
              <a:lnSpc>
                <a:spcPct val="100000"/>
              </a:lnSpc>
              <a:spcBef>
                <a:spcPts val="0"/>
              </a:spcBef>
              <a:defRPr sz="4500">
                <a:latin typeface="+mn-lt"/>
              </a:defRPr>
            </a:lvl2pPr>
            <a:lvl3pPr marL="0" indent="0">
              <a:spcBef>
                <a:spcPts val="100"/>
              </a:spcBef>
              <a:buNone/>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7" name="Content Placeholder 2">
            <a:extLst>
              <a:ext uri="{FF2B5EF4-FFF2-40B4-BE49-F238E27FC236}">
                <a16:creationId xmlns:a16="http://schemas.microsoft.com/office/drawing/2014/main" id="{148E7DA0-330F-0EFA-F5EA-9B8D8ADDB8B0}"/>
              </a:ext>
            </a:extLst>
          </p:cNvPr>
          <p:cNvSpPr>
            <a:spLocks noGrp="1"/>
          </p:cNvSpPr>
          <p:nvPr>
            <p:ph idx="16"/>
          </p:nvPr>
        </p:nvSpPr>
        <p:spPr>
          <a:xfrm>
            <a:off x="8087958" y="1957034"/>
            <a:ext cx="3280410" cy="1527529"/>
          </a:xfrm>
        </p:spPr>
        <p:txBody>
          <a:bodyPr/>
          <a:lstStyle>
            <a:lvl1pPr>
              <a:lnSpc>
                <a:spcPct val="100000"/>
              </a:lnSpc>
              <a:spcAft>
                <a:spcPts val="1300"/>
              </a:spcAft>
              <a:defRPr sz="1500"/>
            </a:lvl1pPr>
            <a:lvl2pPr>
              <a:lnSpc>
                <a:spcPct val="100000"/>
              </a:lnSpc>
              <a:spcBef>
                <a:spcPts val="0"/>
              </a:spcBef>
              <a:defRPr sz="4500">
                <a:latin typeface="+mn-lt"/>
              </a:defRPr>
            </a:lvl2pPr>
            <a:lvl3pPr marL="0" indent="0">
              <a:spcBef>
                <a:spcPts val="100"/>
              </a:spcBef>
              <a:buNone/>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9" name="Content Placeholder 2">
            <a:extLst>
              <a:ext uri="{FF2B5EF4-FFF2-40B4-BE49-F238E27FC236}">
                <a16:creationId xmlns:a16="http://schemas.microsoft.com/office/drawing/2014/main" id="{1F934F8D-EEE5-A5C7-4F51-62B220EA007B}"/>
              </a:ext>
            </a:extLst>
          </p:cNvPr>
          <p:cNvSpPr>
            <a:spLocks noGrp="1"/>
          </p:cNvSpPr>
          <p:nvPr>
            <p:ph idx="17" hasCustomPrompt="1"/>
          </p:nvPr>
        </p:nvSpPr>
        <p:spPr>
          <a:xfrm>
            <a:off x="4242435" y="3727982"/>
            <a:ext cx="3280410" cy="1527529"/>
          </a:xfrm>
        </p:spPr>
        <p:txBody>
          <a:bodyPr/>
          <a:lstStyle>
            <a:lvl1pPr>
              <a:lnSpc>
                <a:spcPct val="100000"/>
              </a:lnSpc>
              <a:spcAft>
                <a:spcPts val="0"/>
              </a:spcAft>
              <a:defRPr sz="4500" b="0"/>
            </a:lvl1pPr>
            <a:lvl2pPr>
              <a:lnSpc>
                <a:spcPct val="100000"/>
              </a:lnSpc>
              <a:spcBef>
                <a:spcPts val="0"/>
              </a:spcBef>
              <a:defRPr sz="1200"/>
            </a:lvl2pPr>
            <a:lvl3pPr marL="0" indent="0">
              <a:spcBef>
                <a:spcPts val="100"/>
              </a:spcBef>
              <a:buNone/>
              <a:defRPr sz="1200"/>
            </a:lvl3pPr>
            <a:lvl4pPr>
              <a:defRPr sz="1200"/>
            </a:lvl4pPr>
            <a:lvl5pPr>
              <a:defRPr sz="1200"/>
            </a:lvl5pPr>
          </a:lstStyle>
          <a:p>
            <a:pPr lvl="0"/>
            <a:r>
              <a:rPr lang="en-US"/>
              <a:t>First level</a:t>
            </a:r>
          </a:p>
          <a:p>
            <a:pPr lvl="1"/>
            <a:r>
              <a:rPr lang="en-US"/>
              <a:t>Second level</a:t>
            </a:r>
          </a:p>
        </p:txBody>
      </p:sp>
      <p:sp>
        <p:nvSpPr>
          <p:cNvPr id="11" name="Content Placeholder 2">
            <a:extLst>
              <a:ext uri="{FF2B5EF4-FFF2-40B4-BE49-F238E27FC236}">
                <a16:creationId xmlns:a16="http://schemas.microsoft.com/office/drawing/2014/main" id="{96F4A050-73C7-4EF8-22E1-17E2117180F0}"/>
              </a:ext>
            </a:extLst>
          </p:cNvPr>
          <p:cNvSpPr>
            <a:spLocks noGrp="1"/>
          </p:cNvSpPr>
          <p:nvPr>
            <p:ph idx="18" hasCustomPrompt="1"/>
          </p:nvPr>
        </p:nvSpPr>
        <p:spPr>
          <a:xfrm>
            <a:off x="8087958" y="3727982"/>
            <a:ext cx="3280410" cy="1527529"/>
          </a:xfrm>
        </p:spPr>
        <p:txBody>
          <a:bodyPr/>
          <a:lstStyle>
            <a:lvl1pPr>
              <a:lnSpc>
                <a:spcPct val="100000"/>
              </a:lnSpc>
              <a:spcAft>
                <a:spcPts val="0"/>
              </a:spcAft>
              <a:defRPr sz="4500" b="0"/>
            </a:lvl1pPr>
            <a:lvl2pPr>
              <a:lnSpc>
                <a:spcPct val="100000"/>
              </a:lnSpc>
              <a:spcBef>
                <a:spcPts val="0"/>
              </a:spcBef>
              <a:defRPr sz="1200"/>
            </a:lvl2pPr>
            <a:lvl3pPr marL="0" indent="0">
              <a:spcBef>
                <a:spcPts val="100"/>
              </a:spcBef>
              <a:buNone/>
              <a:defRPr sz="1200"/>
            </a:lvl3pPr>
            <a:lvl4pPr>
              <a:defRPr sz="1200"/>
            </a:lvl4pPr>
            <a:lvl5pPr>
              <a:defRPr sz="1200"/>
            </a:lvl5pPr>
          </a:lstStyle>
          <a:p>
            <a:pPr lvl="0"/>
            <a:r>
              <a:rPr lang="en-US"/>
              <a:t>First level</a:t>
            </a:r>
          </a:p>
          <a:p>
            <a:pPr lvl="1"/>
            <a:r>
              <a:rPr lang="en-US"/>
              <a:t>Second level</a:t>
            </a:r>
          </a:p>
        </p:txBody>
      </p:sp>
      <p:sp>
        <p:nvSpPr>
          <p:cNvPr id="3" name="Footer Placeholder 4">
            <a:extLst>
              <a:ext uri="{FF2B5EF4-FFF2-40B4-BE49-F238E27FC236}">
                <a16:creationId xmlns:a16="http://schemas.microsoft.com/office/drawing/2014/main" id="{3279AEC2-3D38-AA3C-D9ED-F56066F0252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6" name="Slide Number Placeholder 13">
            <a:extLst>
              <a:ext uri="{FF2B5EF4-FFF2-40B4-BE49-F238E27FC236}">
                <a16:creationId xmlns:a16="http://schemas.microsoft.com/office/drawing/2014/main" id="{1F2E443D-FB19-EC91-F034-92383A4D9EA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204389688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hree Content Two Small Images">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9CDDF52B-DBF3-6EA5-316F-86B168D5B385}"/>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440338"/>
            <a:ext cx="3448050" cy="4498500"/>
          </a:xfrm>
        </p:spPr>
        <p:txBody>
          <a:bodyPr/>
          <a:lstStyle>
            <a:lvl1pPr>
              <a:lnSpc>
                <a:spcPct val="100000"/>
              </a:lnSpc>
              <a:spcBef>
                <a:spcPts val="0"/>
              </a:spcBef>
              <a:spcAft>
                <a:spcPts val="1300"/>
              </a:spcAft>
              <a:defRPr sz="2000" b="1">
                <a:latin typeface="+mn-lt"/>
              </a:defRPr>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440338"/>
            <a:ext cx="3280410" cy="1929924"/>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689588"/>
            <a:ext cx="3621405" cy="2257189"/>
          </a:xfrm>
          <a:solidFill>
            <a:schemeClr val="bg2"/>
          </a:solidFill>
        </p:spPr>
        <p:txBody>
          <a:bodyPr tIns="731520"/>
          <a:lstStyle>
            <a:lvl1pPr algn="ctr">
              <a:defRPr/>
            </a:lvl1pPr>
          </a:lstStyle>
          <a:p>
            <a:r>
              <a:rPr lang="fr-FR"/>
              <a:t>Cliquez sur l'icône pour ajouter une image</a:t>
            </a:r>
            <a:endParaRPr lang="en-US"/>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440339"/>
            <a:ext cx="3280410" cy="1929924"/>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689588"/>
            <a:ext cx="3621405" cy="2257189"/>
          </a:xfrm>
          <a:solidFill>
            <a:schemeClr val="bg2"/>
          </a:solidFill>
        </p:spPr>
        <p:txBody>
          <a:bodyPr tIns="731520"/>
          <a:lstStyle>
            <a:lvl1pPr algn="ctr">
              <a:defRPr/>
            </a:lvl1pPr>
          </a:lstStyle>
          <a:p>
            <a:r>
              <a:rPr lang="fr-FR"/>
              <a:t>Cliquez sur l'icône pour ajouter une image</a:t>
            </a:r>
            <a:endParaRPr lang="en-US"/>
          </a:p>
        </p:txBody>
      </p:sp>
      <p:sp>
        <p:nvSpPr>
          <p:cNvPr id="3" name="Footer Placeholder 4">
            <a:extLst>
              <a:ext uri="{FF2B5EF4-FFF2-40B4-BE49-F238E27FC236}">
                <a16:creationId xmlns:a16="http://schemas.microsoft.com/office/drawing/2014/main" id="{E67D3849-C8CD-8658-1466-0AC905A3290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7" name="Slide Number Placeholder 13">
            <a:extLst>
              <a:ext uri="{FF2B5EF4-FFF2-40B4-BE49-F238E27FC236}">
                <a16:creationId xmlns:a16="http://schemas.microsoft.com/office/drawing/2014/main" id="{45FB2FC1-37EA-E80B-8E2C-5BB79F82C54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293218021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hree Images Three Content">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12157443-656C-E355-D086-838984BEEC17}"/>
              </a:ext>
            </a:extLst>
          </p:cNvPr>
          <p:cNvSpPr>
            <a:spLocks noGrp="1"/>
          </p:cNvSpPr>
          <p:nvPr>
            <p:ph type="title"/>
          </p:nvPr>
        </p:nvSpPr>
        <p:spPr>
          <a:xfrm>
            <a:off x="397667" y="402336"/>
            <a:ext cx="5645946" cy="908940"/>
          </a:xfrm>
          <a:prstGeom prst="rect">
            <a:avLst/>
          </a:prstGeom>
        </p:spPr>
        <p:txBody>
          <a:bodyPr vert="horz" lIns="0" tIns="0" rIns="0" bIns="0" rtlCol="0" anchor="t" anchorCtr="0">
            <a:noAutofit/>
          </a:bodyPr>
          <a:lstStyle/>
          <a:p>
            <a:r>
              <a:rPr lang="fr-FR"/>
              <a:t>Modifiez le style du titre</a:t>
            </a:r>
            <a:endParaRPr lang="en-US"/>
          </a:p>
        </p:txBody>
      </p:sp>
      <p:sp>
        <p:nvSpPr>
          <p:cNvPr id="6" name="Picture Placeholder 14">
            <a:extLst>
              <a:ext uri="{FF2B5EF4-FFF2-40B4-BE49-F238E27FC236}">
                <a16:creationId xmlns:a16="http://schemas.microsoft.com/office/drawing/2014/main" id="{C4FF4641-ED6B-EA6B-E1D6-5913E5D1C4A7}"/>
              </a:ext>
              <a:ext uri="{C183D7F6-B498-43B3-948B-1728B52AA6E4}">
                <adec:decorative xmlns:adec="http://schemas.microsoft.com/office/drawing/2017/decorative" val="1"/>
              </a:ext>
            </a:extLst>
          </p:cNvPr>
          <p:cNvSpPr>
            <a:spLocks noGrp="1"/>
          </p:cNvSpPr>
          <p:nvPr>
            <p:ph type="pic" sz="quarter" idx="12"/>
          </p:nvPr>
        </p:nvSpPr>
        <p:spPr>
          <a:xfrm>
            <a:off x="400050" y="1434783"/>
            <a:ext cx="3621405" cy="2449830"/>
          </a:xfrm>
          <a:solidFill>
            <a:schemeClr val="bg2"/>
          </a:solidFill>
        </p:spPr>
        <p:txBody>
          <a:bodyPr tIns="731520"/>
          <a:lstStyle>
            <a:lvl1pPr algn="ctr">
              <a:defRPr/>
            </a:lvl1pPr>
          </a:lstStyle>
          <a:p>
            <a:r>
              <a:rPr lang="fr-FR"/>
              <a:t>Cliquez sur l'icône pour ajouter une image</a:t>
            </a:r>
            <a:endParaRPr lang="en-US"/>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8" name="Picture Placeholder 14">
            <a:extLst>
              <a:ext uri="{FF2B5EF4-FFF2-40B4-BE49-F238E27FC236}">
                <a16:creationId xmlns:a16="http://schemas.microsoft.com/office/drawing/2014/main" id="{738BD24F-B7A9-6A5E-4B91-293E35C96245}"/>
              </a:ext>
              <a:ext uri="{C183D7F6-B498-43B3-948B-1728B52AA6E4}">
                <adec:decorative xmlns:adec="http://schemas.microsoft.com/office/drawing/2017/decorative" val="1"/>
              </a:ext>
            </a:extLst>
          </p:cNvPr>
          <p:cNvSpPr>
            <a:spLocks noGrp="1"/>
          </p:cNvSpPr>
          <p:nvPr>
            <p:ph type="pic" sz="quarter" idx="13"/>
          </p:nvPr>
        </p:nvSpPr>
        <p:spPr>
          <a:xfrm>
            <a:off x="4247197" y="1434783"/>
            <a:ext cx="3621405" cy="2449830"/>
          </a:xfrm>
          <a:solidFill>
            <a:schemeClr val="bg2"/>
          </a:solidFill>
        </p:spPr>
        <p:txBody>
          <a:bodyPr tIns="731520"/>
          <a:lstStyle>
            <a:lvl1pPr algn="ctr">
              <a:defRPr/>
            </a:lvl1pPr>
          </a:lstStyle>
          <a:p>
            <a:r>
              <a:rPr lang="fr-FR"/>
              <a:t>Cliquez sur l'icône pour ajouter une image</a:t>
            </a:r>
            <a:endParaRPr lang="en-US"/>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Picture Placeholder 14">
            <a:extLst>
              <a:ext uri="{FF2B5EF4-FFF2-40B4-BE49-F238E27FC236}">
                <a16:creationId xmlns:a16="http://schemas.microsoft.com/office/drawing/2014/main" id="{3EA62964-C972-788F-A145-641910913B5F}"/>
              </a:ext>
              <a:ext uri="{C183D7F6-B498-43B3-948B-1728B52AA6E4}">
                <adec:decorative xmlns:adec="http://schemas.microsoft.com/office/drawing/2017/decorative" val="1"/>
              </a:ext>
            </a:extLst>
          </p:cNvPr>
          <p:cNvSpPr>
            <a:spLocks noGrp="1"/>
          </p:cNvSpPr>
          <p:nvPr>
            <p:ph type="pic" sz="quarter" idx="14"/>
          </p:nvPr>
        </p:nvSpPr>
        <p:spPr>
          <a:xfrm>
            <a:off x="8084820" y="1434783"/>
            <a:ext cx="3621405" cy="2449830"/>
          </a:xfrm>
          <a:solidFill>
            <a:schemeClr val="bg2"/>
          </a:solidFill>
        </p:spPr>
        <p:txBody>
          <a:bodyPr tIns="731520"/>
          <a:lstStyle>
            <a:lvl1pPr algn="ctr">
              <a:defRPr/>
            </a:lvl1pPr>
          </a:lstStyle>
          <a:p>
            <a:r>
              <a:rPr lang="fr-FR"/>
              <a:t>Cliquez sur l'icône pour ajouter une image</a:t>
            </a:r>
            <a:endParaRPr lang="en-US"/>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Footer Placeholder 4">
            <a:extLst>
              <a:ext uri="{FF2B5EF4-FFF2-40B4-BE49-F238E27FC236}">
                <a16:creationId xmlns:a16="http://schemas.microsoft.com/office/drawing/2014/main" id="{E6D39F23-E441-3514-2A4F-F9CCA291192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7" name="Slide Number Placeholder 13">
            <a:extLst>
              <a:ext uri="{FF2B5EF4-FFF2-40B4-BE49-F238E27FC236}">
                <a16:creationId xmlns:a16="http://schemas.microsoft.com/office/drawing/2014/main" id="{FE222EB9-6543-2E06-6048-C32D6D58FBC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383683802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ide TItle Two Images Two Content">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32898A4C-932E-23E9-DC30-A54F1747D7DA}"/>
              </a:ext>
            </a:extLst>
          </p:cNvPr>
          <p:cNvSpPr>
            <a:spLocks noGrp="1"/>
          </p:cNvSpPr>
          <p:nvPr>
            <p:ph type="title"/>
          </p:nvPr>
        </p:nvSpPr>
        <p:spPr>
          <a:xfrm>
            <a:off x="397667" y="4002723"/>
            <a:ext cx="3389473" cy="1929924"/>
          </a:xfrm>
          <a:prstGeom prst="rect">
            <a:avLst/>
          </a:prstGeom>
        </p:spPr>
        <p:txBody>
          <a:bodyPr vert="horz" lIns="0" tIns="0" rIns="0" bIns="0" rtlCol="0" anchor="t" anchorCtr="0">
            <a:noAutofit/>
          </a:bodyPr>
          <a:lstStyle>
            <a:lvl1pPr>
              <a:defRPr sz="2400"/>
            </a:lvl1pPr>
          </a:lstStyle>
          <a:p>
            <a:r>
              <a:rPr lang="fr-FR"/>
              <a:t>Modifiez le style du titre</a:t>
            </a:r>
            <a:endParaRPr lang="en-US"/>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410052"/>
            <a:ext cx="3621405" cy="3474561"/>
          </a:xfrm>
          <a:solidFill>
            <a:schemeClr val="bg2"/>
          </a:solidFill>
        </p:spPr>
        <p:txBody>
          <a:bodyPr tIns="731520"/>
          <a:lstStyle>
            <a:lvl1pPr algn="ctr">
              <a:defRPr/>
            </a:lvl1pPr>
          </a:lstStyle>
          <a:p>
            <a:r>
              <a:rPr lang="fr-FR"/>
              <a:t>Cliquez sur l'icône pour ajouter une image</a:t>
            </a:r>
            <a:endParaRPr lang="en-US"/>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4007380"/>
            <a:ext cx="3280410" cy="193992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410052"/>
            <a:ext cx="3621405" cy="3474561"/>
          </a:xfrm>
          <a:solidFill>
            <a:schemeClr val="bg2"/>
          </a:solidFill>
        </p:spPr>
        <p:txBody>
          <a:bodyPr tIns="731520"/>
          <a:lstStyle>
            <a:lvl1pPr algn="ctr">
              <a:defRPr/>
            </a:lvl1pPr>
          </a:lstStyle>
          <a:p>
            <a:r>
              <a:rPr lang="fr-FR"/>
              <a:t>Cliquez sur l'icône pour ajouter une image</a:t>
            </a:r>
            <a:endParaRPr lang="en-US"/>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4007380"/>
            <a:ext cx="3280410" cy="193992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Footer Placeholder 4">
            <a:extLst>
              <a:ext uri="{FF2B5EF4-FFF2-40B4-BE49-F238E27FC236}">
                <a16:creationId xmlns:a16="http://schemas.microsoft.com/office/drawing/2014/main" id="{4BD5BA45-6FFD-0692-0F0F-E110F28E680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5" name="Slide Number Placeholder 13">
            <a:extLst>
              <a:ext uri="{FF2B5EF4-FFF2-40B4-BE49-F238E27FC236}">
                <a16:creationId xmlns:a16="http://schemas.microsoft.com/office/drawing/2014/main" id="{6A0EF6EA-3F57-5496-E0F3-4864ED1104A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359798993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7669" y="1946275"/>
            <a:ext cx="2757805" cy="4035425"/>
          </a:xfrm>
        </p:spPr>
        <p:txBody>
          <a:bodyPr rIns="91440"/>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89821" y="1946275"/>
            <a:ext cx="2752324" cy="4035425"/>
          </a:xfrm>
        </p:spPr>
        <p:txBody>
          <a:bodyPr rIns="91440"/>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66511" y="1946275"/>
            <a:ext cx="2749927" cy="4035425"/>
          </a:xfrm>
        </p:spPr>
        <p:txBody>
          <a:bodyPr rIns="91440"/>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48456" y="1946275"/>
            <a:ext cx="2749927" cy="4035425"/>
          </a:xfrm>
        </p:spPr>
        <p:txBody>
          <a:bodyPr rIns="91440"/>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363902545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hree Content Infographics">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Footer Placeholder 4">
            <a:extLst>
              <a:ext uri="{FF2B5EF4-FFF2-40B4-BE49-F238E27FC236}">
                <a16:creationId xmlns:a16="http://schemas.microsoft.com/office/drawing/2014/main" id="{FDAB432F-854F-42B3-F530-13E74D7AAA8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6" name="Slide Number Placeholder 13">
            <a:extLst>
              <a:ext uri="{FF2B5EF4-FFF2-40B4-BE49-F238E27FC236}">
                <a16:creationId xmlns:a16="http://schemas.microsoft.com/office/drawing/2014/main" id="{3B9F6906-FD55-4ECF-BC68-21EDA9D4716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5887764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Four Content Infographics">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393617" y="3484563"/>
            <a:ext cx="2757805" cy="2497137"/>
          </a:xfrm>
        </p:spPr>
        <p:txBody>
          <a:bodyPr rIns="91440"/>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75769" y="3484563"/>
            <a:ext cx="2752324" cy="2497137"/>
          </a:xfrm>
        </p:spPr>
        <p:txBody>
          <a:bodyPr rIns="91440"/>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52459" y="3484563"/>
            <a:ext cx="2749927" cy="2497137"/>
          </a:xfrm>
        </p:spPr>
        <p:txBody>
          <a:bodyPr rIns="91440"/>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48456" y="3484563"/>
            <a:ext cx="2749927" cy="2497137"/>
          </a:xfrm>
        </p:spPr>
        <p:txBody>
          <a:bodyPr rIns="91440"/>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Footer Placeholder 4">
            <a:extLst>
              <a:ext uri="{FF2B5EF4-FFF2-40B4-BE49-F238E27FC236}">
                <a16:creationId xmlns:a16="http://schemas.microsoft.com/office/drawing/2014/main" id="{15B11690-3DC6-7B4C-5196-E388A511468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9" name="Slide Number Placeholder 13">
            <a:extLst>
              <a:ext uri="{FF2B5EF4-FFF2-40B4-BE49-F238E27FC236}">
                <a16:creationId xmlns:a16="http://schemas.microsoft.com/office/drawing/2014/main" id="{408A6C4D-3F5E-1CC8-64FD-F01177BD1E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282086182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 Intro Four Content Four Infographic Boxes">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36A1FE59-52D8-7819-FCA0-4B8512415F68}"/>
              </a:ext>
            </a:extLst>
          </p:cNvPr>
          <p:cNvSpPr>
            <a:spLocks noGrp="1"/>
          </p:cNvSpPr>
          <p:nvPr>
            <p:ph type="title"/>
          </p:nvPr>
        </p:nvSpPr>
        <p:spPr>
          <a:xfrm>
            <a:off x="397667" y="402336"/>
            <a:ext cx="5645946" cy="908837"/>
          </a:xfrm>
          <a:prstGeom prst="rect">
            <a:avLst/>
          </a:prstGeom>
        </p:spPr>
        <p:txBody>
          <a:bodyPr vert="horz" lIns="0" tIns="0" rIns="0" bIns="0" rtlCol="0" anchor="t" anchorCtr="0">
            <a:noAutofit/>
          </a:bodyPr>
          <a:lstStyle/>
          <a:p>
            <a:r>
              <a:rPr lang="fr-FR"/>
              <a:t>Modifiez le style du titre</a:t>
            </a:r>
            <a:endParaRPr lang="en-US"/>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908"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3" name="Content Placeholder 2">
            <a:extLst>
              <a:ext uri="{FF2B5EF4-FFF2-40B4-BE49-F238E27FC236}">
                <a16:creationId xmlns:a16="http://schemas.microsoft.com/office/drawing/2014/main" id="{A27F624C-8E74-64EA-25D6-81C018D703C7}"/>
              </a:ext>
            </a:extLst>
          </p:cNvPr>
          <p:cNvSpPr>
            <a:spLocks noGrp="1"/>
          </p:cNvSpPr>
          <p:nvPr>
            <p:ph idx="14"/>
          </p:nvPr>
        </p:nvSpPr>
        <p:spPr>
          <a:xfrm>
            <a:off x="3292401"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10" name="Content Placeholder 2">
            <a:extLst>
              <a:ext uri="{FF2B5EF4-FFF2-40B4-BE49-F238E27FC236}">
                <a16:creationId xmlns:a16="http://schemas.microsoft.com/office/drawing/2014/main" id="{95BA71C3-8B98-CBAD-967B-B8C200A9F9DB}"/>
              </a:ext>
            </a:extLst>
          </p:cNvPr>
          <p:cNvSpPr>
            <a:spLocks noGrp="1"/>
          </p:cNvSpPr>
          <p:nvPr>
            <p:ph idx="15"/>
          </p:nvPr>
        </p:nvSpPr>
        <p:spPr>
          <a:xfrm>
            <a:off x="6181894"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12" name="Content Placeholder 2">
            <a:extLst>
              <a:ext uri="{FF2B5EF4-FFF2-40B4-BE49-F238E27FC236}">
                <a16:creationId xmlns:a16="http://schemas.microsoft.com/office/drawing/2014/main" id="{583A7053-6A7D-A8F8-4656-87270953BD60}"/>
              </a:ext>
            </a:extLst>
          </p:cNvPr>
          <p:cNvSpPr>
            <a:spLocks noGrp="1"/>
          </p:cNvSpPr>
          <p:nvPr>
            <p:ph idx="16"/>
          </p:nvPr>
        </p:nvSpPr>
        <p:spPr>
          <a:xfrm>
            <a:off x="9071386"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5" name="Footer Placeholder 4">
            <a:extLst>
              <a:ext uri="{FF2B5EF4-FFF2-40B4-BE49-F238E27FC236}">
                <a16:creationId xmlns:a16="http://schemas.microsoft.com/office/drawing/2014/main" id="{7A4C48D2-B18D-75C7-0C7E-1D9DB139609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6" name="Slide Number Placeholder 13">
            <a:extLst>
              <a:ext uri="{FF2B5EF4-FFF2-40B4-BE49-F238E27FC236}">
                <a16:creationId xmlns:a16="http://schemas.microsoft.com/office/drawing/2014/main" id="{D9EBCD51-8DA2-A863-38B9-4D39E92CBC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8" name="Content Placeholder 2">
            <a:extLst>
              <a:ext uri="{FF2B5EF4-FFF2-40B4-BE49-F238E27FC236}">
                <a16:creationId xmlns:a16="http://schemas.microsoft.com/office/drawing/2014/main" id="{AD80E08F-9CFF-A0A0-CB3A-AC9CDC3AD14B}"/>
              </a:ext>
            </a:extLst>
          </p:cNvPr>
          <p:cNvSpPr>
            <a:spLocks noGrp="1"/>
          </p:cNvSpPr>
          <p:nvPr>
            <p:ph idx="12"/>
          </p:nvPr>
        </p:nvSpPr>
        <p:spPr>
          <a:xfrm>
            <a:off x="393617" y="1428750"/>
            <a:ext cx="5645947" cy="1428750"/>
          </a:xfrm>
        </p:spPr>
        <p:txBody>
          <a:bodyPr rIns="91440"/>
          <a:lstStyle>
            <a:lvl1pPr>
              <a:defRPr sz="20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380288912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Four Content Four Images">
    <p:spTree>
      <p:nvGrpSpPr>
        <p:cNvPr id="1" name=""/>
        <p:cNvGrpSpPr/>
        <p:nvPr/>
      </p:nvGrpSpPr>
      <p:grpSpPr>
        <a:xfrm>
          <a:off x="0" y="0"/>
          <a:ext cx="0" cy="0"/>
          <a:chOff x="0" y="0"/>
          <a:chExt cx="0" cy="0"/>
        </a:xfrm>
      </p:grpSpPr>
      <p:sp>
        <p:nvSpPr>
          <p:cNvPr id="16" name="Title Placeholder 1">
            <a:extLst>
              <a:ext uri="{FF2B5EF4-FFF2-40B4-BE49-F238E27FC236}">
                <a16:creationId xmlns:a16="http://schemas.microsoft.com/office/drawing/2014/main" id="{68A701A6-89AB-4B4D-0870-B17023D69CCD}"/>
              </a:ext>
            </a:extLst>
          </p:cNvPr>
          <p:cNvSpPr>
            <a:spLocks noGrp="1"/>
          </p:cNvSpPr>
          <p:nvPr>
            <p:ph type="title"/>
          </p:nvPr>
        </p:nvSpPr>
        <p:spPr>
          <a:xfrm>
            <a:off x="397667" y="402336"/>
            <a:ext cx="5644478" cy="915289"/>
          </a:xfrm>
          <a:prstGeom prst="rect">
            <a:avLst/>
          </a:prstGeom>
        </p:spPr>
        <p:txBody>
          <a:bodyPr vert="horz" lIns="0" tIns="0" rIns="0" bIns="0" rtlCol="0" anchor="t" anchorCtr="0">
            <a:noAutofit/>
          </a:bodyPr>
          <a:lstStyle/>
          <a:p>
            <a:r>
              <a:rPr lang="fr-FR"/>
              <a:t>Modifiez le style du titre</a:t>
            </a:r>
            <a:endParaRPr lang="en-US"/>
          </a:p>
        </p:txBody>
      </p:sp>
      <p:sp>
        <p:nvSpPr>
          <p:cNvPr id="11" name="Picture Placeholder 14">
            <a:extLst>
              <a:ext uri="{FF2B5EF4-FFF2-40B4-BE49-F238E27FC236}">
                <a16:creationId xmlns:a16="http://schemas.microsoft.com/office/drawing/2014/main" id="{5F5E5E69-4FFF-DFC2-659C-7E55787A02F4}"/>
              </a:ext>
              <a:ext uri="{C183D7F6-B498-43B3-948B-1728B52AA6E4}">
                <adec:decorative xmlns:adec="http://schemas.microsoft.com/office/drawing/2017/decorative" val="1"/>
              </a:ext>
            </a:extLst>
          </p:cNvPr>
          <p:cNvSpPr>
            <a:spLocks noGrp="1"/>
          </p:cNvSpPr>
          <p:nvPr>
            <p:ph type="pic" sz="quarter" idx="13"/>
          </p:nvPr>
        </p:nvSpPr>
        <p:spPr>
          <a:xfrm>
            <a:off x="407669" y="1428750"/>
            <a:ext cx="2647951" cy="2455863"/>
          </a:xfrm>
          <a:solidFill>
            <a:schemeClr val="bg2"/>
          </a:solidFill>
        </p:spPr>
        <p:txBody>
          <a:bodyPr tIns="731520"/>
          <a:lstStyle>
            <a:lvl1pPr algn="ctr">
              <a:defRPr/>
            </a:lvl1pPr>
          </a:lstStyle>
          <a:p>
            <a:r>
              <a:rPr lang="fr-FR"/>
              <a:t>Cliquez sur l'icône pour ajouter une image</a:t>
            </a:r>
            <a:endParaRPr lang="en-US"/>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7669" y="3998913"/>
            <a:ext cx="2757805" cy="1982787"/>
          </a:xfrm>
        </p:spPr>
        <p:txBody>
          <a:bodyPr/>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2" name="Picture Placeholder 14">
            <a:extLst>
              <a:ext uri="{FF2B5EF4-FFF2-40B4-BE49-F238E27FC236}">
                <a16:creationId xmlns:a16="http://schemas.microsoft.com/office/drawing/2014/main" id="{FEE2C3B1-D32B-2DC8-8154-D81D141486BF}"/>
              </a:ext>
              <a:ext uri="{C183D7F6-B498-43B3-948B-1728B52AA6E4}">
                <adec:decorative xmlns:adec="http://schemas.microsoft.com/office/drawing/2017/decorative" val="1"/>
              </a:ext>
            </a:extLst>
          </p:cNvPr>
          <p:cNvSpPr>
            <a:spLocks noGrp="1"/>
          </p:cNvSpPr>
          <p:nvPr>
            <p:ph type="pic" sz="quarter" idx="14"/>
          </p:nvPr>
        </p:nvSpPr>
        <p:spPr>
          <a:xfrm>
            <a:off x="3289821" y="1428750"/>
            <a:ext cx="2647951" cy="2455863"/>
          </a:xfrm>
          <a:solidFill>
            <a:schemeClr val="bg2"/>
          </a:solidFill>
        </p:spPr>
        <p:txBody>
          <a:bodyPr tIns="731520"/>
          <a:lstStyle>
            <a:lvl1pPr algn="ctr">
              <a:defRPr/>
            </a:lvl1pPr>
          </a:lstStyle>
          <a:p>
            <a:r>
              <a:rPr lang="fr-FR"/>
              <a:t>Cliquez sur l'icône pour ajouter une image</a:t>
            </a:r>
            <a:endParaRPr lang="en-US"/>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89821" y="3998913"/>
            <a:ext cx="2752324" cy="1982787"/>
          </a:xfrm>
        </p:spPr>
        <p:txBody>
          <a:bodyPr/>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3" name="Picture Placeholder 14">
            <a:extLst>
              <a:ext uri="{FF2B5EF4-FFF2-40B4-BE49-F238E27FC236}">
                <a16:creationId xmlns:a16="http://schemas.microsoft.com/office/drawing/2014/main" id="{E4143737-9FAE-4BEB-0906-D059D53A4E5C}"/>
              </a:ext>
              <a:ext uri="{C183D7F6-B498-43B3-948B-1728B52AA6E4}">
                <adec:decorative xmlns:adec="http://schemas.microsoft.com/office/drawing/2017/decorative" val="1"/>
              </a:ext>
            </a:extLst>
          </p:cNvPr>
          <p:cNvSpPr>
            <a:spLocks noGrp="1"/>
          </p:cNvSpPr>
          <p:nvPr>
            <p:ph type="pic" sz="quarter" idx="15"/>
          </p:nvPr>
        </p:nvSpPr>
        <p:spPr>
          <a:xfrm>
            <a:off x="6166511" y="1428750"/>
            <a:ext cx="2647951" cy="2455863"/>
          </a:xfrm>
          <a:solidFill>
            <a:schemeClr val="bg2"/>
          </a:solidFill>
        </p:spPr>
        <p:txBody>
          <a:bodyPr tIns="731520"/>
          <a:lstStyle>
            <a:lvl1pPr algn="ctr">
              <a:defRPr/>
            </a:lvl1pPr>
          </a:lstStyle>
          <a:p>
            <a:r>
              <a:rPr lang="fr-FR"/>
              <a:t>Cliquez sur l'icône pour ajouter une image</a:t>
            </a:r>
            <a:endParaRPr lang="en-US"/>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66511" y="3998913"/>
            <a:ext cx="2749927" cy="1982787"/>
          </a:xfrm>
        </p:spPr>
        <p:txBody>
          <a:bodyPr/>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4" name="Picture Placeholder 14">
            <a:extLst>
              <a:ext uri="{FF2B5EF4-FFF2-40B4-BE49-F238E27FC236}">
                <a16:creationId xmlns:a16="http://schemas.microsoft.com/office/drawing/2014/main" id="{5FAA5E52-06C6-50C6-842F-09B2897EBA20}"/>
              </a:ext>
              <a:ext uri="{C183D7F6-B498-43B3-948B-1728B52AA6E4}">
                <adec:decorative xmlns:adec="http://schemas.microsoft.com/office/drawing/2017/decorative" val="1"/>
              </a:ext>
            </a:extLst>
          </p:cNvPr>
          <p:cNvSpPr>
            <a:spLocks noGrp="1"/>
          </p:cNvSpPr>
          <p:nvPr>
            <p:ph type="pic" sz="quarter" idx="16"/>
          </p:nvPr>
        </p:nvSpPr>
        <p:spPr>
          <a:xfrm>
            <a:off x="9048456" y="1428750"/>
            <a:ext cx="2647951" cy="2455863"/>
          </a:xfrm>
          <a:solidFill>
            <a:schemeClr val="bg2"/>
          </a:solidFill>
        </p:spPr>
        <p:txBody>
          <a:bodyPr tIns="731520"/>
          <a:lstStyle>
            <a:lvl1pPr algn="ctr">
              <a:defRPr/>
            </a:lvl1pPr>
          </a:lstStyle>
          <a:p>
            <a:r>
              <a:rPr lang="fr-FR"/>
              <a:t>Cliquez sur l'icône pour ajouter une image</a:t>
            </a:r>
            <a:endParaRPr lang="en-US"/>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48456" y="3998913"/>
            <a:ext cx="2749927" cy="1982787"/>
          </a:xfrm>
        </p:spPr>
        <p:txBody>
          <a:bodyPr/>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Footer Placeholder 4">
            <a:extLst>
              <a:ext uri="{FF2B5EF4-FFF2-40B4-BE49-F238E27FC236}">
                <a16:creationId xmlns:a16="http://schemas.microsoft.com/office/drawing/2014/main" id="{9C3E4A20-48E1-6B96-207C-2A01DD8E971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9" name="Slide Number Placeholder 13">
            <a:extLst>
              <a:ext uri="{FF2B5EF4-FFF2-40B4-BE49-F238E27FC236}">
                <a16:creationId xmlns:a16="http://schemas.microsoft.com/office/drawing/2014/main" id="{404392E8-8FC9-D8AC-538E-69F5A15C16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37101729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Four Content One Imag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3858E610-9BD2-B05C-EB3A-1A76DB512C18}"/>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399482" y="1443674"/>
            <a:ext cx="2597467" cy="3980813"/>
          </a:xfrm>
        </p:spPr>
        <p:txBody>
          <a:bodyPr/>
          <a:lstStyle>
            <a:lvl1pPr>
              <a:lnSpc>
                <a:spcPct val="100000"/>
              </a:lnSpc>
              <a:spcAft>
                <a:spcPts val="1300"/>
              </a:spcAft>
              <a:defRPr sz="2000" b="1">
                <a:latin typeface="+mn-lt"/>
              </a:defRPr>
            </a:lvl1pPr>
            <a:lvl2pPr>
              <a:defRPr sz="1200"/>
            </a:lvl2pPr>
            <a:lvl3pPr>
              <a:defRPr sz="1200"/>
            </a:lvl3pPr>
            <a:lvl4pPr>
              <a:defRPr sz="1200"/>
            </a:lvl4pPr>
            <a:lvl5pPr>
              <a:defRPr sz="1200"/>
            </a:lvl5pPr>
          </a:lstStyle>
          <a:p>
            <a:pPr lvl="0"/>
            <a:r>
              <a:rPr lang="fr-FR"/>
              <a:t>Cliquez pour modifier les styles du texte du masque</a:t>
            </a:r>
          </a:p>
        </p:txBody>
      </p:sp>
      <p:sp>
        <p:nvSpPr>
          <p:cNvPr id="9" name="Content Placeholder 2">
            <a:extLst>
              <a:ext uri="{FF2B5EF4-FFF2-40B4-BE49-F238E27FC236}">
                <a16:creationId xmlns:a16="http://schemas.microsoft.com/office/drawing/2014/main" id="{E3C981AC-1133-16A2-C7BE-8EEEC24A1CC8}"/>
              </a:ext>
            </a:extLst>
          </p:cNvPr>
          <p:cNvSpPr>
            <a:spLocks noGrp="1"/>
          </p:cNvSpPr>
          <p:nvPr>
            <p:ph idx="14"/>
          </p:nvPr>
        </p:nvSpPr>
        <p:spPr>
          <a:xfrm>
            <a:off x="3293938" y="1443674"/>
            <a:ext cx="2597467" cy="398081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6157914" y="1428750"/>
            <a:ext cx="5634604" cy="2455863"/>
          </a:xfrm>
          <a:solidFill>
            <a:schemeClr val="bg2"/>
          </a:solidFill>
        </p:spPr>
        <p:txBody>
          <a:bodyPr tIns="731520"/>
          <a:lstStyle>
            <a:lvl1pPr algn="ctr">
              <a:defRPr/>
            </a:lvl1pPr>
          </a:lstStyle>
          <a:p>
            <a:r>
              <a:rPr lang="fr-FR"/>
              <a:t>Cliquez sur l'icône pour ajouter une image</a:t>
            </a:r>
            <a:endParaRPr lang="en-US"/>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6157913" y="4041936"/>
            <a:ext cx="2765425" cy="1929924"/>
          </a:xfrm>
        </p:spPr>
        <p:txBody>
          <a:bodyPr/>
          <a:lstStyle>
            <a:lvl1pPr>
              <a:lnSpc>
                <a:spcPct val="100000"/>
              </a:lnSpc>
              <a:spcAft>
                <a:spcPts val="1300"/>
              </a:spcAft>
              <a:defRPr sz="18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p:txBody>
      </p:sp>
      <p:sp>
        <p:nvSpPr>
          <p:cNvPr id="10" name="Content Placeholder 2">
            <a:extLst>
              <a:ext uri="{FF2B5EF4-FFF2-40B4-BE49-F238E27FC236}">
                <a16:creationId xmlns:a16="http://schemas.microsoft.com/office/drawing/2014/main" id="{ADA732D9-8671-5C81-D1CA-1C96F66F29CB}"/>
              </a:ext>
            </a:extLst>
          </p:cNvPr>
          <p:cNvSpPr>
            <a:spLocks noGrp="1"/>
          </p:cNvSpPr>
          <p:nvPr>
            <p:ph idx="15"/>
          </p:nvPr>
        </p:nvSpPr>
        <p:spPr>
          <a:xfrm>
            <a:off x="9044749" y="4041936"/>
            <a:ext cx="2765425" cy="1929924"/>
          </a:xfrm>
        </p:spPr>
        <p:txBody>
          <a:bodyPr/>
          <a:lstStyle>
            <a:lvl1pPr>
              <a:lnSpc>
                <a:spcPct val="100000"/>
              </a:lnSpc>
              <a:spcAft>
                <a:spcPts val="1300"/>
              </a:spcAft>
              <a:defRPr sz="1200" b="0">
                <a:latin typeface="+mj-lt"/>
              </a:defRPr>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p:txBody>
      </p:sp>
      <p:sp>
        <p:nvSpPr>
          <p:cNvPr id="3" name="Footer Placeholder 4">
            <a:extLst>
              <a:ext uri="{FF2B5EF4-FFF2-40B4-BE49-F238E27FC236}">
                <a16:creationId xmlns:a16="http://schemas.microsoft.com/office/drawing/2014/main" id="{15361E65-8489-022E-9A46-0B36035A11B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5" name="Slide Number Placeholder 13">
            <a:extLst>
              <a:ext uri="{FF2B5EF4-FFF2-40B4-BE49-F238E27FC236}">
                <a16:creationId xmlns:a16="http://schemas.microsoft.com/office/drawing/2014/main" id="{6F60ED92-61BC-58F9-6255-C99E6BFB73B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38722762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18" name="Title Placeholder 1">
            <a:extLst>
              <a:ext uri="{FF2B5EF4-FFF2-40B4-BE49-F238E27FC236}">
                <a16:creationId xmlns:a16="http://schemas.microsoft.com/office/drawing/2014/main" id="{5F55CA50-833E-6AD7-FF00-933528ACEA69}"/>
              </a:ext>
            </a:extLst>
          </p:cNvPr>
          <p:cNvSpPr>
            <a:spLocks noGrp="1"/>
          </p:cNvSpPr>
          <p:nvPr>
            <p:ph type="title"/>
          </p:nvPr>
        </p:nvSpPr>
        <p:spPr>
          <a:xfrm>
            <a:off x="397667" y="402336"/>
            <a:ext cx="5648072" cy="915289"/>
          </a:xfrm>
          <a:prstGeom prst="rect">
            <a:avLst/>
          </a:prstGeom>
        </p:spPr>
        <p:txBody>
          <a:bodyPr vert="horz" lIns="0" tIns="0" rIns="0" bIns="0" rtlCol="0" anchor="t" anchorCtr="0">
            <a:noAutofit/>
          </a:bodyPr>
          <a:lstStyle/>
          <a:p>
            <a:r>
              <a:rPr lang="fr-FR"/>
              <a:t>Modifiez le style du titre</a:t>
            </a:r>
            <a:endParaRPr lang="en-US"/>
          </a:p>
        </p:txBody>
      </p:sp>
      <p:sp>
        <p:nvSpPr>
          <p:cNvPr id="9" name="Content Placeholder 2">
            <a:extLst>
              <a:ext uri="{FF2B5EF4-FFF2-40B4-BE49-F238E27FC236}">
                <a16:creationId xmlns:a16="http://schemas.microsoft.com/office/drawing/2014/main" id="{3677C545-7EB4-7043-6F4E-6EF59E44A38E}"/>
              </a:ext>
            </a:extLst>
          </p:cNvPr>
          <p:cNvSpPr>
            <a:spLocks noGrp="1"/>
          </p:cNvSpPr>
          <p:nvPr>
            <p:ph idx="1"/>
          </p:nvPr>
        </p:nvSpPr>
        <p:spPr>
          <a:xfrm>
            <a:off x="411480"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Content Placeholder 2">
            <a:extLst>
              <a:ext uri="{FF2B5EF4-FFF2-40B4-BE49-F238E27FC236}">
                <a16:creationId xmlns:a16="http://schemas.microsoft.com/office/drawing/2014/main" id="{B1DE2265-798C-4C34-2F7A-9E37AD0B72E0}"/>
              </a:ext>
            </a:extLst>
          </p:cNvPr>
          <p:cNvSpPr>
            <a:spLocks noGrp="1"/>
          </p:cNvSpPr>
          <p:nvPr>
            <p:ph idx="10"/>
          </p:nvPr>
        </p:nvSpPr>
        <p:spPr>
          <a:xfrm>
            <a:off x="2330243"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Content Placeholder 2">
            <a:extLst>
              <a:ext uri="{FF2B5EF4-FFF2-40B4-BE49-F238E27FC236}">
                <a16:creationId xmlns:a16="http://schemas.microsoft.com/office/drawing/2014/main" id="{B9929FFD-F8B6-8070-3AC3-1EF5C988CD65}"/>
              </a:ext>
            </a:extLst>
          </p:cNvPr>
          <p:cNvSpPr>
            <a:spLocks noGrp="1"/>
          </p:cNvSpPr>
          <p:nvPr>
            <p:ph idx="11"/>
          </p:nvPr>
        </p:nvSpPr>
        <p:spPr>
          <a:xfrm>
            <a:off x="4249006"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8" name="Content Placeholder 2">
            <a:extLst>
              <a:ext uri="{FF2B5EF4-FFF2-40B4-BE49-F238E27FC236}">
                <a16:creationId xmlns:a16="http://schemas.microsoft.com/office/drawing/2014/main" id="{EA70EFDA-9453-BCA5-D941-12F2ACA2074F}"/>
              </a:ext>
            </a:extLst>
          </p:cNvPr>
          <p:cNvSpPr>
            <a:spLocks noGrp="1"/>
          </p:cNvSpPr>
          <p:nvPr>
            <p:ph idx="12"/>
          </p:nvPr>
        </p:nvSpPr>
        <p:spPr>
          <a:xfrm>
            <a:off x="6167769"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6" name="Content Placeholder 2">
            <a:extLst>
              <a:ext uri="{FF2B5EF4-FFF2-40B4-BE49-F238E27FC236}">
                <a16:creationId xmlns:a16="http://schemas.microsoft.com/office/drawing/2014/main" id="{13C9BD80-9837-E8C2-7515-BE852BF7BDF4}"/>
              </a:ext>
            </a:extLst>
          </p:cNvPr>
          <p:cNvSpPr>
            <a:spLocks noGrp="1"/>
          </p:cNvSpPr>
          <p:nvPr>
            <p:ph idx="13"/>
          </p:nvPr>
        </p:nvSpPr>
        <p:spPr>
          <a:xfrm>
            <a:off x="8086532"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7" name="Content Placeholder 2">
            <a:extLst>
              <a:ext uri="{FF2B5EF4-FFF2-40B4-BE49-F238E27FC236}">
                <a16:creationId xmlns:a16="http://schemas.microsoft.com/office/drawing/2014/main" id="{28414709-ADE5-C602-1625-C637F6C5FB12}"/>
              </a:ext>
            </a:extLst>
          </p:cNvPr>
          <p:cNvSpPr>
            <a:spLocks noGrp="1"/>
          </p:cNvSpPr>
          <p:nvPr>
            <p:ph idx="14"/>
          </p:nvPr>
        </p:nvSpPr>
        <p:spPr>
          <a:xfrm>
            <a:off x="10005295"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59695639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ix Content Six Numbers">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C59803B-BF63-6637-E0C7-431792EDF84B}"/>
              </a:ext>
            </a:extLst>
          </p:cNvPr>
          <p:cNvSpPr>
            <a:spLocks noGrp="1"/>
          </p:cNvSpPr>
          <p:nvPr>
            <p:ph type="title"/>
          </p:nvPr>
        </p:nvSpPr>
        <p:spPr>
          <a:xfrm>
            <a:off x="397667" y="402336"/>
            <a:ext cx="5648072" cy="915289"/>
          </a:xfrm>
          <a:prstGeom prst="rect">
            <a:avLst/>
          </a:prstGeom>
        </p:spPr>
        <p:txBody>
          <a:bodyPr vert="horz" lIns="0" tIns="0" rIns="0" bIns="0" rtlCol="0" anchor="t" anchorCtr="0">
            <a:noAutofit/>
          </a:bodyPr>
          <a:lstStyle/>
          <a:p>
            <a:r>
              <a:rPr lang="fr-FR"/>
              <a:t>Modifiez le style du titre</a:t>
            </a:r>
            <a:endParaRPr lang="en-US"/>
          </a:p>
        </p:txBody>
      </p:sp>
      <p:sp>
        <p:nvSpPr>
          <p:cNvPr id="11" name="Text Placeholder 2">
            <a:extLst>
              <a:ext uri="{FF2B5EF4-FFF2-40B4-BE49-F238E27FC236}">
                <a16:creationId xmlns:a16="http://schemas.microsoft.com/office/drawing/2014/main" id="{93E53EE2-D031-FB0F-FA32-18DFB38D8530}"/>
              </a:ext>
            </a:extLst>
          </p:cNvPr>
          <p:cNvSpPr>
            <a:spLocks noGrp="1"/>
          </p:cNvSpPr>
          <p:nvPr>
            <p:ph type="body" idx="15" hasCustomPrompt="1"/>
          </p:nvPr>
        </p:nvSpPr>
        <p:spPr>
          <a:xfrm>
            <a:off x="407670"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9" name="Content Placeholder 2">
            <a:extLst>
              <a:ext uri="{FF2B5EF4-FFF2-40B4-BE49-F238E27FC236}">
                <a16:creationId xmlns:a16="http://schemas.microsoft.com/office/drawing/2014/main" id="{3677C545-7EB4-7043-6F4E-6EF59E44A38E}"/>
              </a:ext>
            </a:extLst>
          </p:cNvPr>
          <p:cNvSpPr>
            <a:spLocks noGrp="1"/>
          </p:cNvSpPr>
          <p:nvPr>
            <p:ph idx="1"/>
          </p:nvPr>
        </p:nvSpPr>
        <p:spPr>
          <a:xfrm>
            <a:off x="411480"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2" name="Text Placeholder 2">
            <a:extLst>
              <a:ext uri="{FF2B5EF4-FFF2-40B4-BE49-F238E27FC236}">
                <a16:creationId xmlns:a16="http://schemas.microsoft.com/office/drawing/2014/main" id="{3544A30F-D4EB-D59A-37AC-6229A950B4EE}"/>
              </a:ext>
            </a:extLst>
          </p:cNvPr>
          <p:cNvSpPr>
            <a:spLocks noGrp="1"/>
          </p:cNvSpPr>
          <p:nvPr>
            <p:ph type="body" idx="16" hasCustomPrompt="1"/>
          </p:nvPr>
        </p:nvSpPr>
        <p:spPr>
          <a:xfrm>
            <a:off x="2326433"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4" name="Content Placeholder 2">
            <a:extLst>
              <a:ext uri="{FF2B5EF4-FFF2-40B4-BE49-F238E27FC236}">
                <a16:creationId xmlns:a16="http://schemas.microsoft.com/office/drawing/2014/main" id="{C604CA07-6A61-6EE7-9AB7-5D1AC3E61585}"/>
              </a:ext>
            </a:extLst>
          </p:cNvPr>
          <p:cNvSpPr>
            <a:spLocks noGrp="1"/>
          </p:cNvSpPr>
          <p:nvPr>
            <p:ph idx="21"/>
          </p:nvPr>
        </p:nvSpPr>
        <p:spPr>
          <a:xfrm>
            <a:off x="2326433"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3" name="Text Placeholder 2">
            <a:extLst>
              <a:ext uri="{FF2B5EF4-FFF2-40B4-BE49-F238E27FC236}">
                <a16:creationId xmlns:a16="http://schemas.microsoft.com/office/drawing/2014/main" id="{CC17F671-8B9C-F9FE-AEDA-9A8FBDDADA36}"/>
              </a:ext>
            </a:extLst>
          </p:cNvPr>
          <p:cNvSpPr>
            <a:spLocks noGrp="1"/>
          </p:cNvSpPr>
          <p:nvPr>
            <p:ph type="body" idx="17" hasCustomPrompt="1"/>
          </p:nvPr>
        </p:nvSpPr>
        <p:spPr>
          <a:xfrm>
            <a:off x="4249006"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5" name="Content Placeholder 2">
            <a:extLst>
              <a:ext uri="{FF2B5EF4-FFF2-40B4-BE49-F238E27FC236}">
                <a16:creationId xmlns:a16="http://schemas.microsoft.com/office/drawing/2014/main" id="{89B651F7-7166-CE84-83FD-8A58F6870DE8}"/>
              </a:ext>
            </a:extLst>
          </p:cNvPr>
          <p:cNvSpPr>
            <a:spLocks noGrp="1"/>
          </p:cNvSpPr>
          <p:nvPr>
            <p:ph idx="22"/>
          </p:nvPr>
        </p:nvSpPr>
        <p:spPr>
          <a:xfrm>
            <a:off x="4249006"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4" name="Text Placeholder 2">
            <a:extLst>
              <a:ext uri="{FF2B5EF4-FFF2-40B4-BE49-F238E27FC236}">
                <a16:creationId xmlns:a16="http://schemas.microsoft.com/office/drawing/2014/main" id="{ECE30FE5-2A66-1ECD-730E-80C2B769357F}"/>
              </a:ext>
            </a:extLst>
          </p:cNvPr>
          <p:cNvSpPr>
            <a:spLocks noGrp="1"/>
          </p:cNvSpPr>
          <p:nvPr>
            <p:ph type="body" idx="18" hasCustomPrompt="1"/>
          </p:nvPr>
        </p:nvSpPr>
        <p:spPr>
          <a:xfrm>
            <a:off x="6167769"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6" name="Content Placeholder 2">
            <a:extLst>
              <a:ext uri="{FF2B5EF4-FFF2-40B4-BE49-F238E27FC236}">
                <a16:creationId xmlns:a16="http://schemas.microsoft.com/office/drawing/2014/main" id="{590F1832-1857-55DA-5830-56D2E0B84073}"/>
              </a:ext>
            </a:extLst>
          </p:cNvPr>
          <p:cNvSpPr>
            <a:spLocks noGrp="1"/>
          </p:cNvSpPr>
          <p:nvPr>
            <p:ph idx="23"/>
          </p:nvPr>
        </p:nvSpPr>
        <p:spPr>
          <a:xfrm>
            <a:off x="6167769"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5" name="Text Placeholder 2">
            <a:extLst>
              <a:ext uri="{FF2B5EF4-FFF2-40B4-BE49-F238E27FC236}">
                <a16:creationId xmlns:a16="http://schemas.microsoft.com/office/drawing/2014/main" id="{067701D3-6751-E230-8414-4D83FACD1903}"/>
              </a:ext>
            </a:extLst>
          </p:cNvPr>
          <p:cNvSpPr>
            <a:spLocks noGrp="1"/>
          </p:cNvSpPr>
          <p:nvPr>
            <p:ph type="body" idx="19" hasCustomPrompt="1"/>
          </p:nvPr>
        </p:nvSpPr>
        <p:spPr>
          <a:xfrm>
            <a:off x="8086532"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7" name="Content Placeholder 2">
            <a:extLst>
              <a:ext uri="{FF2B5EF4-FFF2-40B4-BE49-F238E27FC236}">
                <a16:creationId xmlns:a16="http://schemas.microsoft.com/office/drawing/2014/main" id="{FD9D2967-C22A-B1DF-008F-37A536CDA2A4}"/>
              </a:ext>
            </a:extLst>
          </p:cNvPr>
          <p:cNvSpPr>
            <a:spLocks noGrp="1"/>
          </p:cNvSpPr>
          <p:nvPr>
            <p:ph idx="24"/>
          </p:nvPr>
        </p:nvSpPr>
        <p:spPr>
          <a:xfrm>
            <a:off x="8086532"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8" name="Text Placeholder 2">
            <a:extLst>
              <a:ext uri="{FF2B5EF4-FFF2-40B4-BE49-F238E27FC236}">
                <a16:creationId xmlns:a16="http://schemas.microsoft.com/office/drawing/2014/main" id="{464E5050-91BD-1F8D-DCE3-AFCCBA5D49FE}"/>
              </a:ext>
            </a:extLst>
          </p:cNvPr>
          <p:cNvSpPr>
            <a:spLocks noGrp="1"/>
          </p:cNvSpPr>
          <p:nvPr>
            <p:ph type="body" idx="20" hasCustomPrompt="1"/>
          </p:nvPr>
        </p:nvSpPr>
        <p:spPr>
          <a:xfrm>
            <a:off x="10005295"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8" name="Content Placeholder 2">
            <a:extLst>
              <a:ext uri="{FF2B5EF4-FFF2-40B4-BE49-F238E27FC236}">
                <a16:creationId xmlns:a16="http://schemas.microsoft.com/office/drawing/2014/main" id="{50B501A3-4C30-D139-31F2-53CC077019FD}"/>
              </a:ext>
            </a:extLst>
          </p:cNvPr>
          <p:cNvSpPr>
            <a:spLocks noGrp="1"/>
          </p:cNvSpPr>
          <p:nvPr>
            <p:ph idx="25"/>
          </p:nvPr>
        </p:nvSpPr>
        <p:spPr>
          <a:xfrm>
            <a:off x="10005295"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Footer Placeholder 4">
            <a:extLst>
              <a:ext uri="{FF2B5EF4-FFF2-40B4-BE49-F238E27FC236}">
                <a16:creationId xmlns:a16="http://schemas.microsoft.com/office/drawing/2014/main" id="{7953C0A1-993D-3C98-C331-16749B76A8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5" name="Slide Number Placeholder 13">
            <a:extLst>
              <a:ext uri="{FF2B5EF4-FFF2-40B4-BE49-F238E27FC236}">
                <a16:creationId xmlns:a16="http://schemas.microsoft.com/office/drawing/2014/main" id="{15441E1C-321B-0C48-3C86-6A2676A09A5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220339043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1883" y="-300748"/>
            <a:ext cx="5638005" cy="249299"/>
          </a:xfrm>
        </p:spPr>
        <p:txBody>
          <a:bodyPr wrap="square">
            <a:spAutoFit/>
          </a:bodyPr>
          <a:lstStyle>
            <a:lvl1pPr>
              <a:defRPr sz="1800" b="0"/>
            </a:lvl1pPr>
          </a:lstStyle>
          <a:p>
            <a:r>
              <a:rPr lang="en-US"/>
              <a:t>Title for accessibility</a:t>
            </a:r>
          </a:p>
        </p:txBody>
      </p:sp>
      <p:sp>
        <p:nvSpPr>
          <p:cNvPr id="10" name="TextBox 9">
            <a:extLst>
              <a:ext uri="{FF2B5EF4-FFF2-40B4-BE49-F238E27FC236}">
                <a16:creationId xmlns:a16="http://schemas.microsoft.com/office/drawing/2014/main" id="{83340C10-F5A2-1E40-474D-C57EC62F0F33}"/>
              </a:ext>
              <a:ext uri="{C183D7F6-B498-43B3-948B-1728B52AA6E4}">
                <adec:decorative xmlns:adec="http://schemas.microsoft.com/office/drawing/2017/decorative" val="1"/>
              </a:ext>
            </a:extLst>
          </p:cNvPr>
          <p:cNvSpPr txBox="1"/>
          <p:nvPr userDrawn="1"/>
        </p:nvSpPr>
        <p:spPr>
          <a:xfrm>
            <a:off x="6039888" y="593396"/>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63135" y="1317530"/>
            <a:ext cx="5668962" cy="3758184"/>
          </a:xfrm>
        </p:spPr>
        <p:txBody>
          <a:bodyPr/>
          <a:lstStyle>
            <a:lvl1pPr>
              <a:lnSpc>
                <a:spcPct val="100000"/>
              </a:lnSpc>
              <a:spcBef>
                <a:spcPts val="900"/>
              </a:spcBef>
              <a:spcAft>
                <a:spcPts val="0"/>
              </a:spcAft>
              <a:defRPr sz="4000" b="0" spc="-50" baseline="0">
                <a:latin typeface="+mj-lt"/>
              </a:defRPr>
            </a:lvl1pPr>
          </a:lstStyle>
          <a:p>
            <a:pPr lvl="0"/>
            <a:r>
              <a:rPr lang="fr-FR"/>
              <a:t>Cliquez pour modifier les styles du texte du masque</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353829" y="4983333"/>
            <a:ext cx="4702359" cy="1014843"/>
          </a:xfrm>
        </p:spPr>
        <p:txBody>
          <a:bodyPr/>
          <a:lstStyle>
            <a:lvl1pPr>
              <a:lnSpc>
                <a:spcPct val="100000"/>
              </a:lnSpc>
              <a:spcBef>
                <a:spcPts val="0"/>
              </a:spcBef>
              <a:spcAft>
                <a:spcPts val="0"/>
              </a:spcAft>
              <a:defRPr sz="1600"/>
            </a:lvl1pPr>
            <a:lvl2pPr>
              <a:lnSpc>
                <a:spcPct val="100000"/>
              </a:lnSpc>
              <a:spcBef>
                <a:spcPts val="0"/>
              </a:spcBef>
              <a:spcAft>
                <a:spcPts val="0"/>
              </a:spcAft>
              <a:defRPr sz="1600">
                <a:latin typeface="+mj-lt"/>
              </a:defRPr>
            </a:lvl2pPr>
            <a:lvl3pPr marL="0" indent="0">
              <a:buNone/>
              <a:defRPr/>
            </a:lvl3pPr>
          </a:lstStyle>
          <a:p>
            <a:pPr lvl="0"/>
            <a:r>
              <a:rPr lang="fr-FR"/>
              <a:t>Cliquez pour modifier les styles du texte du masque</a:t>
            </a:r>
          </a:p>
          <a:p>
            <a:pPr lvl="1"/>
            <a:r>
              <a:rPr lang="fr-FR"/>
              <a:t>Deuxième niveau</a:t>
            </a:r>
          </a:p>
        </p:txBody>
      </p:sp>
      <p:sp>
        <p:nvSpPr>
          <p:cNvPr id="7" name="Footer Placeholder 4">
            <a:extLst>
              <a:ext uri="{FF2B5EF4-FFF2-40B4-BE49-F238E27FC236}">
                <a16:creationId xmlns:a16="http://schemas.microsoft.com/office/drawing/2014/main" id="{D2B9EA5E-E423-D219-6037-CCB61AE3B50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8" name="Slide Number Placeholder 13">
            <a:extLst>
              <a:ext uri="{FF2B5EF4-FFF2-40B4-BE49-F238E27FC236}">
                <a16:creationId xmlns:a16="http://schemas.microsoft.com/office/drawing/2014/main" id="{C901CE32-26BB-268E-2590-66DB5ADDFD9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84580081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Quote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72991"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396516" y="3485571"/>
            <a:ext cx="5498502" cy="2503272"/>
          </a:xfrm>
        </p:spPr>
        <p:txBody>
          <a:bodyPr/>
          <a:lstStyle>
            <a:lvl1pPr>
              <a:lnSpc>
                <a:spcPct val="100000"/>
              </a:lnSpc>
              <a:spcBef>
                <a:spcPts val="900"/>
              </a:spcBef>
              <a:spcAft>
                <a:spcPts val="0"/>
              </a:spcAft>
              <a:defRPr sz="3200" b="0" spc="-50" baseline="0">
                <a:latin typeface="+mj-lt"/>
              </a:defRPr>
            </a:lvl1pPr>
          </a:lstStyle>
          <a:p>
            <a:pPr lvl="0"/>
            <a:r>
              <a:rPr lang="fr-FR"/>
              <a:t>Cliquez pour modifier les styles du texte du masque</a:t>
            </a:r>
          </a:p>
        </p:txBody>
      </p:sp>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50276" y="393871"/>
            <a:ext cx="5660724" cy="4544842"/>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0276" y="4987818"/>
            <a:ext cx="5660724" cy="730266"/>
          </a:xfrm>
        </p:spPr>
        <p:txBody>
          <a:bodyPr/>
          <a:lstStyle>
            <a:lvl1pPr>
              <a:lnSpc>
                <a:spcPct val="100000"/>
              </a:lnSpc>
              <a:spcBef>
                <a:spcPts val="100"/>
              </a:spcBef>
              <a:spcAft>
                <a:spcPts val="0"/>
              </a:spcAft>
              <a:defRPr sz="1600"/>
            </a:lvl1pPr>
            <a:lvl2pPr>
              <a:lnSpc>
                <a:spcPct val="100000"/>
              </a:lnSpc>
              <a:spcBef>
                <a:spcPts val="100"/>
              </a:spcBef>
              <a:spcAft>
                <a:spcPts val="0"/>
              </a:spcAft>
              <a:defRPr sz="1600">
                <a:latin typeface="+mj-lt"/>
              </a:defRPr>
            </a:lvl2pPr>
            <a:lvl3pPr marL="0" indent="0">
              <a:buNone/>
              <a:defRPr/>
            </a:lvl3pPr>
          </a:lstStyle>
          <a:p>
            <a:pPr lvl="0"/>
            <a:r>
              <a:rPr lang="fr-FR"/>
              <a:t>Cliquez pour modifier les styles du texte du masque</a:t>
            </a:r>
          </a:p>
          <a:p>
            <a:pPr lvl="1"/>
            <a:r>
              <a:rPr lang="fr-FR"/>
              <a:t>Deuxième niveau</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413918238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Quote with Image Gra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72991"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396516" y="3485571"/>
            <a:ext cx="5498502" cy="2503272"/>
          </a:xfrm>
        </p:spPr>
        <p:txBody>
          <a:bodyPr/>
          <a:lstStyle>
            <a:lvl1pPr>
              <a:lnSpc>
                <a:spcPct val="100000"/>
              </a:lnSpc>
              <a:spcBef>
                <a:spcPts val="900"/>
              </a:spcBef>
              <a:spcAft>
                <a:spcPts val="0"/>
              </a:spcAft>
              <a:defRPr sz="3200" b="0" spc="-50" baseline="0">
                <a:latin typeface="+mj-lt"/>
              </a:defRPr>
            </a:lvl1pPr>
          </a:lstStyle>
          <a:p>
            <a:pPr lvl="0"/>
            <a:r>
              <a:rPr lang="fr-FR"/>
              <a:t>Cliquez pour modifier les styles du texte du masque</a:t>
            </a:r>
          </a:p>
        </p:txBody>
      </p:sp>
      <p:sp>
        <p:nvSpPr>
          <p:cNvPr id="10" name="Picture Placeholder 9">
            <a:extLst>
              <a:ext uri="{FF2B5EF4-FFF2-40B4-BE49-F238E27FC236}">
                <a16:creationId xmlns:a16="http://schemas.microsoft.com/office/drawing/2014/main" id="{2AE626E5-51F6-0BEB-2AFE-FE78E1409E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6163970" y="400050"/>
            <a:ext cx="5637503" cy="4521510"/>
          </a:xfrm>
          <a:custGeom>
            <a:avLst/>
            <a:gdLst>
              <a:gd name="connsiteX0" fmla="*/ 0 w 5637503"/>
              <a:gd name="connsiteY0" fmla="*/ 0 h 4521510"/>
              <a:gd name="connsiteX1" fmla="*/ 5637503 w 5637503"/>
              <a:gd name="connsiteY1" fmla="*/ 0 h 4521510"/>
              <a:gd name="connsiteX2" fmla="*/ 5636321 w 5637503"/>
              <a:gd name="connsiteY2" fmla="*/ 2101892 h 4521510"/>
              <a:gd name="connsiteX3" fmla="*/ 5635136 w 5637503"/>
              <a:gd name="connsiteY3" fmla="*/ 4208474 h 4521510"/>
              <a:gd name="connsiteX4" fmla="*/ 2786509 w 5637503"/>
              <a:gd name="connsiteY4" fmla="*/ 4206576 h 4521510"/>
              <a:gd name="connsiteX5" fmla="*/ 2583036 w 5637503"/>
              <a:gd name="connsiteY5" fmla="*/ 4512498 h 4521510"/>
              <a:gd name="connsiteX6" fmla="*/ 0 w 5637503"/>
              <a:gd name="connsiteY6" fmla="*/ 4521510 h 452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37503" h="4521510">
                <a:moveTo>
                  <a:pt x="0" y="0"/>
                </a:moveTo>
                <a:lnTo>
                  <a:pt x="5637503" y="0"/>
                </a:lnTo>
                <a:lnTo>
                  <a:pt x="5636321" y="2101892"/>
                </a:lnTo>
                <a:cubicBezTo>
                  <a:pt x="5636518" y="2804481"/>
                  <a:pt x="5636716" y="3507070"/>
                  <a:pt x="5635136" y="4208474"/>
                </a:cubicBezTo>
                <a:lnTo>
                  <a:pt x="2786509" y="4206576"/>
                </a:lnTo>
                <a:lnTo>
                  <a:pt x="2583036" y="4512498"/>
                </a:lnTo>
                <a:lnTo>
                  <a:pt x="0" y="4521510"/>
                </a:lnTo>
                <a:close/>
              </a:path>
            </a:pathLst>
          </a:custGeom>
          <a:solidFill>
            <a:schemeClr val="bg2"/>
          </a:solidFill>
        </p:spPr>
        <p:txBody>
          <a:bodyPr wrap="square" tIns="1280160" bIns="2743200" anchor="t" anchorCtr="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0276" y="4987818"/>
            <a:ext cx="5660724" cy="730266"/>
          </a:xfrm>
        </p:spPr>
        <p:txBody>
          <a:bodyPr/>
          <a:lstStyle>
            <a:lvl1pPr>
              <a:lnSpc>
                <a:spcPct val="100000"/>
              </a:lnSpc>
              <a:spcBef>
                <a:spcPts val="100"/>
              </a:spcBef>
              <a:spcAft>
                <a:spcPts val="0"/>
              </a:spcAft>
              <a:defRPr sz="1600"/>
            </a:lvl1pPr>
            <a:lvl2pPr>
              <a:lnSpc>
                <a:spcPct val="100000"/>
              </a:lnSpc>
              <a:spcBef>
                <a:spcPts val="100"/>
              </a:spcBef>
              <a:spcAft>
                <a:spcPts val="0"/>
              </a:spcAft>
              <a:defRPr sz="1600">
                <a:latin typeface="+mj-lt"/>
              </a:defRPr>
            </a:lvl2pPr>
            <a:lvl3pPr marL="0" indent="0">
              <a:buNone/>
              <a:defRPr/>
            </a:lvl3pPr>
          </a:lstStyle>
          <a:p>
            <a:pPr lvl="0"/>
            <a:r>
              <a:rPr lang="fr-FR"/>
              <a:t>Cliquez pour modifier les styles du texte du masque</a:t>
            </a:r>
          </a:p>
          <a:p>
            <a:pPr lvl="1"/>
            <a:r>
              <a:rPr lang="fr-FR"/>
              <a:t>Deuxième niveau</a:t>
            </a:r>
          </a:p>
        </p:txBody>
      </p:sp>
      <p:sp>
        <p:nvSpPr>
          <p:cNvPr id="7" name="Footer Placeholder 4">
            <a:extLst>
              <a:ext uri="{FF2B5EF4-FFF2-40B4-BE49-F238E27FC236}">
                <a16:creationId xmlns:a16="http://schemas.microsoft.com/office/drawing/2014/main" id="{0605F451-C7FA-B67A-7A4E-B4953B3BFEC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8" name="Slide Number Placeholder 13">
            <a:extLst>
              <a:ext uri="{FF2B5EF4-FFF2-40B4-BE49-F238E27FC236}">
                <a16:creationId xmlns:a16="http://schemas.microsoft.com/office/drawing/2014/main" id="{07A1FB0A-E7CA-63CD-DB09-C9F16CA915E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310526975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Quote Over Image">
    <p:spTree>
      <p:nvGrpSpPr>
        <p:cNvPr id="1" name=""/>
        <p:cNvGrpSpPr/>
        <p:nvPr/>
      </p:nvGrpSpPr>
      <p:grpSpPr>
        <a:xfrm>
          <a:off x="0" y="0"/>
          <a:ext cx="0" cy="0"/>
          <a:chOff x="0" y="0"/>
          <a:chExt cx="0" cy="0"/>
        </a:xfrm>
      </p:grpSpPr>
      <p:sp>
        <p:nvSpPr>
          <p:cNvPr id="13" name="Picture Placeholder 14">
            <a:extLst>
              <a:ext uri="{FF2B5EF4-FFF2-40B4-BE49-F238E27FC236}">
                <a16:creationId xmlns:a16="http://schemas.microsoft.com/office/drawing/2014/main" id="{743AD5A7-567D-9EC7-BECB-71D2480F2498}"/>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2"/>
          </a:solidFill>
        </p:spPr>
        <p:txBody>
          <a:bodyPr tIns="1554480"/>
          <a:lstStyle>
            <a:lvl1pPr algn="ctr">
              <a:defRPr/>
            </a:lvl1pPr>
          </a:lstStyle>
          <a:p>
            <a:r>
              <a:rPr lang="fr-FR"/>
              <a:t>Cliquez sur l'icône pour ajouter une image</a:t>
            </a:r>
            <a:endParaRPr lang="en-US"/>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34788" cy="249299"/>
          </a:xfrm>
        </p:spPr>
        <p:txBody>
          <a:bodyPr wrap="square">
            <a:spAutoFit/>
          </a:bodyPr>
          <a:lstStyle>
            <a:lvl1pPr>
              <a:defRPr sz="1800" b="0"/>
            </a:lvl1pPr>
          </a:lstStyle>
          <a:p>
            <a:r>
              <a:rPr lang="en-US"/>
              <a:t>Title for accessibility</a:t>
            </a:r>
          </a:p>
        </p:txBody>
      </p:sp>
      <p:sp>
        <p:nvSpPr>
          <p:cNvPr id="9" name="Content Placeholder 8">
            <a:extLst>
              <a:ext uri="{FF2B5EF4-FFF2-40B4-BE49-F238E27FC236}">
                <a16:creationId xmlns:a16="http://schemas.microsoft.com/office/drawing/2014/main" id="{F7339CEB-91F9-B7FD-86D6-A4C114DA3002}"/>
              </a:ext>
            </a:extLst>
          </p:cNvPr>
          <p:cNvSpPr>
            <a:spLocks noGrp="1"/>
          </p:cNvSpPr>
          <p:nvPr>
            <p:ph idx="1"/>
          </p:nvPr>
        </p:nvSpPr>
        <p:spPr>
          <a:xfrm>
            <a:off x="5733536" y="400051"/>
            <a:ext cx="6078018" cy="5024273"/>
          </a:xfrm>
          <a:custGeom>
            <a:avLst/>
            <a:gdLst>
              <a:gd name="connsiteX0" fmla="*/ 0 w 6078018"/>
              <a:gd name="connsiteY0" fmla="*/ 0 h 5024273"/>
              <a:gd name="connsiteX1" fmla="*/ 6078018 w 6078018"/>
              <a:gd name="connsiteY1" fmla="*/ 0 h 5024273"/>
              <a:gd name="connsiteX2" fmla="*/ 6078018 w 6078018"/>
              <a:gd name="connsiteY2" fmla="*/ 4662902 h 5024273"/>
              <a:gd name="connsiteX3" fmla="*/ 3041951 w 6078018"/>
              <a:gd name="connsiteY3" fmla="*/ 4663975 h 5024273"/>
              <a:gd name="connsiteX4" fmla="*/ 2829053 w 6078018"/>
              <a:gd name="connsiteY4" fmla="*/ 5023866 h 5024273"/>
              <a:gd name="connsiteX5" fmla="*/ 0 w 6078018"/>
              <a:gd name="connsiteY5" fmla="*/ 5024273 h 50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8018" h="5024273">
                <a:moveTo>
                  <a:pt x="0" y="0"/>
                </a:moveTo>
                <a:lnTo>
                  <a:pt x="6078018" y="0"/>
                </a:lnTo>
                <a:lnTo>
                  <a:pt x="6078018" y="4662902"/>
                </a:lnTo>
                <a:lnTo>
                  <a:pt x="3041951" y="4663975"/>
                </a:lnTo>
                <a:lnTo>
                  <a:pt x="2829053" y="5023866"/>
                </a:lnTo>
                <a:lnTo>
                  <a:pt x="0" y="5024273"/>
                </a:lnTo>
                <a:close/>
              </a:path>
            </a:pathLst>
          </a:custGeom>
          <a:solidFill>
            <a:schemeClr val="bg1"/>
          </a:solidFill>
        </p:spPr>
        <p:txBody>
          <a:bodyPr wrap="square" lIns="411480" tIns="1170432" rIns="365760">
            <a:noAutofit/>
          </a:bodyPr>
          <a:lstStyle>
            <a:lvl1pPr>
              <a:lnSpc>
                <a:spcPct val="100000"/>
              </a:lnSpc>
              <a:spcBef>
                <a:spcPts val="900"/>
              </a:spcBef>
              <a:spcAft>
                <a:spcPts val="0"/>
              </a:spcAft>
              <a:defRPr sz="3200" b="0" spc="-50" baseline="0">
                <a:solidFill>
                  <a:schemeClr val="tx1"/>
                </a:solidFill>
                <a:latin typeface="+mj-lt"/>
              </a:defRPr>
            </a:lvl1pPr>
          </a:lstStyle>
          <a:p>
            <a:pPr lvl="0"/>
            <a:r>
              <a:rPr lang="fr-FR"/>
              <a:t>Cliquez pour modifier les styles du texte du masque</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9197" y="4470739"/>
            <a:ext cx="4704858" cy="510836"/>
          </a:xfrm>
        </p:spPr>
        <p:txBody>
          <a:bodyPr/>
          <a:lstStyle>
            <a:lvl1pPr>
              <a:lnSpc>
                <a:spcPct val="100000"/>
              </a:lnSpc>
              <a:spcBef>
                <a:spcPts val="0"/>
              </a:spcBef>
              <a:spcAft>
                <a:spcPts val="0"/>
              </a:spcAft>
              <a:defRPr sz="1600">
                <a:solidFill>
                  <a:schemeClr val="tx1"/>
                </a:solidFill>
              </a:defRPr>
            </a:lvl1pPr>
            <a:lvl2pPr>
              <a:lnSpc>
                <a:spcPct val="100000"/>
              </a:lnSpc>
              <a:spcBef>
                <a:spcPts val="0"/>
              </a:spcBef>
              <a:spcAft>
                <a:spcPts val="0"/>
              </a:spcAft>
              <a:defRPr sz="1600">
                <a:solidFill>
                  <a:schemeClr val="tx1"/>
                </a:solidFill>
                <a:latin typeface="+mj-lt"/>
              </a:defRPr>
            </a:lvl2pPr>
            <a:lvl3pPr marL="0" indent="0">
              <a:buNone/>
              <a:defRPr/>
            </a:lvl3pPr>
          </a:lstStyle>
          <a:p>
            <a:pPr lvl="0"/>
            <a:r>
              <a:rPr lang="fr-FR"/>
              <a:t>Cliquez pour modifier les styles du texte du masque</a:t>
            </a:r>
          </a:p>
          <a:p>
            <a:pPr lvl="1"/>
            <a:r>
              <a:rPr lang="fr-FR"/>
              <a:t>Deuxième niveau</a:t>
            </a:r>
          </a:p>
        </p:txBody>
      </p:sp>
      <p:sp>
        <p:nvSpPr>
          <p:cNvPr id="17" name="Text Placeholder 15">
            <a:extLst>
              <a:ext uri="{FF2B5EF4-FFF2-40B4-BE49-F238E27FC236}">
                <a16:creationId xmlns:a16="http://schemas.microsoft.com/office/drawing/2014/main" id="{0D1BEFAC-D99F-7020-6110-CD8460311AFF}"/>
              </a:ext>
            </a:extLst>
          </p:cNvPr>
          <p:cNvSpPr>
            <a:spLocks noGrp="1"/>
          </p:cNvSpPr>
          <p:nvPr>
            <p:ph type="body" sz="quarter" idx="12" hasCustomPrompt="1"/>
          </p:nvPr>
        </p:nvSpPr>
        <p:spPr>
          <a:xfrm>
            <a:off x="394728" y="6501384"/>
            <a:ext cx="365760" cy="161583"/>
          </a:xfrm>
        </p:spPr>
        <p:txBody>
          <a:bodyPr anchor="b" anchorCtr="0">
            <a:noAutofit/>
          </a:bodyPr>
          <a:lstStyle>
            <a:lvl1pPr>
              <a:defRPr sz="1050">
                <a:solidFill>
                  <a:schemeClr val="bg1"/>
                </a:solidFill>
              </a:defRPr>
            </a:lvl1pPr>
          </a:lstStyle>
          <a:p>
            <a:pPr lvl="0"/>
            <a:r>
              <a:rPr lang="en-US"/>
              <a:t>PwC</a:t>
            </a:r>
          </a:p>
        </p:txBody>
      </p:sp>
      <p:sp>
        <p:nvSpPr>
          <p:cNvPr id="7" name="Footer Placeholder 4">
            <a:extLst>
              <a:ext uri="{FF2B5EF4-FFF2-40B4-BE49-F238E27FC236}">
                <a16:creationId xmlns:a16="http://schemas.microsoft.com/office/drawing/2014/main" id="{7DFE5ED4-420E-CADB-A68A-A7D421280793}"/>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endParaRPr lang="en-US"/>
          </a:p>
        </p:txBody>
      </p:sp>
      <p:sp>
        <p:nvSpPr>
          <p:cNvPr id="8" name="Slide Number Placeholder 13">
            <a:extLst>
              <a:ext uri="{FF2B5EF4-FFF2-40B4-BE49-F238E27FC236}">
                <a16:creationId xmlns:a16="http://schemas.microsoft.com/office/drawing/2014/main" id="{961284F9-299F-5762-4D10-4246CB963FF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12" name="TextBox 11">
            <a:extLst>
              <a:ext uri="{FF2B5EF4-FFF2-40B4-BE49-F238E27FC236}">
                <a16:creationId xmlns:a16="http://schemas.microsoft.com/office/drawing/2014/main" id="{7AEFB371-D664-A7CF-D5EE-BB0684D60FED}"/>
              </a:ext>
            </a:extLst>
          </p:cNvPr>
          <p:cNvSpPr txBox="1"/>
          <p:nvPr userDrawn="1"/>
        </p:nvSpPr>
        <p:spPr>
          <a:xfrm>
            <a:off x="6034838" y="299570"/>
            <a:ext cx="762000" cy="838200"/>
          </a:xfrm>
          <a:prstGeom prst="rect">
            <a:avLst/>
          </a:prstGeom>
          <a:noFill/>
        </p:spPr>
        <p:txBody>
          <a:bodyPr wrap="square" lIns="0" tIns="0" rIns="0" bIns="0" rtlCol="0" anchor="t">
            <a:noAutofit/>
          </a:bodyPr>
          <a:lstStyle/>
          <a:p>
            <a:pPr marL="12700" marR="5080" lvl="0" indent="0" defTabSz="914400" eaLnBrk="1" fontAlgn="auto" latinLnBrk="0" hangingPunct="1">
              <a:spcBef>
                <a:spcPts val="900"/>
              </a:spcBef>
              <a:spcAft>
                <a:spcPts val="0"/>
              </a:spcAft>
              <a:buClrTx/>
              <a:buSzTx/>
              <a:buFontTx/>
              <a:buNone/>
              <a:tabLst/>
              <a:defRPr/>
            </a:pPr>
            <a:r>
              <a:rPr kumimoji="0" lang="en-US" sz="13800" b="1" u="none" strike="noStrike" kern="0" cap="none" spc="-105" normalizeH="0" baseline="0" noProof="0">
                <a:ln>
                  <a:noFill/>
                </a:ln>
                <a:solidFill>
                  <a:srgbClr val="FC5108"/>
                </a:solidFill>
                <a:effectLst/>
                <a:uLnTx/>
                <a:uFillTx/>
                <a:latin typeface="+mn-lt"/>
                <a:cs typeface="Arial" panose="020B0604020202020204" pitchFamily="34" charset="0"/>
              </a:rPr>
              <a:t>“</a:t>
            </a:r>
            <a:endParaRPr kumimoji="0" lang="en-US" sz="13800" b="1" u="none" strike="noStrike" kern="0" cap="none" spc="0" normalizeH="0" baseline="0" noProof="0">
              <a:ln>
                <a:noFill/>
              </a:ln>
              <a:solidFill>
                <a:srgbClr val="FC5108"/>
              </a:solidFill>
              <a:effectLst/>
              <a:uLnTx/>
              <a:uFillTx/>
              <a:latin typeface="+mn-lt"/>
              <a:cs typeface="Arial" panose="020B0604020202020204" pitchFamily="34" charset="0"/>
            </a:endParaRPr>
          </a:p>
          <a:p>
            <a:endParaRPr lang="en-US" sz="6000" b="1">
              <a:solidFill>
                <a:srgbClr val="FC5108"/>
              </a:solidFill>
              <a:latin typeface="Georgia" panose="02040502050405020303" pitchFamily="18" charset="0"/>
              <a:cs typeface="Arial" panose="020B0604020202020204" pitchFamily="34" charset="0"/>
            </a:endParaRPr>
          </a:p>
        </p:txBody>
      </p:sp>
    </p:spTree>
    <p:extLst>
      <p:ext uri="{BB962C8B-B14F-4D97-AF65-F5344CB8AC3E}">
        <p14:creationId xmlns:p14="http://schemas.microsoft.com/office/powerpoint/2010/main" val="340430689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ig 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1694" y="4463448"/>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fr-FR"/>
              <a:t>Cliquez pour modifier les styles du texte du masque</a:t>
            </a:r>
          </a:p>
          <a:p>
            <a:pPr lvl="1"/>
            <a:r>
              <a:rPr lang="fr-FR"/>
              <a:t>Deuxième niveau</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1192" y="737608"/>
            <a:ext cx="5671976" cy="4744821"/>
          </a:xfrm>
          <a:prstGeom prst="rect">
            <a:avLst/>
          </a:prstGeom>
          <a:noFill/>
        </p:spPr>
        <p:txBody>
          <a:bodyPr/>
          <a:lstStyle>
            <a:lvl1pPr>
              <a:lnSpc>
                <a:spcPct val="100000"/>
              </a:lnSpc>
              <a:defRPr sz="6600" b="0">
                <a:latin typeface="+mj-lt"/>
              </a:defRPr>
            </a:lvl1pPr>
          </a:lstStyle>
          <a:p>
            <a:pPr lvl="0"/>
            <a:r>
              <a:rPr lang="fr-FR"/>
              <a:t>Cliquez pour modifier les styles du texte du masque</a:t>
            </a:r>
          </a:p>
        </p:txBody>
      </p:sp>
      <p:sp>
        <p:nvSpPr>
          <p:cNvPr id="5" name="Footer Placeholder 4">
            <a:extLst>
              <a:ext uri="{FF2B5EF4-FFF2-40B4-BE49-F238E27FC236}">
                <a16:creationId xmlns:a16="http://schemas.microsoft.com/office/drawing/2014/main" id="{94CDF16A-3F0F-40AD-25BD-32F2F4A17D0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7" name="Slide Number Placeholder 13">
            <a:extLst>
              <a:ext uri="{FF2B5EF4-FFF2-40B4-BE49-F238E27FC236}">
                <a16:creationId xmlns:a16="http://schemas.microsoft.com/office/drawing/2014/main" id="{E1340CD9-3B8A-B030-B8FC-EAD510678C8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339421701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ig Statement 2">
    <p:bg>
      <p:bgPr>
        <a:solidFill>
          <a:srgbClr val="DFE3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fr-FR"/>
              <a:t>Cliquez pour modifier les styles du texte du masque</a:t>
            </a:r>
          </a:p>
          <a:p>
            <a:pPr lvl="1"/>
            <a:r>
              <a:rPr lang="fr-FR"/>
              <a:t>Deuxième niveau</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fr-FR"/>
              <a:t>Cliquez pour modifier les styles du texte du masque</a:t>
            </a:r>
          </a:p>
        </p:txBody>
      </p:sp>
      <p:sp>
        <p:nvSpPr>
          <p:cNvPr id="5" name="Footer Placeholder 4">
            <a:extLst>
              <a:ext uri="{FF2B5EF4-FFF2-40B4-BE49-F238E27FC236}">
                <a16:creationId xmlns:a16="http://schemas.microsoft.com/office/drawing/2014/main" id="{A3CBD27D-46ED-F893-79F1-23481FEA9E3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7" name="Slide Number Placeholder 13">
            <a:extLst>
              <a:ext uri="{FF2B5EF4-FFF2-40B4-BE49-F238E27FC236}">
                <a16:creationId xmlns:a16="http://schemas.microsoft.com/office/drawing/2014/main" id="{8206B60F-A556-76A5-2FBC-4C736F4B16C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264697303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ig Statement 3">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2336" y="-300748"/>
            <a:ext cx="5641277"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fr-FR"/>
              <a:t>Cliquez pour modifier les styles du texte du masque</a:t>
            </a:r>
          </a:p>
          <a:p>
            <a:pPr lvl="1"/>
            <a:r>
              <a:rPr lang="fr-FR"/>
              <a:t>Deuxième niveau</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fr-FR"/>
              <a:t>Cliquez pour modifier les styles du texte du masque</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310118228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ig Statement 4">
    <p:bg>
      <p:bgPr>
        <a:solidFill>
          <a:schemeClr val="bg1"/>
        </a:solidFill>
        <a:effectLst/>
      </p:bgPr>
    </p:bg>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F2C136D6-EB53-8EAB-067D-F21D72B54E2A}"/>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1">
              <a:lumMod val="85000"/>
            </a:schemeClr>
          </a:solidFill>
        </p:spPr>
        <p:txBody>
          <a:bodyPr tIns="1554480"/>
          <a:lstStyle>
            <a:lvl1pPr algn="ctr">
              <a:defRPr/>
            </a:lvl1pPr>
          </a:lstStyle>
          <a:p>
            <a:r>
              <a:rPr lang="fr-FR"/>
              <a:t>Cliquez sur l'icône pour ajouter une image</a:t>
            </a:r>
            <a:endParaRPr lang="en-US"/>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47663" y="-319682"/>
            <a:ext cx="5695950"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bg1"/>
                </a:solidFill>
              </a:defRPr>
            </a:lvl1pPr>
            <a:lvl2pPr>
              <a:lnSpc>
                <a:spcPct val="100000"/>
              </a:lnSpc>
              <a:spcBef>
                <a:spcPts val="0"/>
              </a:spcBef>
              <a:spcAft>
                <a:spcPts val="0"/>
              </a:spcAft>
              <a:defRPr sz="1800">
                <a:solidFill>
                  <a:schemeClr val="bg1"/>
                </a:solidFill>
                <a:latin typeface="+mj-lt"/>
              </a:defRPr>
            </a:lvl2pPr>
            <a:lvl3pPr marL="0" indent="0">
              <a:buNone/>
              <a:defRPr/>
            </a:lvl3pPr>
          </a:lstStyle>
          <a:p>
            <a:pPr lvl="0"/>
            <a:r>
              <a:rPr lang="fr-FR"/>
              <a:t>Cliquez pour modifier les styles du texte du masque</a:t>
            </a:r>
          </a:p>
          <a:p>
            <a:pPr lvl="1"/>
            <a:r>
              <a:rPr lang="fr-FR"/>
              <a:t>Deuxième niveau</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solidFill>
                  <a:schemeClr val="bg1"/>
                </a:solidFill>
                <a:latin typeface="+mj-lt"/>
              </a:defRPr>
            </a:lvl1pPr>
          </a:lstStyle>
          <a:p>
            <a:pPr lvl="0"/>
            <a:r>
              <a:rPr lang="fr-FR"/>
              <a:t>Cliquez pour modifier les styles du texte du masque</a:t>
            </a:r>
          </a:p>
        </p:txBody>
      </p:sp>
      <p:sp>
        <p:nvSpPr>
          <p:cNvPr id="7" name="TextBox 6">
            <a:extLst>
              <a:ext uri="{FF2B5EF4-FFF2-40B4-BE49-F238E27FC236}">
                <a16:creationId xmlns:a16="http://schemas.microsoft.com/office/drawing/2014/main" id="{FDD3CF2F-7A33-6AA8-EBBC-3A558D724586}"/>
              </a:ext>
            </a:extLst>
          </p:cNvPr>
          <p:cNvSpPr txBox="1"/>
          <p:nvPr userDrawn="1"/>
        </p:nvSpPr>
        <p:spPr>
          <a:xfrm>
            <a:off x="394728" y="6501384"/>
            <a:ext cx="431483" cy="161583"/>
          </a:xfrm>
          <a:prstGeom prst="rect">
            <a:avLst/>
          </a:prstGeom>
          <a:noFill/>
        </p:spPr>
        <p:txBody>
          <a:bodyPr wrap="square" lIns="0" tIns="0" rIns="0" bIns="0" rtlCol="0" anchor="b" anchorCtr="0">
            <a:spAutoFit/>
          </a:bodyPr>
          <a:lstStyle/>
          <a:p>
            <a:pPr algn="l"/>
            <a:r>
              <a:rPr lang="en-US" sz="1050" b="1">
                <a:solidFill>
                  <a:schemeClr val="bg1"/>
                </a:solidFill>
              </a:rPr>
              <a:t>PwC</a:t>
            </a:r>
          </a:p>
        </p:txBody>
      </p:sp>
      <p:sp>
        <p:nvSpPr>
          <p:cNvPr id="8" name="Footer Placeholder 4">
            <a:extLst>
              <a:ext uri="{FF2B5EF4-FFF2-40B4-BE49-F238E27FC236}">
                <a16:creationId xmlns:a16="http://schemas.microsoft.com/office/drawing/2014/main" id="{694593D8-AEB6-3CA5-7E3B-6BA6D552DB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endParaRPr lang="en-US"/>
          </a:p>
        </p:txBody>
      </p:sp>
      <p:sp>
        <p:nvSpPr>
          <p:cNvPr id="9" name="Slide Number Placeholder 13">
            <a:extLst>
              <a:ext uri="{FF2B5EF4-FFF2-40B4-BE49-F238E27FC236}">
                <a16:creationId xmlns:a16="http://schemas.microsoft.com/office/drawing/2014/main" id="{C1E67C1D-7D69-01C7-F212-8FD6EC41D5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261389035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D055151-7117-866F-6824-F774A7F56F66}"/>
              </a:ext>
            </a:extLst>
          </p:cNvPr>
          <p:cNvSpPr>
            <a:spLocks noGrp="1"/>
          </p:cNvSpPr>
          <p:nvPr>
            <p:ph type="title" hasCustomPrompt="1"/>
          </p:nvPr>
        </p:nvSpPr>
        <p:spPr>
          <a:xfrm>
            <a:off x="401284" y="3480486"/>
            <a:ext cx="4499480" cy="2458352"/>
          </a:xfrm>
        </p:spPr>
        <p:txBody>
          <a:bodyPr/>
          <a:lstStyle>
            <a:lvl1pPr>
              <a:lnSpc>
                <a:spcPct val="100000"/>
              </a:lnSpc>
              <a:defRPr sz="3200" b="0"/>
            </a:lvl1pPr>
          </a:lstStyle>
          <a:p>
            <a:r>
              <a:rPr lang="en-US"/>
              <a:t>Click to edit title style</a:t>
            </a:r>
          </a:p>
        </p:txBody>
      </p:sp>
      <p:sp>
        <p:nvSpPr>
          <p:cNvPr id="3" name="Picture Placeholder 2">
            <a:extLst>
              <a:ext uri="{FF2B5EF4-FFF2-40B4-BE49-F238E27FC236}">
                <a16:creationId xmlns:a16="http://schemas.microsoft.com/office/drawing/2014/main" id="{CAF96854-0B82-0332-CB0D-B653A0471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99063" y="400050"/>
            <a:ext cx="6614842" cy="5539040"/>
          </a:xfrm>
          <a:custGeom>
            <a:avLst/>
            <a:gdLst>
              <a:gd name="connsiteX0" fmla="*/ 2370 w 6614842"/>
              <a:gd name="connsiteY0" fmla="*/ 0 h 5539040"/>
              <a:gd name="connsiteX1" fmla="*/ 6614842 w 6614842"/>
              <a:gd name="connsiteY1" fmla="*/ 0 h 5539040"/>
              <a:gd name="connsiteX2" fmla="*/ 6611213 w 6614842"/>
              <a:gd name="connsiteY2" fmla="*/ 5179084 h 5539040"/>
              <a:gd name="connsiteX3" fmla="*/ 3320084 w 6614842"/>
              <a:gd name="connsiteY3" fmla="*/ 5175675 h 5539040"/>
              <a:gd name="connsiteX4" fmla="*/ 3075776 w 6614842"/>
              <a:gd name="connsiteY4" fmla="*/ 5539040 h 5539040"/>
              <a:gd name="connsiteX5" fmla="*/ 0 w 6614842"/>
              <a:gd name="connsiteY5" fmla="*/ 5536403 h 5539040"/>
              <a:gd name="connsiteX6" fmla="*/ 2078 w 6614842"/>
              <a:gd name="connsiteY6" fmla="*/ 2755139 h 553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42" h="5539040">
                <a:moveTo>
                  <a:pt x="2370" y="0"/>
                </a:moveTo>
                <a:lnTo>
                  <a:pt x="6614842" y="0"/>
                </a:lnTo>
                <a:lnTo>
                  <a:pt x="6611213" y="5179084"/>
                </a:lnTo>
                <a:lnTo>
                  <a:pt x="3320084" y="5175675"/>
                </a:lnTo>
                <a:lnTo>
                  <a:pt x="3075776" y="5539040"/>
                </a:lnTo>
                <a:lnTo>
                  <a:pt x="0" y="5536403"/>
                </a:lnTo>
                <a:cubicBezTo>
                  <a:pt x="1583" y="4615367"/>
                  <a:pt x="1979" y="3686592"/>
                  <a:pt x="2078" y="2755139"/>
                </a:cubicBezTo>
                <a:close/>
              </a:path>
            </a:pathLst>
          </a:custGeom>
          <a:solidFill>
            <a:schemeClr val="bg2"/>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4" name="Footer Placeholder 4">
            <a:extLst>
              <a:ext uri="{FF2B5EF4-FFF2-40B4-BE49-F238E27FC236}">
                <a16:creationId xmlns:a16="http://schemas.microsoft.com/office/drawing/2014/main" id="{629E8A37-B7AE-34F5-AC2C-2C3307E4530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5" name="Slide Number Placeholder 13">
            <a:extLst>
              <a:ext uri="{FF2B5EF4-FFF2-40B4-BE49-F238E27FC236}">
                <a16:creationId xmlns:a16="http://schemas.microsoft.com/office/drawing/2014/main" id="{83E901E5-0C0F-02C2-6E8B-66E81BE06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29210904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With Image 2">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402336" y="402336"/>
            <a:ext cx="3737453" cy="1295399"/>
          </a:xfrm>
          <a:prstGeom prst="rect">
            <a:avLst/>
          </a:prstGeom>
        </p:spPr>
        <p:txBody>
          <a:bodyPr vert="horz" lIns="0" tIns="0" rIns="0" bIns="0" rtlCol="0" anchor="t" anchorCtr="0">
            <a:noAutofit/>
          </a:bodyPr>
          <a:lstStyle>
            <a:lvl1pPr>
              <a:defRPr b="0"/>
            </a:lvl1pPr>
          </a:lstStyle>
          <a:p>
            <a:r>
              <a:rPr lang="fr-FR"/>
              <a:t>Modifiez le style du titre</a:t>
            </a:r>
            <a:endParaRPr lang="en-US"/>
          </a:p>
        </p:txBody>
      </p:sp>
      <p:sp>
        <p:nvSpPr>
          <p:cNvPr id="6" name="Text Placeholder 5">
            <a:extLst>
              <a:ext uri="{FF2B5EF4-FFF2-40B4-BE49-F238E27FC236}">
                <a16:creationId xmlns:a16="http://schemas.microsoft.com/office/drawing/2014/main" id="{00E1A1E6-6268-D4D9-C145-1013364B1CD8}"/>
              </a:ext>
            </a:extLst>
          </p:cNvPr>
          <p:cNvSpPr>
            <a:spLocks noGrp="1"/>
          </p:cNvSpPr>
          <p:nvPr>
            <p:ph type="body" sz="quarter" idx="12"/>
          </p:nvPr>
        </p:nvSpPr>
        <p:spPr>
          <a:xfrm>
            <a:off x="407670" y="2979420"/>
            <a:ext cx="3727450" cy="2620963"/>
          </a:xfrm>
        </p:spPr>
        <p:txBody>
          <a:bodyPr/>
          <a:lstStyle>
            <a:lvl1pPr>
              <a:lnSpc>
                <a:spcPct val="100000"/>
              </a:lnSpc>
              <a:spcBef>
                <a:spcPts val="0"/>
              </a:spcBef>
              <a:defRPr sz="1500"/>
            </a:lvl1pPr>
            <a:lvl2pPr>
              <a:defRPr sz="1200">
                <a:latin typeface="+mj-lt"/>
              </a:defRPr>
            </a:lvl2pPr>
          </a:lstStyle>
          <a:p>
            <a:pPr lvl="0"/>
            <a:r>
              <a:rPr lang="fr-FR"/>
              <a:t>Cliquez pour modifier les styles du texte du masque</a:t>
            </a:r>
          </a:p>
          <a:p>
            <a:pPr lvl="1"/>
            <a:r>
              <a:rPr lang="fr-FR"/>
              <a:t>Deuxième niveau</a:t>
            </a:r>
          </a:p>
        </p:txBody>
      </p:sp>
      <p:sp>
        <p:nvSpPr>
          <p:cNvPr id="3" name="Picture Placeholder 2">
            <a:extLst>
              <a:ext uri="{FF2B5EF4-FFF2-40B4-BE49-F238E27FC236}">
                <a16:creationId xmlns:a16="http://schemas.microsoft.com/office/drawing/2014/main" id="{20FA2383-F769-2E5D-64C9-71C8F2AC6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99063" y="402336"/>
            <a:ext cx="6614837" cy="5532376"/>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a:solidFill>
            <a:schemeClr val="bg2"/>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4" name="Footer Placeholder 4">
            <a:extLst>
              <a:ext uri="{FF2B5EF4-FFF2-40B4-BE49-F238E27FC236}">
                <a16:creationId xmlns:a16="http://schemas.microsoft.com/office/drawing/2014/main" id="{4619E784-11F4-A104-BB77-5E8F8D397AE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5" name="Slide Number Placeholder 13">
            <a:extLst>
              <a:ext uri="{FF2B5EF4-FFF2-40B4-BE49-F238E27FC236}">
                <a16:creationId xmlns:a16="http://schemas.microsoft.com/office/drawing/2014/main" id="{BF37CFFA-3D80-3409-C50E-D2A382F2618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414151102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With Image 3">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397668" y="2457451"/>
            <a:ext cx="2767808" cy="765810"/>
          </a:xfrm>
          <a:prstGeom prst="rect">
            <a:avLst/>
          </a:prstGeom>
        </p:spPr>
        <p:txBody>
          <a:bodyPr vert="horz" lIns="0" tIns="0" rIns="0" bIns="0" rtlCol="0" anchor="t" anchorCtr="0">
            <a:noAutofit/>
          </a:bodyPr>
          <a:lstStyle>
            <a:lvl1pPr>
              <a:defRPr b="0"/>
            </a:lvl1pPr>
          </a:lstStyle>
          <a:p>
            <a:r>
              <a:rPr lang="fr-FR"/>
              <a:t>Modifiez le style du titre</a:t>
            </a:r>
            <a:endParaRPr lang="en-US"/>
          </a:p>
        </p:txBody>
      </p:sp>
      <p:sp>
        <p:nvSpPr>
          <p:cNvPr id="6" name="Text Placeholder 5">
            <a:extLst>
              <a:ext uri="{FF2B5EF4-FFF2-40B4-BE49-F238E27FC236}">
                <a16:creationId xmlns:a16="http://schemas.microsoft.com/office/drawing/2014/main" id="{00E1A1E6-6268-D4D9-C145-1013364B1CD8}"/>
              </a:ext>
            </a:extLst>
          </p:cNvPr>
          <p:cNvSpPr>
            <a:spLocks noGrp="1"/>
          </p:cNvSpPr>
          <p:nvPr>
            <p:ph type="body" sz="quarter" idx="12"/>
          </p:nvPr>
        </p:nvSpPr>
        <p:spPr>
          <a:xfrm>
            <a:off x="407669" y="3492183"/>
            <a:ext cx="2757805" cy="2115820"/>
          </a:xfrm>
        </p:spPr>
        <p:txBody>
          <a:bodyPr/>
          <a:lstStyle>
            <a:lvl1pPr>
              <a:lnSpc>
                <a:spcPct val="120000"/>
              </a:lnSpc>
              <a:spcBef>
                <a:spcPts val="0"/>
              </a:spcBef>
              <a:defRPr sz="1200" b="0">
                <a:latin typeface="+mj-lt"/>
              </a:defRPr>
            </a:lvl1pPr>
            <a:lvl2pPr>
              <a:defRPr sz="1200">
                <a:latin typeface="+mn-lt"/>
              </a:defRPr>
            </a:lvl2pPr>
          </a:lstStyle>
          <a:p>
            <a:pPr lvl="0"/>
            <a:r>
              <a:rPr lang="fr-FR"/>
              <a:t>Cliquez pour modifier les styles du texte du masque</a:t>
            </a:r>
          </a:p>
        </p:txBody>
      </p:sp>
      <p:sp>
        <p:nvSpPr>
          <p:cNvPr id="4" name="Footer Placeholder 4">
            <a:extLst>
              <a:ext uri="{FF2B5EF4-FFF2-40B4-BE49-F238E27FC236}">
                <a16:creationId xmlns:a16="http://schemas.microsoft.com/office/drawing/2014/main" id="{665F8295-3C5A-A1AE-F43F-1FA6D8B2F4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5" name="Slide Number Placeholder 13">
            <a:extLst>
              <a:ext uri="{FF2B5EF4-FFF2-40B4-BE49-F238E27FC236}">
                <a16:creationId xmlns:a16="http://schemas.microsoft.com/office/drawing/2014/main" id="{30A1C61F-1977-8EC5-355B-66B6908EB52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10" name="Picture Placeholder 9">
            <a:extLst>
              <a:ext uri="{FF2B5EF4-FFF2-40B4-BE49-F238E27FC236}">
                <a16:creationId xmlns:a16="http://schemas.microsoft.com/office/drawing/2014/main" id="{C8FF515D-AF08-494F-FFD1-C5F2FEFB42C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ph type="pic" sz="quarter" idx="13" hasCustomPrompt="1"/>
          </p:nvPr>
        </p:nvSpPr>
        <p:spPr>
          <a:xfrm>
            <a:off x="3288471" y="400050"/>
            <a:ext cx="8513514" cy="5540196"/>
          </a:xfrm>
          <a:custGeom>
            <a:avLst/>
            <a:gdLst>
              <a:gd name="connsiteX0" fmla="*/ 3049 w 8513514"/>
              <a:gd name="connsiteY0" fmla="*/ 0 h 5540196"/>
              <a:gd name="connsiteX1" fmla="*/ 8513003 w 8513514"/>
              <a:gd name="connsiteY1" fmla="*/ 0 h 5540196"/>
              <a:gd name="connsiteX2" fmla="*/ 8512994 w 8513514"/>
              <a:gd name="connsiteY2" fmla="*/ 10458 h 5540196"/>
              <a:gd name="connsiteX3" fmla="*/ 8513514 w 8513514"/>
              <a:gd name="connsiteY3" fmla="*/ 10458 h 5540196"/>
              <a:gd name="connsiteX4" fmla="*/ 8508849 w 8513514"/>
              <a:gd name="connsiteY4" fmla="*/ 5182877 h 5540196"/>
              <a:gd name="connsiteX5" fmla="*/ 4273312 w 8513514"/>
              <a:gd name="connsiteY5" fmla="*/ 5179468 h 5540196"/>
              <a:gd name="connsiteX6" fmla="*/ 4037481 w 8513514"/>
              <a:gd name="connsiteY6" fmla="*/ 5538070 h 5540196"/>
              <a:gd name="connsiteX7" fmla="*/ 511 w 8513514"/>
              <a:gd name="connsiteY7" fmla="*/ 5540196 h 5540196"/>
              <a:gd name="connsiteX8" fmla="*/ 527 w 8513514"/>
              <a:gd name="connsiteY8" fmla="*/ 5529738 h 5540196"/>
              <a:gd name="connsiteX9" fmla="*/ 0 w 8513514"/>
              <a:gd name="connsiteY9" fmla="*/ 5529738 h 5540196"/>
              <a:gd name="connsiteX10" fmla="*/ 2674 w 8513514"/>
              <a:gd name="connsiteY10" fmla="*/ 2748474 h 554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514" h="5540196">
                <a:moveTo>
                  <a:pt x="3049" y="0"/>
                </a:moveTo>
                <a:lnTo>
                  <a:pt x="8513003" y="0"/>
                </a:lnTo>
                <a:lnTo>
                  <a:pt x="8512994" y="10458"/>
                </a:lnTo>
                <a:lnTo>
                  <a:pt x="8513514" y="10458"/>
                </a:lnTo>
                <a:lnTo>
                  <a:pt x="8508849" y="5182877"/>
                </a:lnTo>
                <a:lnTo>
                  <a:pt x="4273312" y="5179468"/>
                </a:lnTo>
                <a:lnTo>
                  <a:pt x="4037481" y="5538070"/>
                </a:lnTo>
                <a:lnTo>
                  <a:pt x="511" y="5540196"/>
                </a:lnTo>
                <a:lnTo>
                  <a:pt x="527" y="5529738"/>
                </a:lnTo>
                <a:lnTo>
                  <a:pt x="0" y="5529738"/>
                </a:lnTo>
                <a:cubicBezTo>
                  <a:pt x="2037" y="4608702"/>
                  <a:pt x="2547" y="3679927"/>
                  <a:pt x="2674" y="2748474"/>
                </a:cubicBezTo>
                <a:close/>
              </a:path>
            </a:pathLst>
          </a:custGeom>
          <a:solidFill>
            <a:schemeClr val="bg2"/>
          </a:solidFill>
        </p:spPr>
        <p:txBody>
          <a:bodyPr wrap="square" lIns="1188720" tIns="1554480" rIns="118872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Tree>
    <p:extLst>
      <p:ext uri="{BB962C8B-B14F-4D97-AF65-F5344CB8AC3E}">
        <p14:creationId xmlns:p14="http://schemas.microsoft.com/office/powerpoint/2010/main" val="183912800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918220"/>
            <a:ext cx="5660723"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fr-FR"/>
              <a:t>Cliquez pour modifier les styles du texte du masque</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10" name="Content Placeholder 2">
            <a:extLst>
              <a:ext uri="{FF2B5EF4-FFF2-40B4-BE49-F238E27FC236}">
                <a16:creationId xmlns:a16="http://schemas.microsoft.com/office/drawing/2014/main" id="{F37C9592-01FB-4A3C-B7D0-60D0B86B7CC8}"/>
              </a:ext>
            </a:extLst>
          </p:cNvPr>
          <p:cNvSpPr>
            <a:spLocks noGrp="1"/>
          </p:cNvSpPr>
          <p:nvPr>
            <p:ph idx="10"/>
          </p:nvPr>
        </p:nvSpPr>
        <p:spPr>
          <a:xfrm>
            <a:off x="401967" y="4513993"/>
            <a:ext cx="4684384" cy="1432717"/>
          </a:xfrm>
        </p:spPr>
        <p:txBody>
          <a:bodyPr/>
          <a:lstStyle>
            <a:lvl1pPr>
              <a:lnSpc>
                <a:spcPct val="100000"/>
              </a:lnSpc>
              <a:spcBef>
                <a:spcPts val="0"/>
              </a:spcBef>
              <a:spcAft>
                <a:spcPts val="0"/>
              </a:spcAft>
              <a:defRPr sz="1800" b="1"/>
            </a:lvl1pPr>
            <a:lvl2pPr>
              <a:lnSpc>
                <a:spcPct val="100000"/>
              </a:lnSpc>
              <a:spcBef>
                <a:spcPts val="0"/>
              </a:spcBef>
              <a:spcAft>
                <a:spcPts val="0"/>
              </a:spcAft>
              <a:defRPr sz="1800" b="0">
                <a:latin typeface="+mj-lt"/>
              </a:defRPr>
            </a:lvl2pPr>
            <a:lvl3pPr marL="0" indent="0">
              <a:buNone/>
              <a:defRPr/>
            </a:lvl3pPr>
          </a:lstStyle>
          <a:p>
            <a:pPr lvl="0"/>
            <a:r>
              <a:rPr lang="fr-FR"/>
              <a:t>Cliquez pour modifier les styles du texte du masque</a:t>
            </a:r>
          </a:p>
          <a:p>
            <a:pPr lvl="1"/>
            <a:r>
              <a:rPr lang="fr-FR"/>
              <a:t>Deuxième niveau</a:t>
            </a:r>
          </a:p>
        </p:txBody>
      </p:sp>
    </p:spTree>
    <p:extLst>
      <p:ext uri="{BB962C8B-B14F-4D97-AF65-F5344CB8AC3E}">
        <p14:creationId xmlns:p14="http://schemas.microsoft.com/office/powerpoint/2010/main" val="186324406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ig Dat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1967" y="4513993"/>
            <a:ext cx="4684384" cy="1432717"/>
          </a:xfrm>
        </p:spPr>
        <p:txBody>
          <a:bodyPr/>
          <a:lstStyle>
            <a:lvl1pPr>
              <a:lnSpc>
                <a:spcPct val="100000"/>
              </a:lnSpc>
              <a:spcBef>
                <a:spcPts val="0"/>
              </a:spcBef>
              <a:spcAft>
                <a:spcPts val="0"/>
              </a:spcAft>
              <a:defRPr sz="1800" b="1"/>
            </a:lvl1pPr>
            <a:lvl2pPr>
              <a:lnSpc>
                <a:spcPct val="100000"/>
              </a:lnSpc>
              <a:spcBef>
                <a:spcPts val="0"/>
              </a:spcBef>
              <a:spcAft>
                <a:spcPts val="0"/>
              </a:spcAft>
              <a:defRPr sz="1800" b="0">
                <a:latin typeface="+mj-lt"/>
              </a:defRPr>
            </a:lvl2pPr>
            <a:lvl3pPr marL="0" indent="0">
              <a:buNone/>
              <a:defRPr/>
            </a:lvl3pPr>
          </a:lstStyle>
          <a:p>
            <a:pPr lvl="0"/>
            <a:r>
              <a:rPr lang="fr-FR"/>
              <a:t>Cliquez pour modifier les styles du texte du masque</a:t>
            </a:r>
          </a:p>
          <a:p>
            <a:pPr lvl="1"/>
            <a:r>
              <a:rPr lang="fr-FR"/>
              <a:t>Deuxième niveau</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918220"/>
            <a:ext cx="5651199"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fr-FR"/>
              <a:t>Cliquez pour modifier les styles du texte du masque</a:t>
            </a:r>
          </a:p>
        </p:txBody>
      </p:sp>
      <p:sp>
        <p:nvSpPr>
          <p:cNvPr id="7" name="Footer Placeholder 4">
            <a:extLst>
              <a:ext uri="{FF2B5EF4-FFF2-40B4-BE49-F238E27FC236}">
                <a16:creationId xmlns:a16="http://schemas.microsoft.com/office/drawing/2014/main" id="{D88750FF-80B0-EEE6-F89F-A76248A4F83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9" name="Slide Number Placeholder 13">
            <a:extLst>
              <a:ext uri="{FF2B5EF4-FFF2-40B4-BE49-F238E27FC236}">
                <a16:creationId xmlns:a16="http://schemas.microsoft.com/office/drawing/2014/main" id="{5E9F5B4A-B723-2879-D7EE-D016027E28B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394423747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hree Images Stacked">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369B2012-7A09-E6A5-2473-4DB6823B0A7E}"/>
              </a:ext>
            </a:extLst>
          </p:cNvPr>
          <p:cNvSpPr>
            <a:spLocks noGrp="1"/>
          </p:cNvSpPr>
          <p:nvPr>
            <p:ph type="title"/>
          </p:nvPr>
        </p:nvSpPr>
        <p:spPr>
          <a:xfrm>
            <a:off x="397667" y="402336"/>
            <a:ext cx="4688683" cy="915289"/>
          </a:xfrm>
          <a:prstGeom prst="rect">
            <a:avLst/>
          </a:prstGeom>
        </p:spPr>
        <p:txBody>
          <a:bodyPr vert="horz" lIns="0" tIns="0" rIns="0" bIns="0" rtlCol="0" anchor="t" anchorCtr="0">
            <a:noAutofit/>
          </a:bodyPr>
          <a:lstStyle/>
          <a:p>
            <a:r>
              <a:rPr lang="fr-FR"/>
              <a:t>Modifiez le style du titre</a:t>
            </a:r>
            <a:endParaRPr lang="en-US"/>
          </a:p>
        </p:txBody>
      </p:sp>
      <p:sp>
        <p:nvSpPr>
          <p:cNvPr id="22" name="Content Placeholder 2">
            <a:extLst>
              <a:ext uri="{FF2B5EF4-FFF2-40B4-BE49-F238E27FC236}">
                <a16:creationId xmlns:a16="http://schemas.microsoft.com/office/drawing/2014/main" id="{D806524E-A06F-7FE8-9CD5-2244991C1E3D}"/>
              </a:ext>
            </a:extLst>
          </p:cNvPr>
          <p:cNvSpPr>
            <a:spLocks noGrp="1"/>
          </p:cNvSpPr>
          <p:nvPr>
            <p:ph idx="17"/>
          </p:nvPr>
        </p:nvSpPr>
        <p:spPr>
          <a:xfrm>
            <a:off x="407670" y="3492183"/>
            <a:ext cx="3719830" cy="2446655"/>
          </a:xfrm>
        </p:spPr>
        <p:txBody>
          <a:bodyPr/>
          <a:lstStyle>
            <a:lvl1pPr>
              <a:lnSpc>
                <a:spcPct val="95000"/>
              </a:lnSpc>
              <a:spcBef>
                <a:spcPts val="0"/>
              </a:spcBef>
              <a:spcAft>
                <a:spcPts val="0"/>
              </a:spcAft>
              <a:defRPr sz="2400" b="1">
                <a:latin typeface="+mn-lt"/>
              </a:defRPr>
            </a:lvl1pPr>
            <a:lvl2pPr>
              <a:defRPr sz="1200"/>
            </a:lvl2pPr>
            <a:lvl3pPr>
              <a:defRPr sz="1200"/>
            </a:lvl3pPr>
            <a:lvl4pPr>
              <a:defRPr sz="1200"/>
            </a:lvl4pPr>
            <a:lvl5pPr>
              <a:defRPr sz="1200"/>
            </a:lvl5pPr>
          </a:lstStyle>
          <a:p>
            <a:pPr lvl="0"/>
            <a:r>
              <a:rPr lang="fr-FR"/>
              <a:t>Cliquez pour modifier les styles du texte du masque</a:t>
            </a:r>
          </a:p>
        </p:txBody>
      </p:sp>
      <p:sp>
        <p:nvSpPr>
          <p:cNvPr id="13" name="Picture Placeholder 14">
            <a:extLst>
              <a:ext uri="{FF2B5EF4-FFF2-40B4-BE49-F238E27FC236}">
                <a16:creationId xmlns:a16="http://schemas.microsoft.com/office/drawing/2014/main" id="{099A4469-274E-EB1F-F85D-D95E959AA143}"/>
              </a:ext>
            </a:extLst>
          </p:cNvPr>
          <p:cNvSpPr>
            <a:spLocks noGrp="1"/>
          </p:cNvSpPr>
          <p:nvPr>
            <p:ph type="pic" sz="quarter" idx="12"/>
          </p:nvPr>
        </p:nvSpPr>
        <p:spPr>
          <a:xfrm>
            <a:off x="5199978" y="1424941"/>
            <a:ext cx="1804072" cy="1432560"/>
          </a:xfrm>
          <a:solidFill>
            <a:schemeClr val="bg2"/>
          </a:solidFill>
        </p:spPr>
        <p:txBody>
          <a:bodyPr tIns="457200"/>
          <a:lstStyle>
            <a:lvl1pPr algn="ctr">
              <a:defRPr/>
            </a:lvl1pPr>
          </a:lstStyle>
          <a:p>
            <a:r>
              <a:rPr lang="fr-FR"/>
              <a:t>Cliquez sur l'icône pour ajouter une image</a:t>
            </a:r>
            <a:endParaRPr lang="en-US"/>
          </a:p>
        </p:txBody>
      </p:sp>
      <p:sp>
        <p:nvSpPr>
          <p:cNvPr id="17" name="Content Placeholder 2">
            <a:extLst>
              <a:ext uri="{FF2B5EF4-FFF2-40B4-BE49-F238E27FC236}">
                <a16:creationId xmlns:a16="http://schemas.microsoft.com/office/drawing/2014/main" id="{E0678072-A6EC-A7CF-E412-0D3F27A1A0A0}"/>
              </a:ext>
            </a:extLst>
          </p:cNvPr>
          <p:cNvSpPr>
            <a:spLocks noGrp="1"/>
          </p:cNvSpPr>
          <p:nvPr>
            <p:ph idx="10"/>
          </p:nvPr>
        </p:nvSpPr>
        <p:spPr>
          <a:xfrm>
            <a:off x="7127838" y="1446213"/>
            <a:ext cx="3711612" cy="1411287"/>
          </a:xfrm>
        </p:spPr>
        <p:txBody>
          <a:bodyPr/>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20" name="Picture Placeholder 14">
            <a:extLst>
              <a:ext uri="{FF2B5EF4-FFF2-40B4-BE49-F238E27FC236}">
                <a16:creationId xmlns:a16="http://schemas.microsoft.com/office/drawing/2014/main" id="{750FAC0A-93E6-9A08-7990-0346002AB7C9}"/>
              </a:ext>
            </a:extLst>
          </p:cNvPr>
          <p:cNvSpPr>
            <a:spLocks noGrp="1"/>
          </p:cNvSpPr>
          <p:nvPr>
            <p:ph type="pic" sz="quarter" idx="15"/>
          </p:nvPr>
        </p:nvSpPr>
        <p:spPr>
          <a:xfrm>
            <a:off x="5199978" y="2981643"/>
            <a:ext cx="1804072" cy="1432560"/>
          </a:xfrm>
          <a:solidFill>
            <a:schemeClr val="bg2"/>
          </a:solidFill>
        </p:spPr>
        <p:txBody>
          <a:bodyPr tIns="457200"/>
          <a:lstStyle>
            <a:lvl1pPr algn="ctr">
              <a:defRPr/>
            </a:lvl1pPr>
          </a:lstStyle>
          <a:p>
            <a:r>
              <a:rPr lang="fr-FR"/>
              <a:t>Cliquez sur l'icône pour ajouter une image</a:t>
            </a:r>
            <a:endParaRPr lang="en-US"/>
          </a:p>
        </p:txBody>
      </p:sp>
      <p:sp>
        <p:nvSpPr>
          <p:cNvPr id="18" name="Content Placeholder 2">
            <a:extLst>
              <a:ext uri="{FF2B5EF4-FFF2-40B4-BE49-F238E27FC236}">
                <a16:creationId xmlns:a16="http://schemas.microsoft.com/office/drawing/2014/main" id="{F62FE28B-1451-7A6D-A415-8DE9235897A9}"/>
              </a:ext>
            </a:extLst>
          </p:cNvPr>
          <p:cNvSpPr>
            <a:spLocks noGrp="1"/>
          </p:cNvSpPr>
          <p:nvPr>
            <p:ph idx="13"/>
          </p:nvPr>
        </p:nvSpPr>
        <p:spPr>
          <a:xfrm>
            <a:off x="7127838" y="2979420"/>
            <a:ext cx="3711612" cy="1411287"/>
          </a:xfrm>
        </p:spPr>
        <p:txBody>
          <a:bodyPr/>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21" name="Picture Placeholder 14">
            <a:extLst>
              <a:ext uri="{FF2B5EF4-FFF2-40B4-BE49-F238E27FC236}">
                <a16:creationId xmlns:a16="http://schemas.microsoft.com/office/drawing/2014/main" id="{C66DD72C-97BB-14F2-361C-2441F75A4327}"/>
              </a:ext>
            </a:extLst>
          </p:cNvPr>
          <p:cNvSpPr>
            <a:spLocks noGrp="1"/>
          </p:cNvSpPr>
          <p:nvPr>
            <p:ph type="pic" sz="quarter" idx="16"/>
          </p:nvPr>
        </p:nvSpPr>
        <p:spPr>
          <a:xfrm>
            <a:off x="5199978" y="4521518"/>
            <a:ext cx="1804072" cy="1432560"/>
          </a:xfrm>
          <a:solidFill>
            <a:schemeClr val="bg2"/>
          </a:solidFill>
        </p:spPr>
        <p:txBody>
          <a:bodyPr tIns="457200"/>
          <a:lstStyle>
            <a:lvl1pPr algn="ctr">
              <a:defRPr/>
            </a:lvl1pPr>
          </a:lstStyle>
          <a:p>
            <a:r>
              <a:rPr lang="fr-FR"/>
              <a:t>Cliquez sur l'icône pour ajouter une image</a:t>
            </a:r>
            <a:endParaRPr lang="en-US"/>
          </a:p>
        </p:txBody>
      </p:sp>
      <p:sp>
        <p:nvSpPr>
          <p:cNvPr id="19" name="Content Placeholder 2">
            <a:extLst>
              <a:ext uri="{FF2B5EF4-FFF2-40B4-BE49-F238E27FC236}">
                <a16:creationId xmlns:a16="http://schemas.microsoft.com/office/drawing/2014/main" id="{ADD78EAE-A704-D3CE-D6AA-6E6E52DCA211}"/>
              </a:ext>
            </a:extLst>
          </p:cNvPr>
          <p:cNvSpPr>
            <a:spLocks noGrp="1"/>
          </p:cNvSpPr>
          <p:nvPr>
            <p:ph idx="14"/>
          </p:nvPr>
        </p:nvSpPr>
        <p:spPr>
          <a:xfrm>
            <a:off x="7127838" y="4519931"/>
            <a:ext cx="3711612" cy="1411287"/>
          </a:xfrm>
        </p:spPr>
        <p:txBody>
          <a:bodyPr/>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7" name="Footer Placeholder 4">
            <a:extLst>
              <a:ext uri="{FF2B5EF4-FFF2-40B4-BE49-F238E27FC236}">
                <a16:creationId xmlns:a16="http://schemas.microsoft.com/office/drawing/2014/main" id="{0A56C71D-1695-AE64-7C05-4DD0750A3DD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8" name="Slide Number Placeholder 13">
            <a:extLst>
              <a:ext uri="{FF2B5EF4-FFF2-40B4-BE49-F238E27FC236}">
                <a16:creationId xmlns:a16="http://schemas.microsoft.com/office/drawing/2014/main" id="{3EB5F658-B8CE-7FB5-990E-79F690D1E17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275821132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ext and Large Sta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97667" y="3444092"/>
            <a:ext cx="4688683" cy="2449025"/>
          </a:xfrm>
          <a:prstGeom prst="rect">
            <a:avLst/>
          </a:prstGeom>
        </p:spPr>
        <p:txBody>
          <a:bodyPr vert="horz" lIns="0" tIns="0" rIns="0" bIns="0" rtlCol="0" anchor="t" anchorCtr="0">
            <a:noAutofit/>
          </a:bodyPr>
          <a:lstStyle>
            <a:lvl1pPr>
              <a:defRPr sz="4000"/>
            </a:lvl1pPr>
          </a:lstStyle>
          <a:p>
            <a:r>
              <a:rPr lang="fr-FR"/>
              <a:t>Modifiez le style du titre</a:t>
            </a:r>
            <a:endParaRPr lang="en-US"/>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6165533" y="880660"/>
            <a:ext cx="5636494" cy="2045420"/>
          </a:xfrm>
        </p:spPr>
        <p:txBody>
          <a:bodyPr/>
          <a:lstStyle>
            <a:lvl1pPr>
              <a:lnSpc>
                <a:spcPct val="80000"/>
              </a:lnSpc>
              <a:spcBef>
                <a:spcPts val="0"/>
              </a:spcBef>
              <a:spcAft>
                <a:spcPts val="0"/>
              </a:spcAft>
              <a:defRPr sz="20000" b="0" spc="-390" baseline="0">
                <a:solidFill>
                  <a:schemeClr val="accent1"/>
                </a:solidFill>
              </a:defRPr>
            </a:lvl1pPr>
          </a:lstStyle>
          <a:p>
            <a:pPr lvl="0"/>
            <a:r>
              <a:rPr lang="en-US"/>
              <a:t>00</a:t>
            </a:r>
          </a:p>
        </p:txBody>
      </p:sp>
      <p:sp>
        <p:nvSpPr>
          <p:cNvPr id="4" name="Footer Placeholder 4">
            <a:extLst>
              <a:ext uri="{FF2B5EF4-FFF2-40B4-BE49-F238E27FC236}">
                <a16:creationId xmlns:a16="http://schemas.microsoft.com/office/drawing/2014/main" id="{505126B4-5061-ACE1-29DB-F4E4B930507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6" name="Slide Number Placeholder 13">
            <a:extLst>
              <a:ext uri="{FF2B5EF4-FFF2-40B4-BE49-F238E27FC236}">
                <a16:creationId xmlns:a16="http://schemas.microsoft.com/office/drawing/2014/main" id="{A318CA9E-32E8-938F-0187-CE5990310D1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9" name="Text Placeholder 8">
            <a:extLst>
              <a:ext uri="{FF2B5EF4-FFF2-40B4-BE49-F238E27FC236}">
                <a16:creationId xmlns:a16="http://schemas.microsoft.com/office/drawing/2014/main" id="{9D440408-8D82-6FAB-8574-86AD0978A5D2}"/>
              </a:ext>
            </a:extLst>
          </p:cNvPr>
          <p:cNvSpPr>
            <a:spLocks noGrp="1"/>
          </p:cNvSpPr>
          <p:nvPr>
            <p:ph type="body" sz="quarter" idx="10"/>
          </p:nvPr>
        </p:nvSpPr>
        <p:spPr>
          <a:xfrm>
            <a:off x="6165850" y="3500447"/>
            <a:ext cx="5635625" cy="243839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226466938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97667" y="3492183"/>
            <a:ext cx="5645946" cy="2446655"/>
          </a:xfrm>
          <a:prstGeom prst="rect">
            <a:avLst/>
          </a:prstGeom>
        </p:spPr>
        <p:txBody>
          <a:bodyPr vert="horz" lIns="0" tIns="0" rIns="0" bIns="0" rtlCol="0" anchor="t" anchorCtr="0">
            <a:noAutofit/>
          </a:bodyPr>
          <a:lstStyle>
            <a:lvl1pPr>
              <a:defRPr sz="4000"/>
            </a:lvl1pPr>
          </a:lstStyle>
          <a:p>
            <a:r>
              <a:rPr lang="fr-FR"/>
              <a:t>Modifiez le style du titre</a:t>
            </a:r>
            <a:endParaRPr lang="en-US"/>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7118350" y="400050"/>
            <a:ext cx="4683125" cy="2970213"/>
          </a:xfrm>
          <a:solidFill>
            <a:schemeClr val="accent1"/>
          </a:solidFill>
        </p:spPr>
        <p:txBody>
          <a:bodyPr lIns="274320" tIns="274320"/>
          <a:lstStyle>
            <a:lvl1pPr>
              <a:spcAft>
                <a:spcPts val="6000"/>
              </a:spcAft>
              <a:defRPr sz="8600" b="0">
                <a:solidFill>
                  <a:schemeClr val="bg1"/>
                </a:solidFill>
              </a:defRPr>
            </a:lvl1pPr>
            <a:lvl2pPr>
              <a:spcBef>
                <a:spcPts val="0"/>
              </a:spcBef>
              <a:defRPr b="1">
                <a:latin typeface="+mn-lt"/>
              </a:defRPr>
            </a:lvl2pPr>
          </a:lstStyle>
          <a:p>
            <a:pPr lvl="0"/>
            <a:r>
              <a:rPr lang="en-US"/>
              <a:t>0,000</a:t>
            </a:r>
          </a:p>
          <a:p>
            <a:pPr lvl="1"/>
            <a:r>
              <a:rPr lang="en-US"/>
              <a:t>Second level</a:t>
            </a:r>
          </a:p>
        </p:txBody>
      </p:sp>
      <p:sp>
        <p:nvSpPr>
          <p:cNvPr id="4" name="Footer Placeholder 4">
            <a:extLst>
              <a:ext uri="{FF2B5EF4-FFF2-40B4-BE49-F238E27FC236}">
                <a16:creationId xmlns:a16="http://schemas.microsoft.com/office/drawing/2014/main" id="{E2A3DA15-4C69-255A-358A-480458D2DFE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6" name="Slide Number Placeholder 13">
            <a:extLst>
              <a:ext uri="{FF2B5EF4-FFF2-40B4-BE49-F238E27FC236}">
                <a16:creationId xmlns:a16="http://schemas.microsoft.com/office/drawing/2014/main" id="{B39A73BF-92D5-1C5F-A374-82FF2405936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10" name="Text Placeholder 9">
            <a:extLst>
              <a:ext uri="{FF2B5EF4-FFF2-40B4-BE49-F238E27FC236}">
                <a16:creationId xmlns:a16="http://schemas.microsoft.com/office/drawing/2014/main" id="{5B8C705A-7501-8BB2-360F-85F75D8C5472}"/>
              </a:ext>
            </a:extLst>
          </p:cNvPr>
          <p:cNvSpPr>
            <a:spLocks noGrp="1"/>
          </p:cNvSpPr>
          <p:nvPr>
            <p:ph type="body" sz="quarter" idx="12"/>
          </p:nvPr>
        </p:nvSpPr>
        <p:spPr>
          <a:xfrm>
            <a:off x="9037638" y="3484563"/>
            <a:ext cx="2757487" cy="19399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905209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Four Stat Boxes">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97667" y="3492183"/>
            <a:ext cx="5241133" cy="2446655"/>
          </a:xfrm>
          <a:prstGeom prst="rect">
            <a:avLst/>
          </a:prstGeom>
        </p:spPr>
        <p:txBody>
          <a:bodyPr vert="horz" lIns="0" tIns="0" rIns="0" bIns="0" rtlCol="0" anchor="t" anchorCtr="0">
            <a:noAutofit/>
          </a:bodyPr>
          <a:lstStyle>
            <a:lvl1pPr>
              <a:defRPr sz="4000"/>
            </a:lvl1pPr>
          </a:lstStyle>
          <a:p>
            <a:r>
              <a:rPr lang="fr-FR"/>
              <a:t>Modifiez le style du titre</a:t>
            </a:r>
            <a:endParaRPr lang="en-US"/>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6157914" y="400050"/>
            <a:ext cx="2765424" cy="2777490"/>
          </a:xfrm>
          <a:solidFill>
            <a:srgbClr val="B5BCC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10" name="Text Placeholder 9">
            <a:extLst>
              <a:ext uri="{FF2B5EF4-FFF2-40B4-BE49-F238E27FC236}">
                <a16:creationId xmlns:a16="http://schemas.microsoft.com/office/drawing/2014/main" id="{BCA5BD2F-F935-E22A-B6DD-EB0D8C3A4750}"/>
              </a:ext>
            </a:extLst>
          </p:cNvPr>
          <p:cNvSpPr>
            <a:spLocks noGrp="1"/>
          </p:cNvSpPr>
          <p:nvPr>
            <p:ph type="body" sz="quarter" idx="12"/>
          </p:nvPr>
        </p:nvSpPr>
        <p:spPr>
          <a:xfrm>
            <a:off x="6320155" y="2457450"/>
            <a:ext cx="2481263" cy="552451"/>
          </a:xfrm>
        </p:spPr>
        <p:txBody>
          <a:bodyPr anchor="b" anchorCtr="0"/>
          <a:lstStyle>
            <a:lvl1pPr>
              <a:spcBef>
                <a:spcPts val="0"/>
              </a:spcBef>
              <a:spcAft>
                <a:spcPts val="600"/>
              </a:spcAft>
              <a:defRPr sz="1000" b="0">
                <a:latin typeface="+mj-lt"/>
              </a:defRPr>
            </a:lvl1pPr>
          </a:lstStyle>
          <a:p>
            <a:pPr lvl="0"/>
            <a:r>
              <a:rPr lang="fr-FR"/>
              <a:t>Cliquez pour modifier les styles du texte du masque</a:t>
            </a:r>
          </a:p>
        </p:txBody>
      </p:sp>
      <p:sp>
        <p:nvSpPr>
          <p:cNvPr id="16" name="Text Placeholder 6">
            <a:extLst>
              <a:ext uri="{FF2B5EF4-FFF2-40B4-BE49-F238E27FC236}">
                <a16:creationId xmlns:a16="http://schemas.microsoft.com/office/drawing/2014/main" id="{8C582E75-9A43-D86C-AB0D-17BB800A571C}"/>
              </a:ext>
            </a:extLst>
          </p:cNvPr>
          <p:cNvSpPr>
            <a:spLocks noGrp="1"/>
          </p:cNvSpPr>
          <p:nvPr>
            <p:ph type="body" sz="quarter" idx="13" hasCustomPrompt="1"/>
          </p:nvPr>
        </p:nvSpPr>
        <p:spPr>
          <a:xfrm>
            <a:off x="9036051" y="400050"/>
            <a:ext cx="2765424" cy="2777490"/>
          </a:xfrm>
          <a:solidFill>
            <a:schemeClr val="accent1"/>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18" name="Text Placeholder 9">
            <a:extLst>
              <a:ext uri="{FF2B5EF4-FFF2-40B4-BE49-F238E27FC236}">
                <a16:creationId xmlns:a16="http://schemas.microsoft.com/office/drawing/2014/main" id="{2F01FD17-7652-99C0-4EF4-C1ABF553BDA4}"/>
              </a:ext>
            </a:extLst>
          </p:cNvPr>
          <p:cNvSpPr>
            <a:spLocks noGrp="1"/>
          </p:cNvSpPr>
          <p:nvPr>
            <p:ph type="body" sz="quarter" idx="14"/>
          </p:nvPr>
        </p:nvSpPr>
        <p:spPr>
          <a:xfrm>
            <a:off x="9198292" y="2457450"/>
            <a:ext cx="2481263" cy="552451"/>
          </a:xfrm>
        </p:spPr>
        <p:txBody>
          <a:bodyPr anchor="b" anchorCtr="0"/>
          <a:lstStyle>
            <a:lvl1pPr>
              <a:spcBef>
                <a:spcPts val="0"/>
              </a:spcBef>
              <a:spcAft>
                <a:spcPts val="600"/>
              </a:spcAft>
              <a:defRPr sz="1000" b="0">
                <a:latin typeface="+mj-lt"/>
              </a:defRPr>
            </a:lvl1pPr>
          </a:lstStyle>
          <a:p>
            <a:pPr lvl="0"/>
            <a:r>
              <a:rPr lang="fr-FR"/>
              <a:t>Cliquez pour modifier les styles du texte du masque</a:t>
            </a:r>
          </a:p>
        </p:txBody>
      </p:sp>
      <p:sp>
        <p:nvSpPr>
          <p:cNvPr id="19" name="Text Placeholder 6">
            <a:extLst>
              <a:ext uri="{FF2B5EF4-FFF2-40B4-BE49-F238E27FC236}">
                <a16:creationId xmlns:a16="http://schemas.microsoft.com/office/drawing/2014/main" id="{DED57F60-7B48-DB96-E422-6BF4821C028A}"/>
              </a:ext>
            </a:extLst>
          </p:cNvPr>
          <p:cNvSpPr>
            <a:spLocks noGrp="1"/>
          </p:cNvSpPr>
          <p:nvPr>
            <p:ph type="body" sz="quarter" idx="15" hasCustomPrompt="1"/>
          </p:nvPr>
        </p:nvSpPr>
        <p:spPr>
          <a:xfrm>
            <a:off x="6157914" y="3308287"/>
            <a:ext cx="2765424" cy="2777490"/>
          </a:xfrm>
          <a:solidFill>
            <a:srgbClr val="FFE8D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1" name="Text Placeholder 9">
            <a:extLst>
              <a:ext uri="{FF2B5EF4-FFF2-40B4-BE49-F238E27FC236}">
                <a16:creationId xmlns:a16="http://schemas.microsoft.com/office/drawing/2014/main" id="{3EC6947C-841E-3FA9-114B-E3D478A0F9F5}"/>
              </a:ext>
            </a:extLst>
          </p:cNvPr>
          <p:cNvSpPr>
            <a:spLocks noGrp="1"/>
          </p:cNvSpPr>
          <p:nvPr>
            <p:ph type="body" sz="quarter" idx="16"/>
          </p:nvPr>
        </p:nvSpPr>
        <p:spPr>
          <a:xfrm>
            <a:off x="6320155" y="5365687"/>
            <a:ext cx="2481263" cy="552451"/>
          </a:xfrm>
        </p:spPr>
        <p:txBody>
          <a:bodyPr anchor="b" anchorCtr="0"/>
          <a:lstStyle>
            <a:lvl1pPr>
              <a:spcBef>
                <a:spcPts val="0"/>
              </a:spcBef>
              <a:spcAft>
                <a:spcPts val="600"/>
              </a:spcAft>
              <a:defRPr sz="1000" b="0">
                <a:latin typeface="+mj-lt"/>
              </a:defRPr>
            </a:lvl1pPr>
          </a:lstStyle>
          <a:p>
            <a:pPr lvl="0"/>
            <a:r>
              <a:rPr lang="fr-FR"/>
              <a:t>Cliquez pour modifier les styles du texte du masque</a:t>
            </a:r>
          </a:p>
        </p:txBody>
      </p:sp>
      <p:sp>
        <p:nvSpPr>
          <p:cNvPr id="22" name="Text Placeholder 6">
            <a:extLst>
              <a:ext uri="{FF2B5EF4-FFF2-40B4-BE49-F238E27FC236}">
                <a16:creationId xmlns:a16="http://schemas.microsoft.com/office/drawing/2014/main" id="{4E2EFFE0-4881-5E4A-962D-11FF92C9F877}"/>
              </a:ext>
            </a:extLst>
          </p:cNvPr>
          <p:cNvSpPr>
            <a:spLocks noGrp="1"/>
          </p:cNvSpPr>
          <p:nvPr>
            <p:ph type="body" sz="quarter" idx="17" hasCustomPrompt="1"/>
          </p:nvPr>
        </p:nvSpPr>
        <p:spPr>
          <a:xfrm>
            <a:off x="9036051" y="3308287"/>
            <a:ext cx="2765424" cy="2777490"/>
          </a:xfrm>
          <a:solidFill>
            <a:srgbClr val="DFE3E6"/>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4" name="Text Placeholder 9">
            <a:extLst>
              <a:ext uri="{FF2B5EF4-FFF2-40B4-BE49-F238E27FC236}">
                <a16:creationId xmlns:a16="http://schemas.microsoft.com/office/drawing/2014/main" id="{C5905E4E-9C03-893D-2D65-9DF29B1CD2BF}"/>
              </a:ext>
            </a:extLst>
          </p:cNvPr>
          <p:cNvSpPr>
            <a:spLocks noGrp="1"/>
          </p:cNvSpPr>
          <p:nvPr>
            <p:ph type="body" sz="quarter" idx="18"/>
          </p:nvPr>
        </p:nvSpPr>
        <p:spPr>
          <a:xfrm>
            <a:off x="9198292" y="5365687"/>
            <a:ext cx="2481263" cy="552451"/>
          </a:xfrm>
        </p:spPr>
        <p:txBody>
          <a:bodyPr anchor="b" anchorCtr="0"/>
          <a:lstStyle>
            <a:lvl1pPr>
              <a:spcBef>
                <a:spcPts val="0"/>
              </a:spcBef>
              <a:spcAft>
                <a:spcPts val="600"/>
              </a:spcAft>
              <a:defRPr sz="1000" b="0">
                <a:latin typeface="+mj-lt"/>
              </a:defRPr>
            </a:lvl1pPr>
          </a:lstStyle>
          <a:p>
            <a:pPr lvl="0"/>
            <a:r>
              <a:rPr lang="fr-FR"/>
              <a:t>Cliquez pour modifier les styles du texte du masque</a:t>
            </a:r>
          </a:p>
        </p:txBody>
      </p:sp>
      <p:sp>
        <p:nvSpPr>
          <p:cNvPr id="4" name="Footer Placeholder 4">
            <a:extLst>
              <a:ext uri="{FF2B5EF4-FFF2-40B4-BE49-F238E27FC236}">
                <a16:creationId xmlns:a16="http://schemas.microsoft.com/office/drawing/2014/main" id="{8DEF9E9E-37B4-DAB9-8C1D-1576E02EB06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6" name="Slide Number Placeholder 13">
            <a:extLst>
              <a:ext uri="{FF2B5EF4-FFF2-40B4-BE49-F238E27FC236}">
                <a16:creationId xmlns:a16="http://schemas.microsoft.com/office/drawing/2014/main" id="{B40D576B-0FB8-2293-FB69-1C5178F9E41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424642479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hree Content Infographic">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DACEF0AF-E2A8-B95F-9038-793C9FF94FBE}"/>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407448"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5" name="Content Placeholder 2">
            <a:extLst>
              <a:ext uri="{FF2B5EF4-FFF2-40B4-BE49-F238E27FC236}">
                <a16:creationId xmlns:a16="http://schemas.microsoft.com/office/drawing/2014/main" id="{1A99FF79-E280-3938-1C31-43318E483BD3}"/>
              </a:ext>
            </a:extLst>
          </p:cNvPr>
          <p:cNvSpPr>
            <a:spLocks noGrp="1"/>
          </p:cNvSpPr>
          <p:nvPr>
            <p:ph idx="10"/>
          </p:nvPr>
        </p:nvSpPr>
        <p:spPr>
          <a:xfrm>
            <a:off x="407448" y="3497972"/>
            <a:ext cx="3310128" cy="2752344"/>
          </a:xfrm>
        </p:spPr>
        <p:txBody>
          <a:bodyPr/>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4247643"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6" name="Content Placeholder 2">
            <a:extLst>
              <a:ext uri="{FF2B5EF4-FFF2-40B4-BE49-F238E27FC236}">
                <a16:creationId xmlns:a16="http://schemas.microsoft.com/office/drawing/2014/main" id="{1110A441-AAF8-956B-4228-2D18EE689485}"/>
              </a:ext>
            </a:extLst>
          </p:cNvPr>
          <p:cNvSpPr>
            <a:spLocks noGrp="1"/>
          </p:cNvSpPr>
          <p:nvPr>
            <p:ph idx="11"/>
          </p:nvPr>
        </p:nvSpPr>
        <p:spPr>
          <a:xfrm>
            <a:off x="4247643" y="3497972"/>
            <a:ext cx="3310128" cy="2752344"/>
          </a:xfrm>
        </p:spPr>
        <p:txBody>
          <a:bodyPr/>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8087598"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7" name="Content Placeholder 2">
            <a:extLst>
              <a:ext uri="{FF2B5EF4-FFF2-40B4-BE49-F238E27FC236}">
                <a16:creationId xmlns:a16="http://schemas.microsoft.com/office/drawing/2014/main" id="{9E0B2565-5D1B-BDBB-F14A-0C38A487F366}"/>
              </a:ext>
            </a:extLst>
          </p:cNvPr>
          <p:cNvSpPr>
            <a:spLocks noGrp="1"/>
          </p:cNvSpPr>
          <p:nvPr>
            <p:ph idx="12"/>
          </p:nvPr>
        </p:nvSpPr>
        <p:spPr>
          <a:xfrm>
            <a:off x="8087598" y="3497972"/>
            <a:ext cx="3310128" cy="2752344"/>
          </a:xfrm>
        </p:spPr>
        <p:txBody>
          <a:bodyPr/>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44740104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Four Content Infographic">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25B5614F-1512-8F64-6245-6374F3844E2C}"/>
              </a:ext>
            </a:extLst>
          </p:cNvPr>
          <p:cNvSpPr>
            <a:spLocks noGrp="1"/>
          </p:cNvSpPr>
          <p:nvPr>
            <p:ph type="title"/>
          </p:nvPr>
        </p:nvSpPr>
        <p:spPr>
          <a:xfrm>
            <a:off x="397667" y="402335"/>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407448"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5" name="Content Placeholder 2">
            <a:extLst>
              <a:ext uri="{FF2B5EF4-FFF2-40B4-BE49-F238E27FC236}">
                <a16:creationId xmlns:a16="http://schemas.microsoft.com/office/drawing/2014/main" id="{1A99FF79-E280-3938-1C31-43318E483BD3}"/>
              </a:ext>
            </a:extLst>
          </p:cNvPr>
          <p:cNvSpPr>
            <a:spLocks noGrp="1"/>
          </p:cNvSpPr>
          <p:nvPr>
            <p:ph idx="10"/>
          </p:nvPr>
        </p:nvSpPr>
        <p:spPr>
          <a:xfrm>
            <a:off x="407448" y="3499316"/>
            <a:ext cx="2378112" cy="2752344"/>
          </a:xfrm>
        </p:spPr>
        <p:txBody>
          <a:bodyPr/>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3288624"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6" name="Content Placeholder 2">
            <a:extLst>
              <a:ext uri="{FF2B5EF4-FFF2-40B4-BE49-F238E27FC236}">
                <a16:creationId xmlns:a16="http://schemas.microsoft.com/office/drawing/2014/main" id="{1110A441-AAF8-956B-4228-2D18EE689485}"/>
              </a:ext>
            </a:extLst>
          </p:cNvPr>
          <p:cNvSpPr>
            <a:spLocks noGrp="1"/>
          </p:cNvSpPr>
          <p:nvPr>
            <p:ph idx="11"/>
          </p:nvPr>
        </p:nvSpPr>
        <p:spPr>
          <a:xfrm>
            <a:off x="3288624" y="3499316"/>
            <a:ext cx="2378112" cy="2752344"/>
          </a:xfrm>
        </p:spPr>
        <p:txBody>
          <a:bodyPr/>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6169800"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7" name="Content Placeholder 2">
            <a:extLst>
              <a:ext uri="{FF2B5EF4-FFF2-40B4-BE49-F238E27FC236}">
                <a16:creationId xmlns:a16="http://schemas.microsoft.com/office/drawing/2014/main" id="{9E0B2565-5D1B-BDBB-F14A-0C38A487F366}"/>
              </a:ext>
            </a:extLst>
          </p:cNvPr>
          <p:cNvSpPr>
            <a:spLocks noGrp="1"/>
          </p:cNvSpPr>
          <p:nvPr>
            <p:ph idx="12"/>
          </p:nvPr>
        </p:nvSpPr>
        <p:spPr>
          <a:xfrm>
            <a:off x="6169800" y="3499316"/>
            <a:ext cx="2378112" cy="2752344"/>
          </a:xfrm>
        </p:spPr>
        <p:txBody>
          <a:bodyPr/>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1" name="Content Placeholder 2">
            <a:extLst>
              <a:ext uri="{FF2B5EF4-FFF2-40B4-BE49-F238E27FC236}">
                <a16:creationId xmlns:a16="http://schemas.microsoft.com/office/drawing/2014/main" id="{11C89EB2-461C-D9DB-DBF2-EA17EA40A6C1}"/>
              </a:ext>
            </a:extLst>
          </p:cNvPr>
          <p:cNvSpPr>
            <a:spLocks noGrp="1"/>
          </p:cNvSpPr>
          <p:nvPr>
            <p:ph idx="16" hasCustomPrompt="1"/>
          </p:nvPr>
        </p:nvSpPr>
        <p:spPr>
          <a:xfrm>
            <a:off x="9050976"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4" name="Content Placeholder 2">
            <a:extLst>
              <a:ext uri="{FF2B5EF4-FFF2-40B4-BE49-F238E27FC236}">
                <a16:creationId xmlns:a16="http://schemas.microsoft.com/office/drawing/2014/main" id="{B19B3672-1BF6-5E8D-DC7D-048381D2695A}"/>
              </a:ext>
            </a:extLst>
          </p:cNvPr>
          <p:cNvSpPr>
            <a:spLocks noGrp="1"/>
          </p:cNvSpPr>
          <p:nvPr>
            <p:ph idx="15"/>
          </p:nvPr>
        </p:nvSpPr>
        <p:spPr>
          <a:xfrm>
            <a:off x="9050976" y="3499316"/>
            <a:ext cx="2378112" cy="2752344"/>
          </a:xfrm>
        </p:spPr>
        <p:txBody>
          <a:bodyPr/>
          <a:lstStyle>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Footer Placeholder 4">
            <a:extLst>
              <a:ext uri="{FF2B5EF4-FFF2-40B4-BE49-F238E27FC236}">
                <a16:creationId xmlns:a16="http://schemas.microsoft.com/office/drawing/2014/main" id="{850DA203-9211-4FDA-05C5-46A210422AC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13" name="Slide Number Placeholder 13">
            <a:extLst>
              <a:ext uri="{FF2B5EF4-FFF2-40B4-BE49-F238E27FC236}">
                <a16:creationId xmlns:a16="http://schemas.microsoft.com/office/drawing/2014/main" id="{B4612D97-4010-1226-69CD-B037A384C2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245192810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09F1385C-E183-4949-1E52-945BDAAEC82D}"/>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p:nvPr>
        </p:nvSpPr>
        <p:spPr>
          <a:xfrm>
            <a:off x="408425" y="3495320"/>
            <a:ext cx="3719076" cy="24514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Chart Placeholder 5">
            <a:extLst>
              <a:ext uri="{FF2B5EF4-FFF2-40B4-BE49-F238E27FC236}">
                <a16:creationId xmlns:a16="http://schemas.microsoft.com/office/drawing/2014/main" id="{DCC47810-5636-CCFE-D491-CAD999BC70CF}"/>
              </a:ext>
            </a:extLst>
          </p:cNvPr>
          <p:cNvSpPr>
            <a:spLocks noGrp="1"/>
          </p:cNvSpPr>
          <p:nvPr>
            <p:ph type="chart" sz="quarter" idx="10"/>
          </p:nvPr>
        </p:nvSpPr>
        <p:spPr>
          <a:xfrm>
            <a:off x="5199063" y="1946275"/>
            <a:ext cx="5640387" cy="3992563"/>
          </a:xfrm>
        </p:spPr>
        <p:txBody>
          <a:bodyPr/>
          <a:lstStyle>
            <a:lvl1pPr algn="ctr">
              <a:defRPr/>
            </a:lvl1pPr>
          </a:lstStyle>
          <a:p>
            <a:r>
              <a:rPr lang="fr-FR"/>
              <a:t>Cliquez sur l'icône pour ajouter un graphique</a:t>
            </a:r>
            <a:endParaRPr lang="en-US"/>
          </a:p>
        </p:txBody>
      </p:sp>
      <p:sp>
        <p:nvSpPr>
          <p:cNvPr id="2" name="Footer Placeholder 4">
            <a:extLst>
              <a:ext uri="{FF2B5EF4-FFF2-40B4-BE49-F238E27FC236}">
                <a16:creationId xmlns:a16="http://schemas.microsoft.com/office/drawing/2014/main" id="{6125A049-51AB-8CE0-1E82-0861CFA1A20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3" name="Slide Number Placeholder 13">
            <a:extLst>
              <a:ext uri="{FF2B5EF4-FFF2-40B4-BE49-F238E27FC236}">
                <a16:creationId xmlns:a16="http://schemas.microsoft.com/office/drawing/2014/main" id="{370151B8-84D5-0F32-8BA4-AF23D992BD3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253469061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Four Team Images">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11484" y="1970667"/>
            <a:ext cx="2696610" cy="2403473"/>
          </a:xfrm>
          <a:solidFill>
            <a:schemeClr val="bg1">
              <a:lumMod val="85000"/>
            </a:schemeClr>
          </a:solidFill>
        </p:spPr>
        <p:txBody>
          <a:bodyPr tIns="365760"/>
          <a:lstStyle>
            <a:lvl1pPr algn="ctr">
              <a:defRPr/>
            </a:lvl1pPr>
          </a:lstStyle>
          <a:p>
            <a:r>
              <a:rPr lang="fr-FR"/>
              <a:t>Cliquez sur l'icône pour ajouter une image</a:t>
            </a:r>
            <a:endParaRPr lang="en-US"/>
          </a:p>
        </p:txBody>
      </p:sp>
      <p:sp>
        <p:nvSpPr>
          <p:cNvPr id="11" name="Content Placeholder 2">
            <a:extLst>
              <a:ext uri="{FF2B5EF4-FFF2-40B4-BE49-F238E27FC236}">
                <a16:creationId xmlns:a16="http://schemas.microsoft.com/office/drawing/2014/main" id="{CE07336A-CA43-BA10-15BC-4A7C003A2346}"/>
              </a:ext>
            </a:extLst>
          </p:cNvPr>
          <p:cNvSpPr>
            <a:spLocks noGrp="1"/>
          </p:cNvSpPr>
          <p:nvPr>
            <p:ph idx="10"/>
          </p:nvPr>
        </p:nvSpPr>
        <p:spPr>
          <a:xfrm>
            <a:off x="411484"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288643" y="1970667"/>
            <a:ext cx="2696610" cy="2403473"/>
          </a:xfrm>
          <a:solidFill>
            <a:schemeClr val="bg1">
              <a:lumMod val="85000"/>
            </a:schemeClr>
          </a:solidFill>
        </p:spPr>
        <p:txBody>
          <a:bodyPr tIns="365760"/>
          <a:lstStyle>
            <a:lvl1pPr algn="ctr">
              <a:defRPr/>
            </a:lvl1pPr>
          </a:lstStyle>
          <a:p>
            <a:r>
              <a:rPr lang="fr-FR"/>
              <a:t>Cliquez sur l'icône pour ajouter une image</a:t>
            </a:r>
            <a:endParaRPr lang="en-US"/>
          </a:p>
        </p:txBody>
      </p:sp>
      <p:sp>
        <p:nvSpPr>
          <p:cNvPr id="12" name="Content Placeholder 2">
            <a:extLst>
              <a:ext uri="{FF2B5EF4-FFF2-40B4-BE49-F238E27FC236}">
                <a16:creationId xmlns:a16="http://schemas.microsoft.com/office/drawing/2014/main" id="{00288663-0E16-0C59-085F-F9A84A37B9FB}"/>
              </a:ext>
            </a:extLst>
          </p:cNvPr>
          <p:cNvSpPr>
            <a:spLocks noGrp="1"/>
          </p:cNvSpPr>
          <p:nvPr>
            <p:ph idx="24"/>
          </p:nvPr>
        </p:nvSpPr>
        <p:spPr>
          <a:xfrm>
            <a:off x="3288643"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17" name="Picture Placeholder 14">
            <a:extLst>
              <a:ext uri="{FF2B5EF4-FFF2-40B4-BE49-F238E27FC236}">
                <a16:creationId xmlns:a16="http://schemas.microsoft.com/office/drawing/2014/main" id="{CD839F68-5525-1FC6-7F47-6058F961EBE1}"/>
              </a:ext>
              <a:ext uri="{C183D7F6-B498-43B3-948B-1728B52AA6E4}">
                <adec:decorative xmlns:adec="http://schemas.microsoft.com/office/drawing/2017/decorative" val="1"/>
              </a:ext>
            </a:extLst>
          </p:cNvPr>
          <p:cNvSpPr>
            <a:spLocks noGrp="1"/>
          </p:cNvSpPr>
          <p:nvPr>
            <p:ph type="pic" sz="quarter" idx="21"/>
          </p:nvPr>
        </p:nvSpPr>
        <p:spPr>
          <a:xfrm>
            <a:off x="6165802" y="1970667"/>
            <a:ext cx="2696610" cy="2403473"/>
          </a:xfrm>
          <a:solidFill>
            <a:schemeClr val="bg1">
              <a:lumMod val="85000"/>
            </a:schemeClr>
          </a:solidFill>
        </p:spPr>
        <p:txBody>
          <a:bodyPr tIns="365760"/>
          <a:lstStyle>
            <a:lvl1pPr algn="ctr">
              <a:defRPr/>
            </a:lvl1pPr>
          </a:lstStyle>
          <a:p>
            <a:r>
              <a:rPr lang="fr-FR"/>
              <a:t>Cliquez sur l'icône pour ajouter une image</a:t>
            </a:r>
            <a:endParaRPr lang="en-US"/>
          </a:p>
        </p:txBody>
      </p:sp>
      <p:sp>
        <p:nvSpPr>
          <p:cNvPr id="21" name="Content Placeholder 2">
            <a:extLst>
              <a:ext uri="{FF2B5EF4-FFF2-40B4-BE49-F238E27FC236}">
                <a16:creationId xmlns:a16="http://schemas.microsoft.com/office/drawing/2014/main" id="{E38614DA-316C-FC85-3F42-B262BEAC7A89}"/>
              </a:ext>
            </a:extLst>
          </p:cNvPr>
          <p:cNvSpPr>
            <a:spLocks noGrp="1"/>
          </p:cNvSpPr>
          <p:nvPr>
            <p:ph idx="26"/>
          </p:nvPr>
        </p:nvSpPr>
        <p:spPr>
          <a:xfrm>
            <a:off x="6165805"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19" name="Picture Placeholder 14">
            <a:extLst>
              <a:ext uri="{FF2B5EF4-FFF2-40B4-BE49-F238E27FC236}">
                <a16:creationId xmlns:a16="http://schemas.microsoft.com/office/drawing/2014/main" id="{AEC3DEC0-C14C-0D3D-E77D-C65F7FA1089D}"/>
              </a:ext>
              <a:ext uri="{C183D7F6-B498-43B3-948B-1728B52AA6E4}">
                <adec:decorative xmlns:adec="http://schemas.microsoft.com/office/drawing/2017/decorative" val="1"/>
              </a:ext>
            </a:extLst>
          </p:cNvPr>
          <p:cNvSpPr>
            <a:spLocks noGrp="1"/>
          </p:cNvSpPr>
          <p:nvPr>
            <p:ph type="pic" sz="quarter" idx="23"/>
          </p:nvPr>
        </p:nvSpPr>
        <p:spPr>
          <a:xfrm>
            <a:off x="9042961" y="1970667"/>
            <a:ext cx="2696610" cy="2403473"/>
          </a:xfrm>
          <a:solidFill>
            <a:schemeClr val="bg1">
              <a:lumMod val="85000"/>
            </a:schemeClr>
          </a:solidFill>
        </p:spPr>
        <p:txBody>
          <a:bodyPr tIns="365760"/>
          <a:lstStyle>
            <a:lvl1pPr algn="ctr">
              <a:defRPr/>
            </a:lvl1pPr>
          </a:lstStyle>
          <a:p>
            <a:r>
              <a:rPr lang="fr-FR"/>
              <a:t>Cliquez sur l'icône pour ajouter une image</a:t>
            </a:r>
            <a:endParaRPr lang="en-US"/>
          </a:p>
        </p:txBody>
      </p:sp>
      <p:sp>
        <p:nvSpPr>
          <p:cNvPr id="23" name="Content Placeholder 2">
            <a:extLst>
              <a:ext uri="{FF2B5EF4-FFF2-40B4-BE49-F238E27FC236}">
                <a16:creationId xmlns:a16="http://schemas.microsoft.com/office/drawing/2014/main" id="{519D1C7E-BE40-062C-9607-4651359E8EAD}"/>
              </a:ext>
            </a:extLst>
          </p:cNvPr>
          <p:cNvSpPr>
            <a:spLocks noGrp="1"/>
          </p:cNvSpPr>
          <p:nvPr>
            <p:ph idx="28"/>
          </p:nvPr>
        </p:nvSpPr>
        <p:spPr>
          <a:xfrm>
            <a:off x="9050247"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4" name="Footer Placeholder 4">
            <a:extLst>
              <a:ext uri="{FF2B5EF4-FFF2-40B4-BE49-F238E27FC236}">
                <a16:creationId xmlns:a16="http://schemas.microsoft.com/office/drawing/2014/main" id="{9475B69A-CAC3-88B9-5B3E-2AF1362EFDB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6" name="Slide Number Placeholder 13">
            <a:extLst>
              <a:ext uri="{FF2B5EF4-FFF2-40B4-BE49-F238E27FC236}">
                <a16:creationId xmlns:a16="http://schemas.microsoft.com/office/drawing/2014/main" id="{07859335-E39D-1388-375F-FAA342F28BB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81589451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Four Team Images 2">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11484" y="1442398"/>
            <a:ext cx="2696610" cy="1927865"/>
          </a:xfrm>
          <a:solidFill>
            <a:schemeClr val="bg1">
              <a:lumMod val="85000"/>
            </a:schemeClr>
          </a:solidFill>
        </p:spPr>
        <p:txBody>
          <a:bodyPr tIns="365760"/>
          <a:lstStyle>
            <a:lvl1pPr algn="ctr">
              <a:defRPr/>
            </a:lvl1pPr>
          </a:lstStyle>
          <a:p>
            <a:r>
              <a:rPr lang="fr-FR"/>
              <a:t>Cliquez sur l'icône pour ajouter une image</a:t>
            </a:r>
            <a:endParaRPr lang="en-US"/>
          </a:p>
        </p:txBody>
      </p:sp>
      <p:sp>
        <p:nvSpPr>
          <p:cNvPr id="12" name="Content Placeholder 2">
            <a:extLst>
              <a:ext uri="{FF2B5EF4-FFF2-40B4-BE49-F238E27FC236}">
                <a16:creationId xmlns:a16="http://schemas.microsoft.com/office/drawing/2014/main" id="{00288663-0E16-0C59-085F-F9A84A37B9FB}"/>
              </a:ext>
            </a:extLst>
          </p:cNvPr>
          <p:cNvSpPr>
            <a:spLocks noGrp="1"/>
          </p:cNvSpPr>
          <p:nvPr>
            <p:ph idx="24"/>
          </p:nvPr>
        </p:nvSpPr>
        <p:spPr>
          <a:xfrm>
            <a:off x="3288643" y="1433352"/>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411484" y="3494738"/>
            <a:ext cx="2696610" cy="1927865"/>
          </a:xfrm>
          <a:solidFill>
            <a:schemeClr val="bg1">
              <a:lumMod val="85000"/>
            </a:schemeClr>
          </a:solidFill>
        </p:spPr>
        <p:txBody>
          <a:bodyPr tIns="365760"/>
          <a:lstStyle>
            <a:lvl1pPr algn="ctr">
              <a:defRPr/>
            </a:lvl1pPr>
          </a:lstStyle>
          <a:p>
            <a:r>
              <a:rPr lang="fr-FR"/>
              <a:t>Cliquez sur l'icône pour ajouter une image</a:t>
            </a:r>
            <a:endParaRPr lang="en-US"/>
          </a:p>
        </p:txBody>
      </p:sp>
      <p:sp>
        <p:nvSpPr>
          <p:cNvPr id="4" name="Content Placeholder 2">
            <a:extLst>
              <a:ext uri="{FF2B5EF4-FFF2-40B4-BE49-F238E27FC236}">
                <a16:creationId xmlns:a16="http://schemas.microsoft.com/office/drawing/2014/main" id="{7C31502B-FAB9-8313-90B7-D7C06363AE17}"/>
              </a:ext>
            </a:extLst>
          </p:cNvPr>
          <p:cNvSpPr>
            <a:spLocks noGrp="1"/>
          </p:cNvSpPr>
          <p:nvPr>
            <p:ph idx="25"/>
          </p:nvPr>
        </p:nvSpPr>
        <p:spPr>
          <a:xfrm>
            <a:off x="3288643" y="3495709"/>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6" name="Picture Placeholder 14">
            <a:extLst>
              <a:ext uri="{FF2B5EF4-FFF2-40B4-BE49-F238E27FC236}">
                <a16:creationId xmlns:a16="http://schemas.microsoft.com/office/drawing/2014/main" id="{62EEDF93-D482-938D-D6D4-B8B66CA7643D}"/>
              </a:ext>
              <a:ext uri="{C183D7F6-B498-43B3-948B-1728B52AA6E4}">
                <adec:decorative xmlns:adec="http://schemas.microsoft.com/office/drawing/2017/decorative" val="1"/>
              </a:ext>
            </a:extLst>
          </p:cNvPr>
          <p:cNvSpPr>
            <a:spLocks noGrp="1"/>
          </p:cNvSpPr>
          <p:nvPr>
            <p:ph type="pic" sz="quarter" idx="26"/>
          </p:nvPr>
        </p:nvSpPr>
        <p:spPr>
          <a:xfrm>
            <a:off x="6166924" y="1442398"/>
            <a:ext cx="2696610" cy="1927865"/>
          </a:xfrm>
          <a:solidFill>
            <a:schemeClr val="bg1">
              <a:lumMod val="85000"/>
            </a:schemeClr>
          </a:solidFill>
        </p:spPr>
        <p:txBody>
          <a:bodyPr tIns="365760"/>
          <a:lstStyle>
            <a:lvl1pPr algn="ctr">
              <a:defRPr/>
            </a:lvl1pPr>
          </a:lstStyle>
          <a:p>
            <a:r>
              <a:rPr lang="fr-FR"/>
              <a:t>Cliquez sur l'icône pour ajouter une image</a:t>
            </a:r>
            <a:endParaRPr lang="en-US"/>
          </a:p>
        </p:txBody>
      </p:sp>
      <p:sp>
        <p:nvSpPr>
          <p:cNvPr id="10" name="Content Placeholder 2">
            <a:extLst>
              <a:ext uri="{FF2B5EF4-FFF2-40B4-BE49-F238E27FC236}">
                <a16:creationId xmlns:a16="http://schemas.microsoft.com/office/drawing/2014/main" id="{3DF40A1F-2110-372D-0359-94789B6D9CD7}"/>
              </a:ext>
            </a:extLst>
          </p:cNvPr>
          <p:cNvSpPr>
            <a:spLocks noGrp="1"/>
          </p:cNvSpPr>
          <p:nvPr>
            <p:ph idx="28"/>
          </p:nvPr>
        </p:nvSpPr>
        <p:spPr>
          <a:xfrm>
            <a:off x="9049151" y="1433352"/>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9" name="Picture Placeholder 14">
            <a:extLst>
              <a:ext uri="{FF2B5EF4-FFF2-40B4-BE49-F238E27FC236}">
                <a16:creationId xmlns:a16="http://schemas.microsoft.com/office/drawing/2014/main" id="{AA220CD4-7D0B-916C-42A1-97C04399E704}"/>
              </a:ext>
              <a:ext uri="{C183D7F6-B498-43B3-948B-1728B52AA6E4}">
                <adec:decorative xmlns:adec="http://schemas.microsoft.com/office/drawing/2017/decorative" val="1"/>
              </a:ext>
            </a:extLst>
          </p:cNvPr>
          <p:cNvSpPr>
            <a:spLocks noGrp="1"/>
          </p:cNvSpPr>
          <p:nvPr>
            <p:ph type="pic" sz="quarter" idx="27"/>
          </p:nvPr>
        </p:nvSpPr>
        <p:spPr>
          <a:xfrm>
            <a:off x="6166924" y="3494738"/>
            <a:ext cx="2696610" cy="1927865"/>
          </a:xfrm>
          <a:solidFill>
            <a:schemeClr val="bg1">
              <a:lumMod val="85000"/>
            </a:schemeClr>
          </a:solidFill>
        </p:spPr>
        <p:txBody>
          <a:bodyPr tIns="365760"/>
          <a:lstStyle>
            <a:lvl1pPr algn="ctr">
              <a:defRPr/>
            </a:lvl1pPr>
          </a:lstStyle>
          <a:p>
            <a:r>
              <a:rPr lang="fr-FR"/>
              <a:t>Cliquez sur l'icône pour ajouter une image</a:t>
            </a:r>
            <a:endParaRPr lang="en-US"/>
          </a:p>
        </p:txBody>
      </p:sp>
      <p:sp>
        <p:nvSpPr>
          <p:cNvPr id="14" name="Content Placeholder 2">
            <a:extLst>
              <a:ext uri="{FF2B5EF4-FFF2-40B4-BE49-F238E27FC236}">
                <a16:creationId xmlns:a16="http://schemas.microsoft.com/office/drawing/2014/main" id="{FCAFF494-77C5-F797-6FAA-D4D42743AB5D}"/>
              </a:ext>
            </a:extLst>
          </p:cNvPr>
          <p:cNvSpPr>
            <a:spLocks noGrp="1"/>
          </p:cNvSpPr>
          <p:nvPr>
            <p:ph idx="29"/>
          </p:nvPr>
        </p:nvSpPr>
        <p:spPr>
          <a:xfrm>
            <a:off x="9044083" y="3495709"/>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p:txBody>
      </p:sp>
      <p:sp>
        <p:nvSpPr>
          <p:cNvPr id="3" name="Footer Placeholder 4">
            <a:extLst>
              <a:ext uri="{FF2B5EF4-FFF2-40B4-BE49-F238E27FC236}">
                <a16:creationId xmlns:a16="http://schemas.microsoft.com/office/drawing/2014/main" id="{1CE233FD-F166-12B7-E028-644C10A7A4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8" name="Slide Number Placeholder 13">
            <a:extLst>
              <a:ext uri="{FF2B5EF4-FFF2-40B4-BE49-F238E27FC236}">
                <a16:creationId xmlns:a16="http://schemas.microsoft.com/office/drawing/2014/main" id="{6D9BE817-73F1-BA98-D196-7E3B7737E8E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348763095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E5D8444-089B-403E-0473-39C61239140F}"/>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fr-FR"/>
              <a:t>Modifiez le style du titre</a:t>
            </a:r>
            <a:endParaRPr lang="en-US"/>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25609079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F688FCD4-650D-9754-A431-CE452572FB6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5" name="Slide Number Placeholder 13">
            <a:extLst>
              <a:ext uri="{FF2B5EF4-FFF2-40B4-BE49-F238E27FC236}">
                <a16:creationId xmlns:a16="http://schemas.microsoft.com/office/drawing/2014/main" id="{E49962D1-3866-8382-AE37-FC366FF574B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12936675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pic>
        <p:nvPicPr>
          <p:cNvPr id="9" name="object 2">
            <a:extLst>
              <a:ext uri="{FF2B5EF4-FFF2-40B4-BE49-F238E27FC236}">
                <a16:creationId xmlns:a16="http://schemas.microsoft.com/office/drawing/2014/main" id="{F8F99880-94B3-9D84-6F85-4EE14C59C385}"/>
              </a:ext>
            </a:extLst>
          </p:cNvPr>
          <p:cNvPicPr/>
          <p:nvPr userDrawn="1"/>
        </p:nvPicPr>
        <p:blipFill>
          <a:blip r:embed="rId2" cstate="print"/>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53658" y="1946275"/>
            <a:ext cx="6629400" cy="1482725"/>
          </a:xfrm>
        </p:spPr>
        <p:txBody>
          <a:bodyPr anchor="t" anchorCtr="0"/>
          <a:lstStyle>
            <a:lvl1pPr algn="l">
              <a:lnSpc>
                <a:spcPct val="80000"/>
              </a:lnSpc>
              <a:spcBef>
                <a:spcPts val="1200"/>
              </a:spcBef>
              <a:defRPr sz="6600"/>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hasCustomPrompt="1"/>
          </p:nvPr>
        </p:nvSpPr>
        <p:spPr>
          <a:xfrm>
            <a:off x="5197150" y="4823926"/>
            <a:ext cx="6604325" cy="1655540"/>
          </a:xfrm>
        </p:spPr>
        <p:txBody>
          <a:bodyPr bIns="36576" anchor="b" anchorCtr="0"/>
          <a:lstStyle>
            <a:lvl1pPr marL="0" indent="0" algn="l">
              <a:lnSpc>
                <a:spcPct val="125000"/>
              </a:lnSpc>
              <a:spcBef>
                <a:spcPts val="100"/>
              </a:spcBef>
              <a:spcAft>
                <a:spcPts val="0"/>
              </a:spcAft>
              <a:buNone/>
              <a:defRPr sz="1100" b="0">
                <a:latin typeface="+mj-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legal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184907298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2431" y="1428750"/>
            <a:ext cx="8520907" cy="1933344"/>
          </a:xfrm>
        </p:spPr>
        <p:txBody>
          <a:bodyPr anchor="b"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402432" y="3490335"/>
            <a:ext cx="8520908" cy="1422978"/>
          </a:xfrm>
        </p:spPr>
        <p:txBody>
          <a:bodyPr/>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60227926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2431" y="1957425"/>
            <a:ext cx="5229304" cy="2441537"/>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6157914" y="1957425"/>
            <a:ext cx="4681536" cy="2441538"/>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168973176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Conclusion Photo 1">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0978934B-5525-9236-62EF-C2B06F0BCC18}"/>
              </a:ext>
              <a:ext uri="{C183D7F6-B498-43B3-948B-1728B52AA6E4}">
                <adec:decorative xmlns:adec="http://schemas.microsoft.com/office/drawing/2017/decorative" val="1"/>
              </a:ext>
            </a:extLst>
          </p:cNvPr>
          <p:cNvSpPr>
            <a:spLocks noGrp="1"/>
          </p:cNvSpPr>
          <p:nvPr>
            <p:ph type="pic" sz="quarter" idx="11"/>
          </p:nvPr>
        </p:nvSpPr>
        <p:spPr>
          <a:xfrm>
            <a:off x="413582" y="400050"/>
            <a:ext cx="11387893" cy="3484563"/>
          </a:xfrm>
          <a:solidFill>
            <a:schemeClr val="bg2"/>
          </a:solidFill>
        </p:spPr>
        <p:txBody>
          <a:bodyPr tIns="1554480"/>
          <a:lstStyle>
            <a:lvl1pPr algn="ctr">
              <a:defRPr/>
            </a:lvl1pPr>
          </a:lstStyle>
          <a:p>
            <a:r>
              <a:rPr lang="fr-FR"/>
              <a:t>Cliquez sur l'icône pour ajouter une image</a:t>
            </a:r>
            <a:endParaRPr lang="en-US"/>
          </a:p>
        </p:txBody>
      </p:sp>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13582" y="4410115"/>
            <a:ext cx="5630031" cy="1541462"/>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7119939" y="4410114"/>
            <a:ext cx="4681536" cy="1541463"/>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292756883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Conclusion 5">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1873B9CA-C271-768C-0B16-88845540153B}"/>
              </a:ext>
            </a:extLst>
          </p:cNvPr>
          <p:cNvPicPr/>
          <p:nvPr userDrawn="1"/>
        </p:nvPicPr>
        <p:blipFill>
          <a:blip r:embed="rId2" cstate="print"/>
          <a:stretch>
            <a:fillRect/>
          </a:stretch>
        </p:blipFill>
        <p:spPr>
          <a:xfrm>
            <a:off x="0" y="0"/>
            <a:ext cx="12188952" cy="6858000"/>
          </a:xfrm>
          <a:prstGeom prst="rect">
            <a:avLst/>
          </a:prstGeom>
        </p:spPr>
      </p:pic>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6" y="402337"/>
            <a:ext cx="6606383" cy="915288"/>
          </a:xfrm>
          <a:prstGeom prst="rect">
            <a:avLst/>
          </a:prstGeom>
        </p:spPr>
        <p:txBody>
          <a:bodyPr vert="horz" lIns="0" tIns="0" rIns="0" bIns="0" rtlCol="0" anchor="t" anchorCtr="0">
            <a:noAutofit/>
          </a:bodyPr>
          <a:lstStyle/>
          <a:p>
            <a:r>
              <a:rPr lang="fr-FR"/>
              <a:t>Modifiez le style du titre</a:t>
            </a:r>
            <a:endParaRPr lang="en-US"/>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397665" y="1946276"/>
            <a:ext cx="9482935" cy="3992562"/>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TextBox 5">
            <a:extLst>
              <a:ext uri="{FF2B5EF4-FFF2-40B4-BE49-F238E27FC236}">
                <a16:creationId xmlns:a16="http://schemas.microsoft.com/office/drawing/2014/main" id="{0556A229-FEBB-D152-453C-CB7311E22927}"/>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79812756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matchingName="Title Slide 2">
  <p:cSld name="Title Slide 2">
    <p:spTree>
      <p:nvGrpSpPr>
        <p:cNvPr id="1" name="Shape 16"/>
        <p:cNvGrpSpPr/>
        <p:nvPr/>
      </p:nvGrpSpPr>
      <p:grpSpPr>
        <a:xfrm>
          <a:off x="0" y="0"/>
          <a:ext cx="0" cy="0"/>
          <a:chOff x="0" y="0"/>
          <a:chExt cx="0" cy="0"/>
        </a:xfrm>
      </p:grpSpPr>
      <p:sp>
        <p:nvSpPr>
          <p:cNvPr id="17" name="Google Shape;17;p26"/>
          <p:cNvSpPr>
            <a:spLocks noGrp="1"/>
          </p:cNvSpPr>
          <p:nvPr>
            <p:ph type="pic" idx="2"/>
          </p:nvPr>
        </p:nvSpPr>
        <p:spPr>
          <a:xfrm>
            <a:off x="6096000" y="0"/>
            <a:ext cx="6096000" cy="4575812"/>
          </a:xfrm>
          <a:prstGeom prst="rect">
            <a:avLst/>
          </a:prstGeom>
          <a:solidFill>
            <a:srgbClr val="DEDEDE"/>
          </a:solidFill>
          <a:ln>
            <a:noFill/>
          </a:ln>
        </p:spPr>
        <p:txBody>
          <a:bodyPr/>
          <a:lstStyle/>
          <a:p>
            <a:endParaRPr lang="fr-FR"/>
          </a:p>
        </p:txBody>
      </p:sp>
      <p:sp>
        <p:nvSpPr>
          <p:cNvPr id="18" name="Google Shape;18;p26"/>
          <p:cNvSpPr/>
          <p:nvPr/>
        </p:nvSpPr>
        <p:spPr>
          <a:xfrm>
            <a:off x="0" y="0"/>
            <a:ext cx="6096000" cy="4575812"/>
          </a:xfrm>
          <a:prstGeom prst="rect">
            <a:avLst/>
          </a:prstGeom>
          <a:solidFill>
            <a:srgbClr val="464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19" name="Google Shape;19;p26"/>
          <p:cNvSpPr/>
          <p:nvPr/>
        </p:nvSpPr>
        <p:spPr>
          <a:xfrm>
            <a:off x="0" y="4575812"/>
            <a:ext cx="6096000" cy="2282188"/>
          </a:xfrm>
          <a:prstGeom prst="rect">
            <a:avLst/>
          </a:pr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20" name="Google Shape;20;p26"/>
          <p:cNvSpPr txBox="1">
            <a:spLocks noGrp="1"/>
          </p:cNvSpPr>
          <p:nvPr>
            <p:ph type="ctrTitle"/>
          </p:nvPr>
        </p:nvSpPr>
        <p:spPr>
          <a:xfrm>
            <a:off x="609599" y="457200"/>
            <a:ext cx="5306484" cy="2514601"/>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3600"/>
              <a:buFont typeface="Georgia"/>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6"/>
          <p:cNvSpPr txBox="1">
            <a:spLocks noGrp="1"/>
          </p:cNvSpPr>
          <p:nvPr>
            <p:ph type="subTitle" idx="1"/>
          </p:nvPr>
        </p:nvSpPr>
        <p:spPr>
          <a:xfrm>
            <a:off x="609600" y="5029200"/>
            <a:ext cx="5307013"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400" b="0">
                <a:solidFill>
                  <a:schemeClr val="lt1"/>
                </a:solidFill>
              </a:defRPr>
            </a:lvl1pPr>
            <a:lvl2pPr lvl="1" algn="l">
              <a:lnSpc>
                <a:spcPct val="100000"/>
              </a:lnSpc>
              <a:spcBef>
                <a:spcPts val="0"/>
              </a:spcBef>
              <a:spcAft>
                <a:spcPts val="0"/>
              </a:spcAft>
              <a:buClr>
                <a:schemeClr val="lt1"/>
              </a:buClr>
              <a:buSzPts val="1400"/>
              <a:buNone/>
              <a:defRPr sz="1400">
                <a:solidFill>
                  <a:schemeClr val="lt1"/>
                </a:solidFill>
              </a:defRPr>
            </a:lvl2pPr>
            <a:lvl3pPr lvl="2" algn="l">
              <a:lnSpc>
                <a:spcPct val="100000"/>
              </a:lnSpc>
              <a:spcBef>
                <a:spcPts val="0"/>
              </a:spcBef>
              <a:spcAft>
                <a:spcPts val="0"/>
              </a:spcAft>
              <a:buClr>
                <a:schemeClr val="lt1"/>
              </a:buClr>
              <a:buSzPts val="1400"/>
              <a:buNone/>
              <a:defRPr sz="1400">
                <a:solidFill>
                  <a:schemeClr val="lt1"/>
                </a:solidFill>
              </a:defRPr>
            </a:lvl3pPr>
            <a:lvl4pPr lvl="3" algn="l">
              <a:lnSpc>
                <a:spcPct val="100000"/>
              </a:lnSpc>
              <a:spcBef>
                <a:spcPts val="0"/>
              </a:spcBef>
              <a:spcAft>
                <a:spcPts val="0"/>
              </a:spcAft>
              <a:buClr>
                <a:schemeClr val="lt1"/>
              </a:buClr>
              <a:buSzPts val="1400"/>
              <a:buNone/>
              <a:defRPr sz="1400">
                <a:solidFill>
                  <a:schemeClr val="lt1"/>
                </a:solidFill>
              </a:defRPr>
            </a:lvl4pPr>
            <a:lvl5pPr lvl="4" algn="l">
              <a:lnSpc>
                <a:spcPct val="100000"/>
              </a:lnSpc>
              <a:spcBef>
                <a:spcPts val="0"/>
              </a:spcBef>
              <a:spcAft>
                <a:spcPts val="0"/>
              </a:spcAft>
              <a:buClr>
                <a:schemeClr val="lt1"/>
              </a:buClr>
              <a:buSzPts val="1400"/>
              <a:buNone/>
              <a:defRPr sz="1400">
                <a:solidFill>
                  <a:schemeClr val="lt1"/>
                </a:solidFill>
              </a:defRPr>
            </a:lvl5pPr>
            <a:lvl6pPr lvl="5" algn="l">
              <a:lnSpc>
                <a:spcPct val="100000"/>
              </a:lnSpc>
              <a:spcBef>
                <a:spcPts val="0"/>
              </a:spcBef>
              <a:spcAft>
                <a:spcPts val="0"/>
              </a:spcAft>
              <a:buClr>
                <a:schemeClr val="lt1"/>
              </a:buClr>
              <a:buSzPts val="1400"/>
              <a:buNone/>
              <a:defRPr sz="1400">
                <a:solidFill>
                  <a:schemeClr val="lt1"/>
                </a:solidFill>
              </a:defRPr>
            </a:lvl6pPr>
            <a:lvl7pPr lvl="6" algn="l">
              <a:lnSpc>
                <a:spcPct val="100000"/>
              </a:lnSpc>
              <a:spcBef>
                <a:spcPts val="0"/>
              </a:spcBef>
              <a:spcAft>
                <a:spcPts val="0"/>
              </a:spcAft>
              <a:buClr>
                <a:schemeClr val="lt1"/>
              </a:buClr>
              <a:buSzPts val="1400"/>
              <a:buNone/>
              <a:defRPr sz="1400">
                <a:solidFill>
                  <a:schemeClr val="lt1"/>
                </a:solidFill>
              </a:defRPr>
            </a:lvl7pPr>
            <a:lvl8pPr lvl="7" algn="l">
              <a:lnSpc>
                <a:spcPct val="100000"/>
              </a:lnSpc>
              <a:spcBef>
                <a:spcPts val="0"/>
              </a:spcBef>
              <a:spcAft>
                <a:spcPts val="0"/>
              </a:spcAft>
              <a:buClr>
                <a:schemeClr val="lt1"/>
              </a:buClr>
              <a:buSzPts val="1400"/>
              <a:buNone/>
              <a:defRPr sz="1400">
                <a:solidFill>
                  <a:schemeClr val="lt1"/>
                </a:solidFill>
              </a:defRPr>
            </a:lvl8pPr>
            <a:lvl9pPr lvl="8" algn="l">
              <a:lnSpc>
                <a:spcPct val="100000"/>
              </a:lnSpc>
              <a:spcBef>
                <a:spcPts val="0"/>
              </a:spcBef>
              <a:spcAft>
                <a:spcPts val="0"/>
              </a:spcAft>
              <a:buClr>
                <a:schemeClr val="lt1"/>
              </a:buClr>
              <a:buSzPts val="1400"/>
              <a:buNone/>
              <a:defRPr sz="1400">
                <a:solidFill>
                  <a:schemeClr val="lt1"/>
                </a:solidFill>
              </a:defRPr>
            </a:lvl9pPr>
          </a:lstStyle>
          <a:p>
            <a:endParaRPr/>
          </a:p>
        </p:txBody>
      </p:sp>
      <p:pic>
        <p:nvPicPr>
          <p:cNvPr id="3" name="Image 2">
            <a:extLst>
              <a:ext uri="{FF2B5EF4-FFF2-40B4-BE49-F238E27FC236}">
                <a16:creationId xmlns:a16="http://schemas.microsoft.com/office/drawing/2014/main" id="{66F54F03-8841-ED58-2922-64B740411443}"/>
              </a:ext>
            </a:extLst>
          </p:cNvPr>
          <p:cNvPicPr>
            <a:picLocks noChangeAspect="1"/>
          </p:cNvPicPr>
          <p:nvPr userDrawn="1"/>
        </p:nvPicPr>
        <p:blipFill>
          <a:blip r:embed="rId2"/>
          <a:stretch>
            <a:fillRect/>
          </a:stretch>
        </p:blipFill>
        <p:spPr>
          <a:xfrm>
            <a:off x="10227677" y="5138327"/>
            <a:ext cx="1606731" cy="1254287"/>
          </a:xfrm>
          <a:prstGeom prst="rect">
            <a:avLst/>
          </a:prstGeom>
        </p:spPr>
      </p:pic>
    </p:spTree>
    <p:extLst>
      <p:ext uri="{BB962C8B-B14F-4D97-AF65-F5344CB8AC3E}">
        <p14:creationId xmlns:p14="http://schemas.microsoft.com/office/powerpoint/2010/main" val="196543659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matchingName="Section Header Orange">
  <p:cSld name="Section Header Orange">
    <p:bg>
      <p:bgPr>
        <a:solidFill>
          <a:srgbClr val="D04A02"/>
        </a:solidFill>
        <a:effectLst/>
      </p:bgPr>
    </p:bg>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5181600" y="2109471"/>
            <a:ext cx="4693920" cy="2651442"/>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Arial"/>
              <a:buNone/>
              <a:defRPr sz="3600" b="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7"/>
          <p:cNvSpPr txBox="1">
            <a:spLocks noGrp="1"/>
          </p:cNvSpPr>
          <p:nvPr>
            <p:ph type="subTitle" idx="1"/>
          </p:nvPr>
        </p:nvSpPr>
        <p:spPr>
          <a:xfrm>
            <a:off x="609600" y="0"/>
            <a:ext cx="4572000" cy="68580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1"/>
              </a:buClr>
              <a:buSzPts val="45000"/>
              <a:buNone/>
              <a:defRPr sz="45000" b="0">
                <a:solidFill>
                  <a:schemeClr val="lt1"/>
                </a:solidFill>
              </a:defRPr>
            </a:lvl1pPr>
            <a:lvl2pPr lvl="1" algn="l">
              <a:lnSpc>
                <a:spcPct val="95000"/>
              </a:lnSpc>
              <a:spcBef>
                <a:spcPts val="0"/>
              </a:spcBef>
              <a:spcAft>
                <a:spcPts val="0"/>
              </a:spcAft>
              <a:buClr>
                <a:schemeClr val="lt1"/>
              </a:buClr>
              <a:buSzPts val="45000"/>
              <a:buNone/>
              <a:defRPr sz="45000">
                <a:solidFill>
                  <a:schemeClr val="lt1"/>
                </a:solidFill>
              </a:defRPr>
            </a:lvl2pPr>
            <a:lvl3pPr lvl="2" algn="l">
              <a:lnSpc>
                <a:spcPct val="95000"/>
              </a:lnSpc>
              <a:spcBef>
                <a:spcPts val="0"/>
              </a:spcBef>
              <a:spcAft>
                <a:spcPts val="0"/>
              </a:spcAft>
              <a:buClr>
                <a:schemeClr val="lt1"/>
              </a:buClr>
              <a:buSzPts val="45000"/>
              <a:buNone/>
              <a:defRPr sz="45000">
                <a:solidFill>
                  <a:schemeClr val="lt1"/>
                </a:solidFill>
              </a:defRPr>
            </a:lvl3pPr>
            <a:lvl4pPr lvl="3" algn="l">
              <a:lnSpc>
                <a:spcPct val="95000"/>
              </a:lnSpc>
              <a:spcBef>
                <a:spcPts val="0"/>
              </a:spcBef>
              <a:spcAft>
                <a:spcPts val="0"/>
              </a:spcAft>
              <a:buClr>
                <a:schemeClr val="lt1"/>
              </a:buClr>
              <a:buSzPts val="45000"/>
              <a:buNone/>
              <a:defRPr sz="45000">
                <a:solidFill>
                  <a:schemeClr val="lt1"/>
                </a:solidFill>
              </a:defRPr>
            </a:lvl4pPr>
            <a:lvl5pPr lvl="4" algn="l">
              <a:lnSpc>
                <a:spcPct val="95000"/>
              </a:lnSpc>
              <a:spcBef>
                <a:spcPts val="0"/>
              </a:spcBef>
              <a:spcAft>
                <a:spcPts val="0"/>
              </a:spcAft>
              <a:buClr>
                <a:schemeClr val="lt1"/>
              </a:buClr>
              <a:buSzPts val="45000"/>
              <a:buNone/>
              <a:defRPr sz="45000">
                <a:solidFill>
                  <a:schemeClr val="lt1"/>
                </a:solidFill>
              </a:defRPr>
            </a:lvl5pPr>
            <a:lvl6pPr lvl="5" algn="l">
              <a:lnSpc>
                <a:spcPct val="95000"/>
              </a:lnSpc>
              <a:spcBef>
                <a:spcPts val="0"/>
              </a:spcBef>
              <a:spcAft>
                <a:spcPts val="0"/>
              </a:spcAft>
              <a:buClr>
                <a:schemeClr val="lt1"/>
              </a:buClr>
              <a:buSzPts val="45000"/>
              <a:buNone/>
              <a:defRPr sz="45000">
                <a:solidFill>
                  <a:schemeClr val="lt1"/>
                </a:solidFill>
              </a:defRPr>
            </a:lvl6pPr>
            <a:lvl7pPr lvl="6" algn="l">
              <a:lnSpc>
                <a:spcPct val="95000"/>
              </a:lnSpc>
              <a:spcBef>
                <a:spcPts val="0"/>
              </a:spcBef>
              <a:spcAft>
                <a:spcPts val="0"/>
              </a:spcAft>
              <a:buClr>
                <a:schemeClr val="lt1"/>
              </a:buClr>
              <a:buSzPts val="45000"/>
              <a:buNone/>
              <a:defRPr sz="45000">
                <a:solidFill>
                  <a:schemeClr val="lt1"/>
                </a:solidFill>
              </a:defRPr>
            </a:lvl7pPr>
            <a:lvl8pPr lvl="7" algn="l">
              <a:lnSpc>
                <a:spcPct val="95000"/>
              </a:lnSpc>
              <a:spcBef>
                <a:spcPts val="0"/>
              </a:spcBef>
              <a:spcAft>
                <a:spcPts val="0"/>
              </a:spcAft>
              <a:buClr>
                <a:schemeClr val="lt1"/>
              </a:buClr>
              <a:buSzPts val="45000"/>
              <a:buNone/>
              <a:defRPr sz="45000">
                <a:solidFill>
                  <a:schemeClr val="lt1"/>
                </a:solidFill>
              </a:defRPr>
            </a:lvl8pPr>
            <a:lvl9pPr lvl="8" algn="l">
              <a:lnSpc>
                <a:spcPct val="95000"/>
              </a:lnSpc>
              <a:spcBef>
                <a:spcPts val="0"/>
              </a:spcBef>
              <a:spcAft>
                <a:spcPts val="0"/>
              </a:spcAft>
              <a:buClr>
                <a:schemeClr val="lt1"/>
              </a:buClr>
              <a:buSzPts val="45000"/>
              <a:buNone/>
              <a:defRPr sz="45000">
                <a:solidFill>
                  <a:schemeClr val="lt1"/>
                </a:solidFill>
              </a:defRPr>
            </a:lvl9pPr>
          </a:lstStyle>
          <a:p>
            <a:endParaRPr/>
          </a:p>
        </p:txBody>
      </p:sp>
    </p:spTree>
    <p:extLst>
      <p:ext uri="{BB962C8B-B14F-4D97-AF65-F5344CB8AC3E}">
        <p14:creationId xmlns:p14="http://schemas.microsoft.com/office/powerpoint/2010/main" val="161135462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Titre et contenu">
  <p:cSld name="Titre et contenu">
    <p:spTree>
      <p:nvGrpSpPr>
        <p:cNvPr id="1" name="Shape 26"/>
        <p:cNvGrpSpPr/>
        <p:nvPr/>
      </p:nvGrpSpPr>
      <p:grpSpPr>
        <a:xfrm>
          <a:off x="0" y="0"/>
          <a:ext cx="0" cy="0"/>
          <a:chOff x="0" y="0"/>
          <a:chExt cx="0" cy="0"/>
        </a:xfrm>
      </p:grpSpPr>
      <p:sp>
        <p:nvSpPr>
          <p:cNvPr id="27" name="Google Shape;27;p28"/>
          <p:cNvSpPr txBox="1">
            <a:spLocks noGrp="1"/>
          </p:cNvSpPr>
          <p:nvPr>
            <p:ph type="body" idx="1"/>
          </p:nvPr>
        </p:nvSpPr>
        <p:spPr>
          <a:xfrm>
            <a:off x="609600" y="2103438"/>
            <a:ext cx="1097280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8" name="Google Shape;28;p28"/>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29" name="Google Shape;29;p28"/>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8"/>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8"/>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01574472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Deux contenus">
  <p:cSld name="Deux contenus">
    <p:spTree>
      <p:nvGrpSpPr>
        <p:cNvPr id="1" name="Shape 35"/>
        <p:cNvGrpSpPr/>
        <p:nvPr/>
      </p:nvGrpSpPr>
      <p:grpSpPr>
        <a:xfrm>
          <a:off x="0" y="0"/>
          <a:ext cx="0" cy="0"/>
          <a:chOff x="0" y="0"/>
          <a:chExt cx="0" cy="0"/>
        </a:xfrm>
      </p:grpSpPr>
      <p:sp>
        <p:nvSpPr>
          <p:cNvPr id="36" name="Google Shape;36;p30"/>
          <p:cNvSpPr txBox="1">
            <a:spLocks noGrp="1"/>
          </p:cNvSpPr>
          <p:nvPr>
            <p:ph type="body" idx="1"/>
          </p:nvPr>
        </p:nvSpPr>
        <p:spPr>
          <a:xfrm>
            <a:off x="609599" y="2103438"/>
            <a:ext cx="53064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7" name="Google Shape;37;p30"/>
          <p:cNvSpPr txBox="1">
            <a:spLocks noGrp="1"/>
          </p:cNvSpPr>
          <p:nvPr>
            <p:ph type="body" idx="2"/>
          </p:nvPr>
        </p:nvSpPr>
        <p:spPr>
          <a:xfrm>
            <a:off x="6275917" y="2103438"/>
            <a:ext cx="5306483"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8" name="Google Shape;38;p30"/>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39" name="Google Shape;39;p30"/>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0"/>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0"/>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19803674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matchingName="Diapositive de titre">
  <p:cSld name="Diapositive de titre">
    <p:spTree>
      <p:nvGrpSpPr>
        <p:cNvPr id="1" name="Shape 42"/>
        <p:cNvGrpSpPr/>
        <p:nvPr/>
      </p:nvGrpSpPr>
      <p:grpSpPr>
        <a:xfrm>
          <a:off x="0" y="0"/>
          <a:ext cx="0" cy="0"/>
          <a:chOff x="0" y="0"/>
          <a:chExt cx="0" cy="0"/>
        </a:xfrm>
      </p:grpSpPr>
      <p:sp>
        <p:nvSpPr>
          <p:cNvPr id="43" name="Google Shape;43;p31"/>
          <p:cNvSpPr>
            <a:spLocks noGrp="1"/>
          </p:cNvSpPr>
          <p:nvPr>
            <p:ph type="pic" idx="2"/>
          </p:nvPr>
        </p:nvSpPr>
        <p:spPr>
          <a:xfrm>
            <a:off x="6096001" y="0"/>
            <a:ext cx="6095999" cy="6858000"/>
          </a:xfrm>
          <a:prstGeom prst="rect">
            <a:avLst/>
          </a:prstGeom>
          <a:solidFill>
            <a:srgbClr val="DEDEDE"/>
          </a:solidFill>
          <a:ln>
            <a:noFill/>
          </a:ln>
        </p:spPr>
      </p:sp>
      <p:sp>
        <p:nvSpPr>
          <p:cNvPr id="44" name="Google Shape;44;p31"/>
          <p:cNvSpPr/>
          <p:nvPr/>
        </p:nvSpPr>
        <p:spPr>
          <a:xfrm>
            <a:off x="0" y="0"/>
            <a:ext cx="6096000" cy="3429000"/>
          </a:xfrm>
          <a:prstGeom prst="rect">
            <a:avLst/>
          </a:pr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45" name="Google Shape;45;p31"/>
          <p:cNvSpPr/>
          <p:nvPr/>
        </p:nvSpPr>
        <p:spPr>
          <a:xfrm>
            <a:off x="0" y="3429000"/>
            <a:ext cx="6096000" cy="1143000"/>
          </a:xfrm>
          <a:prstGeom prst="rect">
            <a:avLst/>
          </a:prstGeom>
          <a:solidFill>
            <a:srgbClr val="464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46" name="Google Shape;46;p31"/>
          <p:cNvSpPr txBox="1">
            <a:spLocks noGrp="1"/>
          </p:cNvSpPr>
          <p:nvPr>
            <p:ph type="ctrTitle"/>
          </p:nvPr>
        </p:nvSpPr>
        <p:spPr>
          <a:xfrm>
            <a:off x="609600" y="457200"/>
            <a:ext cx="5307013" cy="2514601"/>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3600"/>
              <a:buFont typeface="Georgia"/>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subTitle" idx="1"/>
          </p:nvPr>
        </p:nvSpPr>
        <p:spPr>
          <a:xfrm>
            <a:off x="609600" y="3749040"/>
            <a:ext cx="5307013"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400" b="0">
                <a:solidFill>
                  <a:schemeClr val="lt1"/>
                </a:solidFill>
              </a:defRPr>
            </a:lvl1pPr>
            <a:lvl2pPr lvl="1" algn="l">
              <a:lnSpc>
                <a:spcPct val="100000"/>
              </a:lnSpc>
              <a:spcBef>
                <a:spcPts val="0"/>
              </a:spcBef>
              <a:spcAft>
                <a:spcPts val="0"/>
              </a:spcAft>
              <a:buClr>
                <a:schemeClr val="lt1"/>
              </a:buClr>
              <a:buSzPts val="1400"/>
              <a:buNone/>
              <a:defRPr sz="1400">
                <a:solidFill>
                  <a:schemeClr val="lt1"/>
                </a:solidFill>
              </a:defRPr>
            </a:lvl2pPr>
            <a:lvl3pPr lvl="2" algn="l">
              <a:lnSpc>
                <a:spcPct val="100000"/>
              </a:lnSpc>
              <a:spcBef>
                <a:spcPts val="0"/>
              </a:spcBef>
              <a:spcAft>
                <a:spcPts val="0"/>
              </a:spcAft>
              <a:buClr>
                <a:schemeClr val="lt1"/>
              </a:buClr>
              <a:buSzPts val="1400"/>
              <a:buNone/>
              <a:defRPr sz="1400">
                <a:solidFill>
                  <a:schemeClr val="lt1"/>
                </a:solidFill>
              </a:defRPr>
            </a:lvl3pPr>
            <a:lvl4pPr lvl="3" algn="l">
              <a:lnSpc>
                <a:spcPct val="100000"/>
              </a:lnSpc>
              <a:spcBef>
                <a:spcPts val="0"/>
              </a:spcBef>
              <a:spcAft>
                <a:spcPts val="0"/>
              </a:spcAft>
              <a:buClr>
                <a:schemeClr val="lt1"/>
              </a:buClr>
              <a:buSzPts val="1400"/>
              <a:buNone/>
              <a:defRPr sz="1400">
                <a:solidFill>
                  <a:schemeClr val="lt1"/>
                </a:solidFill>
              </a:defRPr>
            </a:lvl4pPr>
            <a:lvl5pPr lvl="4" algn="l">
              <a:lnSpc>
                <a:spcPct val="100000"/>
              </a:lnSpc>
              <a:spcBef>
                <a:spcPts val="0"/>
              </a:spcBef>
              <a:spcAft>
                <a:spcPts val="0"/>
              </a:spcAft>
              <a:buClr>
                <a:schemeClr val="lt1"/>
              </a:buClr>
              <a:buSzPts val="1400"/>
              <a:buNone/>
              <a:defRPr sz="1400">
                <a:solidFill>
                  <a:schemeClr val="lt1"/>
                </a:solidFill>
              </a:defRPr>
            </a:lvl5pPr>
            <a:lvl6pPr lvl="5" algn="l">
              <a:lnSpc>
                <a:spcPct val="100000"/>
              </a:lnSpc>
              <a:spcBef>
                <a:spcPts val="0"/>
              </a:spcBef>
              <a:spcAft>
                <a:spcPts val="0"/>
              </a:spcAft>
              <a:buClr>
                <a:schemeClr val="lt1"/>
              </a:buClr>
              <a:buSzPts val="1400"/>
              <a:buNone/>
              <a:defRPr sz="1400">
                <a:solidFill>
                  <a:schemeClr val="lt1"/>
                </a:solidFill>
              </a:defRPr>
            </a:lvl6pPr>
            <a:lvl7pPr lvl="6" algn="l">
              <a:lnSpc>
                <a:spcPct val="100000"/>
              </a:lnSpc>
              <a:spcBef>
                <a:spcPts val="0"/>
              </a:spcBef>
              <a:spcAft>
                <a:spcPts val="0"/>
              </a:spcAft>
              <a:buClr>
                <a:schemeClr val="lt1"/>
              </a:buClr>
              <a:buSzPts val="1400"/>
              <a:buNone/>
              <a:defRPr sz="1400">
                <a:solidFill>
                  <a:schemeClr val="lt1"/>
                </a:solidFill>
              </a:defRPr>
            </a:lvl7pPr>
            <a:lvl8pPr lvl="7" algn="l">
              <a:lnSpc>
                <a:spcPct val="100000"/>
              </a:lnSpc>
              <a:spcBef>
                <a:spcPts val="0"/>
              </a:spcBef>
              <a:spcAft>
                <a:spcPts val="0"/>
              </a:spcAft>
              <a:buClr>
                <a:schemeClr val="lt1"/>
              </a:buClr>
              <a:buSzPts val="1400"/>
              <a:buNone/>
              <a:defRPr sz="1400">
                <a:solidFill>
                  <a:schemeClr val="lt1"/>
                </a:solidFill>
              </a:defRPr>
            </a:lvl8pPr>
            <a:lvl9pPr lvl="8" algn="l">
              <a:lnSpc>
                <a:spcPct val="100000"/>
              </a:lnSpc>
              <a:spcBef>
                <a:spcPts val="0"/>
              </a:spcBef>
              <a:spcAft>
                <a:spcPts val="0"/>
              </a:spcAft>
              <a:buClr>
                <a:schemeClr val="lt1"/>
              </a:buClr>
              <a:buSzPts val="1400"/>
              <a:buNone/>
              <a:defRPr sz="1400">
                <a:solidFill>
                  <a:schemeClr val="lt1"/>
                </a:solidFill>
              </a:defRPr>
            </a:lvl9pPr>
          </a:lstStyle>
          <a:p>
            <a:endParaRPr/>
          </a:p>
        </p:txBody>
      </p:sp>
      <p:pic>
        <p:nvPicPr>
          <p:cNvPr id="48" name="Google Shape;48;p31"/>
          <p:cNvPicPr preferRelativeResize="0"/>
          <p:nvPr/>
        </p:nvPicPr>
        <p:blipFill rotWithShape="1">
          <a:blip r:embed="rId2">
            <a:alphaModFix/>
          </a:blip>
          <a:srcRect/>
          <a:stretch/>
        </p:blipFill>
        <p:spPr>
          <a:xfrm>
            <a:off x="268224" y="5330953"/>
            <a:ext cx="2182368" cy="1351185"/>
          </a:xfrm>
          <a:prstGeom prst="rect">
            <a:avLst/>
          </a:prstGeom>
          <a:noFill/>
          <a:ln>
            <a:noFill/>
          </a:ln>
        </p:spPr>
      </p:pic>
    </p:spTree>
    <p:extLst>
      <p:ext uri="{BB962C8B-B14F-4D97-AF65-F5344CB8AC3E}">
        <p14:creationId xmlns:p14="http://schemas.microsoft.com/office/powerpoint/2010/main" val="51112309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matchingName="Title Slide 1">
  <p:cSld name="Title Slide 1">
    <p:spTree>
      <p:nvGrpSpPr>
        <p:cNvPr id="1" name="Shape 49"/>
        <p:cNvGrpSpPr/>
        <p:nvPr/>
      </p:nvGrpSpPr>
      <p:grpSpPr>
        <a:xfrm>
          <a:off x="0" y="0"/>
          <a:ext cx="0" cy="0"/>
          <a:chOff x="0" y="0"/>
          <a:chExt cx="0" cy="0"/>
        </a:xfrm>
      </p:grpSpPr>
      <p:sp>
        <p:nvSpPr>
          <p:cNvPr id="50" name="Google Shape;50;p32"/>
          <p:cNvSpPr/>
          <p:nvPr/>
        </p:nvSpPr>
        <p:spPr>
          <a:xfrm>
            <a:off x="-1" y="0"/>
            <a:ext cx="8168217" cy="3429000"/>
          </a:xfrm>
          <a:prstGeom prst="rect">
            <a:avLst/>
          </a:prstGeom>
          <a:solidFill>
            <a:srgbClr val="464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51" name="Google Shape;51;p32"/>
          <p:cNvSpPr/>
          <p:nvPr/>
        </p:nvSpPr>
        <p:spPr>
          <a:xfrm>
            <a:off x="-1" y="3429000"/>
            <a:ext cx="8168217" cy="1143000"/>
          </a:xfrm>
          <a:prstGeom prst="rect">
            <a:avLst/>
          </a:pr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52" name="Google Shape;52;p32"/>
          <p:cNvSpPr/>
          <p:nvPr/>
        </p:nvSpPr>
        <p:spPr>
          <a:xfrm>
            <a:off x="8168218" y="0"/>
            <a:ext cx="4023783" cy="3429000"/>
          </a:xfrm>
          <a:prstGeom prst="rect">
            <a:avLst/>
          </a:prstGeom>
          <a:solidFill>
            <a:srgbClr val="EB8C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53" name="Google Shape;53;p32"/>
          <p:cNvSpPr txBox="1">
            <a:spLocks noGrp="1"/>
          </p:cNvSpPr>
          <p:nvPr>
            <p:ph type="ctrTitle"/>
          </p:nvPr>
        </p:nvSpPr>
        <p:spPr>
          <a:xfrm>
            <a:off x="609601" y="457200"/>
            <a:ext cx="7192433" cy="2514601"/>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4400"/>
              <a:buFont typeface="Georgia"/>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4" name="Google Shape;54;p32"/>
          <p:cNvPicPr preferRelativeResize="0"/>
          <p:nvPr/>
        </p:nvPicPr>
        <p:blipFill rotWithShape="1">
          <a:blip r:embed="rId2">
            <a:alphaModFix/>
          </a:blip>
          <a:srcRect/>
          <a:stretch/>
        </p:blipFill>
        <p:spPr>
          <a:xfrm>
            <a:off x="268224" y="5330953"/>
            <a:ext cx="2182368" cy="1351185"/>
          </a:xfrm>
          <a:prstGeom prst="rect">
            <a:avLst/>
          </a:prstGeom>
          <a:noFill/>
          <a:ln>
            <a:noFill/>
          </a:ln>
        </p:spPr>
      </p:pic>
      <p:sp>
        <p:nvSpPr>
          <p:cNvPr id="55" name="Google Shape;55;p32"/>
          <p:cNvSpPr txBox="1">
            <a:spLocks noGrp="1"/>
          </p:cNvSpPr>
          <p:nvPr>
            <p:ph type="subTitle" idx="1"/>
          </p:nvPr>
        </p:nvSpPr>
        <p:spPr>
          <a:xfrm>
            <a:off x="609600" y="3749040"/>
            <a:ext cx="5307013"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400" b="0">
                <a:solidFill>
                  <a:schemeClr val="lt1"/>
                </a:solidFill>
              </a:defRPr>
            </a:lvl1pPr>
            <a:lvl2pPr lvl="1" algn="l">
              <a:lnSpc>
                <a:spcPct val="100000"/>
              </a:lnSpc>
              <a:spcBef>
                <a:spcPts val="0"/>
              </a:spcBef>
              <a:spcAft>
                <a:spcPts val="0"/>
              </a:spcAft>
              <a:buClr>
                <a:schemeClr val="lt1"/>
              </a:buClr>
              <a:buSzPts val="1400"/>
              <a:buNone/>
              <a:defRPr sz="1400">
                <a:solidFill>
                  <a:schemeClr val="lt1"/>
                </a:solidFill>
              </a:defRPr>
            </a:lvl2pPr>
            <a:lvl3pPr lvl="2" algn="l">
              <a:lnSpc>
                <a:spcPct val="100000"/>
              </a:lnSpc>
              <a:spcBef>
                <a:spcPts val="0"/>
              </a:spcBef>
              <a:spcAft>
                <a:spcPts val="0"/>
              </a:spcAft>
              <a:buClr>
                <a:schemeClr val="lt1"/>
              </a:buClr>
              <a:buSzPts val="1400"/>
              <a:buNone/>
              <a:defRPr sz="1400">
                <a:solidFill>
                  <a:schemeClr val="lt1"/>
                </a:solidFill>
              </a:defRPr>
            </a:lvl3pPr>
            <a:lvl4pPr lvl="3" algn="l">
              <a:lnSpc>
                <a:spcPct val="100000"/>
              </a:lnSpc>
              <a:spcBef>
                <a:spcPts val="0"/>
              </a:spcBef>
              <a:spcAft>
                <a:spcPts val="0"/>
              </a:spcAft>
              <a:buClr>
                <a:schemeClr val="lt1"/>
              </a:buClr>
              <a:buSzPts val="1400"/>
              <a:buNone/>
              <a:defRPr sz="1400">
                <a:solidFill>
                  <a:schemeClr val="lt1"/>
                </a:solidFill>
              </a:defRPr>
            </a:lvl4pPr>
            <a:lvl5pPr lvl="4" algn="l">
              <a:lnSpc>
                <a:spcPct val="100000"/>
              </a:lnSpc>
              <a:spcBef>
                <a:spcPts val="0"/>
              </a:spcBef>
              <a:spcAft>
                <a:spcPts val="0"/>
              </a:spcAft>
              <a:buClr>
                <a:schemeClr val="lt1"/>
              </a:buClr>
              <a:buSzPts val="1400"/>
              <a:buNone/>
              <a:defRPr sz="1400">
                <a:solidFill>
                  <a:schemeClr val="lt1"/>
                </a:solidFill>
              </a:defRPr>
            </a:lvl5pPr>
            <a:lvl6pPr lvl="5" algn="l">
              <a:lnSpc>
                <a:spcPct val="100000"/>
              </a:lnSpc>
              <a:spcBef>
                <a:spcPts val="0"/>
              </a:spcBef>
              <a:spcAft>
                <a:spcPts val="0"/>
              </a:spcAft>
              <a:buClr>
                <a:schemeClr val="lt1"/>
              </a:buClr>
              <a:buSzPts val="1400"/>
              <a:buNone/>
              <a:defRPr sz="1400">
                <a:solidFill>
                  <a:schemeClr val="lt1"/>
                </a:solidFill>
              </a:defRPr>
            </a:lvl6pPr>
            <a:lvl7pPr lvl="6" algn="l">
              <a:lnSpc>
                <a:spcPct val="100000"/>
              </a:lnSpc>
              <a:spcBef>
                <a:spcPts val="0"/>
              </a:spcBef>
              <a:spcAft>
                <a:spcPts val="0"/>
              </a:spcAft>
              <a:buClr>
                <a:schemeClr val="lt1"/>
              </a:buClr>
              <a:buSzPts val="1400"/>
              <a:buNone/>
              <a:defRPr sz="1400">
                <a:solidFill>
                  <a:schemeClr val="lt1"/>
                </a:solidFill>
              </a:defRPr>
            </a:lvl7pPr>
            <a:lvl8pPr lvl="7" algn="l">
              <a:lnSpc>
                <a:spcPct val="100000"/>
              </a:lnSpc>
              <a:spcBef>
                <a:spcPts val="0"/>
              </a:spcBef>
              <a:spcAft>
                <a:spcPts val="0"/>
              </a:spcAft>
              <a:buClr>
                <a:schemeClr val="lt1"/>
              </a:buClr>
              <a:buSzPts val="1400"/>
              <a:buNone/>
              <a:defRPr sz="1400">
                <a:solidFill>
                  <a:schemeClr val="lt1"/>
                </a:solidFill>
              </a:defRPr>
            </a:lvl8pPr>
            <a:lvl9pPr lvl="8" algn="l">
              <a:lnSpc>
                <a:spcPct val="100000"/>
              </a:lnSpc>
              <a:spcBef>
                <a:spcPts val="0"/>
              </a:spcBef>
              <a:spcAft>
                <a:spcPts val="0"/>
              </a:spcAft>
              <a:buClr>
                <a:schemeClr val="lt1"/>
              </a:buClr>
              <a:buSzPts val="1400"/>
              <a:buNone/>
              <a:defRPr sz="1400">
                <a:solidFill>
                  <a:schemeClr val="lt1"/>
                </a:solidFill>
              </a:defRPr>
            </a:lvl9pPr>
          </a:lstStyle>
          <a:p>
            <a:endParaRPr/>
          </a:p>
        </p:txBody>
      </p:sp>
    </p:spTree>
    <p:extLst>
      <p:ext uri="{BB962C8B-B14F-4D97-AF65-F5344CB8AC3E}">
        <p14:creationId xmlns:p14="http://schemas.microsoft.com/office/powerpoint/2010/main" val="13346140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matchingName="Title Slide 1 Grey">
  <p:cSld name="Title Slide 1 Grey">
    <p:spTree>
      <p:nvGrpSpPr>
        <p:cNvPr id="1" name="Shape 56"/>
        <p:cNvGrpSpPr/>
        <p:nvPr/>
      </p:nvGrpSpPr>
      <p:grpSpPr>
        <a:xfrm>
          <a:off x="0" y="0"/>
          <a:ext cx="0" cy="0"/>
          <a:chOff x="0" y="0"/>
          <a:chExt cx="0" cy="0"/>
        </a:xfrm>
      </p:grpSpPr>
      <p:sp>
        <p:nvSpPr>
          <p:cNvPr id="57" name="Google Shape;57;p33"/>
          <p:cNvSpPr/>
          <p:nvPr/>
        </p:nvSpPr>
        <p:spPr>
          <a:xfrm>
            <a:off x="-1" y="0"/>
            <a:ext cx="8168217" cy="3429000"/>
          </a:xfrm>
          <a:prstGeom prst="rect">
            <a:avLst/>
          </a:prstGeom>
          <a:solidFill>
            <a:srgbClr val="7D7D7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58" name="Google Shape;58;p33"/>
          <p:cNvSpPr/>
          <p:nvPr/>
        </p:nvSpPr>
        <p:spPr>
          <a:xfrm>
            <a:off x="-1" y="3429000"/>
            <a:ext cx="8168217" cy="1143000"/>
          </a:xfrm>
          <a:prstGeom prst="rect">
            <a:avLst/>
          </a:prstGeom>
          <a:solidFill>
            <a:srgbClr val="464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59" name="Google Shape;59;p33"/>
          <p:cNvSpPr/>
          <p:nvPr/>
        </p:nvSpPr>
        <p:spPr>
          <a:xfrm>
            <a:off x="8168218" y="0"/>
            <a:ext cx="4023783" cy="342900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60" name="Google Shape;60;p33"/>
          <p:cNvSpPr txBox="1">
            <a:spLocks noGrp="1"/>
          </p:cNvSpPr>
          <p:nvPr>
            <p:ph type="ctrTitle"/>
          </p:nvPr>
        </p:nvSpPr>
        <p:spPr>
          <a:xfrm>
            <a:off x="609601" y="457200"/>
            <a:ext cx="7192433" cy="2514601"/>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4400"/>
              <a:buFont typeface="Georgia"/>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61" name="Google Shape;61;p33"/>
          <p:cNvPicPr preferRelativeResize="0"/>
          <p:nvPr/>
        </p:nvPicPr>
        <p:blipFill rotWithShape="1">
          <a:blip r:embed="rId2">
            <a:alphaModFix/>
          </a:blip>
          <a:srcRect/>
          <a:stretch/>
        </p:blipFill>
        <p:spPr>
          <a:xfrm>
            <a:off x="268224" y="5330953"/>
            <a:ext cx="2182368" cy="1351185"/>
          </a:xfrm>
          <a:prstGeom prst="rect">
            <a:avLst/>
          </a:prstGeom>
          <a:noFill/>
          <a:ln>
            <a:noFill/>
          </a:ln>
        </p:spPr>
      </p:pic>
      <p:sp>
        <p:nvSpPr>
          <p:cNvPr id="62" name="Google Shape;62;p33"/>
          <p:cNvSpPr txBox="1">
            <a:spLocks noGrp="1"/>
          </p:cNvSpPr>
          <p:nvPr>
            <p:ph type="subTitle" idx="1"/>
          </p:nvPr>
        </p:nvSpPr>
        <p:spPr>
          <a:xfrm>
            <a:off x="609600" y="3749040"/>
            <a:ext cx="5307013"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400" b="0">
                <a:solidFill>
                  <a:schemeClr val="lt1"/>
                </a:solidFill>
              </a:defRPr>
            </a:lvl1pPr>
            <a:lvl2pPr lvl="1" algn="l">
              <a:lnSpc>
                <a:spcPct val="100000"/>
              </a:lnSpc>
              <a:spcBef>
                <a:spcPts val="0"/>
              </a:spcBef>
              <a:spcAft>
                <a:spcPts val="0"/>
              </a:spcAft>
              <a:buClr>
                <a:schemeClr val="lt1"/>
              </a:buClr>
              <a:buSzPts val="1400"/>
              <a:buNone/>
              <a:defRPr sz="1400">
                <a:solidFill>
                  <a:schemeClr val="lt1"/>
                </a:solidFill>
              </a:defRPr>
            </a:lvl2pPr>
            <a:lvl3pPr lvl="2" algn="l">
              <a:lnSpc>
                <a:spcPct val="100000"/>
              </a:lnSpc>
              <a:spcBef>
                <a:spcPts val="0"/>
              </a:spcBef>
              <a:spcAft>
                <a:spcPts val="0"/>
              </a:spcAft>
              <a:buClr>
                <a:schemeClr val="lt1"/>
              </a:buClr>
              <a:buSzPts val="1400"/>
              <a:buNone/>
              <a:defRPr sz="1400">
                <a:solidFill>
                  <a:schemeClr val="lt1"/>
                </a:solidFill>
              </a:defRPr>
            </a:lvl3pPr>
            <a:lvl4pPr lvl="3" algn="l">
              <a:lnSpc>
                <a:spcPct val="100000"/>
              </a:lnSpc>
              <a:spcBef>
                <a:spcPts val="0"/>
              </a:spcBef>
              <a:spcAft>
                <a:spcPts val="0"/>
              </a:spcAft>
              <a:buClr>
                <a:schemeClr val="lt1"/>
              </a:buClr>
              <a:buSzPts val="1400"/>
              <a:buNone/>
              <a:defRPr sz="1400">
                <a:solidFill>
                  <a:schemeClr val="lt1"/>
                </a:solidFill>
              </a:defRPr>
            </a:lvl4pPr>
            <a:lvl5pPr lvl="4" algn="l">
              <a:lnSpc>
                <a:spcPct val="100000"/>
              </a:lnSpc>
              <a:spcBef>
                <a:spcPts val="0"/>
              </a:spcBef>
              <a:spcAft>
                <a:spcPts val="0"/>
              </a:spcAft>
              <a:buClr>
                <a:schemeClr val="lt1"/>
              </a:buClr>
              <a:buSzPts val="1400"/>
              <a:buNone/>
              <a:defRPr sz="1400">
                <a:solidFill>
                  <a:schemeClr val="lt1"/>
                </a:solidFill>
              </a:defRPr>
            </a:lvl5pPr>
            <a:lvl6pPr lvl="5" algn="l">
              <a:lnSpc>
                <a:spcPct val="100000"/>
              </a:lnSpc>
              <a:spcBef>
                <a:spcPts val="0"/>
              </a:spcBef>
              <a:spcAft>
                <a:spcPts val="0"/>
              </a:spcAft>
              <a:buClr>
                <a:schemeClr val="lt1"/>
              </a:buClr>
              <a:buSzPts val="1400"/>
              <a:buNone/>
              <a:defRPr sz="1400">
                <a:solidFill>
                  <a:schemeClr val="lt1"/>
                </a:solidFill>
              </a:defRPr>
            </a:lvl6pPr>
            <a:lvl7pPr lvl="6" algn="l">
              <a:lnSpc>
                <a:spcPct val="100000"/>
              </a:lnSpc>
              <a:spcBef>
                <a:spcPts val="0"/>
              </a:spcBef>
              <a:spcAft>
                <a:spcPts val="0"/>
              </a:spcAft>
              <a:buClr>
                <a:schemeClr val="lt1"/>
              </a:buClr>
              <a:buSzPts val="1400"/>
              <a:buNone/>
              <a:defRPr sz="1400">
                <a:solidFill>
                  <a:schemeClr val="lt1"/>
                </a:solidFill>
              </a:defRPr>
            </a:lvl7pPr>
            <a:lvl8pPr lvl="7" algn="l">
              <a:lnSpc>
                <a:spcPct val="100000"/>
              </a:lnSpc>
              <a:spcBef>
                <a:spcPts val="0"/>
              </a:spcBef>
              <a:spcAft>
                <a:spcPts val="0"/>
              </a:spcAft>
              <a:buClr>
                <a:schemeClr val="lt1"/>
              </a:buClr>
              <a:buSzPts val="1400"/>
              <a:buNone/>
              <a:defRPr sz="1400">
                <a:solidFill>
                  <a:schemeClr val="lt1"/>
                </a:solidFill>
              </a:defRPr>
            </a:lvl8pPr>
            <a:lvl9pPr lvl="8" algn="l">
              <a:lnSpc>
                <a:spcPct val="100000"/>
              </a:lnSpc>
              <a:spcBef>
                <a:spcPts val="0"/>
              </a:spcBef>
              <a:spcAft>
                <a:spcPts val="0"/>
              </a:spcAft>
              <a:buClr>
                <a:schemeClr val="lt1"/>
              </a:buClr>
              <a:buSzPts val="1400"/>
              <a:buNone/>
              <a:defRPr sz="1400">
                <a:solidFill>
                  <a:schemeClr val="lt1"/>
                </a:solidFill>
              </a:defRPr>
            </a:lvl9pPr>
          </a:lstStyle>
          <a:p>
            <a:endParaRPr/>
          </a:p>
        </p:txBody>
      </p:sp>
    </p:spTree>
    <p:extLst>
      <p:ext uri="{BB962C8B-B14F-4D97-AF65-F5344CB8AC3E}">
        <p14:creationId xmlns:p14="http://schemas.microsoft.com/office/powerpoint/2010/main" val="73152236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matchingName="Title Slide 1 Dark Grey">
  <p:cSld name="Title Slide 1 Dark Grey">
    <p:spTree>
      <p:nvGrpSpPr>
        <p:cNvPr id="1" name="Shape 63"/>
        <p:cNvGrpSpPr/>
        <p:nvPr/>
      </p:nvGrpSpPr>
      <p:grpSpPr>
        <a:xfrm>
          <a:off x="0" y="0"/>
          <a:ext cx="0" cy="0"/>
          <a:chOff x="0" y="0"/>
          <a:chExt cx="0" cy="0"/>
        </a:xfrm>
      </p:grpSpPr>
      <p:sp>
        <p:nvSpPr>
          <p:cNvPr id="64" name="Google Shape;64;p34"/>
          <p:cNvSpPr/>
          <p:nvPr/>
        </p:nvSpPr>
        <p:spPr>
          <a:xfrm>
            <a:off x="0" y="0"/>
            <a:ext cx="8183880" cy="3429000"/>
          </a:xfrm>
          <a:prstGeom prst="rect">
            <a:avLst/>
          </a:prstGeom>
          <a:solidFill>
            <a:srgbClr val="464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65" name="Google Shape;65;p34"/>
          <p:cNvSpPr/>
          <p:nvPr/>
        </p:nvSpPr>
        <p:spPr>
          <a:xfrm>
            <a:off x="-1" y="3429000"/>
            <a:ext cx="8168217" cy="1143000"/>
          </a:xfrm>
          <a:prstGeom prst="rect">
            <a:avLst/>
          </a:prstGeom>
          <a:solidFill>
            <a:srgbClr val="7D7D7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accent6"/>
              </a:solidFill>
              <a:latin typeface="Arial"/>
              <a:ea typeface="Arial"/>
              <a:cs typeface="Arial"/>
              <a:sym typeface="Arial"/>
            </a:endParaRPr>
          </a:p>
        </p:txBody>
      </p:sp>
      <p:sp>
        <p:nvSpPr>
          <p:cNvPr id="66" name="Google Shape;66;p34"/>
          <p:cNvSpPr/>
          <p:nvPr/>
        </p:nvSpPr>
        <p:spPr>
          <a:xfrm>
            <a:off x="8168218" y="0"/>
            <a:ext cx="4023783" cy="342900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67" name="Google Shape;67;p34"/>
          <p:cNvSpPr txBox="1">
            <a:spLocks noGrp="1"/>
          </p:cNvSpPr>
          <p:nvPr>
            <p:ph type="ctrTitle"/>
          </p:nvPr>
        </p:nvSpPr>
        <p:spPr>
          <a:xfrm>
            <a:off x="609601" y="457200"/>
            <a:ext cx="7192433" cy="2514601"/>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4400"/>
              <a:buFont typeface="Georgia"/>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68" name="Google Shape;68;p34"/>
          <p:cNvPicPr preferRelativeResize="0"/>
          <p:nvPr/>
        </p:nvPicPr>
        <p:blipFill rotWithShape="1">
          <a:blip r:embed="rId2">
            <a:alphaModFix/>
          </a:blip>
          <a:srcRect/>
          <a:stretch/>
        </p:blipFill>
        <p:spPr>
          <a:xfrm>
            <a:off x="268224" y="5330953"/>
            <a:ext cx="2182368" cy="1351185"/>
          </a:xfrm>
          <a:prstGeom prst="rect">
            <a:avLst/>
          </a:prstGeom>
          <a:noFill/>
          <a:ln>
            <a:noFill/>
          </a:ln>
        </p:spPr>
      </p:pic>
      <p:sp>
        <p:nvSpPr>
          <p:cNvPr id="69" name="Google Shape;69;p34"/>
          <p:cNvSpPr txBox="1">
            <a:spLocks noGrp="1"/>
          </p:cNvSpPr>
          <p:nvPr>
            <p:ph type="subTitle" idx="1"/>
          </p:nvPr>
        </p:nvSpPr>
        <p:spPr>
          <a:xfrm>
            <a:off x="609600" y="3749040"/>
            <a:ext cx="5307013"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400" b="0">
                <a:solidFill>
                  <a:schemeClr val="lt1"/>
                </a:solidFill>
              </a:defRPr>
            </a:lvl1pPr>
            <a:lvl2pPr lvl="1" algn="l">
              <a:lnSpc>
                <a:spcPct val="100000"/>
              </a:lnSpc>
              <a:spcBef>
                <a:spcPts val="0"/>
              </a:spcBef>
              <a:spcAft>
                <a:spcPts val="0"/>
              </a:spcAft>
              <a:buClr>
                <a:schemeClr val="lt1"/>
              </a:buClr>
              <a:buSzPts val="1400"/>
              <a:buNone/>
              <a:defRPr sz="1400">
                <a:solidFill>
                  <a:schemeClr val="lt1"/>
                </a:solidFill>
              </a:defRPr>
            </a:lvl2pPr>
            <a:lvl3pPr lvl="2" algn="l">
              <a:lnSpc>
                <a:spcPct val="100000"/>
              </a:lnSpc>
              <a:spcBef>
                <a:spcPts val="0"/>
              </a:spcBef>
              <a:spcAft>
                <a:spcPts val="0"/>
              </a:spcAft>
              <a:buClr>
                <a:schemeClr val="lt1"/>
              </a:buClr>
              <a:buSzPts val="1400"/>
              <a:buNone/>
              <a:defRPr sz="1400">
                <a:solidFill>
                  <a:schemeClr val="lt1"/>
                </a:solidFill>
              </a:defRPr>
            </a:lvl3pPr>
            <a:lvl4pPr lvl="3" algn="l">
              <a:lnSpc>
                <a:spcPct val="100000"/>
              </a:lnSpc>
              <a:spcBef>
                <a:spcPts val="0"/>
              </a:spcBef>
              <a:spcAft>
                <a:spcPts val="0"/>
              </a:spcAft>
              <a:buClr>
                <a:schemeClr val="lt1"/>
              </a:buClr>
              <a:buSzPts val="1400"/>
              <a:buNone/>
              <a:defRPr sz="1400">
                <a:solidFill>
                  <a:schemeClr val="lt1"/>
                </a:solidFill>
              </a:defRPr>
            </a:lvl4pPr>
            <a:lvl5pPr lvl="4" algn="l">
              <a:lnSpc>
                <a:spcPct val="100000"/>
              </a:lnSpc>
              <a:spcBef>
                <a:spcPts val="0"/>
              </a:spcBef>
              <a:spcAft>
                <a:spcPts val="0"/>
              </a:spcAft>
              <a:buClr>
                <a:schemeClr val="lt1"/>
              </a:buClr>
              <a:buSzPts val="1400"/>
              <a:buNone/>
              <a:defRPr sz="1400">
                <a:solidFill>
                  <a:schemeClr val="lt1"/>
                </a:solidFill>
              </a:defRPr>
            </a:lvl5pPr>
            <a:lvl6pPr lvl="5" algn="l">
              <a:lnSpc>
                <a:spcPct val="100000"/>
              </a:lnSpc>
              <a:spcBef>
                <a:spcPts val="0"/>
              </a:spcBef>
              <a:spcAft>
                <a:spcPts val="0"/>
              </a:spcAft>
              <a:buClr>
                <a:schemeClr val="lt1"/>
              </a:buClr>
              <a:buSzPts val="1400"/>
              <a:buNone/>
              <a:defRPr sz="1400">
                <a:solidFill>
                  <a:schemeClr val="lt1"/>
                </a:solidFill>
              </a:defRPr>
            </a:lvl6pPr>
            <a:lvl7pPr lvl="6" algn="l">
              <a:lnSpc>
                <a:spcPct val="100000"/>
              </a:lnSpc>
              <a:spcBef>
                <a:spcPts val="0"/>
              </a:spcBef>
              <a:spcAft>
                <a:spcPts val="0"/>
              </a:spcAft>
              <a:buClr>
                <a:schemeClr val="lt1"/>
              </a:buClr>
              <a:buSzPts val="1400"/>
              <a:buNone/>
              <a:defRPr sz="1400">
                <a:solidFill>
                  <a:schemeClr val="lt1"/>
                </a:solidFill>
              </a:defRPr>
            </a:lvl7pPr>
            <a:lvl8pPr lvl="7" algn="l">
              <a:lnSpc>
                <a:spcPct val="100000"/>
              </a:lnSpc>
              <a:spcBef>
                <a:spcPts val="0"/>
              </a:spcBef>
              <a:spcAft>
                <a:spcPts val="0"/>
              </a:spcAft>
              <a:buClr>
                <a:schemeClr val="lt1"/>
              </a:buClr>
              <a:buSzPts val="1400"/>
              <a:buNone/>
              <a:defRPr sz="1400">
                <a:solidFill>
                  <a:schemeClr val="lt1"/>
                </a:solidFill>
              </a:defRPr>
            </a:lvl8pPr>
            <a:lvl9pPr lvl="8" algn="l">
              <a:lnSpc>
                <a:spcPct val="100000"/>
              </a:lnSpc>
              <a:spcBef>
                <a:spcPts val="0"/>
              </a:spcBef>
              <a:spcAft>
                <a:spcPts val="0"/>
              </a:spcAft>
              <a:buClr>
                <a:schemeClr val="lt1"/>
              </a:buClr>
              <a:buSzPts val="1400"/>
              <a:buNone/>
              <a:defRPr sz="1400">
                <a:solidFill>
                  <a:schemeClr val="lt1"/>
                </a:solidFill>
              </a:defRPr>
            </a:lvl9pPr>
          </a:lstStyle>
          <a:p>
            <a:endParaRPr/>
          </a:p>
        </p:txBody>
      </p:sp>
    </p:spTree>
    <p:extLst>
      <p:ext uri="{BB962C8B-B14F-4D97-AF65-F5344CB8AC3E}">
        <p14:creationId xmlns:p14="http://schemas.microsoft.com/office/powerpoint/2010/main" val="235012956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matchingName="Title Slide All Grey">
  <p:cSld name="Title Slide All Grey">
    <p:bg>
      <p:bgPr>
        <a:solidFill>
          <a:srgbClr val="464646"/>
        </a:solidFill>
        <a:effectLst/>
      </p:bgPr>
    </p:bg>
    <p:spTree>
      <p:nvGrpSpPr>
        <p:cNvPr id="1" name="Shape 70"/>
        <p:cNvGrpSpPr/>
        <p:nvPr/>
      </p:nvGrpSpPr>
      <p:grpSpPr>
        <a:xfrm>
          <a:off x="0" y="0"/>
          <a:ext cx="0" cy="0"/>
          <a:chOff x="0" y="0"/>
          <a:chExt cx="0" cy="0"/>
        </a:xfrm>
      </p:grpSpPr>
      <p:sp>
        <p:nvSpPr>
          <p:cNvPr id="71" name="Google Shape;71;p35"/>
          <p:cNvSpPr txBox="1">
            <a:spLocks noGrp="1"/>
          </p:cNvSpPr>
          <p:nvPr>
            <p:ph type="ctrTitle"/>
          </p:nvPr>
        </p:nvSpPr>
        <p:spPr>
          <a:xfrm>
            <a:off x="609601" y="457200"/>
            <a:ext cx="7192433" cy="2514601"/>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4400"/>
              <a:buFont typeface="Georgia"/>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2" name="Google Shape;72;p35"/>
          <p:cNvPicPr preferRelativeResize="0"/>
          <p:nvPr/>
        </p:nvPicPr>
        <p:blipFill rotWithShape="1">
          <a:blip r:embed="rId2">
            <a:alphaModFix/>
          </a:blip>
          <a:srcRect/>
          <a:stretch/>
        </p:blipFill>
        <p:spPr>
          <a:xfrm>
            <a:off x="268224" y="5330952"/>
            <a:ext cx="2182368" cy="1351184"/>
          </a:xfrm>
          <a:prstGeom prst="rect">
            <a:avLst/>
          </a:prstGeom>
          <a:noFill/>
          <a:ln>
            <a:noFill/>
          </a:ln>
        </p:spPr>
      </p:pic>
      <p:sp>
        <p:nvSpPr>
          <p:cNvPr id="73" name="Google Shape;73;p35"/>
          <p:cNvSpPr txBox="1">
            <a:spLocks noGrp="1"/>
          </p:cNvSpPr>
          <p:nvPr>
            <p:ph type="subTitle" idx="1"/>
          </p:nvPr>
        </p:nvSpPr>
        <p:spPr>
          <a:xfrm>
            <a:off x="609600" y="3749040"/>
            <a:ext cx="5307013"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400" b="0">
                <a:solidFill>
                  <a:schemeClr val="lt1"/>
                </a:solidFill>
              </a:defRPr>
            </a:lvl1pPr>
            <a:lvl2pPr lvl="1" algn="l">
              <a:lnSpc>
                <a:spcPct val="100000"/>
              </a:lnSpc>
              <a:spcBef>
                <a:spcPts val="0"/>
              </a:spcBef>
              <a:spcAft>
                <a:spcPts val="0"/>
              </a:spcAft>
              <a:buClr>
                <a:schemeClr val="lt1"/>
              </a:buClr>
              <a:buSzPts val="1400"/>
              <a:buNone/>
              <a:defRPr sz="1400">
                <a:solidFill>
                  <a:schemeClr val="lt1"/>
                </a:solidFill>
              </a:defRPr>
            </a:lvl2pPr>
            <a:lvl3pPr lvl="2" algn="l">
              <a:lnSpc>
                <a:spcPct val="100000"/>
              </a:lnSpc>
              <a:spcBef>
                <a:spcPts val="0"/>
              </a:spcBef>
              <a:spcAft>
                <a:spcPts val="0"/>
              </a:spcAft>
              <a:buClr>
                <a:schemeClr val="lt1"/>
              </a:buClr>
              <a:buSzPts val="1400"/>
              <a:buNone/>
              <a:defRPr sz="1400">
                <a:solidFill>
                  <a:schemeClr val="lt1"/>
                </a:solidFill>
              </a:defRPr>
            </a:lvl3pPr>
            <a:lvl4pPr lvl="3" algn="l">
              <a:lnSpc>
                <a:spcPct val="100000"/>
              </a:lnSpc>
              <a:spcBef>
                <a:spcPts val="0"/>
              </a:spcBef>
              <a:spcAft>
                <a:spcPts val="0"/>
              </a:spcAft>
              <a:buClr>
                <a:schemeClr val="lt1"/>
              </a:buClr>
              <a:buSzPts val="1400"/>
              <a:buNone/>
              <a:defRPr sz="1400">
                <a:solidFill>
                  <a:schemeClr val="lt1"/>
                </a:solidFill>
              </a:defRPr>
            </a:lvl4pPr>
            <a:lvl5pPr lvl="4" algn="l">
              <a:lnSpc>
                <a:spcPct val="100000"/>
              </a:lnSpc>
              <a:spcBef>
                <a:spcPts val="0"/>
              </a:spcBef>
              <a:spcAft>
                <a:spcPts val="0"/>
              </a:spcAft>
              <a:buClr>
                <a:schemeClr val="lt1"/>
              </a:buClr>
              <a:buSzPts val="1400"/>
              <a:buNone/>
              <a:defRPr sz="1400">
                <a:solidFill>
                  <a:schemeClr val="lt1"/>
                </a:solidFill>
              </a:defRPr>
            </a:lvl5pPr>
            <a:lvl6pPr lvl="5" algn="l">
              <a:lnSpc>
                <a:spcPct val="100000"/>
              </a:lnSpc>
              <a:spcBef>
                <a:spcPts val="0"/>
              </a:spcBef>
              <a:spcAft>
                <a:spcPts val="0"/>
              </a:spcAft>
              <a:buClr>
                <a:schemeClr val="lt1"/>
              </a:buClr>
              <a:buSzPts val="1400"/>
              <a:buNone/>
              <a:defRPr sz="1400">
                <a:solidFill>
                  <a:schemeClr val="lt1"/>
                </a:solidFill>
              </a:defRPr>
            </a:lvl6pPr>
            <a:lvl7pPr lvl="6" algn="l">
              <a:lnSpc>
                <a:spcPct val="100000"/>
              </a:lnSpc>
              <a:spcBef>
                <a:spcPts val="0"/>
              </a:spcBef>
              <a:spcAft>
                <a:spcPts val="0"/>
              </a:spcAft>
              <a:buClr>
                <a:schemeClr val="lt1"/>
              </a:buClr>
              <a:buSzPts val="1400"/>
              <a:buNone/>
              <a:defRPr sz="1400">
                <a:solidFill>
                  <a:schemeClr val="lt1"/>
                </a:solidFill>
              </a:defRPr>
            </a:lvl7pPr>
            <a:lvl8pPr lvl="7" algn="l">
              <a:lnSpc>
                <a:spcPct val="100000"/>
              </a:lnSpc>
              <a:spcBef>
                <a:spcPts val="0"/>
              </a:spcBef>
              <a:spcAft>
                <a:spcPts val="0"/>
              </a:spcAft>
              <a:buClr>
                <a:schemeClr val="lt1"/>
              </a:buClr>
              <a:buSzPts val="1400"/>
              <a:buNone/>
              <a:defRPr sz="1400">
                <a:solidFill>
                  <a:schemeClr val="lt1"/>
                </a:solidFill>
              </a:defRPr>
            </a:lvl8pPr>
            <a:lvl9pPr lvl="8" algn="l">
              <a:lnSpc>
                <a:spcPct val="100000"/>
              </a:lnSpc>
              <a:spcBef>
                <a:spcPts val="0"/>
              </a:spcBef>
              <a:spcAft>
                <a:spcPts val="0"/>
              </a:spcAft>
              <a:buClr>
                <a:schemeClr val="lt1"/>
              </a:buClr>
              <a:buSzPts val="1400"/>
              <a:buNone/>
              <a:defRPr sz="1400">
                <a:solidFill>
                  <a:schemeClr val="lt1"/>
                </a:solidFill>
              </a:defRPr>
            </a:lvl9pPr>
          </a:lstStyle>
          <a:p>
            <a:endParaRPr/>
          </a:p>
        </p:txBody>
      </p:sp>
    </p:spTree>
    <p:extLst>
      <p:ext uri="{BB962C8B-B14F-4D97-AF65-F5344CB8AC3E}">
        <p14:creationId xmlns:p14="http://schemas.microsoft.com/office/powerpoint/2010/main" val="281190913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matchingName="Title Slide All White">
  <p:cSld name="Title Slide All White">
    <p:bg>
      <p:bgPr>
        <a:solidFill>
          <a:schemeClr val="lt1"/>
        </a:solidFill>
        <a:effectLst/>
      </p:bgPr>
    </p:bg>
    <p:spTree>
      <p:nvGrpSpPr>
        <p:cNvPr id="1" name="Shape 74"/>
        <p:cNvGrpSpPr/>
        <p:nvPr/>
      </p:nvGrpSpPr>
      <p:grpSpPr>
        <a:xfrm>
          <a:off x="0" y="0"/>
          <a:ext cx="0" cy="0"/>
          <a:chOff x="0" y="0"/>
          <a:chExt cx="0" cy="0"/>
        </a:xfrm>
      </p:grpSpPr>
      <p:sp>
        <p:nvSpPr>
          <p:cNvPr id="75" name="Google Shape;75;p36"/>
          <p:cNvSpPr txBox="1">
            <a:spLocks noGrp="1"/>
          </p:cNvSpPr>
          <p:nvPr>
            <p:ph type="ctrTitle"/>
          </p:nvPr>
        </p:nvSpPr>
        <p:spPr>
          <a:xfrm>
            <a:off x="609601" y="457202"/>
            <a:ext cx="7192433" cy="2514599"/>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dk1"/>
              </a:buClr>
              <a:buSzPts val="4400"/>
              <a:buFont typeface="Georgia"/>
              <a:buNone/>
              <a:defRPr sz="4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6" name="Google Shape;76;p36"/>
          <p:cNvPicPr preferRelativeResize="0"/>
          <p:nvPr/>
        </p:nvPicPr>
        <p:blipFill rotWithShape="1">
          <a:blip r:embed="rId2">
            <a:alphaModFix/>
          </a:blip>
          <a:srcRect/>
          <a:stretch/>
        </p:blipFill>
        <p:spPr>
          <a:xfrm>
            <a:off x="268224" y="5330953"/>
            <a:ext cx="2182368" cy="1351185"/>
          </a:xfrm>
          <a:prstGeom prst="rect">
            <a:avLst/>
          </a:prstGeom>
          <a:noFill/>
          <a:ln>
            <a:noFill/>
          </a:ln>
        </p:spPr>
      </p:pic>
      <p:sp>
        <p:nvSpPr>
          <p:cNvPr id="77" name="Google Shape;77;p36"/>
          <p:cNvSpPr txBox="1">
            <a:spLocks noGrp="1"/>
          </p:cNvSpPr>
          <p:nvPr>
            <p:ph type="subTitle" idx="1"/>
          </p:nvPr>
        </p:nvSpPr>
        <p:spPr>
          <a:xfrm>
            <a:off x="609600" y="3749040"/>
            <a:ext cx="5307013"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400"/>
              <a:buNone/>
              <a:defRPr sz="1400" b="0">
                <a:solidFill>
                  <a:schemeClr val="dk1"/>
                </a:solidFill>
              </a:defRPr>
            </a:lvl1pPr>
            <a:lvl2pPr lvl="1" algn="l">
              <a:lnSpc>
                <a:spcPct val="100000"/>
              </a:lnSpc>
              <a:spcBef>
                <a:spcPts val="0"/>
              </a:spcBef>
              <a:spcAft>
                <a:spcPts val="0"/>
              </a:spcAft>
              <a:buClr>
                <a:schemeClr val="dk1"/>
              </a:buClr>
              <a:buSzPts val="1400"/>
              <a:buNone/>
              <a:defRPr sz="1400">
                <a:solidFill>
                  <a:schemeClr val="dk1"/>
                </a:solidFill>
              </a:defRPr>
            </a:lvl2pPr>
            <a:lvl3pPr lvl="2" algn="l">
              <a:lnSpc>
                <a:spcPct val="100000"/>
              </a:lnSpc>
              <a:spcBef>
                <a:spcPts val="0"/>
              </a:spcBef>
              <a:spcAft>
                <a:spcPts val="0"/>
              </a:spcAft>
              <a:buClr>
                <a:schemeClr val="dk1"/>
              </a:buClr>
              <a:buSzPts val="1400"/>
              <a:buNone/>
              <a:defRPr sz="1400">
                <a:solidFill>
                  <a:schemeClr val="dk1"/>
                </a:solidFill>
              </a:defRPr>
            </a:lvl3pPr>
            <a:lvl4pPr lvl="3" algn="l">
              <a:lnSpc>
                <a:spcPct val="100000"/>
              </a:lnSpc>
              <a:spcBef>
                <a:spcPts val="0"/>
              </a:spcBef>
              <a:spcAft>
                <a:spcPts val="0"/>
              </a:spcAft>
              <a:buClr>
                <a:schemeClr val="dk1"/>
              </a:buClr>
              <a:buSzPts val="1400"/>
              <a:buNone/>
              <a:defRPr sz="1400">
                <a:solidFill>
                  <a:schemeClr val="dk1"/>
                </a:solidFill>
              </a:defRPr>
            </a:lvl4pPr>
            <a:lvl5pPr lvl="4" algn="l">
              <a:lnSpc>
                <a:spcPct val="100000"/>
              </a:lnSpc>
              <a:spcBef>
                <a:spcPts val="0"/>
              </a:spcBef>
              <a:spcAft>
                <a:spcPts val="0"/>
              </a:spcAft>
              <a:buClr>
                <a:schemeClr val="dk1"/>
              </a:buClr>
              <a:buSzPts val="1400"/>
              <a:buNone/>
              <a:defRPr sz="1400">
                <a:solidFill>
                  <a:schemeClr val="dk1"/>
                </a:solidFill>
              </a:defRPr>
            </a:lvl5pPr>
            <a:lvl6pPr lvl="5" algn="l">
              <a:lnSpc>
                <a:spcPct val="100000"/>
              </a:lnSpc>
              <a:spcBef>
                <a:spcPts val="0"/>
              </a:spcBef>
              <a:spcAft>
                <a:spcPts val="0"/>
              </a:spcAft>
              <a:buClr>
                <a:schemeClr val="dk1"/>
              </a:buClr>
              <a:buSzPts val="1400"/>
              <a:buNone/>
              <a:defRPr sz="1400">
                <a:solidFill>
                  <a:schemeClr val="dk1"/>
                </a:solidFill>
              </a:defRPr>
            </a:lvl6pPr>
            <a:lvl7pPr lvl="6" algn="l">
              <a:lnSpc>
                <a:spcPct val="100000"/>
              </a:lnSpc>
              <a:spcBef>
                <a:spcPts val="0"/>
              </a:spcBef>
              <a:spcAft>
                <a:spcPts val="0"/>
              </a:spcAft>
              <a:buClr>
                <a:schemeClr val="dk1"/>
              </a:buClr>
              <a:buSzPts val="1400"/>
              <a:buNone/>
              <a:defRPr sz="1400">
                <a:solidFill>
                  <a:schemeClr val="dk1"/>
                </a:solidFill>
              </a:defRPr>
            </a:lvl7pPr>
            <a:lvl8pPr lvl="7" algn="l">
              <a:lnSpc>
                <a:spcPct val="100000"/>
              </a:lnSpc>
              <a:spcBef>
                <a:spcPts val="0"/>
              </a:spcBef>
              <a:spcAft>
                <a:spcPts val="0"/>
              </a:spcAft>
              <a:buClr>
                <a:schemeClr val="dk1"/>
              </a:buClr>
              <a:buSzPts val="1400"/>
              <a:buNone/>
              <a:defRPr sz="1400">
                <a:solidFill>
                  <a:schemeClr val="dk1"/>
                </a:solidFill>
              </a:defRPr>
            </a:lvl8pPr>
            <a:lvl9pPr lvl="8" algn="l">
              <a:lnSpc>
                <a:spcPct val="100000"/>
              </a:lnSpc>
              <a:spcBef>
                <a:spcPts val="0"/>
              </a:spcBef>
              <a:spcAft>
                <a:spcPts val="0"/>
              </a:spcAft>
              <a:buClr>
                <a:schemeClr val="dk1"/>
              </a:buClr>
              <a:buSzPts val="1400"/>
              <a:buNone/>
              <a:defRPr sz="1400">
                <a:solidFill>
                  <a:schemeClr val="dk1"/>
                </a:solidFill>
              </a:defRPr>
            </a:lvl9pPr>
          </a:lstStyle>
          <a:p>
            <a:endParaRPr/>
          </a:p>
        </p:txBody>
      </p:sp>
    </p:spTree>
    <p:extLst>
      <p:ext uri="{BB962C8B-B14F-4D97-AF65-F5344CB8AC3E}">
        <p14:creationId xmlns:p14="http://schemas.microsoft.com/office/powerpoint/2010/main" val="375726404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matchingName="Title Slide Lines">
  <p:cSld name="Title Slide Lines">
    <p:bg>
      <p:bgPr>
        <a:solidFill>
          <a:srgbClr val="DEDEDE"/>
        </a:solidFill>
        <a:effectLst/>
      </p:bgPr>
    </p:bg>
    <p:spTree>
      <p:nvGrpSpPr>
        <p:cNvPr id="1" name="Shape 78"/>
        <p:cNvGrpSpPr/>
        <p:nvPr/>
      </p:nvGrpSpPr>
      <p:grpSpPr>
        <a:xfrm>
          <a:off x="0" y="0"/>
          <a:ext cx="0" cy="0"/>
          <a:chOff x="0" y="0"/>
          <a:chExt cx="0" cy="0"/>
        </a:xfrm>
      </p:grpSpPr>
      <p:sp>
        <p:nvSpPr>
          <p:cNvPr id="79" name="Google Shape;79;p37"/>
          <p:cNvSpPr>
            <a:spLocks noGrp="1"/>
          </p:cNvSpPr>
          <p:nvPr>
            <p:ph type="pic" idx="2"/>
          </p:nvPr>
        </p:nvSpPr>
        <p:spPr>
          <a:xfrm>
            <a:off x="0" y="1905"/>
            <a:ext cx="12192000" cy="6856095"/>
          </a:xfrm>
          <a:prstGeom prst="rect">
            <a:avLst/>
          </a:prstGeom>
          <a:solidFill>
            <a:srgbClr val="DEDEDE"/>
          </a:solidFill>
          <a:ln>
            <a:noFill/>
          </a:ln>
        </p:spPr>
      </p:sp>
      <p:grpSp>
        <p:nvGrpSpPr>
          <p:cNvPr id="80" name="Google Shape;80;p37"/>
          <p:cNvGrpSpPr/>
          <p:nvPr/>
        </p:nvGrpSpPr>
        <p:grpSpPr>
          <a:xfrm>
            <a:off x="0" y="1905"/>
            <a:ext cx="12192000" cy="6858000"/>
            <a:chOff x="0" y="0"/>
            <a:chExt cx="9144000" cy="6858000"/>
          </a:xfrm>
        </p:grpSpPr>
        <p:grpSp>
          <p:nvGrpSpPr>
            <p:cNvPr id="81" name="Google Shape;81;p37"/>
            <p:cNvGrpSpPr/>
            <p:nvPr/>
          </p:nvGrpSpPr>
          <p:grpSpPr>
            <a:xfrm>
              <a:off x="0" y="0"/>
              <a:ext cx="9144000" cy="6858000"/>
              <a:chOff x="0" y="0"/>
              <a:chExt cx="9144000" cy="6858000"/>
            </a:xfrm>
          </p:grpSpPr>
          <p:sp>
            <p:nvSpPr>
              <p:cNvPr id="82" name="Google Shape;82;p37"/>
              <p:cNvSpPr/>
              <p:nvPr/>
            </p:nvSpPr>
            <p:spPr>
              <a:xfrm>
                <a:off x="1" y="3615583"/>
                <a:ext cx="6781800" cy="780008"/>
              </a:xfrm>
              <a:custGeom>
                <a:avLst/>
                <a:gdLst/>
                <a:ahLst/>
                <a:cxnLst/>
                <a:rect l="l" t="t" r="r" b="b"/>
                <a:pathLst>
                  <a:path w="7908" h="1632" extrusionOk="0">
                    <a:moveTo>
                      <a:pt x="0" y="0"/>
                    </a:moveTo>
                    <a:lnTo>
                      <a:pt x="0" y="0"/>
                    </a:lnTo>
                    <a:lnTo>
                      <a:pt x="7908" y="0"/>
                    </a:lnTo>
                    <a:lnTo>
                      <a:pt x="7908" y="1632"/>
                    </a:lnTo>
                    <a:lnTo>
                      <a:pt x="0" y="1632"/>
                    </a:lnTo>
                    <a:lnTo>
                      <a:pt x="0" y="0"/>
                    </a:lnTo>
                    <a:close/>
                  </a:path>
                </a:pathLst>
              </a:custGeom>
              <a:solidFill>
                <a:srgbClr val="D04A0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3" name="Google Shape;83;p37"/>
              <p:cNvSpPr/>
              <p:nvPr/>
            </p:nvSpPr>
            <p:spPr>
              <a:xfrm>
                <a:off x="0" y="0"/>
                <a:ext cx="9144000" cy="6858000"/>
              </a:xfrm>
              <a:custGeom>
                <a:avLst/>
                <a:gdLst/>
                <a:ahLst/>
                <a:cxnLst/>
                <a:rect l="l" t="t" r="r" b="b"/>
                <a:pathLst>
                  <a:path w="19200" h="14399" extrusionOk="0">
                    <a:moveTo>
                      <a:pt x="14239" y="0"/>
                    </a:moveTo>
                    <a:lnTo>
                      <a:pt x="14239" y="0"/>
                    </a:lnTo>
                    <a:lnTo>
                      <a:pt x="14239" y="6948"/>
                    </a:lnTo>
                    <a:lnTo>
                      <a:pt x="0" y="6948"/>
                    </a:lnTo>
                    <a:lnTo>
                      <a:pt x="0" y="7591"/>
                    </a:lnTo>
                    <a:lnTo>
                      <a:pt x="14239" y="7591"/>
                    </a:lnTo>
                    <a:lnTo>
                      <a:pt x="14239" y="9227"/>
                    </a:lnTo>
                    <a:lnTo>
                      <a:pt x="0" y="9227"/>
                    </a:lnTo>
                    <a:lnTo>
                      <a:pt x="0" y="9869"/>
                    </a:lnTo>
                    <a:lnTo>
                      <a:pt x="14239" y="9869"/>
                    </a:lnTo>
                    <a:lnTo>
                      <a:pt x="14239" y="14399"/>
                    </a:lnTo>
                    <a:lnTo>
                      <a:pt x="14881" y="14399"/>
                    </a:lnTo>
                    <a:lnTo>
                      <a:pt x="14881" y="9869"/>
                    </a:lnTo>
                    <a:lnTo>
                      <a:pt x="19200" y="9869"/>
                    </a:lnTo>
                    <a:lnTo>
                      <a:pt x="19200" y="9227"/>
                    </a:lnTo>
                    <a:lnTo>
                      <a:pt x="14881" y="9227"/>
                    </a:lnTo>
                    <a:lnTo>
                      <a:pt x="14881" y="7591"/>
                    </a:lnTo>
                    <a:lnTo>
                      <a:pt x="19200" y="7591"/>
                    </a:lnTo>
                    <a:lnTo>
                      <a:pt x="19200" y="6948"/>
                    </a:lnTo>
                    <a:lnTo>
                      <a:pt x="14881" y="6948"/>
                    </a:lnTo>
                    <a:lnTo>
                      <a:pt x="14881" y="0"/>
                    </a:lnTo>
                    <a:lnTo>
                      <a:pt x="14239"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84" name="Google Shape;84;p37"/>
            <p:cNvPicPr preferRelativeResize="0"/>
            <p:nvPr/>
          </p:nvPicPr>
          <p:blipFill rotWithShape="1">
            <a:blip r:embed="rId2">
              <a:alphaModFix/>
            </a:blip>
            <a:srcRect/>
            <a:stretch/>
          </p:blipFill>
          <p:spPr>
            <a:xfrm>
              <a:off x="201168" y="5330952"/>
              <a:ext cx="1636776" cy="1351184"/>
            </a:xfrm>
            <a:prstGeom prst="rect">
              <a:avLst/>
            </a:prstGeom>
            <a:noFill/>
            <a:ln>
              <a:noFill/>
            </a:ln>
          </p:spPr>
        </p:pic>
      </p:grpSp>
      <p:sp>
        <p:nvSpPr>
          <p:cNvPr id="85" name="Google Shape;85;p37"/>
          <p:cNvSpPr txBox="1">
            <a:spLocks noGrp="1"/>
          </p:cNvSpPr>
          <p:nvPr>
            <p:ph type="ctrTitle"/>
          </p:nvPr>
        </p:nvSpPr>
        <p:spPr>
          <a:xfrm>
            <a:off x="609600" y="457200"/>
            <a:ext cx="7192435" cy="1646238"/>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3600"/>
              <a:buFont typeface="Georgia"/>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7"/>
          <p:cNvSpPr txBox="1">
            <a:spLocks noGrp="1"/>
          </p:cNvSpPr>
          <p:nvPr>
            <p:ph type="subTitle" idx="1"/>
          </p:nvPr>
        </p:nvSpPr>
        <p:spPr>
          <a:xfrm>
            <a:off x="609600" y="3710833"/>
            <a:ext cx="5307013" cy="5943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1400"/>
              <a:buNone/>
              <a:defRPr sz="1400" b="0">
                <a:solidFill>
                  <a:schemeClr val="lt1"/>
                </a:solidFill>
              </a:defRPr>
            </a:lvl1pPr>
            <a:lvl2pPr lvl="1" algn="l">
              <a:lnSpc>
                <a:spcPct val="100000"/>
              </a:lnSpc>
              <a:spcBef>
                <a:spcPts val="0"/>
              </a:spcBef>
              <a:spcAft>
                <a:spcPts val="0"/>
              </a:spcAft>
              <a:buClr>
                <a:schemeClr val="lt1"/>
              </a:buClr>
              <a:buSzPts val="1400"/>
              <a:buNone/>
              <a:defRPr sz="1400">
                <a:solidFill>
                  <a:schemeClr val="lt1"/>
                </a:solidFill>
              </a:defRPr>
            </a:lvl2pPr>
            <a:lvl3pPr lvl="2" algn="l">
              <a:lnSpc>
                <a:spcPct val="100000"/>
              </a:lnSpc>
              <a:spcBef>
                <a:spcPts val="0"/>
              </a:spcBef>
              <a:spcAft>
                <a:spcPts val="0"/>
              </a:spcAft>
              <a:buClr>
                <a:schemeClr val="lt1"/>
              </a:buClr>
              <a:buSzPts val="1400"/>
              <a:buNone/>
              <a:defRPr sz="1400">
                <a:solidFill>
                  <a:schemeClr val="lt1"/>
                </a:solidFill>
              </a:defRPr>
            </a:lvl3pPr>
            <a:lvl4pPr lvl="3" algn="l">
              <a:lnSpc>
                <a:spcPct val="100000"/>
              </a:lnSpc>
              <a:spcBef>
                <a:spcPts val="0"/>
              </a:spcBef>
              <a:spcAft>
                <a:spcPts val="0"/>
              </a:spcAft>
              <a:buClr>
                <a:schemeClr val="lt1"/>
              </a:buClr>
              <a:buSzPts val="1400"/>
              <a:buNone/>
              <a:defRPr sz="1400">
                <a:solidFill>
                  <a:schemeClr val="lt1"/>
                </a:solidFill>
              </a:defRPr>
            </a:lvl4pPr>
            <a:lvl5pPr lvl="4" algn="l">
              <a:lnSpc>
                <a:spcPct val="100000"/>
              </a:lnSpc>
              <a:spcBef>
                <a:spcPts val="0"/>
              </a:spcBef>
              <a:spcAft>
                <a:spcPts val="0"/>
              </a:spcAft>
              <a:buClr>
                <a:schemeClr val="lt1"/>
              </a:buClr>
              <a:buSzPts val="1400"/>
              <a:buNone/>
              <a:defRPr sz="1400">
                <a:solidFill>
                  <a:schemeClr val="lt1"/>
                </a:solidFill>
              </a:defRPr>
            </a:lvl5pPr>
            <a:lvl6pPr lvl="5" algn="l">
              <a:lnSpc>
                <a:spcPct val="100000"/>
              </a:lnSpc>
              <a:spcBef>
                <a:spcPts val="0"/>
              </a:spcBef>
              <a:spcAft>
                <a:spcPts val="0"/>
              </a:spcAft>
              <a:buClr>
                <a:schemeClr val="lt1"/>
              </a:buClr>
              <a:buSzPts val="1400"/>
              <a:buNone/>
              <a:defRPr sz="1400">
                <a:solidFill>
                  <a:schemeClr val="lt1"/>
                </a:solidFill>
              </a:defRPr>
            </a:lvl6pPr>
            <a:lvl7pPr lvl="6" algn="l">
              <a:lnSpc>
                <a:spcPct val="100000"/>
              </a:lnSpc>
              <a:spcBef>
                <a:spcPts val="0"/>
              </a:spcBef>
              <a:spcAft>
                <a:spcPts val="0"/>
              </a:spcAft>
              <a:buClr>
                <a:schemeClr val="lt1"/>
              </a:buClr>
              <a:buSzPts val="1400"/>
              <a:buNone/>
              <a:defRPr sz="1400">
                <a:solidFill>
                  <a:schemeClr val="lt1"/>
                </a:solidFill>
              </a:defRPr>
            </a:lvl7pPr>
            <a:lvl8pPr lvl="7" algn="l">
              <a:lnSpc>
                <a:spcPct val="100000"/>
              </a:lnSpc>
              <a:spcBef>
                <a:spcPts val="0"/>
              </a:spcBef>
              <a:spcAft>
                <a:spcPts val="0"/>
              </a:spcAft>
              <a:buClr>
                <a:schemeClr val="lt1"/>
              </a:buClr>
              <a:buSzPts val="1400"/>
              <a:buNone/>
              <a:defRPr sz="1400">
                <a:solidFill>
                  <a:schemeClr val="lt1"/>
                </a:solidFill>
              </a:defRPr>
            </a:lvl8pPr>
            <a:lvl9pPr lvl="8" algn="l">
              <a:lnSpc>
                <a:spcPct val="100000"/>
              </a:lnSpc>
              <a:spcBef>
                <a:spcPts val="0"/>
              </a:spcBef>
              <a:spcAft>
                <a:spcPts val="0"/>
              </a:spcAft>
              <a:buClr>
                <a:schemeClr val="lt1"/>
              </a:buClr>
              <a:buSzPts val="1400"/>
              <a:buNone/>
              <a:defRPr sz="1400">
                <a:solidFill>
                  <a:schemeClr val="lt1"/>
                </a:solidFill>
              </a:defRPr>
            </a:lvl9pPr>
          </a:lstStyle>
          <a:p>
            <a:endParaRPr/>
          </a:p>
        </p:txBody>
      </p:sp>
    </p:spTree>
    <p:extLst>
      <p:ext uri="{BB962C8B-B14F-4D97-AF65-F5344CB8AC3E}">
        <p14:creationId xmlns:p14="http://schemas.microsoft.com/office/powerpoint/2010/main" val="2534851796"/>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matchingName="Title Slide Lines 2">
  <p:cSld name="Title Slide Lines 2">
    <p:bg>
      <p:bgPr>
        <a:solidFill>
          <a:srgbClr val="DEDEDE"/>
        </a:solidFill>
        <a:effectLst/>
      </p:bgPr>
    </p:bg>
    <p:spTree>
      <p:nvGrpSpPr>
        <p:cNvPr id="1" name="Shape 87"/>
        <p:cNvGrpSpPr/>
        <p:nvPr/>
      </p:nvGrpSpPr>
      <p:grpSpPr>
        <a:xfrm>
          <a:off x="0" y="0"/>
          <a:ext cx="0" cy="0"/>
          <a:chOff x="0" y="0"/>
          <a:chExt cx="0" cy="0"/>
        </a:xfrm>
      </p:grpSpPr>
      <p:sp>
        <p:nvSpPr>
          <p:cNvPr id="88" name="Google Shape;88;p38"/>
          <p:cNvSpPr>
            <a:spLocks noGrp="1"/>
          </p:cNvSpPr>
          <p:nvPr>
            <p:ph type="pic" idx="2"/>
          </p:nvPr>
        </p:nvSpPr>
        <p:spPr>
          <a:xfrm>
            <a:off x="0" y="0"/>
            <a:ext cx="12192000" cy="6858000"/>
          </a:xfrm>
          <a:prstGeom prst="rect">
            <a:avLst/>
          </a:prstGeom>
          <a:solidFill>
            <a:srgbClr val="DEDEDE"/>
          </a:solidFill>
          <a:ln>
            <a:noFill/>
          </a:ln>
        </p:spPr>
      </p:sp>
      <p:grpSp>
        <p:nvGrpSpPr>
          <p:cNvPr id="89" name="Google Shape;89;p38"/>
          <p:cNvGrpSpPr/>
          <p:nvPr/>
        </p:nvGrpSpPr>
        <p:grpSpPr>
          <a:xfrm>
            <a:off x="0" y="0"/>
            <a:ext cx="12192000" cy="6858000"/>
            <a:chOff x="0" y="0"/>
            <a:chExt cx="9144000" cy="6858000"/>
          </a:xfrm>
        </p:grpSpPr>
        <p:pic>
          <p:nvPicPr>
            <p:cNvPr id="90" name="Google Shape;90;p38"/>
            <p:cNvPicPr preferRelativeResize="0"/>
            <p:nvPr/>
          </p:nvPicPr>
          <p:blipFill rotWithShape="1">
            <a:blip r:embed="rId2">
              <a:alphaModFix/>
            </a:blip>
            <a:srcRect/>
            <a:stretch/>
          </p:blipFill>
          <p:spPr>
            <a:xfrm>
              <a:off x="201168" y="5330952"/>
              <a:ext cx="1636776" cy="1351185"/>
            </a:xfrm>
            <a:prstGeom prst="rect">
              <a:avLst/>
            </a:prstGeom>
            <a:noFill/>
            <a:ln>
              <a:noFill/>
            </a:ln>
          </p:spPr>
        </p:pic>
        <p:sp>
          <p:nvSpPr>
            <p:cNvPr id="91" name="Google Shape;91;p38"/>
            <p:cNvSpPr/>
            <p:nvPr/>
          </p:nvSpPr>
          <p:spPr>
            <a:xfrm>
              <a:off x="0" y="0"/>
              <a:ext cx="9144000" cy="6858000"/>
            </a:xfrm>
            <a:custGeom>
              <a:avLst/>
              <a:gdLst/>
              <a:ahLst/>
              <a:cxnLst/>
              <a:rect l="l" t="t" r="r" b="b"/>
              <a:pathLst>
                <a:path w="19200" h="14399" extrusionOk="0">
                  <a:moveTo>
                    <a:pt x="14239" y="0"/>
                  </a:moveTo>
                  <a:lnTo>
                    <a:pt x="14239" y="0"/>
                  </a:lnTo>
                  <a:lnTo>
                    <a:pt x="14239" y="6948"/>
                  </a:lnTo>
                  <a:lnTo>
                    <a:pt x="0" y="6948"/>
                  </a:lnTo>
                  <a:lnTo>
                    <a:pt x="0" y="7591"/>
                  </a:lnTo>
                  <a:lnTo>
                    <a:pt x="14239" y="7591"/>
                  </a:lnTo>
                  <a:lnTo>
                    <a:pt x="14239" y="9227"/>
                  </a:lnTo>
                  <a:lnTo>
                    <a:pt x="0" y="9227"/>
                  </a:lnTo>
                  <a:lnTo>
                    <a:pt x="0" y="9869"/>
                  </a:lnTo>
                  <a:lnTo>
                    <a:pt x="14239" y="9869"/>
                  </a:lnTo>
                  <a:lnTo>
                    <a:pt x="14239" y="14399"/>
                  </a:lnTo>
                  <a:lnTo>
                    <a:pt x="14881" y="14399"/>
                  </a:lnTo>
                  <a:lnTo>
                    <a:pt x="14881" y="9869"/>
                  </a:lnTo>
                  <a:lnTo>
                    <a:pt x="19200" y="9869"/>
                  </a:lnTo>
                  <a:lnTo>
                    <a:pt x="19200" y="9227"/>
                  </a:lnTo>
                  <a:lnTo>
                    <a:pt x="14881" y="9227"/>
                  </a:lnTo>
                  <a:lnTo>
                    <a:pt x="14881" y="7591"/>
                  </a:lnTo>
                  <a:lnTo>
                    <a:pt x="19200" y="7591"/>
                  </a:lnTo>
                  <a:lnTo>
                    <a:pt x="19200" y="6948"/>
                  </a:lnTo>
                  <a:lnTo>
                    <a:pt x="14881" y="6948"/>
                  </a:lnTo>
                  <a:lnTo>
                    <a:pt x="14881" y="0"/>
                  </a:lnTo>
                  <a:lnTo>
                    <a:pt x="14239"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92" name="Google Shape;92;p38"/>
          <p:cNvSpPr txBox="1">
            <a:spLocks noGrp="1"/>
          </p:cNvSpPr>
          <p:nvPr>
            <p:ph type="ctrTitle"/>
          </p:nvPr>
        </p:nvSpPr>
        <p:spPr>
          <a:xfrm>
            <a:off x="609600" y="457200"/>
            <a:ext cx="7192435" cy="1646238"/>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dk1"/>
              </a:buClr>
              <a:buSzPts val="3600"/>
              <a:buFont typeface="Georgi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8"/>
          <p:cNvSpPr txBox="1">
            <a:spLocks noGrp="1"/>
          </p:cNvSpPr>
          <p:nvPr>
            <p:ph type="subTitle" idx="1"/>
          </p:nvPr>
        </p:nvSpPr>
        <p:spPr>
          <a:xfrm>
            <a:off x="609600" y="3712464"/>
            <a:ext cx="5307013" cy="5943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1400"/>
              <a:buNone/>
              <a:defRPr sz="1400" b="0">
                <a:solidFill>
                  <a:schemeClr val="dk1"/>
                </a:solidFill>
              </a:defRPr>
            </a:lvl1pPr>
            <a:lvl2pPr lvl="1" algn="l">
              <a:lnSpc>
                <a:spcPct val="100000"/>
              </a:lnSpc>
              <a:spcBef>
                <a:spcPts val="0"/>
              </a:spcBef>
              <a:spcAft>
                <a:spcPts val="0"/>
              </a:spcAft>
              <a:buClr>
                <a:schemeClr val="dk1"/>
              </a:buClr>
              <a:buSzPts val="1400"/>
              <a:buNone/>
              <a:defRPr sz="1400">
                <a:solidFill>
                  <a:schemeClr val="dk1"/>
                </a:solidFill>
              </a:defRPr>
            </a:lvl2pPr>
            <a:lvl3pPr lvl="2" algn="l">
              <a:lnSpc>
                <a:spcPct val="100000"/>
              </a:lnSpc>
              <a:spcBef>
                <a:spcPts val="0"/>
              </a:spcBef>
              <a:spcAft>
                <a:spcPts val="0"/>
              </a:spcAft>
              <a:buClr>
                <a:schemeClr val="dk1"/>
              </a:buClr>
              <a:buSzPts val="1400"/>
              <a:buNone/>
              <a:defRPr sz="1400">
                <a:solidFill>
                  <a:schemeClr val="dk1"/>
                </a:solidFill>
              </a:defRPr>
            </a:lvl3pPr>
            <a:lvl4pPr lvl="3" algn="l">
              <a:lnSpc>
                <a:spcPct val="100000"/>
              </a:lnSpc>
              <a:spcBef>
                <a:spcPts val="0"/>
              </a:spcBef>
              <a:spcAft>
                <a:spcPts val="0"/>
              </a:spcAft>
              <a:buClr>
                <a:schemeClr val="dk1"/>
              </a:buClr>
              <a:buSzPts val="1400"/>
              <a:buNone/>
              <a:defRPr sz="1400">
                <a:solidFill>
                  <a:schemeClr val="dk1"/>
                </a:solidFill>
              </a:defRPr>
            </a:lvl4pPr>
            <a:lvl5pPr lvl="4" algn="l">
              <a:lnSpc>
                <a:spcPct val="100000"/>
              </a:lnSpc>
              <a:spcBef>
                <a:spcPts val="0"/>
              </a:spcBef>
              <a:spcAft>
                <a:spcPts val="0"/>
              </a:spcAft>
              <a:buClr>
                <a:schemeClr val="dk1"/>
              </a:buClr>
              <a:buSzPts val="1400"/>
              <a:buNone/>
              <a:defRPr sz="1400">
                <a:solidFill>
                  <a:schemeClr val="dk1"/>
                </a:solidFill>
              </a:defRPr>
            </a:lvl5pPr>
            <a:lvl6pPr lvl="5" algn="l">
              <a:lnSpc>
                <a:spcPct val="100000"/>
              </a:lnSpc>
              <a:spcBef>
                <a:spcPts val="0"/>
              </a:spcBef>
              <a:spcAft>
                <a:spcPts val="0"/>
              </a:spcAft>
              <a:buClr>
                <a:schemeClr val="dk1"/>
              </a:buClr>
              <a:buSzPts val="1400"/>
              <a:buNone/>
              <a:defRPr sz="1400">
                <a:solidFill>
                  <a:schemeClr val="dk1"/>
                </a:solidFill>
              </a:defRPr>
            </a:lvl6pPr>
            <a:lvl7pPr lvl="6" algn="l">
              <a:lnSpc>
                <a:spcPct val="100000"/>
              </a:lnSpc>
              <a:spcBef>
                <a:spcPts val="0"/>
              </a:spcBef>
              <a:spcAft>
                <a:spcPts val="0"/>
              </a:spcAft>
              <a:buClr>
                <a:schemeClr val="dk1"/>
              </a:buClr>
              <a:buSzPts val="1400"/>
              <a:buNone/>
              <a:defRPr sz="1400">
                <a:solidFill>
                  <a:schemeClr val="dk1"/>
                </a:solidFill>
              </a:defRPr>
            </a:lvl7pPr>
            <a:lvl8pPr lvl="7" algn="l">
              <a:lnSpc>
                <a:spcPct val="100000"/>
              </a:lnSpc>
              <a:spcBef>
                <a:spcPts val="0"/>
              </a:spcBef>
              <a:spcAft>
                <a:spcPts val="0"/>
              </a:spcAft>
              <a:buClr>
                <a:schemeClr val="dk1"/>
              </a:buClr>
              <a:buSzPts val="1400"/>
              <a:buNone/>
              <a:defRPr sz="1400">
                <a:solidFill>
                  <a:schemeClr val="dk1"/>
                </a:solidFill>
              </a:defRPr>
            </a:lvl8pPr>
            <a:lvl9pPr lvl="8" algn="l">
              <a:lnSpc>
                <a:spcPct val="100000"/>
              </a:lnSpc>
              <a:spcBef>
                <a:spcPts val="0"/>
              </a:spcBef>
              <a:spcAft>
                <a:spcPts val="0"/>
              </a:spcAft>
              <a:buClr>
                <a:schemeClr val="dk1"/>
              </a:buClr>
              <a:buSzPts val="1400"/>
              <a:buNone/>
              <a:defRPr sz="1400">
                <a:solidFill>
                  <a:schemeClr val="dk1"/>
                </a:solidFill>
              </a:defRPr>
            </a:lvl9pPr>
          </a:lstStyle>
          <a:p>
            <a:endParaRPr/>
          </a:p>
        </p:txBody>
      </p:sp>
    </p:spTree>
    <p:extLst>
      <p:ext uri="{BB962C8B-B14F-4D97-AF65-F5344CB8AC3E}">
        <p14:creationId xmlns:p14="http://schemas.microsoft.com/office/powerpoint/2010/main" val="245262349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matchingName="Title Slide Lines 3">
  <p:cSld name="Title Slide Lines 3">
    <p:bg>
      <p:bgPr>
        <a:solidFill>
          <a:srgbClr val="D04A02"/>
        </a:solidFill>
        <a:effectLst/>
      </p:bgPr>
    </p:bg>
    <p:spTree>
      <p:nvGrpSpPr>
        <p:cNvPr id="1" name="Shape 94"/>
        <p:cNvGrpSpPr/>
        <p:nvPr/>
      </p:nvGrpSpPr>
      <p:grpSpPr>
        <a:xfrm>
          <a:off x="0" y="0"/>
          <a:ext cx="0" cy="0"/>
          <a:chOff x="0" y="0"/>
          <a:chExt cx="0" cy="0"/>
        </a:xfrm>
      </p:grpSpPr>
      <p:sp>
        <p:nvSpPr>
          <p:cNvPr id="95" name="Google Shape;95;p39"/>
          <p:cNvSpPr>
            <a:spLocks noGrp="1"/>
          </p:cNvSpPr>
          <p:nvPr>
            <p:ph type="pic" idx="2"/>
          </p:nvPr>
        </p:nvSpPr>
        <p:spPr>
          <a:xfrm>
            <a:off x="9450002" y="2"/>
            <a:ext cx="2741999" cy="6857999"/>
          </a:xfrm>
          <a:prstGeom prst="rect">
            <a:avLst/>
          </a:prstGeom>
          <a:solidFill>
            <a:srgbClr val="DEDEDE"/>
          </a:solidFill>
          <a:ln>
            <a:noFill/>
          </a:ln>
        </p:spPr>
      </p:sp>
      <p:grpSp>
        <p:nvGrpSpPr>
          <p:cNvPr id="96" name="Google Shape;96;p39"/>
          <p:cNvGrpSpPr/>
          <p:nvPr/>
        </p:nvGrpSpPr>
        <p:grpSpPr>
          <a:xfrm>
            <a:off x="-8467" y="1"/>
            <a:ext cx="12200467" cy="6862763"/>
            <a:chOff x="-6350" y="0"/>
            <a:chExt cx="9150350" cy="6862763"/>
          </a:xfrm>
        </p:grpSpPr>
        <p:sp>
          <p:nvSpPr>
            <p:cNvPr id="97" name="Google Shape;97;p39"/>
            <p:cNvSpPr/>
            <p:nvPr/>
          </p:nvSpPr>
          <p:spPr>
            <a:xfrm>
              <a:off x="-6350" y="0"/>
              <a:ext cx="9150350" cy="6862763"/>
            </a:xfrm>
            <a:custGeom>
              <a:avLst/>
              <a:gdLst/>
              <a:ahLst/>
              <a:cxnLst/>
              <a:rect l="l" t="t" r="r" b="b"/>
              <a:pathLst>
                <a:path w="19200" h="14399" extrusionOk="0">
                  <a:moveTo>
                    <a:pt x="14239" y="0"/>
                  </a:moveTo>
                  <a:lnTo>
                    <a:pt x="14239" y="0"/>
                  </a:lnTo>
                  <a:lnTo>
                    <a:pt x="14239" y="9227"/>
                  </a:lnTo>
                  <a:lnTo>
                    <a:pt x="0" y="9227"/>
                  </a:lnTo>
                  <a:lnTo>
                    <a:pt x="0" y="9869"/>
                  </a:lnTo>
                  <a:lnTo>
                    <a:pt x="14239" y="9869"/>
                  </a:lnTo>
                  <a:lnTo>
                    <a:pt x="14239" y="14399"/>
                  </a:lnTo>
                  <a:lnTo>
                    <a:pt x="14881" y="14399"/>
                  </a:lnTo>
                  <a:lnTo>
                    <a:pt x="14881" y="9869"/>
                  </a:lnTo>
                  <a:lnTo>
                    <a:pt x="19200" y="9869"/>
                  </a:lnTo>
                  <a:lnTo>
                    <a:pt x="19200" y="9227"/>
                  </a:lnTo>
                  <a:lnTo>
                    <a:pt x="14881" y="9227"/>
                  </a:lnTo>
                  <a:lnTo>
                    <a:pt x="14881" y="2789"/>
                  </a:lnTo>
                  <a:lnTo>
                    <a:pt x="19200" y="2789"/>
                  </a:lnTo>
                  <a:lnTo>
                    <a:pt x="19200" y="2147"/>
                  </a:lnTo>
                  <a:lnTo>
                    <a:pt x="14881" y="2147"/>
                  </a:lnTo>
                  <a:lnTo>
                    <a:pt x="14881" y="0"/>
                  </a:lnTo>
                  <a:lnTo>
                    <a:pt x="14239"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98" name="Google Shape;98;p39"/>
            <p:cNvPicPr preferRelativeResize="0"/>
            <p:nvPr/>
          </p:nvPicPr>
          <p:blipFill rotWithShape="1">
            <a:blip r:embed="rId2">
              <a:alphaModFix/>
            </a:blip>
            <a:srcRect/>
            <a:stretch/>
          </p:blipFill>
          <p:spPr>
            <a:xfrm>
              <a:off x="201168" y="5330952"/>
              <a:ext cx="1636776" cy="1351184"/>
            </a:xfrm>
            <a:prstGeom prst="rect">
              <a:avLst/>
            </a:prstGeom>
            <a:noFill/>
            <a:ln>
              <a:noFill/>
            </a:ln>
          </p:spPr>
        </p:pic>
      </p:grpSp>
      <p:sp>
        <p:nvSpPr>
          <p:cNvPr id="99" name="Google Shape;99;p39"/>
          <p:cNvSpPr txBox="1">
            <a:spLocks noGrp="1"/>
          </p:cNvSpPr>
          <p:nvPr>
            <p:ph type="ctrTitle"/>
          </p:nvPr>
        </p:nvSpPr>
        <p:spPr>
          <a:xfrm>
            <a:off x="609601" y="457202"/>
            <a:ext cx="7192433" cy="2743199"/>
          </a:xfrm>
          <a:prstGeom prst="rect">
            <a:avLst/>
          </a:prstGeom>
          <a:noFill/>
          <a:ln>
            <a:noFill/>
          </a:ln>
        </p:spPr>
        <p:txBody>
          <a:bodyPr spcFirstLastPara="1" wrap="square" lIns="0" tIns="0" rIns="0" bIns="0" anchor="b" anchorCtr="0">
            <a:normAutofit/>
          </a:bodyPr>
          <a:lstStyle>
            <a:lvl1pPr lvl="0" algn="l">
              <a:lnSpc>
                <a:spcPct val="86000"/>
              </a:lnSpc>
              <a:spcBef>
                <a:spcPts val="0"/>
              </a:spcBef>
              <a:spcAft>
                <a:spcPts val="0"/>
              </a:spcAft>
              <a:buClr>
                <a:schemeClr val="lt1"/>
              </a:buClr>
              <a:buSzPts val="4400"/>
              <a:buFont typeface="Georgia"/>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39"/>
          <p:cNvSpPr txBox="1">
            <a:spLocks noGrp="1"/>
          </p:cNvSpPr>
          <p:nvPr>
            <p:ph type="subTitle" idx="1"/>
          </p:nvPr>
        </p:nvSpPr>
        <p:spPr>
          <a:xfrm>
            <a:off x="609600" y="3429000"/>
            <a:ext cx="5307013"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400" b="0">
                <a:solidFill>
                  <a:schemeClr val="lt1"/>
                </a:solidFill>
              </a:defRPr>
            </a:lvl1pPr>
            <a:lvl2pPr lvl="1" algn="l">
              <a:lnSpc>
                <a:spcPct val="100000"/>
              </a:lnSpc>
              <a:spcBef>
                <a:spcPts val="0"/>
              </a:spcBef>
              <a:spcAft>
                <a:spcPts val="0"/>
              </a:spcAft>
              <a:buClr>
                <a:schemeClr val="lt1"/>
              </a:buClr>
              <a:buSzPts val="1400"/>
              <a:buNone/>
              <a:defRPr sz="1400">
                <a:solidFill>
                  <a:schemeClr val="lt1"/>
                </a:solidFill>
              </a:defRPr>
            </a:lvl2pPr>
            <a:lvl3pPr lvl="2" algn="l">
              <a:lnSpc>
                <a:spcPct val="100000"/>
              </a:lnSpc>
              <a:spcBef>
                <a:spcPts val="0"/>
              </a:spcBef>
              <a:spcAft>
                <a:spcPts val="0"/>
              </a:spcAft>
              <a:buClr>
                <a:schemeClr val="lt1"/>
              </a:buClr>
              <a:buSzPts val="1400"/>
              <a:buNone/>
              <a:defRPr sz="1400">
                <a:solidFill>
                  <a:schemeClr val="lt1"/>
                </a:solidFill>
              </a:defRPr>
            </a:lvl3pPr>
            <a:lvl4pPr lvl="3" algn="l">
              <a:lnSpc>
                <a:spcPct val="100000"/>
              </a:lnSpc>
              <a:spcBef>
                <a:spcPts val="0"/>
              </a:spcBef>
              <a:spcAft>
                <a:spcPts val="0"/>
              </a:spcAft>
              <a:buClr>
                <a:schemeClr val="lt1"/>
              </a:buClr>
              <a:buSzPts val="1400"/>
              <a:buNone/>
              <a:defRPr sz="1400">
                <a:solidFill>
                  <a:schemeClr val="lt1"/>
                </a:solidFill>
              </a:defRPr>
            </a:lvl4pPr>
            <a:lvl5pPr lvl="4" algn="l">
              <a:lnSpc>
                <a:spcPct val="100000"/>
              </a:lnSpc>
              <a:spcBef>
                <a:spcPts val="0"/>
              </a:spcBef>
              <a:spcAft>
                <a:spcPts val="0"/>
              </a:spcAft>
              <a:buClr>
                <a:schemeClr val="lt1"/>
              </a:buClr>
              <a:buSzPts val="1400"/>
              <a:buNone/>
              <a:defRPr sz="1400">
                <a:solidFill>
                  <a:schemeClr val="lt1"/>
                </a:solidFill>
              </a:defRPr>
            </a:lvl5pPr>
            <a:lvl6pPr lvl="5" algn="l">
              <a:lnSpc>
                <a:spcPct val="100000"/>
              </a:lnSpc>
              <a:spcBef>
                <a:spcPts val="0"/>
              </a:spcBef>
              <a:spcAft>
                <a:spcPts val="0"/>
              </a:spcAft>
              <a:buClr>
                <a:schemeClr val="lt1"/>
              </a:buClr>
              <a:buSzPts val="1400"/>
              <a:buNone/>
              <a:defRPr sz="1400">
                <a:solidFill>
                  <a:schemeClr val="lt1"/>
                </a:solidFill>
              </a:defRPr>
            </a:lvl6pPr>
            <a:lvl7pPr lvl="6" algn="l">
              <a:lnSpc>
                <a:spcPct val="100000"/>
              </a:lnSpc>
              <a:spcBef>
                <a:spcPts val="0"/>
              </a:spcBef>
              <a:spcAft>
                <a:spcPts val="0"/>
              </a:spcAft>
              <a:buClr>
                <a:schemeClr val="lt1"/>
              </a:buClr>
              <a:buSzPts val="1400"/>
              <a:buNone/>
              <a:defRPr sz="1400">
                <a:solidFill>
                  <a:schemeClr val="lt1"/>
                </a:solidFill>
              </a:defRPr>
            </a:lvl7pPr>
            <a:lvl8pPr lvl="7" algn="l">
              <a:lnSpc>
                <a:spcPct val="100000"/>
              </a:lnSpc>
              <a:spcBef>
                <a:spcPts val="0"/>
              </a:spcBef>
              <a:spcAft>
                <a:spcPts val="0"/>
              </a:spcAft>
              <a:buClr>
                <a:schemeClr val="lt1"/>
              </a:buClr>
              <a:buSzPts val="1400"/>
              <a:buNone/>
              <a:defRPr sz="1400">
                <a:solidFill>
                  <a:schemeClr val="lt1"/>
                </a:solidFill>
              </a:defRPr>
            </a:lvl8pPr>
            <a:lvl9pPr lvl="8" algn="l">
              <a:lnSpc>
                <a:spcPct val="100000"/>
              </a:lnSpc>
              <a:spcBef>
                <a:spcPts val="0"/>
              </a:spcBef>
              <a:spcAft>
                <a:spcPts val="0"/>
              </a:spcAft>
              <a:buClr>
                <a:schemeClr val="lt1"/>
              </a:buClr>
              <a:buSzPts val="1400"/>
              <a:buNone/>
              <a:defRPr sz="1400">
                <a:solidFill>
                  <a:schemeClr val="lt1"/>
                </a:solidFill>
              </a:defRPr>
            </a:lvl9pPr>
          </a:lstStyle>
          <a:p>
            <a:endParaRPr/>
          </a:p>
        </p:txBody>
      </p:sp>
    </p:spTree>
    <p:extLst>
      <p:ext uri="{BB962C8B-B14F-4D97-AF65-F5344CB8AC3E}">
        <p14:creationId xmlns:p14="http://schemas.microsoft.com/office/powerpoint/2010/main" val="411923973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matchingName="Title Slide Lines 3 Grey">
  <p:cSld name="Title Slide Lines 3 Grey">
    <p:bg>
      <p:bgPr>
        <a:solidFill>
          <a:srgbClr val="464646"/>
        </a:solidFill>
        <a:effectLst/>
      </p:bgPr>
    </p:bg>
    <p:spTree>
      <p:nvGrpSpPr>
        <p:cNvPr id="1" name="Shape 101"/>
        <p:cNvGrpSpPr/>
        <p:nvPr/>
      </p:nvGrpSpPr>
      <p:grpSpPr>
        <a:xfrm>
          <a:off x="0" y="0"/>
          <a:ext cx="0" cy="0"/>
          <a:chOff x="0" y="0"/>
          <a:chExt cx="0" cy="0"/>
        </a:xfrm>
      </p:grpSpPr>
      <p:sp>
        <p:nvSpPr>
          <p:cNvPr id="102" name="Google Shape;102;p40"/>
          <p:cNvSpPr>
            <a:spLocks noGrp="1"/>
          </p:cNvSpPr>
          <p:nvPr>
            <p:ph type="pic" idx="2"/>
          </p:nvPr>
        </p:nvSpPr>
        <p:spPr>
          <a:xfrm>
            <a:off x="9450000" y="0"/>
            <a:ext cx="2742000" cy="6858000"/>
          </a:xfrm>
          <a:prstGeom prst="rect">
            <a:avLst/>
          </a:prstGeom>
          <a:solidFill>
            <a:srgbClr val="DEDEDE"/>
          </a:solidFill>
          <a:ln>
            <a:noFill/>
          </a:ln>
        </p:spPr>
      </p:sp>
      <p:grpSp>
        <p:nvGrpSpPr>
          <p:cNvPr id="103" name="Google Shape;103;p40"/>
          <p:cNvGrpSpPr/>
          <p:nvPr/>
        </p:nvGrpSpPr>
        <p:grpSpPr>
          <a:xfrm>
            <a:off x="-8467" y="1"/>
            <a:ext cx="12200467" cy="6862763"/>
            <a:chOff x="-6350" y="0"/>
            <a:chExt cx="9150350" cy="6862763"/>
          </a:xfrm>
        </p:grpSpPr>
        <p:sp>
          <p:nvSpPr>
            <p:cNvPr id="104" name="Google Shape;104;p40"/>
            <p:cNvSpPr/>
            <p:nvPr/>
          </p:nvSpPr>
          <p:spPr>
            <a:xfrm>
              <a:off x="-6350" y="0"/>
              <a:ext cx="9150350" cy="6862763"/>
            </a:xfrm>
            <a:custGeom>
              <a:avLst/>
              <a:gdLst/>
              <a:ahLst/>
              <a:cxnLst/>
              <a:rect l="l" t="t" r="r" b="b"/>
              <a:pathLst>
                <a:path w="19200" h="14399" extrusionOk="0">
                  <a:moveTo>
                    <a:pt x="14239" y="0"/>
                  </a:moveTo>
                  <a:lnTo>
                    <a:pt x="14239" y="0"/>
                  </a:lnTo>
                  <a:lnTo>
                    <a:pt x="14239" y="9227"/>
                  </a:lnTo>
                  <a:lnTo>
                    <a:pt x="0" y="9227"/>
                  </a:lnTo>
                  <a:lnTo>
                    <a:pt x="0" y="9869"/>
                  </a:lnTo>
                  <a:lnTo>
                    <a:pt x="14239" y="9869"/>
                  </a:lnTo>
                  <a:lnTo>
                    <a:pt x="14239" y="14399"/>
                  </a:lnTo>
                  <a:lnTo>
                    <a:pt x="14881" y="14399"/>
                  </a:lnTo>
                  <a:lnTo>
                    <a:pt x="14881" y="9869"/>
                  </a:lnTo>
                  <a:lnTo>
                    <a:pt x="19200" y="9869"/>
                  </a:lnTo>
                  <a:lnTo>
                    <a:pt x="19200" y="9227"/>
                  </a:lnTo>
                  <a:lnTo>
                    <a:pt x="14881" y="9227"/>
                  </a:lnTo>
                  <a:lnTo>
                    <a:pt x="14881" y="2789"/>
                  </a:lnTo>
                  <a:lnTo>
                    <a:pt x="19200" y="2789"/>
                  </a:lnTo>
                  <a:lnTo>
                    <a:pt x="19200" y="2147"/>
                  </a:lnTo>
                  <a:lnTo>
                    <a:pt x="14881" y="2147"/>
                  </a:lnTo>
                  <a:lnTo>
                    <a:pt x="14881" y="0"/>
                  </a:lnTo>
                  <a:lnTo>
                    <a:pt x="14239"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05" name="Google Shape;105;p40"/>
            <p:cNvPicPr preferRelativeResize="0"/>
            <p:nvPr/>
          </p:nvPicPr>
          <p:blipFill rotWithShape="1">
            <a:blip r:embed="rId2">
              <a:alphaModFix/>
            </a:blip>
            <a:srcRect/>
            <a:stretch/>
          </p:blipFill>
          <p:spPr>
            <a:xfrm>
              <a:off x="201168" y="5330952"/>
              <a:ext cx="1636776" cy="1351184"/>
            </a:xfrm>
            <a:prstGeom prst="rect">
              <a:avLst/>
            </a:prstGeom>
            <a:noFill/>
            <a:ln>
              <a:noFill/>
            </a:ln>
          </p:spPr>
        </p:pic>
      </p:grpSp>
      <p:sp>
        <p:nvSpPr>
          <p:cNvPr id="106" name="Google Shape;106;p40"/>
          <p:cNvSpPr txBox="1">
            <a:spLocks noGrp="1"/>
          </p:cNvSpPr>
          <p:nvPr>
            <p:ph type="ctrTitle"/>
          </p:nvPr>
        </p:nvSpPr>
        <p:spPr>
          <a:xfrm>
            <a:off x="609601" y="457201"/>
            <a:ext cx="7192433" cy="2743200"/>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4400"/>
              <a:buFont typeface="Georgia"/>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40"/>
          <p:cNvSpPr txBox="1">
            <a:spLocks noGrp="1"/>
          </p:cNvSpPr>
          <p:nvPr>
            <p:ph type="subTitle" idx="1"/>
          </p:nvPr>
        </p:nvSpPr>
        <p:spPr>
          <a:xfrm>
            <a:off x="609600" y="3429000"/>
            <a:ext cx="5307013"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400" b="0">
                <a:solidFill>
                  <a:schemeClr val="lt1"/>
                </a:solidFill>
              </a:defRPr>
            </a:lvl1pPr>
            <a:lvl2pPr lvl="1" algn="l">
              <a:lnSpc>
                <a:spcPct val="100000"/>
              </a:lnSpc>
              <a:spcBef>
                <a:spcPts val="0"/>
              </a:spcBef>
              <a:spcAft>
                <a:spcPts val="0"/>
              </a:spcAft>
              <a:buClr>
                <a:schemeClr val="lt1"/>
              </a:buClr>
              <a:buSzPts val="1400"/>
              <a:buNone/>
              <a:defRPr sz="1400">
                <a:solidFill>
                  <a:schemeClr val="lt1"/>
                </a:solidFill>
              </a:defRPr>
            </a:lvl2pPr>
            <a:lvl3pPr lvl="2" algn="l">
              <a:lnSpc>
                <a:spcPct val="100000"/>
              </a:lnSpc>
              <a:spcBef>
                <a:spcPts val="0"/>
              </a:spcBef>
              <a:spcAft>
                <a:spcPts val="0"/>
              </a:spcAft>
              <a:buClr>
                <a:schemeClr val="lt1"/>
              </a:buClr>
              <a:buSzPts val="1400"/>
              <a:buNone/>
              <a:defRPr sz="1400">
                <a:solidFill>
                  <a:schemeClr val="lt1"/>
                </a:solidFill>
              </a:defRPr>
            </a:lvl3pPr>
            <a:lvl4pPr lvl="3" algn="l">
              <a:lnSpc>
                <a:spcPct val="100000"/>
              </a:lnSpc>
              <a:spcBef>
                <a:spcPts val="0"/>
              </a:spcBef>
              <a:spcAft>
                <a:spcPts val="0"/>
              </a:spcAft>
              <a:buClr>
                <a:schemeClr val="lt1"/>
              </a:buClr>
              <a:buSzPts val="1400"/>
              <a:buNone/>
              <a:defRPr sz="1400">
                <a:solidFill>
                  <a:schemeClr val="lt1"/>
                </a:solidFill>
              </a:defRPr>
            </a:lvl4pPr>
            <a:lvl5pPr lvl="4" algn="l">
              <a:lnSpc>
                <a:spcPct val="100000"/>
              </a:lnSpc>
              <a:spcBef>
                <a:spcPts val="0"/>
              </a:spcBef>
              <a:spcAft>
                <a:spcPts val="0"/>
              </a:spcAft>
              <a:buClr>
                <a:schemeClr val="lt1"/>
              </a:buClr>
              <a:buSzPts val="1400"/>
              <a:buNone/>
              <a:defRPr sz="1400">
                <a:solidFill>
                  <a:schemeClr val="lt1"/>
                </a:solidFill>
              </a:defRPr>
            </a:lvl5pPr>
            <a:lvl6pPr lvl="5" algn="l">
              <a:lnSpc>
                <a:spcPct val="100000"/>
              </a:lnSpc>
              <a:spcBef>
                <a:spcPts val="0"/>
              </a:spcBef>
              <a:spcAft>
                <a:spcPts val="0"/>
              </a:spcAft>
              <a:buClr>
                <a:schemeClr val="lt1"/>
              </a:buClr>
              <a:buSzPts val="1400"/>
              <a:buNone/>
              <a:defRPr sz="1400">
                <a:solidFill>
                  <a:schemeClr val="lt1"/>
                </a:solidFill>
              </a:defRPr>
            </a:lvl6pPr>
            <a:lvl7pPr lvl="6" algn="l">
              <a:lnSpc>
                <a:spcPct val="100000"/>
              </a:lnSpc>
              <a:spcBef>
                <a:spcPts val="0"/>
              </a:spcBef>
              <a:spcAft>
                <a:spcPts val="0"/>
              </a:spcAft>
              <a:buClr>
                <a:schemeClr val="lt1"/>
              </a:buClr>
              <a:buSzPts val="1400"/>
              <a:buNone/>
              <a:defRPr sz="1400">
                <a:solidFill>
                  <a:schemeClr val="lt1"/>
                </a:solidFill>
              </a:defRPr>
            </a:lvl7pPr>
            <a:lvl8pPr lvl="7" algn="l">
              <a:lnSpc>
                <a:spcPct val="100000"/>
              </a:lnSpc>
              <a:spcBef>
                <a:spcPts val="0"/>
              </a:spcBef>
              <a:spcAft>
                <a:spcPts val="0"/>
              </a:spcAft>
              <a:buClr>
                <a:schemeClr val="lt1"/>
              </a:buClr>
              <a:buSzPts val="1400"/>
              <a:buNone/>
              <a:defRPr sz="1400">
                <a:solidFill>
                  <a:schemeClr val="lt1"/>
                </a:solidFill>
              </a:defRPr>
            </a:lvl8pPr>
            <a:lvl9pPr lvl="8" algn="l">
              <a:lnSpc>
                <a:spcPct val="100000"/>
              </a:lnSpc>
              <a:spcBef>
                <a:spcPts val="0"/>
              </a:spcBef>
              <a:spcAft>
                <a:spcPts val="0"/>
              </a:spcAft>
              <a:buClr>
                <a:schemeClr val="lt1"/>
              </a:buClr>
              <a:buSzPts val="1400"/>
              <a:buNone/>
              <a:defRPr sz="1400">
                <a:solidFill>
                  <a:schemeClr val="lt1"/>
                </a:solidFill>
              </a:defRPr>
            </a:lvl9pPr>
          </a:lstStyle>
          <a:p>
            <a:endParaRPr/>
          </a:p>
        </p:txBody>
      </p:sp>
    </p:spTree>
    <p:extLst>
      <p:ext uri="{BB962C8B-B14F-4D97-AF65-F5344CB8AC3E}">
        <p14:creationId xmlns:p14="http://schemas.microsoft.com/office/powerpoint/2010/main" val="380600236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matchingName="Title Slide Logo Shape Orange">
  <p:cSld name="Title Slide Logo Shape Orange">
    <p:spTree>
      <p:nvGrpSpPr>
        <p:cNvPr id="1" name="Shape 108"/>
        <p:cNvGrpSpPr/>
        <p:nvPr/>
      </p:nvGrpSpPr>
      <p:grpSpPr>
        <a:xfrm>
          <a:off x="0" y="0"/>
          <a:ext cx="0" cy="0"/>
          <a:chOff x="0" y="0"/>
          <a:chExt cx="0" cy="0"/>
        </a:xfrm>
      </p:grpSpPr>
      <p:sp>
        <p:nvSpPr>
          <p:cNvPr id="109" name="Google Shape;109;p41"/>
          <p:cNvSpPr>
            <a:spLocks noGrp="1"/>
          </p:cNvSpPr>
          <p:nvPr>
            <p:ph type="pic" idx="2"/>
          </p:nvPr>
        </p:nvSpPr>
        <p:spPr>
          <a:xfrm>
            <a:off x="2743200" y="1"/>
            <a:ext cx="9448800" cy="6857999"/>
          </a:xfrm>
          <a:prstGeom prst="rect">
            <a:avLst/>
          </a:prstGeom>
          <a:solidFill>
            <a:srgbClr val="DEDEDE"/>
          </a:solidFill>
          <a:ln>
            <a:noFill/>
          </a:ln>
        </p:spPr>
      </p:sp>
      <p:grpSp>
        <p:nvGrpSpPr>
          <p:cNvPr id="110" name="Google Shape;110;p41"/>
          <p:cNvGrpSpPr/>
          <p:nvPr/>
        </p:nvGrpSpPr>
        <p:grpSpPr>
          <a:xfrm>
            <a:off x="1" y="1"/>
            <a:ext cx="8168217" cy="6858000"/>
            <a:chOff x="1" y="3"/>
            <a:chExt cx="6126163" cy="6858000"/>
          </a:xfrm>
        </p:grpSpPr>
        <p:sp>
          <p:nvSpPr>
            <p:cNvPr id="111" name="Google Shape;111;p41"/>
            <p:cNvSpPr/>
            <p:nvPr/>
          </p:nvSpPr>
          <p:spPr>
            <a:xfrm>
              <a:off x="1" y="3"/>
              <a:ext cx="6126163" cy="68580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12" name="Google Shape;112;p41"/>
            <p:cNvPicPr preferRelativeResize="0"/>
            <p:nvPr/>
          </p:nvPicPr>
          <p:blipFill rotWithShape="1">
            <a:blip r:embed="rId2">
              <a:alphaModFix/>
            </a:blip>
            <a:srcRect/>
            <a:stretch/>
          </p:blipFill>
          <p:spPr>
            <a:xfrm>
              <a:off x="201168" y="5330955"/>
              <a:ext cx="1636776" cy="1351184"/>
            </a:xfrm>
            <a:prstGeom prst="rect">
              <a:avLst/>
            </a:prstGeom>
            <a:noFill/>
            <a:ln>
              <a:noFill/>
            </a:ln>
          </p:spPr>
        </p:pic>
      </p:grpSp>
      <p:sp>
        <p:nvSpPr>
          <p:cNvPr id="113" name="Google Shape;113;p41"/>
          <p:cNvSpPr txBox="1">
            <a:spLocks noGrp="1"/>
          </p:cNvSpPr>
          <p:nvPr>
            <p:ph type="ctrTitle"/>
          </p:nvPr>
        </p:nvSpPr>
        <p:spPr>
          <a:xfrm>
            <a:off x="609600" y="2103438"/>
            <a:ext cx="6035041" cy="1828482"/>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3600"/>
              <a:buFont typeface="Georgia"/>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41"/>
          <p:cNvSpPr txBox="1">
            <a:spLocks noGrp="1"/>
          </p:cNvSpPr>
          <p:nvPr>
            <p:ph type="subTitle" idx="1"/>
          </p:nvPr>
        </p:nvSpPr>
        <p:spPr>
          <a:xfrm>
            <a:off x="609600" y="4160520"/>
            <a:ext cx="6035040"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400" b="0">
                <a:solidFill>
                  <a:schemeClr val="lt1"/>
                </a:solidFill>
              </a:defRPr>
            </a:lvl1pPr>
            <a:lvl2pPr lvl="1" algn="l">
              <a:lnSpc>
                <a:spcPct val="100000"/>
              </a:lnSpc>
              <a:spcBef>
                <a:spcPts val="0"/>
              </a:spcBef>
              <a:spcAft>
                <a:spcPts val="0"/>
              </a:spcAft>
              <a:buClr>
                <a:schemeClr val="lt1"/>
              </a:buClr>
              <a:buSzPts val="1400"/>
              <a:buNone/>
              <a:defRPr sz="1400">
                <a:solidFill>
                  <a:schemeClr val="lt1"/>
                </a:solidFill>
              </a:defRPr>
            </a:lvl2pPr>
            <a:lvl3pPr lvl="2" algn="l">
              <a:lnSpc>
                <a:spcPct val="100000"/>
              </a:lnSpc>
              <a:spcBef>
                <a:spcPts val="0"/>
              </a:spcBef>
              <a:spcAft>
                <a:spcPts val="0"/>
              </a:spcAft>
              <a:buClr>
                <a:schemeClr val="lt1"/>
              </a:buClr>
              <a:buSzPts val="1400"/>
              <a:buNone/>
              <a:defRPr sz="1400">
                <a:solidFill>
                  <a:schemeClr val="lt1"/>
                </a:solidFill>
              </a:defRPr>
            </a:lvl3pPr>
            <a:lvl4pPr lvl="3" algn="l">
              <a:lnSpc>
                <a:spcPct val="100000"/>
              </a:lnSpc>
              <a:spcBef>
                <a:spcPts val="0"/>
              </a:spcBef>
              <a:spcAft>
                <a:spcPts val="0"/>
              </a:spcAft>
              <a:buClr>
                <a:schemeClr val="lt1"/>
              </a:buClr>
              <a:buSzPts val="1400"/>
              <a:buNone/>
              <a:defRPr sz="1400">
                <a:solidFill>
                  <a:schemeClr val="lt1"/>
                </a:solidFill>
              </a:defRPr>
            </a:lvl4pPr>
            <a:lvl5pPr lvl="4" algn="l">
              <a:lnSpc>
                <a:spcPct val="100000"/>
              </a:lnSpc>
              <a:spcBef>
                <a:spcPts val="0"/>
              </a:spcBef>
              <a:spcAft>
                <a:spcPts val="0"/>
              </a:spcAft>
              <a:buClr>
                <a:schemeClr val="lt1"/>
              </a:buClr>
              <a:buSzPts val="1400"/>
              <a:buNone/>
              <a:defRPr sz="1400">
                <a:solidFill>
                  <a:schemeClr val="lt1"/>
                </a:solidFill>
              </a:defRPr>
            </a:lvl5pPr>
            <a:lvl6pPr lvl="5" algn="l">
              <a:lnSpc>
                <a:spcPct val="100000"/>
              </a:lnSpc>
              <a:spcBef>
                <a:spcPts val="0"/>
              </a:spcBef>
              <a:spcAft>
                <a:spcPts val="0"/>
              </a:spcAft>
              <a:buClr>
                <a:schemeClr val="lt1"/>
              </a:buClr>
              <a:buSzPts val="1400"/>
              <a:buNone/>
              <a:defRPr sz="1400">
                <a:solidFill>
                  <a:schemeClr val="lt1"/>
                </a:solidFill>
              </a:defRPr>
            </a:lvl6pPr>
            <a:lvl7pPr lvl="6" algn="l">
              <a:lnSpc>
                <a:spcPct val="100000"/>
              </a:lnSpc>
              <a:spcBef>
                <a:spcPts val="0"/>
              </a:spcBef>
              <a:spcAft>
                <a:spcPts val="0"/>
              </a:spcAft>
              <a:buClr>
                <a:schemeClr val="lt1"/>
              </a:buClr>
              <a:buSzPts val="1400"/>
              <a:buNone/>
              <a:defRPr sz="1400">
                <a:solidFill>
                  <a:schemeClr val="lt1"/>
                </a:solidFill>
              </a:defRPr>
            </a:lvl7pPr>
            <a:lvl8pPr lvl="7" algn="l">
              <a:lnSpc>
                <a:spcPct val="100000"/>
              </a:lnSpc>
              <a:spcBef>
                <a:spcPts val="0"/>
              </a:spcBef>
              <a:spcAft>
                <a:spcPts val="0"/>
              </a:spcAft>
              <a:buClr>
                <a:schemeClr val="lt1"/>
              </a:buClr>
              <a:buSzPts val="1400"/>
              <a:buNone/>
              <a:defRPr sz="1400">
                <a:solidFill>
                  <a:schemeClr val="lt1"/>
                </a:solidFill>
              </a:defRPr>
            </a:lvl8pPr>
            <a:lvl9pPr lvl="8" algn="l">
              <a:lnSpc>
                <a:spcPct val="100000"/>
              </a:lnSpc>
              <a:spcBef>
                <a:spcPts val="0"/>
              </a:spcBef>
              <a:spcAft>
                <a:spcPts val="0"/>
              </a:spcAft>
              <a:buClr>
                <a:schemeClr val="lt1"/>
              </a:buClr>
              <a:buSzPts val="1400"/>
              <a:buNone/>
              <a:defRPr sz="1400">
                <a:solidFill>
                  <a:schemeClr val="lt1"/>
                </a:solidFill>
              </a:defRPr>
            </a:lvl9pPr>
          </a:lstStyle>
          <a:p>
            <a:endParaRPr/>
          </a:p>
        </p:txBody>
      </p:sp>
    </p:spTree>
    <p:extLst>
      <p:ext uri="{BB962C8B-B14F-4D97-AF65-F5344CB8AC3E}">
        <p14:creationId xmlns:p14="http://schemas.microsoft.com/office/powerpoint/2010/main" val="1294110495"/>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matchingName="Title Slide Logo Shape Red">
  <p:cSld name="Title Slide Logo Shape Red">
    <p:spTree>
      <p:nvGrpSpPr>
        <p:cNvPr id="1" name="Shape 115"/>
        <p:cNvGrpSpPr/>
        <p:nvPr/>
      </p:nvGrpSpPr>
      <p:grpSpPr>
        <a:xfrm>
          <a:off x="0" y="0"/>
          <a:ext cx="0" cy="0"/>
          <a:chOff x="0" y="0"/>
          <a:chExt cx="0" cy="0"/>
        </a:xfrm>
      </p:grpSpPr>
      <p:sp>
        <p:nvSpPr>
          <p:cNvPr id="116" name="Google Shape;116;p42"/>
          <p:cNvSpPr>
            <a:spLocks noGrp="1"/>
          </p:cNvSpPr>
          <p:nvPr>
            <p:ph type="pic" idx="2"/>
          </p:nvPr>
        </p:nvSpPr>
        <p:spPr>
          <a:xfrm>
            <a:off x="2743200" y="2"/>
            <a:ext cx="9448800" cy="6857998"/>
          </a:xfrm>
          <a:prstGeom prst="rect">
            <a:avLst/>
          </a:prstGeom>
          <a:solidFill>
            <a:srgbClr val="DEDEDE"/>
          </a:solidFill>
          <a:ln>
            <a:noFill/>
          </a:ln>
        </p:spPr>
      </p:sp>
      <p:grpSp>
        <p:nvGrpSpPr>
          <p:cNvPr id="117" name="Google Shape;117;p42"/>
          <p:cNvGrpSpPr/>
          <p:nvPr/>
        </p:nvGrpSpPr>
        <p:grpSpPr>
          <a:xfrm>
            <a:off x="1" y="2"/>
            <a:ext cx="8168217" cy="6858000"/>
            <a:chOff x="1" y="3"/>
            <a:chExt cx="6126163" cy="6858000"/>
          </a:xfrm>
        </p:grpSpPr>
        <p:sp>
          <p:nvSpPr>
            <p:cNvPr id="118" name="Google Shape;118;p42"/>
            <p:cNvSpPr/>
            <p:nvPr/>
          </p:nvSpPr>
          <p:spPr>
            <a:xfrm>
              <a:off x="1" y="3"/>
              <a:ext cx="6126163" cy="68580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rgbClr val="E0301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19" name="Google Shape;119;p42"/>
            <p:cNvPicPr preferRelativeResize="0"/>
            <p:nvPr/>
          </p:nvPicPr>
          <p:blipFill rotWithShape="1">
            <a:blip r:embed="rId2">
              <a:alphaModFix/>
            </a:blip>
            <a:srcRect/>
            <a:stretch/>
          </p:blipFill>
          <p:spPr>
            <a:xfrm>
              <a:off x="201168" y="5330955"/>
              <a:ext cx="1636776" cy="1351184"/>
            </a:xfrm>
            <a:prstGeom prst="rect">
              <a:avLst/>
            </a:prstGeom>
            <a:noFill/>
            <a:ln>
              <a:noFill/>
            </a:ln>
          </p:spPr>
        </p:pic>
      </p:grpSp>
      <p:sp>
        <p:nvSpPr>
          <p:cNvPr id="120" name="Google Shape;120;p42"/>
          <p:cNvSpPr txBox="1">
            <a:spLocks noGrp="1"/>
          </p:cNvSpPr>
          <p:nvPr>
            <p:ph type="ctrTitle"/>
          </p:nvPr>
        </p:nvSpPr>
        <p:spPr>
          <a:xfrm>
            <a:off x="609600" y="2103438"/>
            <a:ext cx="6035041" cy="1828482"/>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3600"/>
              <a:buFont typeface="Georgia"/>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2"/>
          <p:cNvSpPr txBox="1">
            <a:spLocks noGrp="1"/>
          </p:cNvSpPr>
          <p:nvPr>
            <p:ph type="subTitle" idx="1"/>
          </p:nvPr>
        </p:nvSpPr>
        <p:spPr>
          <a:xfrm>
            <a:off x="609600" y="4160520"/>
            <a:ext cx="6035040"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400" b="0">
                <a:solidFill>
                  <a:schemeClr val="lt1"/>
                </a:solidFill>
              </a:defRPr>
            </a:lvl1pPr>
            <a:lvl2pPr lvl="1" algn="l">
              <a:lnSpc>
                <a:spcPct val="100000"/>
              </a:lnSpc>
              <a:spcBef>
                <a:spcPts val="0"/>
              </a:spcBef>
              <a:spcAft>
                <a:spcPts val="0"/>
              </a:spcAft>
              <a:buClr>
                <a:schemeClr val="lt1"/>
              </a:buClr>
              <a:buSzPts val="1400"/>
              <a:buNone/>
              <a:defRPr sz="1400">
                <a:solidFill>
                  <a:schemeClr val="lt1"/>
                </a:solidFill>
              </a:defRPr>
            </a:lvl2pPr>
            <a:lvl3pPr lvl="2" algn="l">
              <a:lnSpc>
                <a:spcPct val="100000"/>
              </a:lnSpc>
              <a:spcBef>
                <a:spcPts val="0"/>
              </a:spcBef>
              <a:spcAft>
                <a:spcPts val="0"/>
              </a:spcAft>
              <a:buClr>
                <a:schemeClr val="lt1"/>
              </a:buClr>
              <a:buSzPts val="1400"/>
              <a:buNone/>
              <a:defRPr sz="1400">
                <a:solidFill>
                  <a:schemeClr val="lt1"/>
                </a:solidFill>
              </a:defRPr>
            </a:lvl3pPr>
            <a:lvl4pPr lvl="3" algn="l">
              <a:lnSpc>
                <a:spcPct val="100000"/>
              </a:lnSpc>
              <a:spcBef>
                <a:spcPts val="0"/>
              </a:spcBef>
              <a:spcAft>
                <a:spcPts val="0"/>
              </a:spcAft>
              <a:buClr>
                <a:schemeClr val="lt1"/>
              </a:buClr>
              <a:buSzPts val="1400"/>
              <a:buNone/>
              <a:defRPr sz="1400">
                <a:solidFill>
                  <a:schemeClr val="lt1"/>
                </a:solidFill>
              </a:defRPr>
            </a:lvl4pPr>
            <a:lvl5pPr lvl="4" algn="l">
              <a:lnSpc>
                <a:spcPct val="100000"/>
              </a:lnSpc>
              <a:spcBef>
                <a:spcPts val="0"/>
              </a:spcBef>
              <a:spcAft>
                <a:spcPts val="0"/>
              </a:spcAft>
              <a:buClr>
                <a:schemeClr val="lt1"/>
              </a:buClr>
              <a:buSzPts val="1400"/>
              <a:buNone/>
              <a:defRPr sz="1400">
                <a:solidFill>
                  <a:schemeClr val="lt1"/>
                </a:solidFill>
              </a:defRPr>
            </a:lvl5pPr>
            <a:lvl6pPr lvl="5" algn="l">
              <a:lnSpc>
                <a:spcPct val="100000"/>
              </a:lnSpc>
              <a:spcBef>
                <a:spcPts val="0"/>
              </a:spcBef>
              <a:spcAft>
                <a:spcPts val="0"/>
              </a:spcAft>
              <a:buClr>
                <a:schemeClr val="lt1"/>
              </a:buClr>
              <a:buSzPts val="1400"/>
              <a:buNone/>
              <a:defRPr sz="1400">
                <a:solidFill>
                  <a:schemeClr val="lt1"/>
                </a:solidFill>
              </a:defRPr>
            </a:lvl6pPr>
            <a:lvl7pPr lvl="6" algn="l">
              <a:lnSpc>
                <a:spcPct val="100000"/>
              </a:lnSpc>
              <a:spcBef>
                <a:spcPts val="0"/>
              </a:spcBef>
              <a:spcAft>
                <a:spcPts val="0"/>
              </a:spcAft>
              <a:buClr>
                <a:schemeClr val="lt1"/>
              </a:buClr>
              <a:buSzPts val="1400"/>
              <a:buNone/>
              <a:defRPr sz="1400">
                <a:solidFill>
                  <a:schemeClr val="lt1"/>
                </a:solidFill>
              </a:defRPr>
            </a:lvl7pPr>
            <a:lvl8pPr lvl="7" algn="l">
              <a:lnSpc>
                <a:spcPct val="100000"/>
              </a:lnSpc>
              <a:spcBef>
                <a:spcPts val="0"/>
              </a:spcBef>
              <a:spcAft>
                <a:spcPts val="0"/>
              </a:spcAft>
              <a:buClr>
                <a:schemeClr val="lt1"/>
              </a:buClr>
              <a:buSzPts val="1400"/>
              <a:buNone/>
              <a:defRPr sz="1400">
                <a:solidFill>
                  <a:schemeClr val="lt1"/>
                </a:solidFill>
              </a:defRPr>
            </a:lvl8pPr>
            <a:lvl9pPr lvl="8" algn="l">
              <a:lnSpc>
                <a:spcPct val="100000"/>
              </a:lnSpc>
              <a:spcBef>
                <a:spcPts val="0"/>
              </a:spcBef>
              <a:spcAft>
                <a:spcPts val="0"/>
              </a:spcAft>
              <a:buClr>
                <a:schemeClr val="lt1"/>
              </a:buClr>
              <a:buSzPts val="1400"/>
              <a:buNone/>
              <a:defRPr sz="1400">
                <a:solidFill>
                  <a:schemeClr val="lt1"/>
                </a:solidFill>
              </a:defRPr>
            </a:lvl9pPr>
          </a:lstStyle>
          <a:p>
            <a:endParaRPr/>
          </a:p>
        </p:txBody>
      </p:sp>
    </p:spTree>
    <p:extLst>
      <p:ext uri="{BB962C8B-B14F-4D97-AF65-F5344CB8AC3E}">
        <p14:creationId xmlns:p14="http://schemas.microsoft.com/office/powerpoint/2010/main" val="397845495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matchingName="Title Slide Logo Shape Rose">
  <p:cSld name="Title Slide Logo Shape Rose">
    <p:spTree>
      <p:nvGrpSpPr>
        <p:cNvPr id="1" name="Shape 122"/>
        <p:cNvGrpSpPr/>
        <p:nvPr/>
      </p:nvGrpSpPr>
      <p:grpSpPr>
        <a:xfrm>
          <a:off x="0" y="0"/>
          <a:ext cx="0" cy="0"/>
          <a:chOff x="0" y="0"/>
          <a:chExt cx="0" cy="0"/>
        </a:xfrm>
      </p:grpSpPr>
      <p:sp>
        <p:nvSpPr>
          <p:cNvPr id="123" name="Google Shape;123;p43"/>
          <p:cNvSpPr>
            <a:spLocks noGrp="1"/>
          </p:cNvSpPr>
          <p:nvPr>
            <p:ph type="pic" idx="2"/>
          </p:nvPr>
        </p:nvSpPr>
        <p:spPr>
          <a:xfrm>
            <a:off x="2743200" y="2"/>
            <a:ext cx="9448800" cy="6857999"/>
          </a:xfrm>
          <a:prstGeom prst="rect">
            <a:avLst/>
          </a:prstGeom>
          <a:solidFill>
            <a:srgbClr val="DEDEDE"/>
          </a:solidFill>
          <a:ln>
            <a:noFill/>
          </a:ln>
        </p:spPr>
      </p:sp>
      <p:grpSp>
        <p:nvGrpSpPr>
          <p:cNvPr id="124" name="Google Shape;124;p43"/>
          <p:cNvGrpSpPr/>
          <p:nvPr/>
        </p:nvGrpSpPr>
        <p:grpSpPr>
          <a:xfrm>
            <a:off x="1" y="1"/>
            <a:ext cx="8168217" cy="6858000"/>
            <a:chOff x="1" y="3"/>
            <a:chExt cx="6126163" cy="6858000"/>
          </a:xfrm>
        </p:grpSpPr>
        <p:sp>
          <p:nvSpPr>
            <p:cNvPr id="125" name="Google Shape;125;p43"/>
            <p:cNvSpPr/>
            <p:nvPr/>
          </p:nvSpPr>
          <p:spPr>
            <a:xfrm>
              <a:off x="1" y="3"/>
              <a:ext cx="6126163" cy="68580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rgbClr val="DB536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26" name="Google Shape;126;p43"/>
            <p:cNvPicPr preferRelativeResize="0"/>
            <p:nvPr/>
          </p:nvPicPr>
          <p:blipFill rotWithShape="1">
            <a:blip r:embed="rId2">
              <a:alphaModFix/>
            </a:blip>
            <a:srcRect/>
            <a:stretch/>
          </p:blipFill>
          <p:spPr>
            <a:xfrm>
              <a:off x="201168" y="5330955"/>
              <a:ext cx="1636776" cy="1351184"/>
            </a:xfrm>
            <a:prstGeom prst="rect">
              <a:avLst/>
            </a:prstGeom>
            <a:noFill/>
            <a:ln>
              <a:noFill/>
            </a:ln>
          </p:spPr>
        </p:pic>
      </p:grpSp>
      <p:sp>
        <p:nvSpPr>
          <p:cNvPr id="127" name="Google Shape;127;p43"/>
          <p:cNvSpPr txBox="1">
            <a:spLocks noGrp="1"/>
          </p:cNvSpPr>
          <p:nvPr>
            <p:ph type="ctrTitle"/>
          </p:nvPr>
        </p:nvSpPr>
        <p:spPr>
          <a:xfrm>
            <a:off x="609600" y="2103438"/>
            <a:ext cx="6035041" cy="1828482"/>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3600"/>
              <a:buFont typeface="Georgia"/>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3"/>
          <p:cNvSpPr txBox="1">
            <a:spLocks noGrp="1"/>
          </p:cNvSpPr>
          <p:nvPr>
            <p:ph type="subTitle" idx="1"/>
          </p:nvPr>
        </p:nvSpPr>
        <p:spPr>
          <a:xfrm>
            <a:off x="609600" y="4160520"/>
            <a:ext cx="6035040"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400" b="0">
                <a:solidFill>
                  <a:schemeClr val="lt1"/>
                </a:solidFill>
              </a:defRPr>
            </a:lvl1pPr>
            <a:lvl2pPr lvl="1" algn="l">
              <a:lnSpc>
                <a:spcPct val="100000"/>
              </a:lnSpc>
              <a:spcBef>
                <a:spcPts val="0"/>
              </a:spcBef>
              <a:spcAft>
                <a:spcPts val="0"/>
              </a:spcAft>
              <a:buClr>
                <a:schemeClr val="lt1"/>
              </a:buClr>
              <a:buSzPts val="1400"/>
              <a:buNone/>
              <a:defRPr sz="1400">
                <a:solidFill>
                  <a:schemeClr val="lt1"/>
                </a:solidFill>
              </a:defRPr>
            </a:lvl2pPr>
            <a:lvl3pPr lvl="2" algn="l">
              <a:lnSpc>
                <a:spcPct val="100000"/>
              </a:lnSpc>
              <a:spcBef>
                <a:spcPts val="0"/>
              </a:spcBef>
              <a:spcAft>
                <a:spcPts val="0"/>
              </a:spcAft>
              <a:buClr>
                <a:schemeClr val="lt1"/>
              </a:buClr>
              <a:buSzPts val="1400"/>
              <a:buNone/>
              <a:defRPr sz="1400">
                <a:solidFill>
                  <a:schemeClr val="lt1"/>
                </a:solidFill>
              </a:defRPr>
            </a:lvl3pPr>
            <a:lvl4pPr lvl="3" algn="l">
              <a:lnSpc>
                <a:spcPct val="100000"/>
              </a:lnSpc>
              <a:spcBef>
                <a:spcPts val="0"/>
              </a:spcBef>
              <a:spcAft>
                <a:spcPts val="0"/>
              </a:spcAft>
              <a:buClr>
                <a:schemeClr val="lt1"/>
              </a:buClr>
              <a:buSzPts val="1400"/>
              <a:buNone/>
              <a:defRPr sz="1400">
                <a:solidFill>
                  <a:schemeClr val="lt1"/>
                </a:solidFill>
              </a:defRPr>
            </a:lvl4pPr>
            <a:lvl5pPr lvl="4" algn="l">
              <a:lnSpc>
                <a:spcPct val="100000"/>
              </a:lnSpc>
              <a:spcBef>
                <a:spcPts val="0"/>
              </a:spcBef>
              <a:spcAft>
                <a:spcPts val="0"/>
              </a:spcAft>
              <a:buClr>
                <a:schemeClr val="lt1"/>
              </a:buClr>
              <a:buSzPts val="1400"/>
              <a:buNone/>
              <a:defRPr sz="1400">
                <a:solidFill>
                  <a:schemeClr val="lt1"/>
                </a:solidFill>
              </a:defRPr>
            </a:lvl5pPr>
            <a:lvl6pPr lvl="5" algn="l">
              <a:lnSpc>
                <a:spcPct val="100000"/>
              </a:lnSpc>
              <a:spcBef>
                <a:spcPts val="0"/>
              </a:spcBef>
              <a:spcAft>
                <a:spcPts val="0"/>
              </a:spcAft>
              <a:buClr>
                <a:schemeClr val="lt1"/>
              </a:buClr>
              <a:buSzPts val="1400"/>
              <a:buNone/>
              <a:defRPr sz="1400">
                <a:solidFill>
                  <a:schemeClr val="lt1"/>
                </a:solidFill>
              </a:defRPr>
            </a:lvl6pPr>
            <a:lvl7pPr lvl="6" algn="l">
              <a:lnSpc>
                <a:spcPct val="100000"/>
              </a:lnSpc>
              <a:spcBef>
                <a:spcPts val="0"/>
              </a:spcBef>
              <a:spcAft>
                <a:spcPts val="0"/>
              </a:spcAft>
              <a:buClr>
                <a:schemeClr val="lt1"/>
              </a:buClr>
              <a:buSzPts val="1400"/>
              <a:buNone/>
              <a:defRPr sz="1400">
                <a:solidFill>
                  <a:schemeClr val="lt1"/>
                </a:solidFill>
              </a:defRPr>
            </a:lvl7pPr>
            <a:lvl8pPr lvl="7" algn="l">
              <a:lnSpc>
                <a:spcPct val="100000"/>
              </a:lnSpc>
              <a:spcBef>
                <a:spcPts val="0"/>
              </a:spcBef>
              <a:spcAft>
                <a:spcPts val="0"/>
              </a:spcAft>
              <a:buClr>
                <a:schemeClr val="lt1"/>
              </a:buClr>
              <a:buSzPts val="1400"/>
              <a:buNone/>
              <a:defRPr sz="1400">
                <a:solidFill>
                  <a:schemeClr val="lt1"/>
                </a:solidFill>
              </a:defRPr>
            </a:lvl8pPr>
            <a:lvl9pPr lvl="8" algn="l">
              <a:lnSpc>
                <a:spcPct val="100000"/>
              </a:lnSpc>
              <a:spcBef>
                <a:spcPts val="0"/>
              </a:spcBef>
              <a:spcAft>
                <a:spcPts val="0"/>
              </a:spcAft>
              <a:buClr>
                <a:schemeClr val="lt1"/>
              </a:buClr>
              <a:buSzPts val="1400"/>
              <a:buNone/>
              <a:defRPr sz="1400">
                <a:solidFill>
                  <a:schemeClr val="lt1"/>
                </a:solidFill>
              </a:defRPr>
            </a:lvl9pPr>
          </a:lstStyle>
          <a:p>
            <a:endParaRPr/>
          </a:p>
        </p:txBody>
      </p:sp>
    </p:spTree>
    <p:extLst>
      <p:ext uri="{BB962C8B-B14F-4D97-AF65-F5344CB8AC3E}">
        <p14:creationId xmlns:p14="http://schemas.microsoft.com/office/powerpoint/2010/main" val="164592864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matchingName="Title Slide Logo Shape Grey">
  <p:cSld name="Title Slide Logo Shape Grey">
    <p:spTree>
      <p:nvGrpSpPr>
        <p:cNvPr id="1" name="Shape 129"/>
        <p:cNvGrpSpPr/>
        <p:nvPr/>
      </p:nvGrpSpPr>
      <p:grpSpPr>
        <a:xfrm>
          <a:off x="0" y="0"/>
          <a:ext cx="0" cy="0"/>
          <a:chOff x="0" y="0"/>
          <a:chExt cx="0" cy="0"/>
        </a:xfrm>
      </p:grpSpPr>
      <p:sp>
        <p:nvSpPr>
          <p:cNvPr id="130" name="Google Shape;130;p44"/>
          <p:cNvSpPr>
            <a:spLocks noGrp="1"/>
          </p:cNvSpPr>
          <p:nvPr>
            <p:ph type="pic" idx="2"/>
          </p:nvPr>
        </p:nvSpPr>
        <p:spPr>
          <a:xfrm>
            <a:off x="2743200" y="2"/>
            <a:ext cx="9448800" cy="6857998"/>
          </a:xfrm>
          <a:prstGeom prst="rect">
            <a:avLst/>
          </a:prstGeom>
          <a:solidFill>
            <a:srgbClr val="DEDEDE"/>
          </a:solidFill>
          <a:ln>
            <a:noFill/>
          </a:ln>
        </p:spPr>
      </p:sp>
      <p:grpSp>
        <p:nvGrpSpPr>
          <p:cNvPr id="131" name="Google Shape;131;p44"/>
          <p:cNvGrpSpPr/>
          <p:nvPr/>
        </p:nvGrpSpPr>
        <p:grpSpPr>
          <a:xfrm>
            <a:off x="1" y="2"/>
            <a:ext cx="8168217" cy="6858000"/>
            <a:chOff x="1" y="3"/>
            <a:chExt cx="6126163" cy="6858000"/>
          </a:xfrm>
        </p:grpSpPr>
        <p:sp>
          <p:nvSpPr>
            <p:cNvPr id="132" name="Google Shape;132;p44"/>
            <p:cNvSpPr/>
            <p:nvPr/>
          </p:nvSpPr>
          <p:spPr>
            <a:xfrm>
              <a:off x="1" y="3"/>
              <a:ext cx="6126163" cy="68580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rgbClr val="464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33" name="Google Shape;133;p44"/>
            <p:cNvPicPr preferRelativeResize="0"/>
            <p:nvPr/>
          </p:nvPicPr>
          <p:blipFill rotWithShape="1">
            <a:blip r:embed="rId2">
              <a:alphaModFix/>
            </a:blip>
            <a:srcRect/>
            <a:stretch/>
          </p:blipFill>
          <p:spPr>
            <a:xfrm>
              <a:off x="201168" y="5330955"/>
              <a:ext cx="1636776" cy="1351184"/>
            </a:xfrm>
            <a:prstGeom prst="rect">
              <a:avLst/>
            </a:prstGeom>
            <a:noFill/>
            <a:ln>
              <a:noFill/>
            </a:ln>
          </p:spPr>
        </p:pic>
      </p:grpSp>
      <p:sp>
        <p:nvSpPr>
          <p:cNvPr id="134" name="Google Shape;134;p44"/>
          <p:cNvSpPr txBox="1">
            <a:spLocks noGrp="1"/>
          </p:cNvSpPr>
          <p:nvPr>
            <p:ph type="ctrTitle"/>
          </p:nvPr>
        </p:nvSpPr>
        <p:spPr>
          <a:xfrm>
            <a:off x="609600" y="2103438"/>
            <a:ext cx="6035041" cy="1828482"/>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3600"/>
              <a:buFont typeface="Georgia"/>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44"/>
          <p:cNvSpPr txBox="1">
            <a:spLocks noGrp="1"/>
          </p:cNvSpPr>
          <p:nvPr>
            <p:ph type="subTitle" idx="1"/>
          </p:nvPr>
        </p:nvSpPr>
        <p:spPr>
          <a:xfrm>
            <a:off x="609600" y="4160520"/>
            <a:ext cx="6035040"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400" b="0">
                <a:solidFill>
                  <a:schemeClr val="lt1"/>
                </a:solidFill>
              </a:defRPr>
            </a:lvl1pPr>
            <a:lvl2pPr lvl="1" algn="l">
              <a:lnSpc>
                <a:spcPct val="100000"/>
              </a:lnSpc>
              <a:spcBef>
                <a:spcPts val="0"/>
              </a:spcBef>
              <a:spcAft>
                <a:spcPts val="0"/>
              </a:spcAft>
              <a:buClr>
                <a:schemeClr val="lt1"/>
              </a:buClr>
              <a:buSzPts val="1400"/>
              <a:buNone/>
              <a:defRPr sz="1400">
                <a:solidFill>
                  <a:schemeClr val="lt1"/>
                </a:solidFill>
              </a:defRPr>
            </a:lvl2pPr>
            <a:lvl3pPr lvl="2" algn="l">
              <a:lnSpc>
                <a:spcPct val="100000"/>
              </a:lnSpc>
              <a:spcBef>
                <a:spcPts val="0"/>
              </a:spcBef>
              <a:spcAft>
                <a:spcPts val="0"/>
              </a:spcAft>
              <a:buClr>
                <a:schemeClr val="lt1"/>
              </a:buClr>
              <a:buSzPts val="1400"/>
              <a:buNone/>
              <a:defRPr sz="1400">
                <a:solidFill>
                  <a:schemeClr val="lt1"/>
                </a:solidFill>
              </a:defRPr>
            </a:lvl3pPr>
            <a:lvl4pPr lvl="3" algn="l">
              <a:lnSpc>
                <a:spcPct val="100000"/>
              </a:lnSpc>
              <a:spcBef>
                <a:spcPts val="0"/>
              </a:spcBef>
              <a:spcAft>
                <a:spcPts val="0"/>
              </a:spcAft>
              <a:buClr>
                <a:schemeClr val="lt1"/>
              </a:buClr>
              <a:buSzPts val="1400"/>
              <a:buNone/>
              <a:defRPr sz="1400">
                <a:solidFill>
                  <a:schemeClr val="lt1"/>
                </a:solidFill>
              </a:defRPr>
            </a:lvl4pPr>
            <a:lvl5pPr lvl="4" algn="l">
              <a:lnSpc>
                <a:spcPct val="100000"/>
              </a:lnSpc>
              <a:spcBef>
                <a:spcPts val="0"/>
              </a:spcBef>
              <a:spcAft>
                <a:spcPts val="0"/>
              </a:spcAft>
              <a:buClr>
                <a:schemeClr val="lt1"/>
              </a:buClr>
              <a:buSzPts val="1400"/>
              <a:buNone/>
              <a:defRPr sz="1400">
                <a:solidFill>
                  <a:schemeClr val="lt1"/>
                </a:solidFill>
              </a:defRPr>
            </a:lvl5pPr>
            <a:lvl6pPr lvl="5" algn="l">
              <a:lnSpc>
                <a:spcPct val="100000"/>
              </a:lnSpc>
              <a:spcBef>
                <a:spcPts val="0"/>
              </a:spcBef>
              <a:spcAft>
                <a:spcPts val="0"/>
              </a:spcAft>
              <a:buClr>
                <a:schemeClr val="lt1"/>
              </a:buClr>
              <a:buSzPts val="1400"/>
              <a:buNone/>
              <a:defRPr sz="1400">
                <a:solidFill>
                  <a:schemeClr val="lt1"/>
                </a:solidFill>
              </a:defRPr>
            </a:lvl6pPr>
            <a:lvl7pPr lvl="6" algn="l">
              <a:lnSpc>
                <a:spcPct val="100000"/>
              </a:lnSpc>
              <a:spcBef>
                <a:spcPts val="0"/>
              </a:spcBef>
              <a:spcAft>
                <a:spcPts val="0"/>
              </a:spcAft>
              <a:buClr>
                <a:schemeClr val="lt1"/>
              </a:buClr>
              <a:buSzPts val="1400"/>
              <a:buNone/>
              <a:defRPr sz="1400">
                <a:solidFill>
                  <a:schemeClr val="lt1"/>
                </a:solidFill>
              </a:defRPr>
            </a:lvl7pPr>
            <a:lvl8pPr lvl="7" algn="l">
              <a:lnSpc>
                <a:spcPct val="100000"/>
              </a:lnSpc>
              <a:spcBef>
                <a:spcPts val="0"/>
              </a:spcBef>
              <a:spcAft>
                <a:spcPts val="0"/>
              </a:spcAft>
              <a:buClr>
                <a:schemeClr val="lt1"/>
              </a:buClr>
              <a:buSzPts val="1400"/>
              <a:buNone/>
              <a:defRPr sz="1400">
                <a:solidFill>
                  <a:schemeClr val="lt1"/>
                </a:solidFill>
              </a:defRPr>
            </a:lvl8pPr>
            <a:lvl9pPr lvl="8" algn="l">
              <a:lnSpc>
                <a:spcPct val="100000"/>
              </a:lnSpc>
              <a:spcBef>
                <a:spcPts val="0"/>
              </a:spcBef>
              <a:spcAft>
                <a:spcPts val="0"/>
              </a:spcAft>
              <a:buClr>
                <a:schemeClr val="lt1"/>
              </a:buClr>
              <a:buSzPts val="1400"/>
              <a:buNone/>
              <a:defRPr sz="1400">
                <a:solidFill>
                  <a:schemeClr val="lt1"/>
                </a:solidFill>
              </a:defRPr>
            </a:lvl9pPr>
          </a:lstStyle>
          <a:p>
            <a:endParaRPr/>
          </a:p>
        </p:txBody>
      </p:sp>
    </p:spTree>
    <p:extLst>
      <p:ext uri="{BB962C8B-B14F-4D97-AF65-F5344CB8AC3E}">
        <p14:creationId xmlns:p14="http://schemas.microsoft.com/office/powerpoint/2010/main" val="282508952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matchingName="Title Slide Split">
  <p:cSld name="Title Slide Split">
    <p:spTree>
      <p:nvGrpSpPr>
        <p:cNvPr id="1" name="Shape 136"/>
        <p:cNvGrpSpPr/>
        <p:nvPr/>
      </p:nvGrpSpPr>
      <p:grpSpPr>
        <a:xfrm>
          <a:off x="0" y="0"/>
          <a:ext cx="0" cy="0"/>
          <a:chOff x="0" y="0"/>
          <a:chExt cx="0" cy="0"/>
        </a:xfrm>
      </p:grpSpPr>
      <p:sp>
        <p:nvSpPr>
          <p:cNvPr id="137" name="Google Shape;137;p45"/>
          <p:cNvSpPr>
            <a:spLocks noGrp="1"/>
          </p:cNvSpPr>
          <p:nvPr>
            <p:ph type="pic" idx="2"/>
          </p:nvPr>
        </p:nvSpPr>
        <p:spPr>
          <a:xfrm>
            <a:off x="6096000" y="0"/>
            <a:ext cx="6096000" cy="6858000"/>
          </a:xfrm>
          <a:prstGeom prst="rect">
            <a:avLst/>
          </a:prstGeom>
          <a:solidFill>
            <a:srgbClr val="DEDEDE"/>
          </a:solidFill>
          <a:ln>
            <a:noFill/>
          </a:ln>
        </p:spPr>
      </p:sp>
      <p:sp>
        <p:nvSpPr>
          <p:cNvPr id="138" name="Google Shape;138;p45"/>
          <p:cNvSpPr txBox="1">
            <a:spLocks noGrp="1"/>
          </p:cNvSpPr>
          <p:nvPr>
            <p:ph type="ctrTitle"/>
          </p:nvPr>
        </p:nvSpPr>
        <p:spPr>
          <a:xfrm>
            <a:off x="609599" y="457200"/>
            <a:ext cx="5306484" cy="2971800"/>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dk1"/>
              </a:buClr>
              <a:buSzPts val="3600"/>
              <a:buFont typeface="Georgi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45"/>
          <p:cNvSpPr/>
          <p:nvPr/>
        </p:nvSpPr>
        <p:spPr>
          <a:xfrm>
            <a:off x="5334000" y="0"/>
            <a:ext cx="6858000" cy="68580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140" name="Google Shape;140;p45"/>
          <p:cNvSpPr/>
          <p:nvPr/>
        </p:nvSpPr>
        <p:spPr>
          <a:xfrm>
            <a:off x="5334000" y="0"/>
            <a:ext cx="6858000" cy="68580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pic>
        <p:nvPicPr>
          <p:cNvPr id="141" name="Google Shape;141;p45"/>
          <p:cNvPicPr preferRelativeResize="0"/>
          <p:nvPr/>
        </p:nvPicPr>
        <p:blipFill rotWithShape="1">
          <a:blip r:embed="rId2">
            <a:alphaModFix/>
          </a:blip>
          <a:srcRect/>
          <a:stretch/>
        </p:blipFill>
        <p:spPr>
          <a:xfrm>
            <a:off x="268224" y="5330953"/>
            <a:ext cx="2182368" cy="1351185"/>
          </a:xfrm>
          <a:prstGeom prst="rect">
            <a:avLst/>
          </a:prstGeom>
          <a:noFill/>
          <a:ln>
            <a:noFill/>
          </a:ln>
        </p:spPr>
      </p:pic>
      <p:sp>
        <p:nvSpPr>
          <p:cNvPr id="142" name="Google Shape;142;p45"/>
          <p:cNvSpPr txBox="1">
            <a:spLocks noGrp="1"/>
          </p:cNvSpPr>
          <p:nvPr>
            <p:ph type="subTitle" idx="1"/>
          </p:nvPr>
        </p:nvSpPr>
        <p:spPr>
          <a:xfrm>
            <a:off x="609599" y="3749040"/>
            <a:ext cx="5306484"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400"/>
              <a:buNone/>
              <a:defRPr sz="1400" b="0">
                <a:solidFill>
                  <a:schemeClr val="dk1"/>
                </a:solidFill>
              </a:defRPr>
            </a:lvl1pPr>
            <a:lvl2pPr lvl="1" algn="l">
              <a:lnSpc>
                <a:spcPct val="100000"/>
              </a:lnSpc>
              <a:spcBef>
                <a:spcPts val="0"/>
              </a:spcBef>
              <a:spcAft>
                <a:spcPts val="0"/>
              </a:spcAft>
              <a:buClr>
                <a:schemeClr val="dk1"/>
              </a:buClr>
              <a:buSzPts val="1400"/>
              <a:buNone/>
              <a:defRPr sz="1400">
                <a:solidFill>
                  <a:schemeClr val="dk1"/>
                </a:solidFill>
              </a:defRPr>
            </a:lvl2pPr>
            <a:lvl3pPr lvl="2" algn="l">
              <a:lnSpc>
                <a:spcPct val="100000"/>
              </a:lnSpc>
              <a:spcBef>
                <a:spcPts val="0"/>
              </a:spcBef>
              <a:spcAft>
                <a:spcPts val="0"/>
              </a:spcAft>
              <a:buClr>
                <a:schemeClr val="dk1"/>
              </a:buClr>
              <a:buSzPts val="1400"/>
              <a:buNone/>
              <a:defRPr sz="1400">
                <a:solidFill>
                  <a:schemeClr val="dk1"/>
                </a:solidFill>
              </a:defRPr>
            </a:lvl3pPr>
            <a:lvl4pPr lvl="3" algn="l">
              <a:lnSpc>
                <a:spcPct val="100000"/>
              </a:lnSpc>
              <a:spcBef>
                <a:spcPts val="0"/>
              </a:spcBef>
              <a:spcAft>
                <a:spcPts val="0"/>
              </a:spcAft>
              <a:buClr>
                <a:schemeClr val="dk1"/>
              </a:buClr>
              <a:buSzPts val="1400"/>
              <a:buNone/>
              <a:defRPr sz="1400">
                <a:solidFill>
                  <a:schemeClr val="dk1"/>
                </a:solidFill>
              </a:defRPr>
            </a:lvl4pPr>
            <a:lvl5pPr lvl="4" algn="l">
              <a:lnSpc>
                <a:spcPct val="100000"/>
              </a:lnSpc>
              <a:spcBef>
                <a:spcPts val="0"/>
              </a:spcBef>
              <a:spcAft>
                <a:spcPts val="0"/>
              </a:spcAft>
              <a:buClr>
                <a:schemeClr val="dk1"/>
              </a:buClr>
              <a:buSzPts val="1400"/>
              <a:buNone/>
              <a:defRPr sz="1400">
                <a:solidFill>
                  <a:schemeClr val="dk1"/>
                </a:solidFill>
              </a:defRPr>
            </a:lvl5pPr>
            <a:lvl6pPr lvl="5" algn="l">
              <a:lnSpc>
                <a:spcPct val="100000"/>
              </a:lnSpc>
              <a:spcBef>
                <a:spcPts val="0"/>
              </a:spcBef>
              <a:spcAft>
                <a:spcPts val="0"/>
              </a:spcAft>
              <a:buClr>
                <a:schemeClr val="dk1"/>
              </a:buClr>
              <a:buSzPts val="1400"/>
              <a:buNone/>
              <a:defRPr sz="1400">
                <a:solidFill>
                  <a:schemeClr val="dk1"/>
                </a:solidFill>
              </a:defRPr>
            </a:lvl6pPr>
            <a:lvl7pPr lvl="6" algn="l">
              <a:lnSpc>
                <a:spcPct val="100000"/>
              </a:lnSpc>
              <a:spcBef>
                <a:spcPts val="0"/>
              </a:spcBef>
              <a:spcAft>
                <a:spcPts val="0"/>
              </a:spcAft>
              <a:buClr>
                <a:schemeClr val="dk1"/>
              </a:buClr>
              <a:buSzPts val="1400"/>
              <a:buNone/>
              <a:defRPr sz="1400">
                <a:solidFill>
                  <a:schemeClr val="dk1"/>
                </a:solidFill>
              </a:defRPr>
            </a:lvl7pPr>
            <a:lvl8pPr lvl="7" algn="l">
              <a:lnSpc>
                <a:spcPct val="100000"/>
              </a:lnSpc>
              <a:spcBef>
                <a:spcPts val="0"/>
              </a:spcBef>
              <a:spcAft>
                <a:spcPts val="0"/>
              </a:spcAft>
              <a:buClr>
                <a:schemeClr val="dk1"/>
              </a:buClr>
              <a:buSzPts val="1400"/>
              <a:buNone/>
              <a:defRPr sz="1400">
                <a:solidFill>
                  <a:schemeClr val="dk1"/>
                </a:solidFill>
              </a:defRPr>
            </a:lvl8pPr>
            <a:lvl9pPr lvl="8" algn="l">
              <a:lnSpc>
                <a:spcPct val="100000"/>
              </a:lnSpc>
              <a:spcBef>
                <a:spcPts val="0"/>
              </a:spcBef>
              <a:spcAft>
                <a:spcPts val="0"/>
              </a:spcAft>
              <a:buClr>
                <a:schemeClr val="dk1"/>
              </a:buClr>
              <a:buSzPts val="1400"/>
              <a:buNone/>
              <a:defRPr sz="1400">
                <a:solidFill>
                  <a:schemeClr val="dk1"/>
                </a:solidFill>
              </a:defRPr>
            </a:lvl9pPr>
          </a:lstStyle>
          <a:p>
            <a:endParaRPr/>
          </a:p>
        </p:txBody>
      </p:sp>
    </p:spTree>
    <p:extLst>
      <p:ext uri="{BB962C8B-B14F-4D97-AF65-F5344CB8AC3E}">
        <p14:creationId xmlns:p14="http://schemas.microsoft.com/office/powerpoint/2010/main" val="3460163240"/>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143"/>
        <p:cNvGrpSpPr/>
        <p:nvPr/>
      </p:nvGrpSpPr>
      <p:grpSpPr>
        <a:xfrm>
          <a:off x="0" y="0"/>
          <a:ext cx="0" cy="0"/>
          <a:chOff x="0" y="0"/>
          <a:chExt cx="0" cy="0"/>
        </a:xfrm>
      </p:grpSpPr>
      <p:sp>
        <p:nvSpPr>
          <p:cNvPr id="144" name="Google Shape;144;p46"/>
          <p:cNvSpPr txBox="1">
            <a:spLocks noGrp="1"/>
          </p:cNvSpPr>
          <p:nvPr>
            <p:ph type="body" idx="1"/>
          </p:nvPr>
        </p:nvSpPr>
        <p:spPr>
          <a:xfrm>
            <a:off x="609600" y="2103438"/>
            <a:ext cx="10972800" cy="4068762"/>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0"/>
              </a:spcBef>
              <a:spcAft>
                <a:spcPts val="0"/>
              </a:spcAft>
              <a:buClr>
                <a:schemeClr val="accent1"/>
              </a:buClr>
              <a:buSzPts val="2000"/>
              <a:buFont typeface="Georgia"/>
              <a:buAutoNum type="arabicPeriod"/>
              <a:defRPr sz="2000" b="0">
                <a:solidFill>
                  <a:schemeClr val="dk1"/>
                </a:solidFill>
              </a:defRPr>
            </a:lvl1pPr>
            <a:lvl2pPr marL="914400" lvl="1" indent="-228600" algn="l">
              <a:lnSpc>
                <a:spcPct val="100000"/>
              </a:lnSpc>
              <a:spcBef>
                <a:spcPts val="450"/>
              </a:spcBef>
              <a:spcAft>
                <a:spcPts val="0"/>
              </a:spcAft>
              <a:buClr>
                <a:schemeClr val="accent4"/>
              </a:buClr>
              <a:buSzPts val="1400"/>
              <a:buFont typeface="Georgia"/>
              <a:buNone/>
              <a:defRPr sz="1400"/>
            </a:lvl2pPr>
            <a:lvl3pPr marL="1371600" lvl="2" indent="-317500" algn="l">
              <a:lnSpc>
                <a:spcPct val="100000"/>
              </a:lnSpc>
              <a:spcBef>
                <a:spcPts val="600"/>
              </a:spcBef>
              <a:spcAft>
                <a:spcPts val="0"/>
              </a:spcAft>
              <a:buClr>
                <a:schemeClr val="dk1"/>
              </a:buClr>
              <a:buSzPts val="1400"/>
              <a:buChar char="•"/>
              <a:defRPr sz="1400"/>
            </a:lvl3pPr>
            <a:lvl4pPr marL="1828800" lvl="3" indent="-317500" algn="l">
              <a:lnSpc>
                <a:spcPct val="100000"/>
              </a:lnSpc>
              <a:spcBef>
                <a:spcPts val="600"/>
              </a:spcBef>
              <a:spcAft>
                <a:spcPts val="0"/>
              </a:spcAft>
              <a:buClr>
                <a:schemeClr val="dk1"/>
              </a:buClr>
              <a:buSzPts val="1400"/>
              <a:buChar char="–"/>
              <a:defRPr sz="1400"/>
            </a:lvl4pPr>
            <a:lvl5pPr marL="2286000" lvl="4" indent="-317500" algn="l">
              <a:lnSpc>
                <a:spcPct val="100000"/>
              </a:lnSpc>
              <a:spcBef>
                <a:spcPts val="600"/>
              </a:spcBef>
              <a:spcAft>
                <a:spcPts val="0"/>
              </a:spcAft>
              <a:buClr>
                <a:schemeClr val="dk1"/>
              </a:buClr>
              <a:buSzPts val="1400"/>
              <a:buChar char="•"/>
              <a:defRPr sz="1400"/>
            </a:lvl5pPr>
            <a:lvl6pPr marL="2743200" lvl="5" indent="-317500" algn="l">
              <a:lnSpc>
                <a:spcPct val="100000"/>
              </a:lnSpc>
              <a:spcBef>
                <a:spcPts val="600"/>
              </a:spcBef>
              <a:spcAft>
                <a:spcPts val="0"/>
              </a:spcAft>
              <a:buClr>
                <a:schemeClr val="dk1"/>
              </a:buClr>
              <a:buSzPts val="1400"/>
              <a:buChar char="–"/>
              <a:defRPr sz="1400"/>
            </a:lvl6pPr>
            <a:lvl7pPr marL="3200400" lvl="6" indent="-317500" algn="l">
              <a:lnSpc>
                <a:spcPct val="100000"/>
              </a:lnSpc>
              <a:spcBef>
                <a:spcPts val="600"/>
              </a:spcBef>
              <a:spcAft>
                <a:spcPts val="0"/>
              </a:spcAft>
              <a:buClr>
                <a:schemeClr val="dk1"/>
              </a:buClr>
              <a:buSzPts val="1400"/>
              <a:buChar char="•"/>
              <a:defRPr sz="1400"/>
            </a:lvl7pPr>
            <a:lvl8pPr marL="3657600" lvl="7" indent="-317500" algn="l">
              <a:lnSpc>
                <a:spcPct val="100000"/>
              </a:lnSpc>
              <a:spcBef>
                <a:spcPts val="600"/>
              </a:spcBef>
              <a:spcAft>
                <a:spcPts val="0"/>
              </a:spcAft>
              <a:buClr>
                <a:schemeClr val="dk1"/>
              </a:buClr>
              <a:buSzPts val="1400"/>
              <a:buChar char="–"/>
              <a:defRPr sz="1400"/>
            </a:lvl8pPr>
            <a:lvl9pPr marL="4114800" lvl="8" indent="-317500" algn="l">
              <a:lnSpc>
                <a:spcPct val="100000"/>
              </a:lnSpc>
              <a:spcBef>
                <a:spcPts val="600"/>
              </a:spcBef>
              <a:spcAft>
                <a:spcPts val="600"/>
              </a:spcAft>
              <a:buClr>
                <a:schemeClr val="dk1"/>
              </a:buClr>
              <a:buSzPts val="1400"/>
              <a:buChar char="•"/>
              <a:defRPr sz="1400"/>
            </a:lvl9pPr>
          </a:lstStyle>
          <a:p>
            <a:endParaRPr/>
          </a:p>
        </p:txBody>
      </p:sp>
      <p:sp>
        <p:nvSpPr>
          <p:cNvPr id="145" name="Google Shape;145;p46"/>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146" name="Google Shape;146;p46"/>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46"/>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46"/>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568747176"/>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One Column Content">
  <p:cSld name="One Column Content">
    <p:spTree>
      <p:nvGrpSpPr>
        <p:cNvPr id="1" name="Shape 149"/>
        <p:cNvGrpSpPr/>
        <p:nvPr/>
      </p:nvGrpSpPr>
      <p:grpSpPr>
        <a:xfrm>
          <a:off x="0" y="0"/>
          <a:ext cx="0" cy="0"/>
          <a:chOff x="0" y="0"/>
          <a:chExt cx="0" cy="0"/>
        </a:xfrm>
      </p:grpSpPr>
      <p:sp>
        <p:nvSpPr>
          <p:cNvPr id="150" name="Google Shape;150;p47"/>
          <p:cNvSpPr txBox="1">
            <a:spLocks noGrp="1"/>
          </p:cNvSpPr>
          <p:nvPr>
            <p:ph type="body" idx="1"/>
          </p:nvPr>
        </p:nvSpPr>
        <p:spPr>
          <a:xfrm>
            <a:off x="609600" y="2103438"/>
            <a:ext cx="34141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51" name="Google Shape;151;p47"/>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152" name="Google Shape;152;p47"/>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7"/>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47"/>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30946825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Content and Image">
  <p:cSld name="Content and Image">
    <p:spTree>
      <p:nvGrpSpPr>
        <p:cNvPr id="1" name="Shape 155"/>
        <p:cNvGrpSpPr/>
        <p:nvPr/>
      </p:nvGrpSpPr>
      <p:grpSpPr>
        <a:xfrm>
          <a:off x="0" y="0"/>
          <a:ext cx="0" cy="0"/>
          <a:chOff x="0" y="0"/>
          <a:chExt cx="0" cy="0"/>
        </a:xfrm>
      </p:grpSpPr>
      <p:sp>
        <p:nvSpPr>
          <p:cNvPr id="156" name="Google Shape;156;p48"/>
          <p:cNvSpPr>
            <a:spLocks noGrp="1"/>
          </p:cNvSpPr>
          <p:nvPr>
            <p:ph type="pic" idx="2"/>
          </p:nvPr>
        </p:nvSpPr>
        <p:spPr>
          <a:xfrm>
            <a:off x="6096000" y="0"/>
            <a:ext cx="6096000" cy="6858000"/>
          </a:xfrm>
          <a:prstGeom prst="rect">
            <a:avLst/>
          </a:prstGeom>
          <a:solidFill>
            <a:srgbClr val="DEDEDE"/>
          </a:solidFill>
          <a:ln>
            <a:noFill/>
          </a:ln>
        </p:spPr>
      </p:sp>
      <p:sp>
        <p:nvSpPr>
          <p:cNvPr id="157" name="Google Shape;157;p48"/>
          <p:cNvSpPr txBox="1">
            <a:spLocks noGrp="1"/>
          </p:cNvSpPr>
          <p:nvPr>
            <p:ph type="body" idx="1"/>
          </p:nvPr>
        </p:nvSpPr>
        <p:spPr>
          <a:xfrm>
            <a:off x="609599" y="2103440"/>
            <a:ext cx="5306484" cy="406876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58" name="Google Shape;158;p48"/>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9pPr>
          </a:lstStyle>
          <a:p>
            <a:fld id="{00000000-1234-1234-1234-123412341234}" type="slidenum">
              <a:rPr lang="fr-FR" smtClean="0"/>
              <a:pPr/>
              <a:t>‹N°›</a:t>
            </a:fld>
            <a:endParaRPr lang="fr-FR"/>
          </a:p>
        </p:txBody>
      </p:sp>
      <p:sp>
        <p:nvSpPr>
          <p:cNvPr id="159" name="Google Shape;159;p48"/>
          <p:cNvSpPr txBox="1">
            <a:spLocks noGrp="1"/>
          </p:cNvSpPr>
          <p:nvPr>
            <p:ph type="title"/>
          </p:nvPr>
        </p:nvSpPr>
        <p:spPr>
          <a:xfrm>
            <a:off x="609601" y="457200"/>
            <a:ext cx="5306484"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48"/>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48"/>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252058318"/>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162"/>
        <p:cNvGrpSpPr/>
        <p:nvPr/>
      </p:nvGrpSpPr>
      <p:grpSpPr>
        <a:xfrm>
          <a:off x="0" y="0"/>
          <a:ext cx="0" cy="0"/>
          <a:chOff x="0" y="0"/>
          <a:chExt cx="0" cy="0"/>
        </a:xfrm>
      </p:grpSpPr>
      <p:sp>
        <p:nvSpPr>
          <p:cNvPr id="163" name="Google Shape;163;p49"/>
          <p:cNvSpPr txBox="1">
            <a:spLocks noGrp="1"/>
          </p:cNvSpPr>
          <p:nvPr>
            <p:ph type="body" idx="1"/>
          </p:nvPr>
        </p:nvSpPr>
        <p:spPr>
          <a:xfrm>
            <a:off x="609600" y="2103438"/>
            <a:ext cx="34141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64" name="Google Shape;164;p49"/>
          <p:cNvSpPr txBox="1">
            <a:spLocks noGrp="1"/>
          </p:cNvSpPr>
          <p:nvPr>
            <p:ph type="body" idx="2"/>
          </p:nvPr>
        </p:nvSpPr>
        <p:spPr>
          <a:xfrm>
            <a:off x="4389967" y="2103438"/>
            <a:ext cx="3412067"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65" name="Google Shape;165;p49"/>
          <p:cNvSpPr txBox="1">
            <a:spLocks noGrp="1"/>
          </p:cNvSpPr>
          <p:nvPr>
            <p:ph type="body" idx="3"/>
          </p:nvPr>
        </p:nvSpPr>
        <p:spPr>
          <a:xfrm>
            <a:off x="8168218" y="2103438"/>
            <a:ext cx="3414183"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66" name="Google Shape;166;p49"/>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167" name="Google Shape;167;p49"/>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49"/>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49"/>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4317117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Four Content">
  <p:cSld name="Four Content">
    <p:spTree>
      <p:nvGrpSpPr>
        <p:cNvPr id="1" name="Shape 170"/>
        <p:cNvGrpSpPr/>
        <p:nvPr/>
      </p:nvGrpSpPr>
      <p:grpSpPr>
        <a:xfrm>
          <a:off x="0" y="0"/>
          <a:ext cx="0" cy="0"/>
          <a:chOff x="0" y="0"/>
          <a:chExt cx="0" cy="0"/>
        </a:xfrm>
      </p:grpSpPr>
      <p:sp>
        <p:nvSpPr>
          <p:cNvPr id="171" name="Google Shape;171;p50"/>
          <p:cNvSpPr txBox="1">
            <a:spLocks noGrp="1"/>
          </p:cNvSpPr>
          <p:nvPr>
            <p:ph type="body" idx="1"/>
          </p:nvPr>
        </p:nvSpPr>
        <p:spPr>
          <a:xfrm>
            <a:off x="609600" y="2103438"/>
            <a:ext cx="24627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72" name="Google Shape;172;p50"/>
          <p:cNvSpPr txBox="1">
            <a:spLocks noGrp="1"/>
          </p:cNvSpPr>
          <p:nvPr>
            <p:ph type="body" idx="2"/>
          </p:nvPr>
        </p:nvSpPr>
        <p:spPr>
          <a:xfrm>
            <a:off x="3446272" y="2103438"/>
            <a:ext cx="24627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73" name="Google Shape;173;p50"/>
          <p:cNvSpPr txBox="1">
            <a:spLocks noGrp="1"/>
          </p:cNvSpPr>
          <p:nvPr>
            <p:ph type="body" idx="3"/>
          </p:nvPr>
        </p:nvSpPr>
        <p:spPr>
          <a:xfrm>
            <a:off x="6282944" y="2103438"/>
            <a:ext cx="24627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74" name="Google Shape;174;p50"/>
          <p:cNvSpPr txBox="1">
            <a:spLocks noGrp="1"/>
          </p:cNvSpPr>
          <p:nvPr>
            <p:ph type="body" idx="4"/>
          </p:nvPr>
        </p:nvSpPr>
        <p:spPr>
          <a:xfrm>
            <a:off x="9119616" y="2103438"/>
            <a:ext cx="24627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175" name="Google Shape;175;p50"/>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176" name="Google Shape;176;p50"/>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50"/>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50"/>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540222473"/>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Five Content">
  <p:cSld name="Five Content">
    <p:spTree>
      <p:nvGrpSpPr>
        <p:cNvPr id="1" name="Shape 179"/>
        <p:cNvGrpSpPr/>
        <p:nvPr/>
      </p:nvGrpSpPr>
      <p:grpSpPr>
        <a:xfrm>
          <a:off x="0" y="0"/>
          <a:ext cx="0" cy="0"/>
          <a:chOff x="0" y="0"/>
          <a:chExt cx="0" cy="0"/>
        </a:xfrm>
      </p:grpSpPr>
      <p:sp>
        <p:nvSpPr>
          <p:cNvPr id="180" name="Google Shape;180;p51"/>
          <p:cNvSpPr txBox="1">
            <a:spLocks noGrp="1"/>
          </p:cNvSpPr>
          <p:nvPr>
            <p:ph type="body" idx="1"/>
          </p:nvPr>
        </p:nvSpPr>
        <p:spPr>
          <a:xfrm>
            <a:off x="609600" y="2103438"/>
            <a:ext cx="195072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200"/>
              <a:buNone/>
              <a:defRPr sz="1200"/>
            </a:lvl2pPr>
            <a:lvl3pPr marL="1371600" lvl="2" indent="-304800" algn="l">
              <a:lnSpc>
                <a:spcPct val="100000"/>
              </a:lnSpc>
              <a:spcBef>
                <a:spcPts val="600"/>
              </a:spcBef>
              <a:spcAft>
                <a:spcPts val="0"/>
              </a:spcAft>
              <a:buClr>
                <a:schemeClr val="dk1"/>
              </a:buClr>
              <a:buSzPts val="1200"/>
              <a:buChar char="•"/>
              <a:defRPr sz="1200"/>
            </a:lvl3pPr>
            <a:lvl4pPr marL="1828800" lvl="3" indent="-304800" algn="l">
              <a:lnSpc>
                <a:spcPct val="100000"/>
              </a:lnSpc>
              <a:spcBef>
                <a:spcPts val="600"/>
              </a:spcBef>
              <a:spcAft>
                <a:spcPts val="0"/>
              </a:spcAft>
              <a:buClr>
                <a:schemeClr val="dk1"/>
              </a:buClr>
              <a:buSzPts val="1200"/>
              <a:buChar char="–"/>
              <a:defRPr sz="1200"/>
            </a:lvl4pPr>
            <a:lvl5pPr marL="2286000" lvl="4" indent="-304800" algn="l">
              <a:lnSpc>
                <a:spcPct val="100000"/>
              </a:lnSpc>
              <a:spcBef>
                <a:spcPts val="600"/>
              </a:spcBef>
              <a:spcAft>
                <a:spcPts val="0"/>
              </a:spcAft>
              <a:buClr>
                <a:schemeClr val="dk1"/>
              </a:buClr>
              <a:buSzPts val="1200"/>
              <a:buChar char="•"/>
              <a:defRPr sz="1200"/>
            </a:lvl5pPr>
            <a:lvl6pPr marL="2743200" lvl="5" indent="-304800" algn="l">
              <a:lnSpc>
                <a:spcPct val="100000"/>
              </a:lnSpc>
              <a:spcBef>
                <a:spcPts val="600"/>
              </a:spcBef>
              <a:spcAft>
                <a:spcPts val="0"/>
              </a:spcAft>
              <a:buClr>
                <a:schemeClr val="dk1"/>
              </a:buClr>
              <a:buSzPts val="1200"/>
              <a:buChar char="–"/>
              <a:defRPr sz="1200"/>
            </a:lvl6pPr>
            <a:lvl7pPr marL="3200400" lvl="6" indent="-304800" algn="l">
              <a:lnSpc>
                <a:spcPct val="100000"/>
              </a:lnSpc>
              <a:spcBef>
                <a:spcPts val="600"/>
              </a:spcBef>
              <a:spcAft>
                <a:spcPts val="0"/>
              </a:spcAft>
              <a:buClr>
                <a:schemeClr val="dk1"/>
              </a:buClr>
              <a:buSzPts val="1200"/>
              <a:buChar char="•"/>
              <a:defRPr sz="1200"/>
            </a:lvl7pPr>
            <a:lvl8pPr marL="3657600" lvl="7" indent="-304800" algn="l">
              <a:lnSpc>
                <a:spcPct val="100000"/>
              </a:lnSpc>
              <a:spcBef>
                <a:spcPts val="600"/>
              </a:spcBef>
              <a:spcAft>
                <a:spcPts val="0"/>
              </a:spcAft>
              <a:buClr>
                <a:schemeClr val="dk1"/>
              </a:buClr>
              <a:buSzPts val="1200"/>
              <a:buChar char="–"/>
              <a:defRPr sz="1200"/>
            </a:lvl8pPr>
            <a:lvl9pPr marL="4114800" lvl="8" indent="-304800" algn="l">
              <a:lnSpc>
                <a:spcPct val="100000"/>
              </a:lnSpc>
              <a:spcBef>
                <a:spcPts val="600"/>
              </a:spcBef>
              <a:spcAft>
                <a:spcPts val="600"/>
              </a:spcAft>
              <a:buClr>
                <a:schemeClr val="dk1"/>
              </a:buClr>
              <a:buSzPts val="1200"/>
              <a:buChar char="•"/>
              <a:defRPr sz="1200"/>
            </a:lvl9pPr>
          </a:lstStyle>
          <a:p>
            <a:endParaRPr/>
          </a:p>
        </p:txBody>
      </p:sp>
      <p:sp>
        <p:nvSpPr>
          <p:cNvPr id="181" name="Google Shape;181;p51"/>
          <p:cNvSpPr txBox="1">
            <a:spLocks noGrp="1"/>
          </p:cNvSpPr>
          <p:nvPr>
            <p:ph type="body" idx="2"/>
          </p:nvPr>
        </p:nvSpPr>
        <p:spPr>
          <a:xfrm>
            <a:off x="2865120" y="2103438"/>
            <a:ext cx="195072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200"/>
              <a:buNone/>
              <a:defRPr sz="1200"/>
            </a:lvl2pPr>
            <a:lvl3pPr marL="1371600" lvl="2" indent="-304800" algn="l">
              <a:lnSpc>
                <a:spcPct val="100000"/>
              </a:lnSpc>
              <a:spcBef>
                <a:spcPts val="600"/>
              </a:spcBef>
              <a:spcAft>
                <a:spcPts val="0"/>
              </a:spcAft>
              <a:buClr>
                <a:schemeClr val="dk1"/>
              </a:buClr>
              <a:buSzPts val="1200"/>
              <a:buChar char="•"/>
              <a:defRPr sz="1200"/>
            </a:lvl3pPr>
            <a:lvl4pPr marL="1828800" lvl="3" indent="-304800" algn="l">
              <a:lnSpc>
                <a:spcPct val="100000"/>
              </a:lnSpc>
              <a:spcBef>
                <a:spcPts val="600"/>
              </a:spcBef>
              <a:spcAft>
                <a:spcPts val="0"/>
              </a:spcAft>
              <a:buClr>
                <a:schemeClr val="dk1"/>
              </a:buClr>
              <a:buSzPts val="1200"/>
              <a:buChar char="–"/>
              <a:defRPr sz="1200"/>
            </a:lvl4pPr>
            <a:lvl5pPr marL="2286000" lvl="4" indent="-304800" algn="l">
              <a:lnSpc>
                <a:spcPct val="100000"/>
              </a:lnSpc>
              <a:spcBef>
                <a:spcPts val="600"/>
              </a:spcBef>
              <a:spcAft>
                <a:spcPts val="0"/>
              </a:spcAft>
              <a:buClr>
                <a:schemeClr val="dk1"/>
              </a:buClr>
              <a:buSzPts val="1200"/>
              <a:buChar char="•"/>
              <a:defRPr sz="1200"/>
            </a:lvl5pPr>
            <a:lvl6pPr marL="2743200" lvl="5" indent="-304800" algn="l">
              <a:lnSpc>
                <a:spcPct val="100000"/>
              </a:lnSpc>
              <a:spcBef>
                <a:spcPts val="600"/>
              </a:spcBef>
              <a:spcAft>
                <a:spcPts val="0"/>
              </a:spcAft>
              <a:buClr>
                <a:schemeClr val="dk1"/>
              </a:buClr>
              <a:buSzPts val="1200"/>
              <a:buChar char="–"/>
              <a:defRPr sz="1200"/>
            </a:lvl6pPr>
            <a:lvl7pPr marL="3200400" lvl="6" indent="-304800" algn="l">
              <a:lnSpc>
                <a:spcPct val="100000"/>
              </a:lnSpc>
              <a:spcBef>
                <a:spcPts val="600"/>
              </a:spcBef>
              <a:spcAft>
                <a:spcPts val="0"/>
              </a:spcAft>
              <a:buClr>
                <a:schemeClr val="dk1"/>
              </a:buClr>
              <a:buSzPts val="1200"/>
              <a:buChar char="•"/>
              <a:defRPr sz="1200"/>
            </a:lvl7pPr>
            <a:lvl8pPr marL="3657600" lvl="7" indent="-304800" algn="l">
              <a:lnSpc>
                <a:spcPct val="100000"/>
              </a:lnSpc>
              <a:spcBef>
                <a:spcPts val="600"/>
              </a:spcBef>
              <a:spcAft>
                <a:spcPts val="0"/>
              </a:spcAft>
              <a:buClr>
                <a:schemeClr val="dk1"/>
              </a:buClr>
              <a:buSzPts val="1200"/>
              <a:buChar char="–"/>
              <a:defRPr sz="1200"/>
            </a:lvl8pPr>
            <a:lvl9pPr marL="4114800" lvl="8" indent="-304800" algn="l">
              <a:lnSpc>
                <a:spcPct val="100000"/>
              </a:lnSpc>
              <a:spcBef>
                <a:spcPts val="600"/>
              </a:spcBef>
              <a:spcAft>
                <a:spcPts val="600"/>
              </a:spcAft>
              <a:buClr>
                <a:schemeClr val="dk1"/>
              </a:buClr>
              <a:buSzPts val="1200"/>
              <a:buChar char="•"/>
              <a:defRPr sz="1200"/>
            </a:lvl9pPr>
          </a:lstStyle>
          <a:p>
            <a:endParaRPr/>
          </a:p>
        </p:txBody>
      </p:sp>
      <p:sp>
        <p:nvSpPr>
          <p:cNvPr id="182" name="Google Shape;182;p51"/>
          <p:cNvSpPr txBox="1">
            <a:spLocks noGrp="1"/>
          </p:cNvSpPr>
          <p:nvPr>
            <p:ph type="body" idx="3"/>
          </p:nvPr>
        </p:nvSpPr>
        <p:spPr>
          <a:xfrm>
            <a:off x="5120640" y="2103438"/>
            <a:ext cx="195072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200"/>
              <a:buNone/>
              <a:defRPr sz="1200"/>
            </a:lvl2pPr>
            <a:lvl3pPr marL="1371600" lvl="2" indent="-304800" algn="l">
              <a:lnSpc>
                <a:spcPct val="100000"/>
              </a:lnSpc>
              <a:spcBef>
                <a:spcPts val="600"/>
              </a:spcBef>
              <a:spcAft>
                <a:spcPts val="0"/>
              </a:spcAft>
              <a:buClr>
                <a:schemeClr val="dk1"/>
              </a:buClr>
              <a:buSzPts val="1200"/>
              <a:buChar char="•"/>
              <a:defRPr sz="1200"/>
            </a:lvl3pPr>
            <a:lvl4pPr marL="1828800" lvl="3" indent="-304800" algn="l">
              <a:lnSpc>
                <a:spcPct val="100000"/>
              </a:lnSpc>
              <a:spcBef>
                <a:spcPts val="600"/>
              </a:spcBef>
              <a:spcAft>
                <a:spcPts val="0"/>
              </a:spcAft>
              <a:buClr>
                <a:schemeClr val="dk1"/>
              </a:buClr>
              <a:buSzPts val="1200"/>
              <a:buChar char="–"/>
              <a:defRPr sz="1200"/>
            </a:lvl4pPr>
            <a:lvl5pPr marL="2286000" lvl="4" indent="-304800" algn="l">
              <a:lnSpc>
                <a:spcPct val="100000"/>
              </a:lnSpc>
              <a:spcBef>
                <a:spcPts val="600"/>
              </a:spcBef>
              <a:spcAft>
                <a:spcPts val="0"/>
              </a:spcAft>
              <a:buClr>
                <a:schemeClr val="dk1"/>
              </a:buClr>
              <a:buSzPts val="1200"/>
              <a:buChar char="•"/>
              <a:defRPr sz="1200"/>
            </a:lvl5pPr>
            <a:lvl6pPr marL="2743200" lvl="5" indent="-304800" algn="l">
              <a:lnSpc>
                <a:spcPct val="100000"/>
              </a:lnSpc>
              <a:spcBef>
                <a:spcPts val="600"/>
              </a:spcBef>
              <a:spcAft>
                <a:spcPts val="0"/>
              </a:spcAft>
              <a:buClr>
                <a:schemeClr val="dk1"/>
              </a:buClr>
              <a:buSzPts val="1200"/>
              <a:buChar char="–"/>
              <a:defRPr sz="1200"/>
            </a:lvl6pPr>
            <a:lvl7pPr marL="3200400" lvl="6" indent="-304800" algn="l">
              <a:lnSpc>
                <a:spcPct val="100000"/>
              </a:lnSpc>
              <a:spcBef>
                <a:spcPts val="600"/>
              </a:spcBef>
              <a:spcAft>
                <a:spcPts val="0"/>
              </a:spcAft>
              <a:buClr>
                <a:schemeClr val="dk1"/>
              </a:buClr>
              <a:buSzPts val="1200"/>
              <a:buChar char="•"/>
              <a:defRPr sz="1200"/>
            </a:lvl7pPr>
            <a:lvl8pPr marL="3657600" lvl="7" indent="-304800" algn="l">
              <a:lnSpc>
                <a:spcPct val="100000"/>
              </a:lnSpc>
              <a:spcBef>
                <a:spcPts val="600"/>
              </a:spcBef>
              <a:spcAft>
                <a:spcPts val="0"/>
              </a:spcAft>
              <a:buClr>
                <a:schemeClr val="dk1"/>
              </a:buClr>
              <a:buSzPts val="1200"/>
              <a:buChar char="–"/>
              <a:defRPr sz="1200"/>
            </a:lvl8pPr>
            <a:lvl9pPr marL="4114800" lvl="8" indent="-304800" algn="l">
              <a:lnSpc>
                <a:spcPct val="100000"/>
              </a:lnSpc>
              <a:spcBef>
                <a:spcPts val="600"/>
              </a:spcBef>
              <a:spcAft>
                <a:spcPts val="600"/>
              </a:spcAft>
              <a:buClr>
                <a:schemeClr val="dk1"/>
              </a:buClr>
              <a:buSzPts val="1200"/>
              <a:buChar char="•"/>
              <a:defRPr sz="1200"/>
            </a:lvl9pPr>
          </a:lstStyle>
          <a:p>
            <a:endParaRPr/>
          </a:p>
        </p:txBody>
      </p:sp>
      <p:sp>
        <p:nvSpPr>
          <p:cNvPr id="183" name="Google Shape;183;p51"/>
          <p:cNvSpPr txBox="1">
            <a:spLocks noGrp="1"/>
          </p:cNvSpPr>
          <p:nvPr>
            <p:ph type="body" idx="4"/>
          </p:nvPr>
        </p:nvSpPr>
        <p:spPr>
          <a:xfrm>
            <a:off x="7376160" y="2103438"/>
            <a:ext cx="195072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200"/>
              <a:buNone/>
              <a:defRPr sz="1200"/>
            </a:lvl2pPr>
            <a:lvl3pPr marL="1371600" lvl="2" indent="-304800" algn="l">
              <a:lnSpc>
                <a:spcPct val="100000"/>
              </a:lnSpc>
              <a:spcBef>
                <a:spcPts val="600"/>
              </a:spcBef>
              <a:spcAft>
                <a:spcPts val="0"/>
              </a:spcAft>
              <a:buClr>
                <a:schemeClr val="dk1"/>
              </a:buClr>
              <a:buSzPts val="1200"/>
              <a:buChar char="•"/>
              <a:defRPr sz="1200"/>
            </a:lvl3pPr>
            <a:lvl4pPr marL="1828800" lvl="3" indent="-304800" algn="l">
              <a:lnSpc>
                <a:spcPct val="100000"/>
              </a:lnSpc>
              <a:spcBef>
                <a:spcPts val="600"/>
              </a:spcBef>
              <a:spcAft>
                <a:spcPts val="0"/>
              </a:spcAft>
              <a:buClr>
                <a:schemeClr val="dk1"/>
              </a:buClr>
              <a:buSzPts val="1200"/>
              <a:buChar char="–"/>
              <a:defRPr sz="1200"/>
            </a:lvl4pPr>
            <a:lvl5pPr marL="2286000" lvl="4" indent="-304800" algn="l">
              <a:lnSpc>
                <a:spcPct val="100000"/>
              </a:lnSpc>
              <a:spcBef>
                <a:spcPts val="600"/>
              </a:spcBef>
              <a:spcAft>
                <a:spcPts val="0"/>
              </a:spcAft>
              <a:buClr>
                <a:schemeClr val="dk1"/>
              </a:buClr>
              <a:buSzPts val="1200"/>
              <a:buChar char="•"/>
              <a:defRPr sz="1200"/>
            </a:lvl5pPr>
            <a:lvl6pPr marL="2743200" lvl="5" indent="-304800" algn="l">
              <a:lnSpc>
                <a:spcPct val="100000"/>
              </a:lnSpc>
              <a:spcBef>
                <a:spcPts val="600"/>
              </a:spcBef>
              <a:spcAft>
                <a:spcPts val="0"/>
              </a:spcAft>
              <a:buClr>
                <a:schemeClr val="dk1"/>
              </a:buClr>
              <a:buSzPts val="1200"/>
              <a:buChar char="–"/>
              <a:defRPr sz="1200"/>
            </a:lvl6pPr>
            <a:lvl7pPr marL="3200400" lvl="6" indent="-304800" algn="l">
              <a:lnSpc>
                <a:spcPct val="100000"/>
              </a:lnSpc>
              <a:spcBef>
                <a:spcPts val="600"/>
              </a:spcBef>
              <a:spcAft>
                <a:spcPts val="0"/>
              </a:spcAft>
              <a:buClr>
                <a:schemeClr val="dk1"/>
              </a:buClr>
              <a:buSzPts val="1200"/>
              <a:buChar char="•"/>
              <a:defRPr sz="1200"/>
            </a:lvl7pPr>
            <a:lvl8pPr marL="3657600" lvl="7" indent="-304800" algn="l">
              <a:lnSpc>
                <a:spcPct val="100000"/>
              </a:lnSpc>
              <a:spcBef>
                <a:spcPts val="600"/>
              </a:spcBef>
              <a:spcAft>
                <a:spcPts val="0"/>
              </a:spcAft>
              <a:buClr>
                <a:schemeClr val="dk1"/>
              </a:buClr>
              <a:buSzPts val="1200"/>
              <a:buChar char="–"/>
              <a:defRPr sz="1200"/>
            </a:lvl8pPr>
            <a:lvl9pPr marL="4114800" lvl="8" indent="-304800" algn="l">
              <a:lnSpc>
                <a:spcPct val="100000"/>
              </a:lnSpc>
              <a:spcBef>
                <a:spcPts val="600"/>
              </a:spcBef>
              <a:spcAft>
                <a:spcPts val="600"/>
              </a:spcAft>
              <a:buClr>
                <a:schemeClr val="dk1"/>
              </a:buClr>
              <a:buSzPts val="1200"/>
              <a:buChar char="•"/>
              <a:defRPr sz="1200"/>
            </a:lvl9pPr>
          </a:lstStyle>
          <a:p>
            <a:endParaRPr/>
          </a:p>
        </p:txBody>
      </p:sp>
      <p:sp>
        <p:nvSpPr>
          <p:cNvPr id="184" name="Google Shape;184;p51"/>
          <p:cNvSpPr txBox="1">
            <a:spLocks noGrp="1"/>
          </p:cNvSpPr>
          <p:nvPr>
            <p:ph type="body" idx="5"/>
          </p:nvPr>
        </p:nvSpPr>
        <p:spPr>
          <a:xfrm>
            <a:off x="9631680" y="2103438"/>
            <a:ext cx="195072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200"/>
              <a:buNone/>
              <a:defRPr sz="1200"/>
            </a:lvl2pPr>
            <a:lvl3pPr marL="1371600" lvl="2" indent="-304800" algn="l">
              <a:lnSpc>
                <a:spcPct val="100000"/>
              </a:lnSpc>
              <a:spcBef>
                <a:spcPts val="600"/>
              </a:spcBef>
              <a:spcAft>
                <a:spcPts val="0"/>
              </a:spcAft>
              <a:buClr>
                <a:schemeClr val="dk1"/>
              </a:buClr>
              <a:buSzPts val="1200"/>
              <a:buChar char="•"/>
              <a:defRPr sz="1200"/>
            </a:lvl3pPr>
            <a:lvl4pPr marL="1828800" lvl="3" indent="-304800" algn="l">
              <a:lnSpc>
                <a:spcPct val="100000"/>
              </a:lnSpc>
              <a:spcBef>
                <a:spcPts val="600"/>
              </a:spcBef>
              <a:spcAft>
                <a:spcPts val="0"/>
              </a:spcAft>
              <a:buClr>
                <a:schemeClr val="dk1"/>
              </a:buClr>
              <a:buSzPts val="1200"/>
              <a:buChar char="–"/>
              <a:defRPr sz="1200"/>
            </a:lvl4pPr>
            <a:lvl5pPr marL="2286000" lvl="4" indent="-304800" algn="l">
              <a:lnSpc>
                <a:spcPct val="100000"/>
              </a:lnSpc>
              <a:spcBef>
                <a:spcPts val="600"/>
              </a:spcBef>
              <a:spcAft>
                <a:spcPts val="0"/>
              </a:spcAft>
              <a:buClr>
                <a:schemeClr val="dk1"/>
              </a:buClr>
              <a:buSzPts val="1200"/>
              <a:buChar char="•"/>
              <a:defRPr sz="1200"/>
            </a:lvl5pPr>
            <a:lvl6pPr marL="2743200" lvl="5" indent="-304800" algn="l">
              <a:lnSpc>
                <a:spcPct val="100000"/>
              </a:lnSpc>
              <a:spcBef>
                <a:spcPts val="600"/>
              </a:spcBef>
              <a:spcAft>
                <a:spcPts val="0"/>
              </a:spcAft>
              <a:buClr>
                <a:schemeClr val="dk1"/>
              </a:buClr>
              <a:buSzPts val="1200"/>
              <a:buChar char="–"/>
              <a:defRPr sz="1200"/>
            </a:lvl6pPr>
            <a:lvl7pPr marL="3200400" lvl="6" indent="-304800" algn="l">
              <a:lnSpc>
                <a:spcPct val="100000"/>
              </a:lnSpc>
              <a:spcBef>
                <a:spcPts val="600"/>
              </a:spcBef>
              <a:spcAft>
                <a:spcPts val="0"/>
              </a:spcAft>
              <a:buClr>
                <a:schemeClr val="dk1"/>
              </a:buClr>
              <a:buSzPts val="1200"/>
              <a:buChar char="•"/>
              <a:defRPr sz="1200"/>
            </a:lvl7pPr>
            <a:lvl8pPr marL="3657600" lvl="7" indent="-304800" algn="l">
              <a:lnSpc>
                <a:spcPct val="100000"/>
              </a:lnSpc>
              <a:spcBef>
                <a:spcPts val="600"/>
              </a:spcBef>
              <a:spcAft>
                <a:spcPts val="0"/>
              </a:spcAft>
              <a:buClr>
                <a:schemeClr val="dk1"/>
              </a:buClr>
              <a:buSzPts val="1200"/>
              <a:buChar char="–"/>
              <a:defRPr sz="1200"/>
            </a:lvl8pPr>
            <a:lvl9pPr marL="4114800" lvl="8" indent="-304800" algn="l">
              <a:lnSpc>
                <a:spcPct val="100000"/>
              </a:lnSpc>
              <a:spcBef>
                <a:spcPts val="600"/>
              </a:spcBef>
              <a:spcAft>
                <a:spcPts val="600"/>
              </a:spcAft>
              <a:buClr>
                <a:schemeClr val="dk1"/>
              </a:buClr>
              <a:buSzPts val="1200"/>
              <a:buChar char="•"/>
              <a:defRPr sz="1200"/>
            </a:lvl9pPr>
          </a:lstStyle>
          <a:p>
            <a:endParaRPr/>
          </a:p>
        </p:txBody>
      </p:sp>
      <p:sp>
        <p:nvSpPr>
          <p:cNvPr id="185" name="Google Shape;185;p51"/>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186" name="Google Shape;186;p51"/>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7" name="Google Shape;187;p51"/>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8" name="Google Shape;188;p51"/>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60968455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Three Images">
  <p:cSld name="Three Images">
    <p:spTree>
      <p:nvGrpSpPr>
        <p:cNvPr id="1" name="Shape 189"/>
        <p:cNvGrpSpPr/>
        <p:nvPr/>
      </p:nvGrpSpPr>
      <p:grpSpPr>
        <a:xfrm>
          <a:off x="0" y="0"/>
          <a:ext cx="0" cy="0"/>
          <a:chOff x="0" y="0"/>
          <a:chExt cx="0" cy="0"/>
        </a:xfrm>
      </p:grpSpPr>
      <p:sp>
        <p:nvSpPr>
          <p:cNvPr id="190" name="Google Shape;190;p52"/>
          <p:cNvSpPr>
            <a:spLocks noGrp="1"/>
          </p:cNvSpPr>
          <p:nvPr>
            <p:ph type="pic" idx="2"/>
          </p:nvPr>
        </p:nvSpPr>
        <p:spPr>
          <a:xfrm>
            <a:off x="609600" y="2100264"/>
            <a:ext cx="3414184" cy="2197417"/>
          </a:xfrm>
          <a:prstGeom prst="rect">
            <a:avLst/>
          </a:prstGeom>
          <a:solidFill>
            <a:srgbClr val="DEDEDE"/>
          </a:solidFill>
          <a:ln>
            <a:noFill/>
          </a:ln>
        </p:spPr>
      </p:sp>
      <p:sp>
        <p:nvSpPr>
          <p:cNvPr id="191" name="Google Shape;191;p52"/>
          <p:cNvSpPr txBox="1">
            <a:spLocks noGrp="1"/>
          </p:cNvSpPr>
          <p:nvPr>
            <p:ph type="body" idx="1"/>
          </p:nvPr>
        </p:nvSpPr>
        <p:spPr>
          <a:xfrm>
            <a:off x="609600" y="4480560"/>
            <a:ext cx="3414184" cy="16916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000"/>
              <a:buNone/>
              <a:defRPr sz="1000" b="1"/>
            </a:lvl1pPr>
            <a:lvl2pPr marL="914400" lvl="1" indent="-228600" algn="l">
              <a:lnSpc>
                <a:spcPct val="100000"/>
              </a:lnSpc>
              <a:spcBef>
                <a:spcPts val="300"/>
              </a:spcBef>
              <a:spcAft>
                <a:spcPts val="0"/>
              </a:spcAft>
              <a:buClr>
                <a:schemeClr val="dk1"/>
              </a:buClr>
              <a:buSzPts val="1400"/>
              <a:buNone/>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300"/>
              </a:spcAft>
              <a:buClr>
                <a:schemeClr val="dk1"/>
              </a:buClr>
              <a:buSzPts val="1400"/>
              <a:buChar char="•"/>
              <a:defRPr/>
            </a:lvl9pPr>
          </a:lstStyle>
          <a:p>
            <a:endParaRPr/>
          </a:p>
        </p:txBody>
      </p:sp>
      <p:sp>
        <p:nvSpPr>
          <p:cNvPr id="192" name="Google Shape;192;p52"/>
          <p:cNvSpPr>
            <a:spLocks noGrp="1"/>
          </p:cNvSpPr>
          <p:nvPr>
            <p:ph type="pic" idx="3"/>
          </p:nvPr>
        </p:nvSpPr>
        <p:spPr>
          <a:xfrm>
            <a:off x="4389967" y="2100264"/>
            <a:ext cx="3412067" cy="2197417"/>
          </a:xfrm>
          <a:prstGeom prst="rect">
            <a:avLst/>
          </a:prstGeom>
          <a:solidFill>
            <a:srgbClr val="DEDEDE"/>
          </a:solidFill>
          <a:ln>
            <a:noFill/>
          </a:ln>
        </p:spPr>
      </p:sp>
      <p:sp>
        <p:nvSpPr>
          <p:cNvPr id="193" name="Google Shape;193;p52"/>
          <p:cNvSpPr txBox="1">
            <a:spLocks noGrp="1"/>
          </p:cNvSpPr>
          <p:nvPr>
            <p:ph type="body" idx="4"/>
          </p:nvPr>
        </p:nvSpPr>
        <p:spPr>
          <a:xfrm>
            <a:off x="4389968" y="4480560"/>
            <a:ext cx="3412067" cy="16916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000"/>
              <a:buNone/>
              <a:defRPr sz="1000" b="1"/>
            </a:lvl1pPr>
            <a:lvl2pPr marL="914400" lvl="1" indent="-228600" algn="l">
              <a:lnSpc>
                <a:spcPct val="100000"/>
              </a:lnSpc>
              <a:spcBef>
                <a:spcPts val="300"/>
              </a:spcBef>
              <a:spcAft>
                <a:spcPts val="0"/>
              </a:spcAft>
              <a:buClr>
                <a:schemeClr val="dk1"/>
              </a:buClr>
              <a:buSzPts val="1400"/>
              <a:buNone/>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300"/>
              </a:spcAft>
              <a:buClr>
                <a:schemeClr val="dk1"/>
              </a:buClr>
              <a:buSzPts val="1400"/>
              <a:buChar char="•"/>
              <a:defRPr/>
            </a:lvl9pPr>
          </a:lstStyle>
          <a:p>
            <a:endParaRPr/>
          </a:p>
        </p:txBody>
      </p:sp>
      <p:sp>
        <p:nvSpPr>
          <p:cNvPr id="194" name="Google Shape;194;p52"/>
          <p:cNvSpPr>
            <a:spLocks noGrp="1"/>
          </p:cNvSpPr>
          <p:nvPr>
            <p:ph type="pic" idx="5"/>
          </p:nvPr>
        </p:nvSpPr>
        <p:spPr>
          <a:xfrm>
            <a:off x="8168218" y="2100264"/>
            <a:ext cx="3414183" cy="2197417"/>
          </a:xfrm>
          <a:prstGeom prst="rect">
            <a:avLst/>
          </a:prstGeom>
          <a:solidFill>
            <a:srgbClr val="DEDEDE"/>
          </a:solidFill>
          <a:ln>
            <a:noFill/>
          </a:ln>
        </p:spPr>
      </p:sp>
      <p:sp>
        <p:nvSpPr>
          <p:cNvPr id="195" name="Google Shape;195;p52"/>
          <p:cNvSpPr txBox="1">
            <a:spLocks noGrp="1"/>
          </p:cNvSpPr>
          <p:nvPr>
            <p:ph type="body" idx="6"/>
          </p:nvPr>
        </p:nvSpPr>
        <p:spPr>
          <a:xfrm>
            <a:off x="8168218" y="4480560"/>
            <a:ext cx="3414183" cy="16916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000"/>
              <a:buNone/>
              <a:defRPr sz="1000" b="1"/>
            </a:lvl1pPr>
            <a:lvl2pPr marL="914400" lvl="1" indent="-228600" algn="l">
              <a:lnSpc>
                <a:spcPct val="100000"/>
              </a:lnSpc>
              <a:spcBef>
                <a:spcPts val="300"/>
              </a:spcBef>
              <a:spcAft>
                <a:spcPts val="0"/>
              </a:spcAft>
              <a:buClr>
                <a:schemeClr val="dk1"/>
              </a:buClr>
              <a:buSzPts val="1400"/>
              <a:buNone/>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300"/>
              </a:spcAft>
              <a:buClr>
                <a:schemeClr val="dk1"/>
              </a:buClr>
              <a:buSzPts val="1400"/>
              <a:buChar char="•"/>
              <a:defRPr/>
            </a:lvl9pPr>
          </a:lstStyle>
          <a:p>
            <a:endParaRPr/>
          </a:p>
        </p:txBody>
      </p:sp>
      <p:sp>
        <p:nvSpPr>
          <p:cNvPr id="196" name="Google Shape;196;p52"/>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197" name="Google Shape;197;p52"/>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8" name="Google Shape;198;p52"/>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p52"/>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25473934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Four Text Boxes for Icons">
  <p:cSld name="Four Text Boxes for Icons">
    <p:spTree>
      <p:nvGrpSpPr>
        <p:cNvPr id="1" name="Shape 200"/>
        <p:cNvGrpSpPr/>
        <p:nvPr/>
      </p:nvGrpSpPr>
      <p:grpSpPr>
        <a:xfrm>
          <a:off x="0" y="0"/>
          <a:ext cx="0" cy="0"/>
          <a:chOff x="0" y="0"/>
          <a:chExt cx="0" cy="0"/>
        </a:xfrm>
      </p:grpSpPr>
      <p:sp>
        <p:nvSpPr>
          <p:cNvPr id="201" name="Google Shape;201;p53"/>
          <p:cNvSpPr txBox="1">
            <a:spLocks noGrp="1"/>
          </p:cNvSpPr>
          <p:nvPr>
            <p:ph type="body" idx="1"/>
          </p:nvPr>
        </p:nvSpPr>
        <p:spPr>
          <a:xfrm>
            <a:off x="609600" y="3429000"/>
            <a:ext cx="2462784"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000"/>
              <a:buNone/>
              <a:defRPr sz="1000" b="1"/>
            </a:lvl1pPr>
            <a:lvl2pPr marL="914400" lvl="1" indent="-228600" algn="l">
              <a:lnSpc>
                <a:spcPct val="100000"/>
              </a:lnSpc>
              <a:spcBef>
                <a:spcPts val="300"/>
              </a:spcBef>
              <a:spcAft>
                <a:spcPts val="0"/>
              </a:spcAft>
              <a:buClr>
                <a:schemeClr val="dk1"/>
              </a:buClr>
              <a:buSzPts val="1400"/>
              <a:buNone/>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300"/>
              </a:spcAft>
              <a:buClr>
                <a:schemeClr val="dk1"/>
              </a:buClr>
              <a:buSzPts val="1400"/>
              <a:buChar char="•"/>
              <a:defRPr/>
            </a:lvl9pPr>
          </a:lstStyle>
          <a:p>
            <a:endParaRPr/>
          </a:p>
        </p:txBody>
      </p:sp>
      <p:sp>
        <p:nvSpPr>
          <p:cNvPr id="202" name="Google Shape;202;p53"/>
          <p:cNvSpPr txBox="1">
            <a:spLocks noGrp="1"/>
          </p:cNvSpPr>
          <p:nvPr>
            <p:ph type="body" idx="2"/>
          </p:nvPr>
        </p:nvSpPr>
        <p:spPr>
          <a:xfrm>
            <a:off x="3446272" y="3429000"/>
            <a:ext cx="2462784"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000"/>
              <a:buNone/>
              <a:defRPr sz="1000" b="1"/>
            </a:lvl1pPr>
            <a:lvl2pPr marL="914400" lvl="1" indent="-228600" algn="l">
              <a:lnSpc>
                <a:spcPct val="100000"/>
              </a:lnSpc>
              <a:spcBef>
                <a:spcPts val="300"/>
              </a:spcBef>
              <a:spcAft>
                <a:spcPts val="0"/>
              </a:spcAft>
              <a:buClr>
                <a:schemeClr val="dk1"/>
              </a:buClr>
              <a:buSzPts val="1400"/>
              <a:buNone/>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300"/>
              </a:spcAft>
              <a:buClr>
                <a:schemeClr val="dk1"/>
              </a:buClr>
              <a:buSzPts val="1400"/>
              <a:buChar char="•"/>
              <a:defRPr/>
            </a:lvl9pPr>
          </a:lstStyle>
          <a:p>
            <a:endParaRPr/>
          </a:p>
        </p:txBody>
      </p:sp>
      <p:sp>
        <p:nvSpPr>
          <p:cNvPr id="203" name="Google Shape;203;p53"/>
          <p:cNvSpPr txBox="1">
            <a:spLocks noGrp="1"/>
          </p:cNvSpPr>
          <p:nvPr>
            <p:ph type="body" idx="3"/>
          </p:nvPr>
        </p:nvSpPr>
        <p:spPr>
          <a:xfrm>
            <a:off x="6282944" y="3429000"/>
            <a:ext cx="2462784"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000"/>
              <a:buNone/>
              <a:defRPr sz="1000" b="1"/>
            </a:lvl1pPr>
            <a:lvl2pPr marL="914400" lvl="1" indent="-228600" algn="l">
              <a:lnSpc>
                <a:spcPct val="100000"/>
              </a:lnSpc>
              <a:spcBef>
                <a:spcPts val="300"/>
              </a:spcBef>
              <a:spcAft>
                <a:spcPts val="0"/>
              </a:spcAft>
              <a:buClr>
                <a:schemeClr val="dk1"/>
              </a:buClr>
              <a:buSzPts val="1400"/>
              <a:buNone/>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300"/>
              </a:spcAft>
              <a:buClr>
                <a:schemeClr val="dk1"/>
              </a:buClr>
              <a:buSzPts val="1400"/>
              <a:buChar char="•"/>
              <a:defRPr/>
            </a:lvl9pPr>
          </a:lstStyle>
          <a:p>
            <a:endParaRPr/>
          </a:p>
        </p:txBody>
      </p:sp>
      <p:sp>
        <p:nvSpPr>
          <p:cNvPr id="204" name="Google Shape;204;p53"/>
          <p:cNvSpPr txBox="1">
            <a:spLocks noGrp="1"/>
          </p:cNvSpPr>
          <p:nvPr>
            <p:ph type="body" idx="4"/>
          </p:nvPr>
        </p:nvSpPr>
        <p:spPr>
          <a:xfrm>
            <a:off x="9119616" y="3429000"/>
            <a:ext cx="2462784"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000"/>
              <a:buNone/>
              <a:defRPr sz="1000" b="1"/>
            </a:lvl1pPr>
            <a:lvl2pPr marL="914400" lvl="1" indent="-228600" algn="l">
              <a:lnSpc>
                <a:spcPct val="100000"/>
              </a:lnSpc>
              <a:spcBef>
                <a:spcPts val="300"/>
              </a:spcBef>
              <a:spcAft>
                <a:spcPts val="0"/>
              </a:spcAft>
              <a:buClr>
                <a:schemeClr val="dk1"/>
              </a:buClr>
              <a:buSzPts val="1400"/>
              <a:buNone/>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300"/>
              </a:spcAft>
              <a:buClr>
                <a:schemeClr val="dk1"/>
              </a:buClr>
              <a:buSzPts val="1400"/>
              <a:buChar char="•"/>
              <a:defRPr/>
            </a:lvl9pPr>
          </a:lstStyle>
          <a:p>
            <a:endParaRPr/>
          </a:p>
        </p:txBody>
      </p:sp>
      <p:sp>
        <p:nvSpPr>
          <p:cNvPr id="205" name="Google Shape;205;p53"/>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206" name="Google Shape;206;p53"/>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7" name="Google Shape;207;p53"/>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8" name="Google Shape;208;p53"/>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241794807"/>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matchingName="Four Team Images">
  <p:cSld name="Four Team Images">
    <p:spTree>
      <p:nvGrpSpPr>
        <p:cNvPr id="1" name="Shape 209"/>
        <p:cNvGrpSpPr/>
        <p:nvPr/>
      </p:nvGrpSpPr>
      <p:grpSpPr>
        <a:xfrm>
          <a:off x="0" y="0"/>
          <a:ext cx="0" cy="0"/>
          <a:chOff x="0" y="0"/>
          <a:chExt cx="0" cy="0"/>
        </a:xfrm>
      </p:grpSpPr>
      <p:sp>
        <p:nvSpPr>
          <p:cNvPr id="210" name="Google Shape;210;p54"/>
          <p:cNvSpPr>
            <a:spLocks noGrp="1"/>
          </p:cNvSpPr>
          <p:nvPr>
            <p:ph type="pic" idx="2"/>
          </p:nvPr>
        </p:nvSpPr>
        <p:spPr>
          <a:xfrm>
            <a:off x="609600" y="2103120"/>
            <a:ext cx="1767840" cy="1325880"/>
          </a:xfrm>
          <a:prstGeom prst="rect">
            <a:avLst/>
          </a:prstGeom>
          <a:solidFill>
            <a:srgbClr val="DEDEDE"/>
          </a:solidFill>
          <a:ln>
            <a:noFill/>
          </a:ln>
        </p:spPr>
      </p:sp>
      <p:sp>
        <p:nvSpPr>
          <p:cNvPr id="211" name="Google Shape;211;p54"/>
          <p:cNvSpPr txBox="1">
            <a:spLocks noGrp="1"/>
          </p:cNvSpPr>
          <p:nvPr>
            <p:ph type="body" idx="1"/>
          </p:nvPr>
        </p:nvSpPr>
        <p:spPr>
          <a:xfrm>
            <a:off x="609600" y="3657600"/>
            <a:ext cx="2462784"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b="1"/>
            </a:lvl1pPr>
            <a:lvl2pPr marL="914400" lvl="1" indent="-228600" algn="l">
              <a:lnSpc>
                <a:spcPct val="100000"/>
              </a:lnSpc>
              <a:spcBef>
                <a:spcPts val="300"/>
              </a:spcBef>
              <a:spcAft>
                <a:spcPts val="0"/>
              </a:spcAft>
              <a:buClr>
                <a:schemeClr val="dk1"/>
              </a:buClr>
              <a:buSzPts val="1400"/>
              <a:buNone/>
              <a:defRPr sz="1400"/>
            </a:lvl2pPr>
            <a:lvl3pPr marL="1371600" lvl="2" indent="-317500" algn="l">
              <a:lnSpc>
                <a:spcPct val="100000"/>
              </a:lnSpc>
              <a:spcBef>
                <a:spcPts val="300"/>
              </a:spcBef>
              <a:spcAft>
                <a:spcPts val="0"/>
              </a:spcAft>
              <a:buClr>
                <a:schemeClr val="dk1"/>
              </a:buClr>
              <a:buSzPts val="1400"/>
              <a:buChar char="•"/>
              <a:defRPr sz="14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300"/>
              </a:spcAft>
              <a:buClr>
                <a:schemeClr val="dk1"/>
              </a:buClr>
              <a:buSzPts val="1400"/>
              <a:buChar char="•"/>
              <a:defRPr sz="1400"/>
            </a:lvl9pPr>
          </a:lstStyle>
          <a:p>
            <a:endParaRPr/>
          </a:p>
        </p:txBody>
      </p:sp>
      <p:sp>
        <p:nvSpPr>
          <p:cNvPr id="212" name="Google Shape;212;p54"/>
          <p:cNvSpPr>
            <a:spLocks noGrp="1"/>
          </p:cNvSpPr>
          <p:nvPr>
            <p:ph type="pic" idx="3"/>
          </p:nvPr>
        </p:nvSpPr>
        <p:spPr>
          <a:xfrm>
            <a:off x="3446272" y="2103120"/>
            <a:ext cx="1767840" cy="1325880"/>
          </a:xfrm>
          <a:prstGeom prst="rect">
            <a:avLst/>
          </a:prstGeom>
          <a:solidFill>
            <a:srgbClr val="DEDEDE"/>
          </a:solidFill>
          <a:ln>
            <a:noFill/>
          </a:ln>
        </p:spPr>
      </p:sp>
      <p:sp>
        <p:nvSpPr>
          <p:cNvPr id="213" name="Google Shape;213;p54"/>
          <p:cNvSpPr txBox="1">
            <a:spLocks noGrp="1"/>
          </p:cNvSpPr>
          <p:nvPr>
            <p:ph type="body" idx="4"/>
          </p:nvPr>
        </p:nvSpPr>
        <p:spPr>
          <a:xfrm>
            <a:off x="3446272" y="3657600"/>
            <a:ext cx="2462784"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b="1"/>
            </a:lvl1pPr>
            <a:lvl2pPr marL="914400" lvl="1" indent="-228600" algn="l">
              <a:lnSpc>
                <a:spcPct val="100000"/>
              </a:lnSpc>
              <a:spcBef>
                <a:spcPts val="300"/>
              </a:spcBef>
              <a:spcAft>
                <a:spcPts val="0"/>
              </a:spcAft>
              <a:buClr>
                <a:schemeClr val="dk1"/>
              </a:buClr>
              <a:buSzPts val="1400"/>
              <a:buNone/>
              <a:defRPr sz="1400"/>
            </a:lvl2pPr>
            <a:lvl3pPr marL="1371600" lvl="2" indent="-317500" algn="l">
              <a:lnSpc>
                <a:spcPct val="100000"/>
              </a:lnSpc>
              <a:spcBef>
                <a:spcPts val="300"/>
              </a:spcBef>
              <a:spcAft>
                <a:spcPts val="0"/>
              </a:spcAft>
              <a:buClr>
                <a:schemeClr val="dk1"/>
              </a:buClr>
              <a:buSzPts val="1400"/>
              <a:buChar char="•"/>
              <a:defRPr sz="14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300"/>
              </a:spcAft>
              <a:buClr>
                <a:schemeClr val="dk1"/>
              </a:buClr>
              <a:buSzPts val="1400"/>
              <a:buChar char="•"/>
              <a:defRPr sz="1400"/>
            </a:lvl9pPr>
          </a:lstStyle>
          <a:p>
            <a:endParaRPr/>
          </a:p>
        </p:txBody>
      </p:sp>
      <p:sp>
        <p:nvSpPr>
          <p:cNvPr id="214" name="Google Shape;214;p54"/>
          <p:cNvSpPr>
            <a:spLocks noGrp="1"/>
          </p:cNvSpPr>
          <p:nvPr>
            <p:ph type="pic" idx="5"/>
          </p:nvPr>
        </p:nvSpPr>
        <p:spPr>
          <a:xfrm>
            <a:off x="6282944" y="2103120"/>
            <a:ext cx="1767840" cy="1325880"/>
          </a:xfrm>
          <a:prstGeom prst="rect">
            <a:avLst/>
          </a:prstGeom>
          <a:solidFill>
            <a:srgbClr val="DEDEDE"/>
          </a:solidFill>
          <a:ln>
            <a:noFill/>
          </a:ln>
        </p:spPr>
      </p:sp>
      <p:sp>
        <p:nvSpPr>
          <p:cNvPr id="215" name="Google Shape;215;p54"/>
          <p:cNvSpPr txBox="1">
            <a:spLocks noGrp="1"/>
          </p:cNvSpPr>
          <p:nvPr>
            <p:ph type="body" idx="6"/>
          </p:nvPr>
        </p:nvSpPr>
        <p:spPr>
          <a:xfrm>
            <a:off x="6282944" y="3657600"/>
            <a:ext cx="2462784"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b="1"/>
            </a:lvl1pPr>
            <a:lvl2pPr marL="914400" lvl="1" indent="-228600" algn="l">
              <a:lnSpc>
                <a:spcPct val="100000"/>
              </a:lnSpc>
              <a:spcBef>
                <a:spcPts val="300"/>
              </a:spcBef>
              <a:spcAft>
                <a:spcPts val="0"/>
              </a:spcAft>
              <a:buClr>
                <a:schemeClr val="dk1"/>
              </a:buClr>
              <a:buSzPts val="1400"/>
              <a:buNone/>
              <a:defRPr sz="1400"/>
            </a:lvl2pPr>
            <a:lvl3pPr marL="1371600" lvl="2" indent="-317500" algn="l">
              <a:lnSpc>
                <a:spcPct val="100000"/>
              </a:lnSpc>
              <a:spcBef>
                <a:spcPts val="300"/>
              </a:spcBef>
              <a:spcAft>
                <a:spcPts val="0"/>
              </a:spcAft>
              <a:buClr>
                <a:schemeClr val="dk1"/>
              </a:buClr>
              <a:buSzPts val="1400"/>
              <a:buChar char="•"/>
              <a:defRPr sz="14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300"/>
              </a:spcAft>
              <a:buClr>
                <a:schemeClr val="dk1"/>
              </a:buClr>
              <a:buSzPts val="1400"/>
              <a:buChar char="•"/>
              <a:defRPr sz="1400"/>
            </a:lvl9pPr>
          </a:lstStyle>
          <a:p>
            <a:endParaRPr/>
          </a:p>
        </p:txBody>
      </p:sp>
      <p:sp>
        <p:nvSpPr>
          <p:cNvPr id="216" name="Google Shape;216;p54"/>
          <p:cNvSpPr>
            <a:spLocks noGrp="1"/>
          </p:cNvSpPr>
          <p:nvPr>
            <p:ph type="pic" idx="7"/>
          </p:nvPr>
        </p:nvSpPr>
        <p:spPr>
          <a:xfrm>
            <a:off x="9119616" y="2103120"/>
            <a:ext cx="1767840" cy="1325880"/>
          </a:xfrm>
          <a:prstGeom prst="rect">
            <a:avLst/>
          </a:prstGeom>
          <a:solidFill>
            <a:srgbClr val="DEDEDE"/>
          </a:solidFill>
          <a:ln>
            <a:noFill/>
          </a:ln>
        </p:spPr>
      </p:sp>
      <p:sp>
        <p:nvSpPr>
          <p:cNvPr id="217" name="Google Shape;217;p54"/>
          <p:cNvSpPr txBox="1">
            <a:spLocks noGrp="1"/>
          </p:cNvSpPr>
          <p:nvPr>
            <p:ph type="body" idx="8"/>
          </p:nvPr>
        </p:nvSpPr>
        <p:spPr>
          <a:xfrm>
            <a:off x="9119616" y="3657600"/>
            <a:ext cx="2462784"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b="1"/>
            </a:lvl1pPr>
            <a:lvl2pPr marL="914400" lvl="1" indent="-228600" algn="l">
              <a:lnSpc>
                <a:spcPct val="100000"/>
              </a:lnSpc>
              <a:spcBef>
                <a:spcPts val="300"/>
              </a:spcBef>
              <a:spcAft>
                <a:spcPts val="0"/>
              </a:spcAft>
              <a:buClr>
                <a:schemeClr val="dk1"/>
              </a:buClr>
              <a:buSzPts val="1400"/>
              <a:buNone/>
              <a:defRPr sz="1400"/>
            </a:lvl2pPr>
            <a:lvl3pPr marL="1371600" lvl="2" indent="-317500" algn="l">
              <a:lnSpc>
                <a:spcPct val="100000"/>
              </a:lnSpc>
              <a:spcBef>
                <a:spcPts val="300"/>
              </a:spcBef>
              <a:spcAft>
                <a:spcPts val="0"/>
              </a:spcAft>
              <a:buClr>
                <a:schemeClr val="dk1"/>
              </a:buClr>
              <a:buSzPts val="1400"/>
              <a:buChar char="•"/>
              <a:defRPr sz="14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300"/>
              </a:spcAft>
              <a:buClr>
                <a:schemeClr val="dk1"/>
              </a:buClr>
              <a:buSzPts val="1400"/>
              <a:buChar char="•"/>
              <a:defRPr sz="1400"/>
            </a:lvl9pPr>
          </a:lstStyle>
          <a:p>
            <a:endParaRPr/>
          </a:p>
        </p:txBody>
      </p:sp>
      <p:sp>
        <p:nvSpPr>
          <p:cNvPr id="218" name="Google Shape;218;p54"/>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219" name="Google Shape;219;p54"/>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0" name="Google Shape;220;p54"/>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1" name="Google Shape;221;p54"/>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37418157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One Column Chart">
  <p:cSld name="One Column Chart">
    <p:spTree>
      <p:nvGrpSpPr>
        <p:cNvPr id="1" name="Shape 222"/>
        <p:cNvGrpSpPr/>
        <p:nvPr/>
      </p:nvGrpSpPr>
      <p:grpSpPr>
        <a:xfrm>
          <a:off x="0" y="0"/>
          <a:ext cx="0" cy="0"/>
          <a:chOff x="0" y="0"/>
          <a:chExt cx="0" cy="0"/>
        </a:xfrm>
      </p:grpSpPr>
      <p:sp>
        <p:nvSpPr>
          <p:cNvPr id="223" name="Google Shape;223;p55"/>
          <p:cNvSpPr txBox="1">
            <a:spLocks noGrp="1"/>
          </p:cNvSpPr>
          <p:nvPr>
            <p:ph type="body" idx="1"/>
          </p:nvPr>
        </p:nvSpPr>
        <p:spPr>
          <a:xfrm>
            <a:off x="609600" y="2103438"/>
            <a:ext cx="34141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24" name="Google Shape;224;p55"/>
          <p:cNvSpPr>
            <a:spLocks noGrp="1"/>
          </p:cNvSpPr>
          <p:nvPr>
            <p:ph type="chart" idx="2"/>
          </p:nvPr>
        </p:nvSpPr>
        <p:spPr>
          <a:xfrm>
            <a:off x="5242560" y="1417320"/>
            <a:ext cx="6339840" cy="4754880"/>
          </a:xfrm>
          <a:prstGeom prst="rect">
            <a:avLst/>
          </a:prstGeom>
          <a:noFill/>
          <a:ln>
            <a:noFill/>
          </a:ln>
        </p:spPr>
        <p:txBody>
          <a:bodyPr spcFirstLastPara="1" wrap="square" lIns="0" tIns="0" rIns="0" bIns="0" anchor="ctr" anchorCtr="0">
            <a:noAutofit/>
          </a:bodyPr>
          <a:lstStyle>
            <a:lvl1pPr marR="0" lvl="0" algn="ct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rtl="0">
              <a:lnSpc>
                <a:spcPct val="10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6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25" name="Google Shape;225;p55"/>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226" name="Google Shape;226;p55"/>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7" name="Google Shape;227;p55"/>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8" name="Google Shape;228;p55"/>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27320504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Title and Content - Subtitle">
  <p:cSld name="Title and Content - Subtitle">
    <p:spTree>
      <p:nvGrpSpPr>
        <p:cNvPr id="1" name="Shape 229"/>
        <p:cNvGrpSpPr/>
        <p:nvPr/>
      </p:nvGrpSpPr>
      <p:grpSpPr>
        <a:xfrm>
          <a:off x="0" y="0"/>
          <a:ext cx="0" cy="0"/>
          <a:chOff x="0" y="0"/>
          <a:chExt cx="0" cy="0"/>
        </a:xfrm>
      </p:grpSpPr>
      <p:sp>
        <p:nvSpPr>
          <p:cNvPr id="230" name="Google Shape;230;p56"/>
          <p:cNvSpPr txBox="1">
            <a:spLocks noGrp="1"/>
          </p:cNvSpPr>
          <p:nvPr>
            <p:ph type="body" idx="1"/>
          </p:nvPr>
        </p:nvSpPr>
        <p:spPr>
          <a:xfrm>
            <a:off x="609600" y="2103438"/>
            <a:ext cx="10972801"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31" name="Google Shape;231;p56"/>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232" name="Google Shape;232;p56"/>
          <p:cNvSpPr txBox="1">
            <a:spLocks noGrp="1"/>
          </p:cNvSpPr>
          <p:nvPr>
            <p:ph type="subTitle" idx="2"/>
          </p:nvPr>
        </p:nvSpPr>
        <p:spPr>
          <a:xfrm>
            <a:off x="609599" y="914402"/>
            <a:ext cx="10972803" cy="914399"/>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1800"/>
              <a:buNone/>
              <a:defRPr sz="1800" b="0">
                <a:solidFill>
                  <a:schemeClr val="dk1"/>
                </a:solidFill>
              </a:defRPr>
            </a:lvl1pPr>
            <a:lvl2pPr lvl="1" algn="l">
              <a:lnSpc>
                <a:spcPct val="85000"/>
              </a:lnSpc>
              <a:spcBef>
                <a:spcPts val="0"/>
              </a:spcBef>
              <a:spcAft>
                <a:spcPts val="0"/>
              </a:spcAft>
              <a:buClr>
                <a:schemeClr val="dk1"/>
              </a:buClr>
              <a:buSzPts val="1800"/>
              <a:buNone/>
              <a:defRPr sz="1800"/>
            </a:lvl2pPr>
            <a:lvl3pPr lvl="2" algn="l">
              <a:lnSpc>
                <a:spcPct val="85000"/>
              </a:lnSpc>
              <a:spcBef>
                <a:spcPts val="0"/>
              </a:spcBef>
              <a:spcAft>
                <a:spcPts val="0"/>
              </a:spcAft>
              <a:buClr>
                <a:schemeClr val="dk1"/>
              </a:buClr>
              <a:buSzPts val="1800"/>
              <a:buNone/>
              <a:defRPr sz="1800"/>
            </a:lvl3pPr>
            <a:lvl4pPr lvl="3" algn="l">
              <a:lnSpc>
                <a:spcPct val="85000"/>
              </a:lnSpc>
              <a:spcBef>
                <a:spcPts val="0"/>
              </a:spcBef>
              <a:spcAft>
                <a:spcPts val="0"/>
              </a:spcAft>
              <a:buClr>
                <a:schemeClr val="dk1"/>
              </a:buClr>
              <a:buSzPts val="1800"/>
              <a:buNone/>
              <a:defRPr sz="1800"/>
            </a:lvl4pPr>
            <a:lvl5pPr lvl="4" algn="l">
              <a:lnSpc>
                <a:spcPct val="85000"/>
              </a:lnSpc>
              <a:spcBef>
                <a:spcPts val="0"/>
              </a:spcBef>
              <a:spcAft>
                <a:spcPts val="0"/>
              </a:spcAft>
              <a:buClr>
                <a:schemeClr val="dk1"/>
              </a:buClr>
              <a:buSzPts val="1800"/>
              <a:buNone/>
              <a:defRPr sz="1800"/>
            </a:lvl5pPr>
            <a:lvl6pPr lvl="5" algn="l">
              <a:lnSpc>
                <a:spcPct val="85000"/>
              </a:lnSpc>
              <a:spcBef>
                <a:spcPts val="0"/>
              </a:spcBef>
              <a:spcAft>
                <a:spcPts val="0"/>
              </a:spcAft>
              <a:buClr>
                <a:schemeClr val="dk1"/>
              </a:buClr>
              <a:buSzPts val="1800"/>
              <a:buNone/>
              <a:defRPr sz="1800"/>
            </a:lvl6pPr>
            <a:lvl7pPr lvl="6" algn="l">
              <a:lnSpc>
                <a:spcPct val="85000"/>
              </a:lnSpc>
              <a:spcBef>
                <a:spcPts val="0"/>
              </a:spcBef>
              <a:spcAft>
                <a:spcPts val="0"/>
              </a:spcAft>
              <a:buClr>
                <a:schemeClr val="dk1"/>
              </a:buClr>
              <a:buSzPts val="1800"/>
              <a:buNone/>
              <a:defRPr sz="1800"/>
            </a:lvl7pPr>
            <a:lvl8pPr lvl="7" algn="l">
              <a:lnSpc>
                <a:spcPct val="85000"/>
              </a:lnSpc>
              <a:spcBef>
                <a:spcPts val="0"/>
              </a:spcBef>
              <a:spcAft>
                <a:spcPts val="0"/>
              </a:spcAft>
              <a:buClr>
                <a:schemeClr val="dk1"/>
              </a:buClr>
              <a:buSzPts val="1800"/>
              <a:buNone/>
              <a:defRPr sz="1800"/>
            </a:lvl8pPr>
            <a:lvl9pPr lvl="8" algn="l">
              <a:lnSpc>
                <a:spcPct val="85000"/>
              </a:lnSpc>
              <a:spcBef>
                <a:spcPts val="0"/>
              </a:spcBef>
              <a:spcAft>
                <a:spcPts val="0"/>
              </a:spcAft>
              <a:buClr>
                <a:schemeClr val="dk1"/>
              </a:buClr>
              <a:buSzPts val="1800"/>
              <a:buNone/>
              <a:defRPr sz="1800"/>
            </a:lvl9pPr>
          </a:lstStyle>
          <a:p>
            <a:endParaRPr/>
          </a:p>
        </p:txBody>
      </p:sp>
      <p:sp>
        <p:nvSpPr>
          <p:cNvPr id="233" name="Google Shape;233;p56"/>
          <p:cNvSpPr txBox="1">
            <a:spLocks noGrp="1"/>
          </p:cNvSpPr>
          <p:nvPr>
            <p:ph type="title"/>
          </p:nvPr>
        </p:nvSpPr>
        <p:spPr>
          <a:xfrm>
            <a:off x="609600" y="457200"/>
            <a:ext cx="10972800" cy="4572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4" name="Google Shape;234;p56"/>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5" name="Google Shape;235;p56"/>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56649396"/>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One Column Content - Subtitle">
  <p:cSld name="One Column Content - Subtitle">
    <p:spTree>
      <p:nvGrpSpPr>
        <p:cNvPr id="1" name="Shape 236"/>
        <p:cNvGrpSpPr/>
        <p:nvPr/>
      </p:nvGrpSpPr>
      <p:grpSpPr>
        <a:xfrm>
          <a:off x="0" y="0"/>
          <a:ext cx="0" cy="0"/>
          <a:chOff x="0" y="0"/>
          <a:chExt cx="0" cy="0"/>
        </a:xfrm>
      </p:grpSpPr>
      <p:sp>
        <p:nvSpPr>
          <p:cNvPr id="237" name="Google Shape;237;p57"/>
          <p:cNvSpPr txBox="1">
            <a:spLocks noGrp="1"/>
          </p:cNvSpPr>
          <p:nvPr>
            <p:ph type="body" idx="1"/>
          </p:nvPr>
        </p:nvSpPr>
        <p:spPr>
          <a:xfrm>
            <a:off x="609600" y="2103438"/>
            <a:ext cx="34141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38" name="Google Shape;238;p57"/>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239" name="Google Shape;239;p57"/>
          <p:cNvSpPr txBox="1">
            <a:spLocks noGrp="1"/>
          </p:cNvSpPr>
          <p:nvPr>
            <p:ph type="title"/>
          </p:nvPr>
        </p:nvSpPr>
        <p:spPr>
          <a:xfrm>
            <a:off x="609600" y="457200"/>
            <a:ext cx="10972800" cy="4572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0" name="Google Shape;240;p57"/>
          <p:cNvSpPr txBox="1">
            <a:spLocks noGrp="1"/>
          </p:cNvSpPr>
          <p:nvPr>
            <p:ph type="subTitle" idx="2"/>
          </p:nvPr>
        </p:nvSpPr>
        <p:spPr>
          <a:xfrm>
            <a:off x="609599" y="914402"/>
            <a:ext cx="10972803" cy="914399"/>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1800"/>
              <a:buNone/>
              <a:defRPr sz="1800" b="0">
                <a:solidFill>
                  <a:schemeClr val="dk1"/>
                </a:solidFill>
              </a:defRPr>
            </a:lvl1pPr>
            <a:lvl2pPr lvl="1" algn="l">
              <a:lnSpc>
                <a:spcPct val="85000"/>
              </a:lnSpc>
              <a:spcBef>
                <a:spcPts val="0"/>
              </a:spcBef>
              <a:spcAft>
                <a:spcPts val="0"/>
              </a:spcAft>
              <a:buClr>
                <a:schemeClr val="dk1"/>
              </a:buClr>
              <a:buSzPts val="1800"/>
              <a:buNone/>
              <a:defRPr sz="1800"/>
            </a:lvl2pPr>
            <a:lvl3pPr lvl="2" algn="l">
              <a:lnSpc>
                <a:spcPct val="85000"/>
              </a:lnSpc>
              <a:spcBef>
                <a:spcPts val="0"/>
              </a:spcBef>
              <a:spcAft>
                <a:spcPts val="0"/>
              </a:spcAft>
              <a:buClr>
                <a:schemeClr val="dk1"/>
              </a:buClr>
              <a:buSzPts val="1800"/>
              <a:buNone/>
              <a:defRPr sz="1800"/>
            </a:lvl3pPr>
            <a:lvl4pPr lvl="3" algn="l">
              <a:lnSpc>
                <a:spcPct val="85000"/>
              </a:lnSpc>
              <a:spcBef>
                <a:spcPts val="0"/>
              </a:spcBef>
              <a:spcAft>
                <a:spcPts val="0"/>
              </a:spcAft>
              <a:buClr>
                <a:schemeClr val="dk1"/>
              </a:buClr>
              <a:buSzPts val="1800"/>
              <a:buNone/>
              <a:defRPr sz="1800"/>
            </a:lvl4pPr>
            <a:lvl5pPr lvl="4" algn="l">
              <a:lnSpc>
                <a:spcPct val="85000"/>
              </a:lnSpc>
              <a:spcBef>
                <a:spcPts val="0"/>
              </a:spcBef>
              <a:spcAft>
                <a:spcPts val="0"/>
              </a:spcAft>
              <a:buClr>
                <a:schemeClr val="dk1"/>
              </a:buClr>
              <a:buSzPts val="1800"/>
              <a:buNone/>
              <a:defRPr sz="1800"/>
            </a:lvl5pPr>
            <a:lvl6pPr lvl="5" algn="l">
              <a:lnSpc>
                <a:spcPct val="85000"/>
              </a:lnSpc>
              <a:spcBef>
                <a:spcPts val="0"/>
              </a:spcBef>
              <a:spcAft>
                <a:spcPts val="0"/>
              </a:spcAft>
              <a:buClr>
                <a:schemeClr val="dk1"/>
              </a:buClr>
              <a:buSzPts val="1800"/>
              <a:buNone/>
              <a:defRPr sz="1800"/>
            </a:lvl6pPr>
            <a:lvl7pPr lvl="6" algn="l">
              <a:lnSpc>
                <a:spcPct val="85000"/>
              </a:lnSpc>
              <a:spcBef>
                <a:spcPts val="0"/>
              </a:spcBef>
              <a:spcAft>
                <a:spcPts val="0"/>
              </a:spcAft>
              <a:buClr>
                <a:schemeClr val="dk1"/>
              </a:buClr>
              <a:buSzPts val="1800"/>
              <a:buNone/>
              <a:defRPr sz="1800"/>
            </a:lvl7pPr>
            <a:lvl8pPr lvl="7" algn="l">
              <a:lnSpc>
                <a:spcPct val="85000"/>
              </a:lnSpc>
              <a:spcBef>
                <a:spcPts val="0"/>
              </a:spcBef>
              <a:spcAft>
                <a:spcPts val="0"/>
              </a:spcAft>
              <a:buClr>
                <a:schemeClr val="dk1"/>
              </a:buClr>
              <a:buSzPts val="1800"/>
              <a:buNone/>
              <a:defRPr sz="1800"/>
            </a:lvl8pPr>
            <a:lvl9pPr lvl="8" algn="l">
              <a:lnSpc>
                <a:spcPct val="85000"/>
              </a:lnSpc>
              <a:spcBef>
                <a:spcPts val="0"/>
              </a:spcBef>
              <a:spcAft>
                <a:spcPts val="0"/>
              </a:spcAft>
              <a:buClr>
                <a:schemeClr val="dk1"/>
              </a:buClr>
              <a:buSzPts val="1800"/>
              <a:buNone/>
              <a:defRPr sz="1800"/>
            </a:lvl9pPr>
          </a:lstStyle>
          <a:p>
            <a:endParaRPr/>
          </a:p>
        </p:txBody>
      </p:sp>
      <p:sp>
        <p:nvSpPr>
          <p:cNvPr id="241" name="Google Shape;241;p57"/>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2" name="Google Shape;242;p57"/>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512991279"/>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Two Content - Subtitle">
  <p:cSld name="Two Content - Subtitle">
    <p:spTree>
      <p:nvGrpSpPr>
        <p:cNvPr id="1" name="Shape 243"/>
        <p:cNvGrpSpPr/>
        <p:nvPr/>
      </p:nvGrpSpPr>
      <p:grpSpPr>
        <a:xfrm>
          <a:off x="0" y="0"/>
          <a:ext cx="0" cy="0"/>
          <a:chOff x="0" y="0"/>
          <a:chExt cx="0" cy="0"/>
        </a:xfrm>
      </p:grpSpPr>
      <p:sp>
        <p:nvSpPr>
          <p:cNvPr id="244" name="Google Shape;244;p58"/>
          <p:cNvSpPr txBox="1">
            <a:spLocks noGrp="1"/>
          </p:cNvSpPr>
          <p:nvPr>
            <p:ph type="body" idx="1"/>
          </p:nvPr>
        </p:nvSpPr>
        <p:spPr>
          <a:xfrm>
            <a:off x="609599" y="2103440"/>
            <a:ext cx="5306484" cy="406876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45" name="Google Shape;245;p58"/>
          <p:cNvSpPr txBox="1">
            <a:spLocks noGrp="1"/>
          </p:cNvSpPr>
          <p:nvPr>
            <p:ph type="body" idx="2"/>
          </p:nvPr>
        </p:nvSpPr>
        <p:spPr>
          <a:xfrm>
            <a:off x="6275917" y="2103439"/>
            <a:ext cx="5306483" cy="406876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46" name="Google Shape;246;p58"/>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247" name="Google Shape;247;p58"/>
          <p:cNvSpPr txBox="1">
            <a:spLocks noGrp="1"/>
          </p:cNvSpPr>
          <p:nvPr>
            <p:ph type="title"/>
          </p:nvPr>
        </p:nvSpPr>
        <p:spPr>
          <a:xfrm>
            <a:off x="609600" y="457200"/>
            <a:ext cx="10972800" cy="4572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8" name="Google Shape;248;p58"/>
          <p:cNvSpPr txBox="1">
            <a:spLocks noGrp="1"/>
          </p:cNvSpPr>
          <p:nvPr>
            <p:ph type="subTitle" idx="3"/>
          </p:nvPr>
        </p:nvSpPr>
        <p:spPr>
          <a:xfrm>
            <a:off x="609599" y="914402"/>
            <a:ext cx="10972803" cy="914399"/>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1800"/>
              <a:buNone/>
              <a:defRPr sz="1800" b="0">
                <a:solidFill>
                  <a:schemeClr val="dk1"/>
                </a:solidFill>
              </a:defRPr>
            </a:lvl1pPr>
            <a:lvl2pPr lvl="1" algn="l">
              <a:lnSpc>
                <a:spcPct val="85000"/>
              </a:lnSpc>
              <a:spcBef>
                <a:spcPts val="0"/>
              </a:spcBef>
              <a:spcAft>
                <a:spcPts val="0"/>
              </a:spcAft>
              <a:buClr>
                <a:schemeClr val="dk1"/>
              </a:buClr>
              <a:buSzPts val="1800"/>
              <a:buNone/>
              <a:defRPr sz="1800"/>
            </a:lvl2pPr>
            <a:lvl3pPr lvl="2" algn="l">
              <a:lnSpc>
                <a:spcPct val="85000"/>
              </a:lnSpc>
              <a:spcBef>
                <a:spcPts val="0"/>
              </a:spcBef>
              <a:spcAft>
                <a:spcPts val="0"/>
              </a:spcAft>
              <a:buClr>
                <a:schemeClr val="dk1"/>
              </a:buClr>
              <a:buSzPts val="1800"/>
              <a:buNone/>
              <a:defRPr sz="1800"/>
            </a:lvl3pPr>
            <a:lvl4pPr lvl="3" algn="l">
              <a:lnSpc>
                <a:spcPct val="85000"/>
              </a:lnSpc>
              <a:spcBef>
                <a:spcPts val="0"/>
              </a:spcBef>
              <a:spcAft>
                <a:spcPts val="0"/>
              </a:spcAft>
              <a:buClr>
                <a:schemeClr val="dk1"/>
              </a:buClr>
              <a:buSzPts val="1800"/>
              <a:buNone/>
              <a:defRPr sz="1800"/>
            </a:lvl4pPr>
            <a:lvl5pPr lvl="4" algn="l">
              <a:lnSpc>
                <a:spcPct val="85000"/>
              </a:lnSpc>
              <a:spcBef>
                <a:spcPts val="0"/>
              </a:spcBef>
              <a:spcAft>
                <a:spcPts val="0"/>
              </a:spcAft>
              <a:buClr>
                <a:schemeClr val="dk1"/>
              </a:buClr>
              <a:buSzPts val="1800"/>
              <a:buNone/>
              <a:defRPr sz="1800"/>
            </a:lvl5pPr>
            <a:lvl6pPr lvl="5" algn="l">
              <a:lnSpc>
                <a:spcPct val="85000"/>
              </a:lnSpc>
              <a:spcBef>
                <a:spcPts val="0"/>
              </a:spcBef>
              <a:spcAft>
                <a:spcPts val="0"/>
              </a:spcAft>
              <a:buClr>
                <a:schemeClr val="dk1"/>
              </a:buClr>
              <a:buSzPts val="1800"/>
              <a:buNone/>
              <a:defRPr sz="1800"/>
            </a:lvl6pPr>
            <a:lvl7pPr lvl="6" algn="l">
              <a:lnSpc>
                <a:spcPct val="85000"/>
              </a:lnSpc>
              <a:spcBef>
                <a:spcPts val="0"/>
              </a:spcBef>
              <a:spcAft>
                <a:spcPts val="0"/>
              </a:spcAft>
              <a:buClr>
                <a:schemeClr val="dk1"/>
              </a:buClr>
              <a:buSzPts val="1800"/>
              <a:buNone/>
              <a:defRPr sz="1800"/>
            </a:lvl7pPr>
            <a:lvl8pPr lvl="7" algn="l">
              <a:lnSpc>
                <a:spcPct val="85000"/>
              </a:lnSpc>
              <a:spcBef>
                <a:spcPts val="0"/>
              </a:spcBef>
              <a:spcAft>
                <a:spcPts val="0"/>
              </a:spcAft>
              <a:buClr>
                <a:schemeClr val="dk1"/>
              </a:buClr>
              <a:buSzPts val="1800"/>
              <a:buNone/>
              <a:defRPr sz="1800"/>
            </a:lvl8pPr>
            <a:lvl9pPr lvl="8" algn="l">
              <a:lnSpc>
                <a:spcPct val="85000"/>
              </a:lnSpc>
              <a:spcBef>
                <a:spcPts val="0"/>
              </a:spcBef>
              <a:spcAft>
                <a:spcPts val="0"/>
              </a:spcAft>
              <a:buClr>
                <a:schemeClr val="dk1"/>
              </a:buClr>
              <a:buSzPts val="1800"/>
              <a:buNone/>
              <a:defRPr sz="1800"/>
            </a:lvl9pPr>
          </a:lstStyle>
          <a:p>
            <a:endParaRPr/>
          </a:p>
        </p:txBody>
      </p:sp>
      <p:sp>
        <p:nvSpPr>
          <p:cNvPr id="249" name="Google Shape;249;p58"/>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58"/>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162658628"/>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Content and Image - Subtitle">
  <p:cSld name="Content and Image - Subtitle">
    <p:spTree>
      <p:nvGrpSpPr>
        <p:cNvPr id="1" name="Shape 251"/>
        <p:cNvGrpSpPr/>
        <p:nvPr/>
      </p:nvGrpSpPr>
      <p:grpSpPr>
        <a:xfrm>
          <a:off x="0" y="0"/>
          <a:ext cx="0" cy="0"/>
          <a:chOff x="0" y="0"/>
          <a:chExt cx="0" cy="0"/>
        </a:xfrm>
      </p:grpSpPr>
      <p:sp>
        <p:nvSpPr>
          <p:cNvPr id="252" name="Google Shape;252;p59"/>
          <p:cNvSpPr>
            <a:spLocks noGrp="1"/>
          </p:cNvSpPr>
          <p:nvPr>
            <p:ph type="pic" idx="2"/>
          </p:nvPr>
        </p:nvSpPr>
        <p:spPr>
          <a:xfrm>
            <a:off x="6096000" y="0"/>
            <a:ext cx="6096000" cy="6858000"/>
          </a:xfrm>
          <a:prstGeom prst="rect">
            <a:avLst/>
          </a:prstGeom>
          <a:solidFill>
            <a:srgbClr val="DEDEDE"/>
          </a:solidFill>
          <a:ln>
            <a:noFill/>
          </a:ln>
        </p:spPr>
      </p:sp>
      <p:sp>
        <p:nvSpPr>
          <p:cNvPr id="253" name="Google Shape;253;p59"/>
          <p:cNvSpPr txBox="1">
            <a:spLocks noGrp="1"/>
          </p:cNvSpPr>
          <p:nvPr>
            <p:ph type="body" idx="1"/>
          </p:nvPr>
        </p:nvSpPr>
        <p:spPr>
          <a:xfrm>
            <a:off x="609599" y="2103438"/>
            <a:ext cx="53064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54" name="Google Shape;254;p59"/>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9pPr>
          </a:lstStyle>
          <a:p>
            <a:fld id="{00000000-1234-1234-1234-123412341234}" type="slidenum">
              <a:rPr lang="fr-FR" smtClean="0"/>
              <a:pPr/>
              <a:t>‹N°›</a:t>
            </a:fld>
            <a:endParaRPr lang="fr-FR"/>
          </a:p>
        </p:txBody>
      </p:sp>
      <p:sp>
        <p:nvSpPr>
          <p:cNvPr id="255" name="Google Shape;255;p59"/>
          <p:cNvSpPr txBox="1">
            <a:spLocks noGrp="1"/>
          </p:cNvSpPr>
          <p:nvPr>
            <p:ph type="title"/>
          </p:nvPr>
        </p:nvSpPr>
        <p:spPr>
          <a:xfrm>
            <a:off x="609601" y="457200"/>
            <a:ext cx="5306484" cy="4572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6" name="Google Shape;256;p59"/>
          <p:cNvSpPr txBox="1">
            <a:spLocks noGrp="1"/>
          </p:cNvSpPr>
          <p:nvPr>
            <p:ph type="subTitle" idx="3"/>
          </p:nvPr>
        </p:nvSpPr>
        <p:spPr>
          <a:xfrm>
            <a:off x="609599" y="914402"/>
            <a:ext cx="5306484" cy="914399"/>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1800"/>
              <a:buNone/>
              <a:defRPr sz="1800" b="0">
                <a:solidFill>
                  <a:schemeClr val="dk1"/>
                </a:solidFill>
              </a:defRPr>
            </a:lvl1pPr>
            <a:lvl2pPr lvl="1" algn="l">
              <a:lnSpc>
                <a:spcPct val="85000"/>
              </a:lnSpc>
              <a:spcBef>
                <a:spcPts val="0"/>
              </a:spcBef>
              <a:spcAft>
                <a:spcPts val="0"/>
              </a:spcAft>
              <a:buClr>
                <a:schemeClr val="dk1"/>
              </a:buClr>
              <a:buSzPts val="1800"/>
              <a:buNone/>
              <a:defRPr sz="1800"/>
            </a:lvl2pPr>
            <a:lvl3pPr lvl="2" algn="l">
              <a:lnSpc>
                <a:spcPct val="85000"/>
              </a:lnSpc>
              <a:spcBef>
                <a:spcPts val="0"/>
              </a:spcBef>
              <a:spcAft>
                <a:spcPts val="0"/>
              </a:spcAft>
              <a:buClr>
                <a:schemeClr val="dk1"/>
              </a:buClr>
              <a:buSzPts val="1800"/>
              <a:buNone/>
              <a:defRPr sz="1800"/>
            </a:lvl3pPr>
            <a:lvl4pPr lvl="3" algn="l">
              <a:lnSpc>
                <a:spcPct val="85000"/>
              </a:lnSpc>
              <a:spcBef>
                <a:spcPts val="0"/>
              </a:spcBef>
              <a:spcAft>
                <a:spcPts val="0"/>
              </a:spcAft>
              <a:buClr>
                <a:schemeClr val="dk1"/>
              </a:buClr>
              <a:buSzPts val="1800"/>
              <a:buNone/>
              <a:defRPr sz="1800"/>
            </a:lvl4pPr>
            <a:lvl5pPr lvl="4" algn="l">
              <a:lnSpc>
                <a:spcPct val="85000"/>
              </a:lnSpc>
              <a:spcBef>
                <a:spcPts val="0"/>
              </a:spcBef>
              <a:spcAft>
                <a:spcPts val="0"/>
              </a:spcAft>
              <a:buClr>
                <a:schemeClr val="dk1"/>
              </a:buClr>
              <a:buSzPts val="1800"/>
              <a:buNone/>
              <a:defRPr sz="1800"/>
            </a:lvl5pPr>
            <a:lvl6pPr lvl="5" algn="l">
              <a:lnSpc>
                <a:spcPct val="85000"/>
              </a:lnSpc>
              <a:spcBef>
                <a:spcPts val="0"/>
              </a:spcBef>
              <a:spcAft>
                <a:spcPts val="0"/>
              </a:spcAft>
              <a:buClr>
                <a:schemeClr val="dk1"/>
              </a:buClr>
              <a:buSzPts val="1800"/>
              <a:buNone/>
              <a:defRPr sz="1800"/>
            </a:lvl6pPr>
            <a:lvl7pPr lvl="6" algn="l">
              <a:lnSpc>
                <a:spcPct val="85000"/>
              </a:lnSpc>
              <a:spcBef>
                <a:spcPts val="0"/>
              </a:spcBef>
              <a:spcAft>
                <a:spcPts val="0"/>
              </a:spcAft>
              <a:buClr>
                <a:schemeClr val="dk1"/>
              </a:buClr>
              <a:buSzPts val="1800"/>
              <a:buNone/>
              <a:defRPr sz="1800"/>
            </a:lvl7pPr>
            <a:lvl8pPr lvl="7" algn="l">
              <a:lnSpc>
                <a:spcPct val="85000"/>
              </a:lnSpc>
              <a:spcBef>
                <a:spcPts val="0"/>
              </a:spcBef>
              <a:spcAft>
                <a:spcPts val="0"/>
              </a:spcAft>
              <a:buClr>
                <a:schemeClr val="dk1"/>
              </a:buClr>
              <a:buSzPts val="1800"/>
              <a:buNone/>
              <a:defRPr sz="1800"/>
            </a:lvl8pPr>
            <a:lvl9pPr lvl="8" algn="l">
              <a:lnSpc>
                <a:spcPct val="85000"/>
              </a:lnSpc>
              <a:spcBef>
                <a:spcPts val="0"/>
              </a:spcBef>
              <a:spcAft>
                <a:spcPts val="0"/>
              </a:spcAft>
              <a:buClr>
                <a:schemeClr val="dk1"/>
              </a:buClr>
              <a:buSzPts val="1800"/>
              <a:buNone/>
              <a:defRPr sz="1800"/>
            </a:lvl9pPr>
          </a:lstStyle>
          <a:p>
            <a:endParaRPr/>
          </a:p>
        </p:txBody>
      </p:sp>
      <p:sp>
        <p:nvSpPr>
          <p:cNvPr id="257" name="Google Shape;257;p59"/>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8" name="Google Shape;258;p59"/>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97661502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matchingName="Three Content - Subtitle">
  <p:cSld name="Three Content - Subtitle">
    <p:spTree>
      <p:nvGrpSpPr>
        <p:cNvPr id="1" name="Shape 259"/>
        <p:cNvGrpSpPr/>
        <p:nvPr/>
      </p:nvGrpSpPr>
      <p:grpSpPr>
        <a:xfrm>
          <a:off x="0" y="0"/>
          <a:ext cx="0" cy="0"/>
          <a:chOff x="0" y="0"/>
          <a:chExt cx="0" cy="0"/>
        </a:xfrm>
      </p:grpSpPr>
      <p:sp>
        <p:nvSpPr>
          <p:cNvPr id="260" name="Google Shape;260;p60"/>
          <p:cNvSpPr txBox="1">
            <a:spLocks noGrp="1"/>
          </p:cNvSpPr>
          <p:nvPr>
            <p:ph type="body" idx="1"/>
          </p:nvPr>
        </p:nvSpPr>
        <p:spPr>
          <a:xfrm>
            <a:off x="609600" y="2103439"/>
            <a:ext cx="34141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61" name="Google Shape;261;p60"/>
          <p:cNvSpPr txBox="1">
            <a:spLocks noGrp="1"/>
          </p:cNvSpPr>
          <p:nvPr>
            <p:ph type="body" idx="2"/>
          </p:nvPr>
        </p:nvSpPr>
        <p:spPr>
          <a:xfrm>
            <a:off x="4389967" y="2103439"/>
            <a:ext cx="3412067"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62" name="Google Shape;262;p60"/>
          <p:cNvSpPr txBox="1">
            <a:spLocks noGrp="1"/>
          </p:cNvSpPr>
          <p:nvPr>
            <p:ph type="body" idx="3"/>
          </p:nvPr>
        </p:nvSpPr>
        <p:spPr>
          <a:xfrm>
            <a:off x="8168218" y="2103439"/>
            <a:ext cx="3414183"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63" name="Google Shape;263;p60"/>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264" name="Google Shape;264;p60"/>
          <p:cNvSpPr txBox="1">
            <a:spLocks noGrp="1"/>
          </p:cNvSpPr>
          <p:nvPr>
            <p:ph type="title"/>
          </p:nvPr>
        </p:nvSpPr>
        <p:spPr>
          <a:xfrm>
            <a:off x="609600" y="457200"/>
            <a:ext cx="10972800" cy="4572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5" name="Google Shape;265;p60"/>
          <p:cNvSpPr txBox="1">
            <a:spLocks noGrp="1"/>
          </p:cNvSpPr>
          <p:nvPr>
            <p:ph type="subTitle" idx="4"/>
          </p:nvPr>
        </p:nvSpPr>
        <p:spPr>
          <a:xfrm>
            <a:off x="609599" y="914402"/>
            <a:ext cx="10972803" cy="914399"/>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1800"/>
              <a:buNone/>
              <a:defRPr sz="1800" b="0">
                <a:solidFill>
                  <a:schemeClr val="dk1"/>
                </a:solidFill>
              </a:defRPr>
            </a:lvl1pPr>
            <a:lvl2pPr lvl="1" algn="l">
              <a:lnSpc>
                <a:spcPct val="85000"/>
              </a:lnSpc>
              <a:spcBef>
                <a:spcPts val="0"/>
              </a:spcBef>
              <a:spcAft>
                <a:spcPts val="0"/>
              </a:spcAft>
              <a:buClr>
                <a:schemeClr val="dk1"/>
              </a:buClr>
              <a:buSzPts val="1800"/>
              <a:buNone/>
              <a:defRPr sz="1800"/>
            </a:lvl2pPr>
            <a:lvl3pPr lvl="2" algn="l">
              <a:lnSpc>
                <a:spcPct val="85000"/>
              </a:lnSpc>
              <a:spcBef>
                <a:spcPts val="0"/>
              </a:spcBef>
              <a:spcAft>
                <a:spcPts val="0"/>
              </a:spcAft>
              <a:buClr>
                <a:schemeClr val="dk1"/>
              </a:buClr>
              <a:buSzPts val="1800"/>
              <a:buNone/>
              <a:defRPr sz="1800"/>
            </a:lvl3pPr>
            <a:lvl4pPr lvl="3" algn="l">
              <a:lnSpc>
                <a:spcPct val="85000"/>
              </a:lnSpc>
              <a:spcBef>
                <a:spcPts val="0"/>
              </a:spcBef>
              <a:spcAft>
                <a:spcPts val="0"/>
              </a:spcAft>
              <a:buClr>
                <a:schemeClr val="dk1"/>
              </a:buClr>
              <a:buSzPts val="1800"/>
              <a:buNone/>
              <a:defRPr sz="1800"/>
            </a:lvl4pPr>
            <a:lvl5pPr lvl="4" algn="l">
              <a:lnSpc>
                <a:spcPct val="85000"/>
              </a:lnSpc>
              <a:spcBef>
                <a:spcPts val="0"/>
              </a:spcBef>
              <a:spcAft>
                <a:spcPts val="0"/>
              </a:spcAft>
              <a:buClr>
                <a:schemeClr val="dk1"/>
              </a:buClr>
              <a:buSzPts val="1800"/>
              <a:buNone/>
              <a:defRPr sz="1800"/>
            </a:lvl5pPr>
            <a:lvl6pPr lvl="5" algn="l">
              <a:lnSpc>
                <a:spcPct val="85000"/>
              </a:lnSpc>
              <a:spcBef>
                <a:spcPts val="0"/>
              </a:spcBef>
              <a:spcAft>
                <a:spcPts val="0"/>
              </a:spcAft>
              <a:buClr>
                <a:schemeClr val="dk1"/>
              </a:buClr>
              <a:buSzPts val="1800"/>
              <a:buNone/>
              <a:defRPr sz="1800"/>
            </a:lvl6pPr>
            <a:lvl7pPr lvl="6" algn="l">
              <a:lnSpc>
                <a:spcPct val="85000"/>
              </a:lnSpc>
              <a:spcBef>
                <a:spcPts val="0"/>
              </a:spcBef>
              <a:spcAft>
                <a:spcPts val="0"/>
              </a:spcAft>
              <a:buClr>
                <a:schemeClr val="dk1"/>
              </a:buClr>
              <a:buSzPts val="1800"/>
              <a:buNone/>
              <a:defRPr sz="1800"/>
            </a:lvl7pPr>
            <a:lvl8pPr lvl="7" algn="l">
              <a:lnSpc>
                <a:spcPct val="85000"/>
              </a:lnSpc>
              <a:spcBef>
                <a:spcPts val="0"/>
              </a:spcBef>
              <a:spcAft>
                <a:spcPts val="0"/>
              </a:spcAft>
              <a:buClr>
                <a:schemeClr val="dk1"/>
              </a:buClr>
              <a:buSzPts val="1800"/>
              <a:buNone/>
              <a:defRPr sz="1800"/>
            </a:lvl8pPr>
            <a:lvl9pPr lvl="8" algn="l">
              <a:lnSpc>
                <a:spcPct val="85000"/>
              </a:lnSpc>
              <a:spcBef>
                <a:spcPts val="0"/>
              </a:spcBef>
              <a:spcAft>
                <a:spcPts val="0"/>
              </a:spcAft>
              <a:buClr>
                <a:schemeClr val="dk1"/>
              </a:buClr>
              <a:buSzPts val="1800"/>
              <a:buNone/>
              <a:defRPr sz="1800"/>
            </a:lvl9pPr>
          </a:lstStyle>
          <a:p>
            <a:endParaRPr/>
          </a:p>
        </p:txBody>
      </p:sp>
      <p:sp>
        <p:nvSpPr>
          <p:cNvPr id="266" name="Google Shape;266;p60"/>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7" name="Google Shape;267;p60"/>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27279623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matchingName="Four Content - Subtitle">
  <p:cSld name="Four Content - Subtitle">
    <p:spTree>
      <p:nvGrpSpPr>
        <p:cNvPr id="1" name="Shape 268"/>
        <p:cNvGrpSpPr/>
        <p:nvPr/>
      </p:nvGrpSpPr>
      <p:grpSpPr>
        <a:xfrm>
          <a:off x="0" y="0"/>
          <a:ext cx="0" cy="0"/>
          <a:chOff x="0" y="0"/>
          <a:chExt cx="0" cy="0"/>
        </a:xfrm>
      </p:grpSpPr>
      <p:sp>
        <p:nvSpPr>
          <p:cNvPr id="269" name="Google Shape;269;p61"/>
          <p:cNvSpPr txBox="1">
            <a:spLocks noGrp="1"/>
          </p:cNvSpPr>
          <p:nvPr>
            <p:ph type="body" idx="1"/>
          </p:nvPr>
        </p:nvSpPr>
        <p:spPr>
          <a:xfrm>
            <a:off x="609600" y="2103438"/>
            <a:ext cx="24627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70" name="Google Shape;270;p61"/>
          <p:cNvSpPr txBox="1">
            <a:spLocks noGrp="1"/>
          </p:cNvSpPr>
          <p:nvPr>
            <p:ph type="body" idx="2"/>
          </p:nvPr>
        </p:nvSpPr>
        <p:spPr>
          <a:xfrm>
            <a:off x="3446272" y="2103438"/>
            <a:ext cx="24627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71" name="Google Shape;271;p61"/>
          <p:cNvSpPr txBox="1">
            <a:spLocks noGrp="1"/>
          </p:cNvSpPr>
          <p:nvPr>
            <p:ph type="body" idx="3"/>
          </p:nvPr>
        </p:nvSpPr>
        <p:spPr>
          <a:xfrm>
            <a:off x="6282944" y="2103438"/>
            <a:ext cx="24627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72" name="Google Shape;272;p61"/>
          <p:cNvSpPr txBox="1">
            <a:spLocks noGrp="1"/>
          </p:cNvSpPr>
          <p:nvPr>
            <p:ph type="body" idx="4"/>
          </p:nvPr>
        </p:nvSpPr>
        <p:spPr>
          <a:xfrm>
            <a:off x="9119616" y="2103438"/>
            <a:ext cx="24627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273" name="Google Shape;273;p61"/>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274" name="Google Shape;274;p61"/>
          <p:cNvSpPr txBox="1">
            <a:spLocks noGrp="1"/>
          </p:cNvSpPr>
          <p:nvPr>
            <p:ph type="title"/>
          </p:nvPr>
        </p:nvSpPr>
        <p:spPr>
          <a:xfrm>
            <a:off x="609600" y="457200"/>
            <a:ext cx="10972800" cy="4572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5" name="Google Shape;275;p61"/>
          <p:cNvSpPr txBox="1">
            <a:spLocks noGrp="1"/>
          </p:cNvSpPr>
          <p:nvPr>
            <p:ph type="subTitle" idx="5"/>
          </p:nvPr>
        </p:nvSpPr>
        <p:spPr>
          <a:xfrm>
            <a:off x="609599" y="914402"/>
            <a:ext cx="10972803" cy="914399"/>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1800"/>
              <a:buNone/>
              <a:defRPr sz="1800" b="0">
                <a:solidFill>
                  <a:schemeClr val="dk1"/>
                </a:solidFill>
              </a:defRPr>
            </a:lvl1pPr>
            <a:lvl2pPr lvl="1" algn="l">
              <a:lnSpc>
                <a:spcPct val="85000"/>
              </a:lnSpc>
              <a:spcBef>
                <a:spcPts val="0"/>
              </a:spcBef>
              <a:spcAft>
                <a:spcPts val="0"/>
              </a:spcAft>
              <a:buClr>
                <a:schemeClr val="dk1"/>
              </a:buClr>
              <a:buSzPts val="1800"/>
              <a:buNone/>
              <a:defRPr sz="1800"/>
            </a:lvl2pPr>
            <a:lvl3pPr lvl="2" algn="l">
              <a:lnSpc>
                <a:spcPct val="85000"/>
              </a:lnSpc>
              <a:spcBef>
                <a:spcPts val="0"/>
              </a:spcBef>
              <a:spcAft>
                <a:spcPts val="0"/>
              </a:spcAft>
              <a:buClr>
                <a:schemeClr val="dk1"/>
              </a:buClr>
              <a:buSzPts val="1800"/>
              <a:buNone/>
              <a:defRPr sz="1800"/>
            </a:lvl3pPr>
            <a:lvl4pPr lvl="3" algn="l">
              <a:lnSpc>
                <a:spcPct val="85000"/>
              </a:lnSpc>
              <a:spcBef>
                <a:spcPts val="0"/>
              </a:spcBef>
              <a:spcAft>
                <a:spcPts val="0"/>
              </a:spcAft>
              <a:buClr>
                <a:schemeClr val="dk1"/>
              </a:buClr>
              <a:buSzPts val="1800"/>
              <a:buNone/>
              <a:defRPr sz="1800"/>
            </a:lvl4pPr>
            <a:lvl5pPr lvl="4" algn="l">
              <a:lnSpc>
                <a:spcPct val="85000"/>
              </a:lnSpc>
              <a:spcBef>
                <a:spcPts val="0"/>
              </a:spcBef>
              <a:spcAft>
                <a:spcPts val="0"/>
              </a:spcAft>
              <a:buClr>
                <a:schemeClr val="dk1"/>
              </a:buClr>
              <a:buSzPts val="1800"/>
              <a:buNone/>
              <a:defRPr sz="1800"/>
            </a:lvl5pPr>
            <a:lvl6pPr lvl="5" algn="l">
              <a:lnSpc>
                <a:spcPct val="85000"/>
              </a:lnSpc>
              <a:spcBef>
                <a:spcPts val="0"/>
              </a:spcBef>
              <a:spcAft>
                <a:spcPts val="0"/>
              </a:spcAft>
              <a:buClr>
                <a:schemeClr val="dk1"/>
              </a:buClr>
              <a:buSzPts val="1800"/>
              <a:buNone/>
              <a:defRPr sz="1800"/>
            </a:lvl6pPr>
            <a:lvl7pPr lvl="6" algn="l">
              <a:lnSpc>
                <a:spcPct val="85000"/>
              </a:lnSpc>
              <a:spcBef>
                <a:spcPts val="0"/>
              </a:spcBef>
              <a:spcAft>
                <a:spcPts val="0"/>
              </a:spcAft>
              <a:buClr>
                <a:schemeClr val="dk1"/>
              </a:buClr>
              <a:buSzPts val="1800"/>
              <a:buNone/>
              <a:defRPr sz="1800"/>
            </a:lvl7pPr>
            <a:lvl8pPr lvl="7" algn="l">
              <a:lnSpc>
                <a:spcPct val="85000"/>
              </a:lnSpc>
              <a:spcBef>
                <a:spcPts val="0"/>
              </a:spcBef>
              <a:spcAft>
                <a:spcPts val="0"/>
              </a:spcAft>
              <a:buClr>
                <a:schemeClr val="dk1"/>
              </a:buClr>
              <a:buSzPts val="1800"/>
              <a:buNone/>
              <a:defRPr sz="1800"/>
            </a:lvl8pPr>
            <a:lvl9pPr lvl="8" algn="l">
              <a:lnSpc>
                <a:spcPct val="85000"/>
              </a:lnSpc>
              <a:spcBef>
                <a:spcPts val="0"/>
              </a:spcBef>
              <a:spcAft>
                <a:spcPts val="0"/>
              </a:spcAft>
              <a:buClr>
                <a:schemeClr val="dk1"/>
              </a:buClr>
              <a:buSzPts val="1800"/>
              <a:buNone/>
              <a:defRPr sz="1800"/>
            </a:lvl9pPr>
          </a:lstStyle>
          <a:p>
            <a:endParaRPr/>
          </a:p>
        </p:txBody>
      </p:sp>
      <p:sp>
        <p:nvSpPr>
          <p:cNvPr id="276" name="Google Shape;276;p61"/>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61"/>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6384789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matchingName="Five Content - Subtitle">
  <p:cSld name="Five Content - Subtitle">
    <p:spTree>
      <p:nvGrpSpPr>
        <p:cNvPr id="1" name="Shape 278"/>
        <p:cNvGrpSpPr/>
        <p:nvPr/>
      </p:nvGrpSpPr>
      <p:grpSpPr>
        <a:xfrm>
          <a:off x="0" y="0"/>
          <a:ext cx="0" cy="0"/>
          <a:chOff x="0" y="0"/>
          <a:chExt cx="0" cy="0"/>
        </a:xfrm>
      </p:grpSpPr>
      <p:sp>
        <p:nvSpPr>
          <p:cNvPr id="279" name="Google Shape;279;p62"/>
          <p:cNvSpPr txBox="1">
            <a:spLocks noGrp="1"/>
          </p:cNvSpPr>
          <p:nvPr>
            <p:ph type="body" idx="1"/>
          </p:nvPr>
        </p:nvSpPr>
        <p:spPr>
          <a:xfrm>
            <a:off x="609600" y="2103438"/>
            <a:ext cx="195072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200"/>
              <a:buNone/>
              <a:defRPr sz="1200"/>
            </a:lvl2pPr>
            <a:lvl3pPr marL="1371600" lvl="2" indent="-304800" algn="l">
              <a:lnSpc>
                <a:spcPct val="100000"/>
              </a:lnSpc>
              <a:spcBef>
                <a:spcPts val="600"/>
              </a:spcBef>
              <a:spcAft>
                <a:spcPts val="0"/>
              </a:spcAft>
              <a:buClr>
                <a:schemeClr val="dk1"/>
              </a:buClr>
              <a:buSzPts val="1200"/>
              <a:buChar char="•"/>
              <a:defRPr sz="1200"/>
            </a:lvl3pPr>
            <a:lvl4pPr marL="1828800" lvl="3" indent="-304800" algn="l">
              <a:lnSpc>
                <a:spcPct val="100000"/>
              </a:lnSpc>
              <a:spcBef>
                <a:spcPts val="600"/>
              </a:spcBef>
              <a:spcAft>
                <a:spcPts val="0"/>
              </a:spcAft>
              <a:buClr>
                <a:schemeClr val="dk1"/>
              </a:buClr>
              <a:buSzPts val="1200"/>
              <a:buChar char="–"/>
              <a:defRPr sz="1200"/>
            </a:lvl4pPr>
            <a:lvl5pPr marL="2286000" lvl="4" indent="-304800" algn="l">
              <a:lnSpc>
                <a:spcPct val="100000"/>
              </a:lnSpc>
              <a:spcBef>
                <a:spcPts val="600"/>
              </a:spcBef>
              <a:spcAft>
                <a:spcPts val="0"/>
              </a:spcAft>
              <a:buClr>
                <a:schemeClr val="dk1"/>
              </a:buClr>
              <a:buSzPts val="1200"/>
              <a:buChar char="•"/>
              <a:defRPr sz="1200"/>
            </a:lvl5pPr>
            <a:lvl6pPr marL="2743200" lvl="5" indent="-304800" algn="l">
              <a:lnSpc>
                <a:spcPct val="100000"/>
              </a:lnSpc>
              <a:spcBef>
                <a:spcPts val="600"/>
              </a:spcBef>
              <a:spcAft>
                <a:spcPts val="0"/>
              </a:spcAft>
              <a:buClr>
                <a:schemeClr val="dk1"/>
              </a:buClr>
              <a:buSzPts val="1200"/>
              <a:buChar char="–"/>
              <a:defRPr sz="1200"/>
            </a:lvl6pPr>
            <a:lvl7pPr marL="3200400" lvl="6" indent="-304800" algn="l">
              <a:lnSpc>
                <a:spcPct val="100000"/>
              </a:lnSpc>
              <a:spcBef>
                <a:spcPts val="600"/>
              </a:spcBef>
              <a:spcAft>
                <a:spcPts val="0"/>
              </a:spcAft>
              <a:buClr>
                <a:schemeClr val="dk1"/>
              </a:buClr>
              <a:buSzPts val="1200"/>
              <a:buChar char="•"/>
              <a:defRPr sz="1200"/>
            </a:lvl7pPr>
            <a:lvl8pPr marL="3657600" lvl="7" indent="-304800" algn="l">
              <a:lnSpc>
                <a:spcPct val="100000"/>
              </a:lnSpc>
              <a:spcBef>
                <a:spcPts val="600"/>
              </a:spcBef>
              <a:spcAft>
                <a:spcPts val="0"/>
              </a:spcAft>
              <a:buClr>
                <a:schemeClr val="dk1"/>
              </a:buClr>
              <a:buSzPts val="1200"/>
              <a:buChar char="–"/>
              <a:defRPr sz="1200"/>
            </a:lvl8pPr>
            <a:lvl9pPr marL="4114800" lvl="8" indent="-304800" algn="l">
              <a:lnSpc>
                <a:spcPct val="100000"/>
              </a:lnSpc>
              <a:spcBef>
                <a:spcPts val="600"/>
              </a:spcBef>
              <a:spcAft>
                <a:spcPts val="600"/>
              </a:spcAft>
              <a:buClr>
                <a:schemeClr val="dk1"/>
              </a:buClr>
              <a:buSzPts val="1200"/>
              <a:buChar char="•"/>
              <a:defRPr sz="1200"/>
            </a:lvl9pPr>
          </a:lstStyle>
          <a:p>
            <a:endParaRPr/>
          </a:p>
        </p:txBody>
      </p:sp>
      <p:sp>
        <p:nvSpPr>
          <p:cNvPr id="280" name="Google Shape;280;p62"/>
          <p:cNvSpPr txBox="1">
            <a:spLocks noGrp="1"/>
          </p:cNvSpPr>
          <p:nvPr>
            <p:ph type="body" idx="2"/>
          </p:nvPr>
        </p:nvSpPr>
        <p:spPr>
          <a:xfrm>
            <a:off x="2865120" y="2103438"/>
            <a:ext cx="195072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200"/>
              <a:buNone/>
              <a:defRPr sz="1200"/>
            </a:lvl2pPr>
            <a:lvl3pPr marL="1371600" lvl="2" indent="-304800" algn="l">
              <a:lnSpc>
                <a:spcPct val="100000"/>
              </a:lnSpc>
              <a:spcBef>
                <a:spcPts val="600"/>
              </a:spcBef>
              <a:spcAft>
                <a:spcPts val="0"/>
              </a:spcAft>
              <a:buClr>
                <a:schemeClr val="dk1"/>
              </a:buClr>
              <a:buSzPts val="1200"/>
              <a:buChar char="•"/>
              <a:defRPr sz="1200"/>
            </a:lvl3pPr>
            <a:lvl4pPr marL="1828800" lvl="3" indent="-304800" algn="l">
              <a:lnSpc>
                <a:spcPct val="100000"/>
              </a:lnSpc>
              <a:spcBef>
                <a:spcPts val="600"/>
              </a:spcBef>
              <a:spcAft>
                <a:spcPts val="0"/>
              </a:spcAft>
              <a:buClr>
                <a:schemeClr val="dk1"/>
              </a:buClr>
              <a:buSzPts val="1200"/>
              <a:buChar char="–"/>
              <a:defRPr sz="1200"/>
            </a:lvl4pPr>
            <a:lvl5pPr marL="2286000" lvl="4" indent="-304800" algn="l">
              <a:lnSpc>
                <a:spcPct val="100000"/>
              </a:lnSpc>
              <a:spcBef>
                <a:spcPts val="600"/>
              </a:spcBef>
              <a:spcAft>
                <a:spcPts val="0"/>
              </a:spcAft>
              <a:buClr>
                <a:schemeClr val="dk1"/>
              </a:buClr>
              <a:buSzPts val="1200"/>
              <a:buChar char="•"/>
              <a:defRPr sz="1200"/>
            </a:lvl5pPr>
            <a:lvl6pPr marL="2743200" lvl="5" indent="-304800" algn="l">
              <a:lnSpc>
                <a:spcPct val="100000"/>
              </a:lnSpc>
              <a:spcBef>
                <a:spcPts val="600"/>
              </a:spcBef>
              <a:spcAft>
                <a:spcPts val="0"/>
              </a:spcAft>
              <a:buClr>
                <a:schemeClr val="dk1"/>
              </a:buClr>
              <a:buSzPts val="1200"/>
              <a:buChar char="–"/>
              <a:defRPr sz="1200"/>
            </a:lvl6pPr>
            <a:lvl7pPr marL="3200400" lvl="6" indent="-304800" algn="l">
              <a:lnSpc>
                <a:spcPct val="100000"/>
              </a:lnSpc>
              <a:spcBef>
                <a:spcPts val="600"/>
              </a:spcBef>
              <a:spcAft>
                <a:spcPts val="0"/>
              </a:spcAft>
              <a:buClr>
                <a:schemeClr val="dk1"/>
              </a:buClr>
              <a:buSzPts val="1200"/>
              <a:buChar char="•"/>
              <a:defRPr sz="1200"/>
            </a:lvl7pPr>
            <a:lvl8pPr marL="3657600" lvl="7" indent="-304800" algn="l">
              <a:lnSpc>
                <a:spcPct val="100000"/>
              </a:lnSpc>
              <a:spcBef>
                <a:spcPts val="600"/>
              </a:spcBef>
              <a:spcAft>
                <a:spcPts val="0"/>
              </a:spcAft>
              <a:buClr>
                <a:schemeClr val="dk1"/>
              </a:buClr>
              <a:buSzPts val="1200"/>
              <a:buChar char="–"/>
              <a:defRPr sz="1200"/>
            </a:lvl8pPr>
            <a:lvl9pPr marL="4114800" lvl="8" indent="-304800" algn="l">
              <a:lnSpc>
                <a:spcPct val="100000"/>
              </a:lnSpc>
              <a:spcBef>
                <a:spcPts val="600"/>
              </a:spcBef>
              <a:spcAft>
                <a:spcPts val="600"/>
              </a:spcAft>
              <a:buClr>
                <a:schemeClr val="dk1"/>
              </a:buClr>
              <a:buSzPts val="1200"/>
              <a:buChar char="•"/>
              <a:defRPr sz="1200"/>
            </a:lvl9pPr>
          </a:lstStyle>
          <a:p>
            <a:endParaRPr/>
          </a:p>
        </p:txBody>
      </p:sp>
      <p:sp>
        <p:nvSpPr>
          <p:cNvPr id="281" name="Google Shape;281;p62"/>
          <p:cNvSpPr txBox="1">
            <a:spLocks noGrp="1"/>
          </p:cNvSpPr>
          <p:nvPr>
            <p:ph type="body" idx="3"/>
          </p:nvPr>
        </p:nvSpPr>
        <p:spPr>
          <a:xfrm>
            <a:off x="5120640" y="2103438"/>
            <a:ext cx="195072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200"/>
              <a:buNone/>
              <a:defRPr sz="1200"/>
            </a:lvl2pPr>
            <a:lvl3pPr marL="1371600" lvl="2" indent="-304800" algn="l">
              <a:lnSpc>
                <a:spcPct val="100000"/>
              </a:lnSpc>
              <a:spcBef>
                <a:spcPts val="600"/>
              </a:spcBef>
              <a:spcAft>
                <a:spcPts val="0"/>
              </a:spcAft>
              <a:buClr>
                <a:schemeClr val="dk1"/>
              </a:buClr>
              <a:buSzPts val="1200"/>
              <a:buChar char="•"/>
              <a:defRPr sz="1200"/>
            </a:lvl3pPr>
            <a:lvl4pPr marL="1828800" lvl="3" indent="-304800" algn="l">
              <a:lnSpc>
                <a:spcPct val="100000"/>
              </a:lnSpc>
              <a:spcBef>
                <a:spcPts val="600"/>
              </a:spcBef>
              <a:spcAft>
                <a:spcPts val="0"/>
              </a:spcAft>
              <a:buClr>
                <a:schemeClr val="dk1"/>
              </a:buClr>
              <a:buSzPts val="1200"/>
              <a:buChar char="–"/>
              <a:defRPr sz="1200"/>
            </a:lvl4pPr>
            <a:lvl5pPr marL="2286000" lvl="4" indent="-304800" algn="l">
              <a:lnSpc>
                <a:spcPct val="100000"/>
              </a:lnSpc>
              <a:spcBef>
                <a:spcPts val="600"/>
              </a:spcBef>
              <a:spcAft>
                <a:spcPts val="0"/>
              </a:spcAft>
              <a:buClr>
                <a:schemeClr val="dk1"/>
              </a:buClr>
              <a:buSzPts val="1200"/>
              <a:buChar char="•"/>
              <a:defRPr sz="1200"/>
            </a:lvl5pPr>
            <a:lvl6pPr marL="2743200" lvl="5" indent="-304800" algn="l">
              <a:lnSpc>
                <a:spcPct val="100000"/>
              </a:lnSpc>
              <a:spcBef>
                <a:spcPts val="600"/>
              </a:spcBef>
              <a:spcAft>
                <a:spcPts val="0"/>
              </a:spcAft>
              <a:buClr>
                <a:schemeClr val="dk1"/>
              </a:buClr>
              <a:buSzPts val="1200"/>
              <a:buChar char="–"/>
              <a:defRPr sz="1200"/>
            </a:lvl6pPr>
            <a:lvl7pPr marL="3200400" lvl="6" indent="-304800" algn="l">
              <a:lnSpc>
                <a:spcPct val="100000"/>
              </a:lnSpc>
              <a:spcBef>
                <a:spcPts val="600"/>
              </a:spcBef>
              <a:spcAft>
                <a:spcPts val="0"/>
              </a:spcAft>
              <a:buClr>
                <a:schemeClr val="dk1"/>
              </a:buClr>
              <a:buSzPts val="1200"/>
              <a:buChar char="•"/>
              <a:defRPr sz="1200"/>
            </a:lvl7pPr>
            <a:lvl8pPr marL="3657600" lvl="7" indent="-304800" algn="l">
              <a:lnSpc>
                <a:spcPct val="100000"/>
              </a:lnSpc>
              <a:spcBef>
                <a:spcPts val="600"/>
              </a:spcBef>
              <a:spcAft>
                <a:spcPts val="0"/>
              </a:spcAft>
              <a:buClr>
                <a:schemeClr val="dk1"/>
              </a:buClr>
              <a:buSzPts val="1200"/>
              <a:buChar char="–"/>
              <a:defRPr sz="1200"/>
            </a:lvl8pPr>
            <a:lvl9pPr marL="4114800" lvl="8" indent="-304800" algn="l">
              <a:lnSpc>
                <a:spcPct val="100000"/>
              </a:lnSpc>
              <a:spcBef>
                <a:spcPts val="600"/>
              </a:spcBef>
              <a:spcAft>
                <a:spcPts val="600"/>
              </a:spcAft>
              <a:buClr>
                <a:schemeClr val="dk1"/>
              </a:buClr>
              <a:buSzPts val="1200"/>
              <a:buChar char="•"/>
              <a:defRPr sz="1200"/>
            </a:lvl9pPr>
          </a:lstStyle>
          <a:p>
            <a:endParaRPr/>
          </a:p>
        </p:txBody>
      </p:sp>
      <p:sp>
        <p:nvSpPr>
          <p:cNvPr id="282" name="Google Shape;282;p62"/>
          <p:cNvSpPr txBox="1">
            <a:spLocks noGrp="1"/>
          </p:cNvSpPr>
          <p:nvPr>
            <p:ph type="body" idx="4"/>
          </p:nvPr>
        </p:nvSpPr>
        <p:spPr>
          <a:xfrm>
            <a:off x="7376160" y="2103438"/>
            <a:ext cx="195072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200"/>
              <a:buNone/>
              <a:defRPr sz="1200"/>
            </a:lvl2pPr>
            <a:lvl3pPr marL="1371600" lvl="2" indent="-304800" algn="l">
              <a:lnSpc>
                <a:spcPct val="100000"/>
              </a:lnSpc>
              <a:spcBef>
                <a:spcPts val="600"/>
              </a:spcBef>
              <a:spcAft>
                <a:spcPts val="0"/>
              </a:spcAft>
              <a:buClr>
                <a:schemeClr val="dk1"/>
              </a:buClr>
              <a:buSzPts val="1200"/>
              <a:buChar char="•"/>
              <a:defRPr sz="1200"/>
            </a:lvl3pPr>
            <a:lvl4pPr marL="1828800" lvl="3" indent="-304800" algn="l">
              <a:lnSpc>
                <a:spcPct val="100000"/>
              </a:lnSpc>
              <a:spcBef>
                <a:spcPts val="600"/>
              </a:spcBef>
              <a:spcAft>
                <a:spcPts val="0"/>
              </a:spcAft>
              <a:buClr>
                <a:schemeClr val="dk1"/>
              </a:buClr>
              <a:buSzPts val="1200"/>
              <a:buChar char="–"/>
              <a:defRPr sz="1200"/>
            </a:lvl4pPr>
            <a:lvl5pPr marL="2286000" lvl="4" indent="-304800" algn="l">
              <a:lnSpc>
                <a:spcPct val="100000"/>
              </a:lnSpc>
              <a:spcBef>
                <a:spcPts val="600"/>
              </a:spcBef>
              <a:spcAft>
                <a:spcPts val="0"/>
              </a:spcAft>
              <a:buClr>
                <a:schemeClr val="dk1"/>
              </a:buClr>
              <a:buSzPts val="1200"/>
              <a:buChar char="•"/>
              <a:defRPr sz="1200"/>
            </a:lvl5pPr>
            <a:lvl6pPr marL="2743200" lvl="5" indent="-304800" algn="l">
              <a:lnSpc>
                <a:spcPct val="100000"/>
              </a:lnSpc>
              <a:spcBef>
                <a:spcPts val="600"/>
              </a:spcBef>
              <a:spcAft>
                <a:spcPts val="0"/>
              </a:spcAft>
              <a:buClr>
                <a:schemeClr val="dk1"/>
              </a:buClr>
              <a:buSzPts val="1200"/>
              <a:buChar char="–"/>
              <a:defRPr sz="1200"/>
            </a:lvl6pPr>
            <a:lvl7pPr marL="3200400" lvl="6" indent="-304800" algn="l">
              <a:lnSpc>
                <a:spcPct val="100000"/>
              </a:lnSpc>
              <a:spcBef>
                <a:spcPts val="600"/>
              </a:spcBef>
              <a:spcAft>
                <a:spcPts val="0"/>
              </a:spcAft>
              <a:buClr>
                <a:schemeClr val="dk1"/>
              </a:buClr>
              <a:buSzPts val="1200"/>
              <a:buChar char="•"/>
              <a:defRPr sz="1200"/>
            </a:lvl7pPr>
            <a:lvl8pPr marL="3657600" lvl="7" indent="-304800" algn="l">
              <a:lnSpc>
                <a:spcPct val="100000"/>
              </a:lnSpc>
              <a:spcBef>
                <a:spcPts val="600"/>
              </a:spcBef>
              <a:spcAft>
                <a:spcPts val="0"/>
              </a:spcAft>
              <a:buClr>
                <a:schemeClr val="dk1"/>
              </a:buClr>
              <a:buSzPts val="1200"/>
              <a:buChar char="–"/>
              <a:defRPr sz="1200"/>
            </a:lvl8pPr>
            <a:lvl9pPr marL="4114800" lvl="8" indent="-304800" algn="l">
              <a:lnSpc>
                <a:spcPct val="100000"/>
              </a:lnSpc>
              <a:spcBef>
                <a:spcPts val="600"/>
              </a:spcBef>
              <a:spcAft>
                <a:spcPts val="600"/>
              </a:spcAft>
              <a:buClr>
                <a:schemeClr val="dk1"/>
              </a:buClr>
              <a:buSzPts val="1200"/>
              <a:buChar char="•"/>
              <a:defRPr sz="1200"/>
            </a:lvl9pPr>
          </a:lstStyle>
          <a:p>
            <a:endParaRPr/>
          </a:p>
        </p:txBody>
      </p:sp>
      <p:sp>
        <p:nvSpPr>
          <p:cNvPr id="283" name="Google Shape;283;p62"/>
          <p:cNvSpPr txBox="1">
            <a:spLocks noGrp="1"/>
          </p:cNvSpPr>
          <p:nvPr>
            <p:ph type="body" idx="5"/>
          </p:nvPr>
        </p:nvSpPr>
        <p:spPr>
          <a:xfrm>
            <a:off x="9631680" y="2103438"/>
            <a:ext cx="1950720"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200"/>
              <a:buNone/>
              <a:defRPr sz="1200"/>
            </a:lvl1pPr>
            <a:lvl2pPr marL="914400" lvl="1" indent="-228600" algn="l">
              <a:lnSpc>
                <a:spcPct val="100000"/>
              </a:lnSpc>
              <a:spcBef>
                <a:spcPts val="1200"/>
              </a:spcBef>
              <a:spcAft>
                <a:spcPts val="0"/>
              </a:spcAft>
              <a:buClr>
                <a:schemeClr val="dk1"/>
              </a:buClr>
              <a:buSzPts val="1200"/>
              <a:buNone/>
              <a:defRPr sz="1200"/>
            </a:lvl2pPr>
            <a:lvl3pPr marL="1371600" lvl="2" indent="-304800" algn="l">
              <a:lnSpc>
                <a:spcPct val="100000"/>
              </a:lnSpc>
              <a:spcBef>
                <a:spcPts val="600"/>
              </a:spcBef>
              <a:spcAft>
                <a:spcPts val="0"/>
              </a:spcAft>
              <a:buClr>
                <a:schemeClr val="dk1"/>
              </a:buClr>
              <a:buSzPts val="1200"/>
              <a:buChar char="•"/>
              <a:defRPr sz="1200"/>
            </a:lvl3pPr>
            <a:lvl4pPr marL="1828800" lvl="3" indent="-304800" algn="l">
              <a:lnSpc>
                <a:spcPct val="100000"/>
              </a:lnSpc>
              <a:spcBef>
                <a:spcPts val="600"/>
              </a:spcBef>
              <a:spcAft>
                <a:spcPts val="0"/>
              </a:spcAft>
              <a:buClr>
                <a:schemeClr val="dk1"/>
              </a:buClr>
              <a:buSzPts val="1200"/>
              <a:buChar char="–"/>
              <a:defRPr sz="1200"/>
            </a:lvl4pPr>
            <a:lvl5pPr marL="2286000" lvl="4" indent="-304800" algn="l">
              <a:lnSpc>
                <a:spcPct val="100000"/>
              </a:lnSpc>
              <a:spcBef>
                <a:spcPts val="600"/>
              </a:spcBef>
              <a:spcAft>
                <a:spcPts val="0"/>
              </a:spcAft>
              <a:buClr>
                <a:schemeClr val="dk1"/>
              </a:buClr>
              <a:buSzPts val="1200"/>
              <a:buChar char="•"/>
              <a:defRPr sz="1200"/>
            </a:lvl5pPr>
            <a:lvl6pPr marL="2743200" lvl="5" indent="-304800" algn="l">
              <a:lnSpc>
                <a:spcPct val="100000"/>
              </a:lnSpc>
              <a:spcBef>
                <a:spcPts val="600"/>
              </a:spcBef>
              <a:spcAft>
                <a:spcPts val="0"/>
              </a:spcAft>
              <a:buClr>
                <a:schemeClr val="dk1"/>
              </a:buClr>
              <a:buSzPts val="1200"/>
              <a:buChar char="–"/>
              <a:defRPr sz="1200"/>
            </a:lvl6pPr>
            <a:lvl7pPr marL="3200400" lvl="6" indent="-304800" algn="l">
              <a:lnSpc>
                <a:spcPct val="100000"/>
              </a:lnSpc>
              <a:spcBef>
                <a:spcPts val="600"/>
              </a:spcBef>
              <a:spcAft>
                <a:spcPts val="0"/>
              </a:spcAft>
              <a:buClr>
                <a:schemeClr val="dk1"/>
              </a:buClr>
              <a:buSzPts val="1200"/>
              <a:buChar char="•"/>
              <a:defRPr sz="1200"/>
            </a:lvl7pPr>
            <a:lvl8pPr marL="3657600" lvl="7" indent="-304800" algn="l">
              <a:lnSpc>
                <a:spcPct val="100000"/>
              </a:lnSpc>
              <a:spcBef>
                <a:spcPts val="600"/>
              </a:spcBef>
              <a:spcAft>
                <a:spcPts val="0"/>
              </a:spcAft>
              <a:buClr>
                <a:schemeClr val="dk1"/>
              </a:buClr>
              <a:buSzPts val="1200"/>
              <a:buChar char="–"/>
              <a:defRPr sz="1200"/>
            </a:lvl8pPr>
            <a:lvl9pPr marL="4114800" lvl="8" indent="-304800" algn="l">
              <a:lnSpc>
                <a:spcPct val="100000"/>
              </a:lnSpc>
              <a:spcBef>
                <a:spcPts val="600"/>
              </a:spcBef>
              <a:spcAft>
                <a:spcPts val="600"/>
              </a:spcAft>
              <a:buClr>
                <a:schemeClr val="dk1"/>
              </a:buClr>
              <a:buSzPts val="1200"/>
              <a:buChar char="•"/>
              <a:defRPr sz="1200"/>
            </a:lvl9pPr>
          </a:lstStyle>
          <a:p>
            <a:endParaRPr/>
          </a:p>
        </p:txBody>
      </p:sp>
      <p:sp>
        <p:nvSpPr>
          <p:cNvPr id="284" name="Google Shape;284;p62"/>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285" name="Google Shape;285;p62"/>
          <p:cNvSpPr txBox="1">
            <a:spLocks noGrp="1"/>
          </p:cNvSpPr>
          <p:nvPr>
            <p:ph type="title"/>
          </p:nvPr>
        </p:nvSpPr>
        <p:spPr>
          <a:xfrm>
            <a:off x="609600" y="457200"/>
            <a:ext cx="10972800" cy="4572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6" name="Google Shape;286;p62"/>
          <p:cNvSpPr txBox="1">
            <a:spLocks noGrp="1"/>
          </p:cNvSpPr>
          <p:nvPr>
            <p:ph type="subTitle" idx="6"/>
          </p:nvPr>
        </p:nvSpPr>
        <p:spPr>
          <a:xfrm>
            <a:off x="609599" y="914402"/>
            <a:ext cx="10972803" cy="914399"/>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1800"/>
              <a:buNone/>
              <a:defRPr sz="1800" b="0">
                <a:solidFill>
                  <a:schemeClr val="dk1"/>
                </a:solidFill>
              </a:defRPr>
            </a:lvl1pPr>
            <a:lvl2pPr lvl="1" algn="l">
              <a:lnSpc>
                <a:spcPct val="85000"/>
              </a:lnSpc>
              <a:spcBef>
                <a:spcPts val="0"/>
              </a:spcBef>
              <a:spcAft>
                <a:spcPts val="0"/>
              </a:spcAft>
              <a:buClr>
                <a:schemeClr val="dk1"/>
              </a:buClr>
              <a:buSzPts val="1800"/>
              <a:buNone/>
              <a:defRPr sz="1800"/>
            </a:lvl2pPr>
            <a:lvl3pPr lvl="2" algn="l">
              <a:lnSpc>
                <a:spcPct val="85000"/>
              </a:lnSpc>
              <a:spcBef>
                <a:spcPts val="0"/>
              </a:spcBef>
              <a:spcAft>
                <a:spcPts val="0"/>
              </a:spcAft>
              <a:buClr>
                <a:schemeClr val="dk1"/>
              </a:buClr>
              <a:buSzPts val="1800"/>
              <a:buNone/>
              <a:defRPr sz="1800"/>
            </a:lvl3pPr>
            <a:lvl4pPr lvl="3" algn="l">
              <a:lnSpc>
                <a:spcPct val="85000"/>
              </a:lnSpc>
              <a:spcBef>
                <a:spcPts val="0"/>
              </a:spcBef>
              <a:spcAft>
                <a:spcPts val="0"/>
              </a:spcAft>
              <a:buClr>
                <a:schemeClr val="dk1"/>
              </a:buClr>
              <a:buSzPts val="1800"/>
              <a:buNone/>
              <a:defRPr sz="1800"/>
            </a:lvl4pPr>
            <a:lvl5pPr lvl="4" algn="l">
              <a:lnSpc>
                <a:spcPct val="85000"/>
              </a:lnSpc>
              <a:spcBef>
                <a:spcPts val="0"/>
              </a:spcBef>
              <a:spcAft>
                <a:spcPts val="0"/>
              </a:spcAft>
              <a:buClr>
                <a:schemeClr val="dk1"/>
              </a:buClr>
              <a:buSzPts val="1800"/>
              <a:buNone/>
              <a:defRPr sz="1800"/>
            </a:lvl5pPr>
            <a:lvl6pPr lvl="5" algn="l">
              <a:lnSpc>
                <a:spcPct val="85000"/>
              </a:lnSpc>
              <a:spcBef>
                <a:spcPts val="0"/>
              </a:spcBef>
              <a:spcAft>
                <a:spcPts val="0"/>
              </a:spcAft>
              <a:buClr>
                <a:schemeClr val="dk1"/>
              </a:buClr>
              <a:buSzPts val="1800"/>
              <a:buNone/>
              <a:defRPr sz="1800"/>
            </a:lvl6pPr>
            <a:lvl7pPr lvl="6" algn="l">
              <a:lnSpc>
                <a:spcPct val="85000"/>
              </a:lnSpc>
              <a:spcBef>
                <a:spcPts val="0"/>
              </a:spcBef>
              <a:spcAft>
                <a:spcPts val="0"/>
              </a:spcAft>
              <a:buClr>
                <a:schemeClr val="dk1"/>
              </a:buClr>
              <a:buSzPts val="1800"/>
              <a:buNone/>
              <a:defRPr sz="1800"/>
            </a:lvl7pPr>
            <a:lvl8pPr lvl="7" algn="l">
              <a:lnSpc>
                <a:spcPct val="85000"/>
              </a:lnSpc>
              <a:spcBef>
                <a:spcPts val="0"/>
              </a:spcBef>
              <a:spcAft>
                <a:spcPts val="0"/>
              </a:spcAft>
              <a:buClr>
                <a:schemeClr val="dk1"/>
              </a:buClr>
              <a:buSzPts val="1800"/>
              <a:buNone/>
              <a:defRPr sz="1800"/>
            </a:lvl8pPr>
            <a:lvl9pPr lvl="8" algn="l">
              <a:lnSpc>
                <a:spcPct val="85000"/>
              </a:lnSpc>
              <a:spcBef>
                <a:spcPts val="0"/>
              </a:spcBef>
              <a:spcAft>
                <a:spcPts val="0"/>
              </a:spcAft>
              <a:buClr>
                <a:schemeClr val="dk1"/>
              </a:buClr>
              <a:buSzPts val="1800"/>
              <a:buNone/>
              <a:defRPr sz="1800"/>
            </a:lvl9pPr>
          </a:lstStyle>
          <a:p>
            <a:endParaRPr/>
          </a:p>
        </p:txBody>
      </p:sp>
      <p:sp>
        <p:nvSpPr>
          <p:cNvPr id="287" name="Google Shape;287;p62"/>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8" name="Google Shape;288;p62"/>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385286154"/>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matchingName="Three Images - Subtitle">
  <p:cSld name="Three Images - Subtitle">
    <p:spTree>
      <p:nvGrpSpPr>
        <p:cNvPr id="1" name="Shape 289"/>
        <p:cNvGrpSpPr/>
        <p:nvPr/>
      </p:nvGrpSpPr>
      <p:grpSpPr>
        <a:xfrm>
          <a:off x="0" y="0"/>
          <a:ext cx="0" cy="0"/>
          <a:chOff x="0" y="0"/>
          <a:chExt cx="0" cy="0"/>
        </a:xfrm>
      </p:grpSpPr>
      <p:sp>
        <p:nvSpPr>
          <p:cNvPr id="290" name="Google Shape;290;p63"/>
          <p:cNvSpPr>
            <a:spLocks noGrp="1"/>
          </p:cNvSpPr>
          <p:nvPr>
            <p:ph type="pic" idx="2"/>
          </p:nvPr>
        </p:nvSpPr>
        <p:spPr>
          <a:xfrm>
            <a:off x="609600" y="2100264"/>
            <a:ext cx="3413760" cy="2197417"/>
          </a:xfrm>
          <a:prstGeom prst="rect">
            <a:avLst/>
          </a:prstGeom>
          <a:solidFill>
            <a:srgbClr val="DEDEDE"/>
          </a:solidFill>
          <a:ln>
            <a:noFill/>
          </a:ln>
        </p:spPr>
      </p:sp>
      <p:sp>
        <p:nvSpPr>
          <p:cNvPr id="291" name="Google Shape;291;p63"/>
          <p:cNvSpPr txBox="1">
            <a:spLocks noGrp="1"/>
          </p:cNvSpPr>
          <p:nvPr>
            <p:ph type="body" idx="1"/>
          </p:nvPr>
        </p:nvSpPr>
        <p:spPr>
          <a:xfrm>
            <a:off x="609600" y="4480560"/>
            <a:ext cx="3413760" cy="16916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000"/>
              <a:buNone/>
              <a:defRPr sz="1000" b="1"/>
            </a:lvl1pPr>
            <a:lvl2pPr marL="914400" lvl="1" indent="-228600" algn="l">
              <a:lnSpc>
                <a:spcPct val="100000"/>
              </a:lnSpc>
              <a:spcBef>
                <a:spcPts val="300"/>
              </a:spcBef>
              <a:spcAft>
                <a:spcPts val="0"/>
              </a:spcAft>
              <a:buClr>
                <a:schemeClr val="dk1"/>
              </a:buClr>
              <a:buSzPts val="1400"/>
              <a:buNone/>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300"/>
              </a:spcAft>
              <a:buClr>
                <a:schemeClr val="dk1"/>
              </a:buClr>
              <a:buSzPts val="1400"/>
              <a:buChar char="•"/>
              <a:defRPr/>
            </a:lvl9pPr>
          </a:lstStyle>
          <a:p>
            <a:endParaRPr/>
          </a:p>
        </p:txBody>
      </p:sp>
      <p:sp>
        <p:nvSpPr>
          <p:cNvPr id="292" name="Google Shape;292;p63"/>
          <p:cNvSpPr>
            <a:spLocks noGrp="1"/>
          </p:cNvSpPr>
          <p:nvPr>
            <p:ph type="pic" idx="3"/>
          </p:nvPr>
        </p:nvSpPr>
        <p:spPr>
          <a:xfrm>
            <a:off x="4389120" y="2100264"/>
            <a:ext cx="3413760" cy="2197417"/>
          </a:xfrm>
          <a:prstGeom prst="rect">
            <a:avLst/>
          </a:prstGeom>
          <a:solidFill>
            <a:srgbClr val="DEDEDE"/>
          </a:solidFill>
          <a:ln>
            <a:noFill/>
          </a:ln>
        </p:spPr>
      </p:sp>
      <p:sp>
        <p:nvSpPr>
          <p:cNvPr id="293" name="Google Shape;293;p63"/>
          <p:cNvSpPr txBox="1">
            <a:spLocks noGrp="1"/>
          </p:cNvSpPr>
          <p:nvPr>
            <p:ph type="body" idx="4"/>
          </p:nvPr>
        </p:nvSpPr>
        <p:spPr>
          <a:xfrm>
            <a:off x="4389120" y="4480560"/>
            <a:ext cx="3413760" cy="16916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000"/>
              <a:buNone/>
              <a:defRPr sz="1000" b="1"/>
            </a:lvl1pPr>
            <a:lvl2pPr marL="914400" lvl="1" indent="-228600" algn="l">
              <a:lnSpc>
                <a:spcPct val="100000"/>
              </a:lnSpc>
              <a:spcBef>
                <a:spcPts val="300"/>
              </a:spcBef>
              <a:spcAft>
                <a:spcPts val="0"/>
              </a:spcAft>
              <a:buClr>
                <a:schemeClr val="dk1"/>
              </a:buClr>
              <a:buSzPts val="1400"/>
              <a:buNone/>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300"/>
              </a:spcAft>
              <a:buClr>
                <a:schemeClr val="dk1"/>
              </a:buClr>
              <a:buSzPts val="1400"/>
              <a:buChar char="•"/>
              <a:defRPr/>
            </a:lvl9pPr>
          </a:lstStyle>
          <a:p>
            <a:endParaRPr/>
          </a:p>
        </p:txBody>
      </p:sp>
      <p:sp>
        <p:nvSpPr>
          <p:cNvPr id="294" name="Google Shape;294;p63"/>
          <p:cNvSpPr>
            <a:spLocks noGrp="1"/>
          </p:cNvSpPr>
          <p:nvPr>
            <p:ph type="pic" idx="5"/>
          </p:nvPr>
        </p:nvSpPr>
        <p:spPr>
          <a:xfrm>
            <a:off x="8168640" y="2100264"/>
            <a:ext cx="3413760" cy="2197417"/>
          </a:xfrm>
          <a:prstGeom prst="rect">
            <a:avLst/>
          </a:prstGeom>
          <a:solidFill>
            <a:srgbClr val="DEDEDE"/>
          </a:solidFill>
          <a:ln>
            <a:noFill/>
          </a:ln>
        </p:spPr>
      </p:sp>
      <p:sp>
        <p:nvSpPr>
          <p:cNvPr id="295" name="Google Shape;295;p63"/>
          <p:cNvSpPr txBox="1">
            <a:spLocks noGrp="1"/>
          </p:cNvSpPr>
          <p:nvPr>
            <p:ph type="body" idx="6"/>
          </p:nvPr>
        </p:nvSpPr>
        <p:spPr>
          <a:xfrm>
            <a:off x="8168640" y="4480560"/>
            <a:ext cx="3413760" cy="16916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000"/>
              <a:buNone/>
              <a:defRPr sz="1000" b="1"/>
            </a:lvl1pPr>
            <a:lvl2pPr marL="914400" lvl="1" indent="-228600" algn="l">
              <a:lnSpc>
                <a:spcPct val="100000"/>
              </a:lnSpc>
              <a:spcBef>
                <a:spcPts val="300"/>
              </a:spcBef>
              <a:spcAft>
                <a:spcPts val="0"/>
              </a:spcAft>
              <a:buClr>
                <a:schemeClr val="dk1"/>
              </a:buClr>
              <a:buSzPts val="1400"/>
              <a:buNone/>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300"/>
              </a:spcAft>
              <a:buClr>
                <a:schemeClr val="dk1"/>
              </a:buClr>
              <a:buSzPts val="1400"/>
              <a:buChar char="•"/>
              <a:defRPr/>
            </a:lvl9pPr>
          </a:lstStyle>
          <a:p>
            <a:endParaRPr/>
          </a:p>
        </p:txBody>
      </p:sp>
      <p:sp>
        <p:nvSpPr>
          <p:cNvPr id="296" name="Google Shape;296;p63"/>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297" name="Google Shape;297;p63"/>
          <p:cNvSpPr txBox="1">
            <a:spLocks noGrp="1"/>
          </p:cNvSpPr>
          <p:nvPr>
            <p:ph type="title"/>
          </p:nvPr>
        </p:nvSpPr>
        <p:spPr>
          <a:xfrm>
            <a:off x="609600" y="457200"/>
            <a:ext cx="10972800" cy="4572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8" name="Google Shape;298;p63"/>
          <p:cNvSpPr txBox="1">
            <a:spLocks noGrp="1"/>
          </p:cNvSpPr>
          <p:nvPr>
            <p:ph type="subTitle" idx="7"/>
          </p:nvPr>
        </p:nvSpPr>
        <p:spPr>
          <a:xfrm>
            <a:off x="609599" y="914402"/>
            <a:ext cx="10972803" cy="914399"/>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1800"/>
              <a:buNone/>
              <a:defRPr sz="1800" b="0">
                <a:solidFill>
                  <a:schemeClr val="dk1"/>
                </a:solidFill>
              </a:defRPr>
            </a:lvl1pPr>
            <a:lvl2pPr lvl="1" algn="l">
              <a:lnSpc>
                <a:spcPct val="85000"/>
              </a:lnSpc>
              <a:spcBef>
                <a:spcPts val="0"/>
              </a:spcBef>
              <a:spcAft>
                <a:spcPts val="0"/>
              </a:spcAft>
              <a:buClr>
                <a:schemeClr val="dk1"/>
              </a:buClr>
              <a:buSzPts val="1800"/>
              <a:buNone/>
              <a:defRPr sz="1800"/>
            </a:lvl2pPr>
            <a:lvl3pPr lvl="2" algn="l">
              <a:lnSpc>
                <a:spcPct val="85000"/>
              </a:lnSpc>
              <a:spcBef>
                <a:spcPts val="0"/>
              </a:spcBef>
              <a:spcAft>
                <a:spcPts val="0"/>
              </a:spcAft>
              <a:buClr>
                <a:schemeClr val="dk1"/>
              </a:buClr>
              <a:buSzPts val="1800"/>
              <a:buNone/>
              <a:defRPr sz="1800"/>
            </a:lvl3pPr>
            <a:lvl4pPr lvl="3" algn="l">
              <a:lnSpc>
                <a:spcPct val="85000"/>
              </a:lnSpc>
              <a:spcBef>
                <a:spcPts val="0"/>
              </a:spcBef>
              <a:spcAft>
                <a:spcPts val="0"/>
              </a:spcAft>
              <a:buClr>
                <a:schemeClr val="dk1"/>
              </a:buClr>
              <a:buSzPts val="1800"/>
              <a:buNone/>
              <a:defRPr sz="1800"/>
            </a:lvl4pPr>
            <a:lvl5pPr lvl="4" algn="l">
              <a:lnSpc>
                <a:spcPct val="85000"/>
              </a:lnSpc>
              <a:spcBef>
                <a:spcPts val="0"/>
              </a:spcBef>
              <a:spcAft>
                <a:spcPts val="0"/>
              </a:spcAft>
              <a:buClr>
                <a:schemeClr val="dk1"/>
              </a:buClr>
              <a:buSzPts val="1800"/>
              <a:buNone/>
              <a:defRPr sz="1800"/>
            </a:lvl5pPr>
            <a:lvl6pPr lvl="5" algn="l">
              <a:lnSpc>
                <a:spcPct val="85000"/>
              </a:lnSpc>
              <a:spcBef>
                <a:spcPts val="0"/>
              </a:spcBef>
              <a:spcAft>
                <a:spcPts val="0"/>
              </a:spcAft>
              <a:buClr>
                <a:schemeClr val="dk1"/>
              </a:buClr>
              <a:buSzPts val="1800"/>
              <a:buNone/>
              <a:defRPr sz="1800"/>
            </a:lvl6pPr>
            <a:lvl7pPr lvl="6" algn="l">
              <a:lnSpc>
                <a:spcPct val="85000"/>
              </a:lnSpc>
              <a:spcBef>
                <a:spcPts val="0"/>
              </a:spcBef>
              <a:spcAft>
                <a:spcPts val="0"/>
              </a:spcAft>
              <a:buClr>
                <a:schemeClr val="dk1"/>
              </a:buClr>
              <a:buSzPts val="1800"/>
              <a:buNone/>
              <a:defRPr sz="1800"/>
            </a:lvl7pPr>
            <a:lvl8pPr lvl="7" algn="l">
              <a:lnSpc>
                <a:spcPct val="85000"/>
              </a:lnSpc>
              <a:spcBef>
                <a:spcPts val="0"/>
              </a:spcBef>
              <a:spcAft>
                <a:spcPts val="0"/>
              </a:spcAft>
              <a:buClr>
                <a:schemeClr val="dk1"/>
              </a:buClr>
              <a:buSzPts val="1800"/>
              <a:buNone/>
              <a:defRPr sz="1800"/>
            </a:lvl8pPr>
            <a:lvl9pPr lvl="8" algn="l">
              <a:lnSpc>
                <a:spcPct val="85000"/>
              </a:lnSpc>
              <a:spcBef>
                <a:spcPts val="0"/>
              </a:spcBef>
              <a:spcAft>
                <a:spcPts val="0"/>
              </a:spcAft>
              <a:buClr>
                <a:schemeClr val="dk1"/>
              </a:buClr>
              <a:buSzPts val="1800"/>
              <a:buNone/>
              <a:defRPr sz="1800"/>
            </a:lvl9pPr>
          </a:lstStyle>
          <a:p>
            <a:endParaRPr/>
          </a:p>
        </p:txBody>
      </p:sp>
      <p:sp>
        <p:nvSpPr>
          <p:cNvPr id="299" name="Google Shape;299;p63"/>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0" name="Google Shape;300;p63"/>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74324712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matchingName="Four Text Boxes for Icons - Subtitle">
  <p:cSld name="Four Text Boxes for Icons - Subtitle">
    <p:spTree>
      <p:nvGrpSpPr>
        <p:cNvPr id="1" name="Shape 301"/>
        <p:cNvGrpSpPr/>
        <p:nvPr/>
      </p:nvGrpSpPr>
      <p:grpSpPr>
        <a:xfrm>
          <a:off x="0" y="0"/>
          <a:ext cx="0" cy="0"/>
          <a:chOff x="0" y="0"/>
          <a:chExt cx="0" cy="0"/>
        </a:xfrm>
      </p:grpSpPr>
      <p:sp>
        <p:nvSpPr>
          <p:cNvPr id="302" name="Google Shape;302;p64"/>
          <p:cNvSpPr txBox="1">
            <a:spLocks noGrp="1"/>
          </p:cNvSpPr>
          <p:nvPr>
            <p:ph type="body" idx="1"/>
          </p:nvPr>
        </p:nvSpPr>
        <p:spPr>
          <a:xfrm>
            <a:off x="609600" y="3429000"/>
            <a:ext cx="2462784"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000"/>
              <a:buNone/>
              <a:defRPr sz="1000" b="1"/>
            </a:lvl1pPr>
            <a:lvl2pPr marL="914400" lvl="1" indent="-228600" algn="l">
              <a:lnSpc>
                <a:spcPct val="100000"/>
              </a:lnSpc>
              <a:spcBef>
                <a:spcPts val="300"/>
              </a:spcBef>
              <a:spcAft>
                <a:spcPts val="0"/>
              </a:spcAft>
              <a:buClr>
                <a:schemeClr val="dk1"/>
              </a:buClr>
              <a:buSzPts val="1400"/>
              <a:buNone/>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300"/>
              </a:spcAft>
              <a:buClr>
                <a:schemeClr val="dk1"/>
              </a:buClr>
              <a:buSzPts val="1400"/>
              <a:buChar char="•"/>
              <a:defRPr/>
            </a:lvl9pPr>
          </a:lstStyle>
          <a:p>
            <a:endParaRPr/>
          </a:p>
        </p:txBody>
      </p:sp>
      <p:sp>
        <p:nvSpPr>
          <p:cNvPr id="303" name="Google Shape;303;p64"/>
          <p:cNvSpPr txBox="1">
            <a:spLocks noGrp="1"/>
          </p:cNvSpPr>
          <p:nvPr>
            <p:ph type="body" idx="2"/>
          </p:nvPr>
        </p:nvSpPr>
        <p:spPr>
          <a:xfrm>
            <a:off x="3446272" y="3429000"/>
            <a:ext cx="2462784"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000"/>
              <a:buNone/>
              <a:defRPr sz="1000" b="1"/>
            </a:lvl1pPr>
            <a:lvl2pPr marL="914400" lvl="1" indent="-228600" algn="l">
              <a:lnSpc>
                <a:spcPct val="100000"/>
              </a:lnSpc>
              <a:spcBef>
                <a:spcPts val="300"/>
              </a:spcBef>
              <a:spcAft>
                <a:spcPts val="0"/>
              </a:spcAft>
              <a:buClr>
                <a:schemeClr val="dk1"/>
              </a:buClr>
              <a:buSzPts val="1400"/>
              <a:buNone/>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300"/>
              </a:spcAft>
              <a:buClr>
                <a:schemeClr val="dk1"/>
              </a:buClr>
              <a:buSzPts val="1400"/>
              <a:buChar char="•"/>
              <a:defRPr/>
            </a:lvl9pPr>
          </a:lstStyle>
          <a:p>
            <a:endParaRPr/>
          </a:p>
        </p:txBody>
      </p:sp>
      <p:sp>
        <p:nvSpPr>
          <p:cNvPr id="304" name="Google Shape;304;p64"/>
          <p:cNvSpPr txBox="1">
            <a:spLocks noGrp="1"/>
          </p:cNvSpPr>
          <p:nvPr>
            <p:ph type="body" idx="3"/>
          </p:nvPr>
        </p:nvSpPr>
        <p:spPr>
          <a:xfrm>
            <a:off x="6282944" y="3429000"/>
            <a:ext cx="2462784"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000"/>
              <a:buNone/>
              <a:defRPr sz="1000" b="1"/>
            </a:lvl1pPr>
            <a:lvl2pPr marL="914400" lvl="1" indent="-228600" algn="l">
              <a:lnSpc>
                <a:spcPct val="100000"/>
              </a:lnSpc>
              <a:spcBef>
                <a:spcPts val="300"/>
              </a:spcBef>
              <a:spcAft>
                <a:spcPts val="0"/>
              </a:spcAft>
              <a:buClr>
                <a:schemeClr val="dk1"/>
              </a:buClr>
              <a:buSzPts val="1400"/>
              <a:buNone/>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300"/>
              </a:spcAft>
              <a:buClr>
                <a:schemeClr val="dk1"/>
              </a:buClr>
              <a:buSzPts val="1400"/>
              <a:buChar char="•"/>
              <a:defRPr/>
            </a:lvl9pPr>
          </a:lstStyle>
          <a:p>
            <a:endParaRPr/>
          </a:p>
        </p:txBody>
      </p:sp>
      <p:sp>
        <p:nvSpPr>
          <p:cNvPr id="305" name="Google Shape;305;p64"/>
          <p:cNvSpPr txBox="1">
            <a:spLocks noGrp="1"/>
          </p:cNvSpPr>
          <p:nvPr>
            <p:ph type="body" idx="4"/>
          </p:nvPr>
        </p:nvSpPr>
        <p:spPr>
          <a:xfrm>
            <a:off x="9119616" y="3429000"/>
            <a:ext cx="2462784" cy="2743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000"/>
              <a:buNone/>
              <a:defRPr sz="1000" b="1"/>
            </a:lvl1pPr>
            <a:lvl2pPr marL="914400" lvl="1" indent="-228600" algn="l">
              <a:lnSpc>
                <a:spcPct val="100000"/>
              </a:lnSpc>
              <a:spcBef>
                <a:spcPts val="300"/>
              </a:spcBef>
              <a:spcAft>
                <a:spcPts val="0"/>
              </a:spcAft>
              <a:buClr>
                <a:schemeClr val="dk1"/>
              </a:buClr>
              <a:buSzPts val="1400"/>
              <a:buNone/>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300"/>
              </a:spcAft>
              <a:buClr>
                <a:schemeClr val="dk1"/>
              </a:buClr>
              <a:buSzPts val="1400"/>
              <a:buChar char="•"/>
              <a:defRPr/>
            </a:lvl9pPr>
          </a:lstStyle>
          <a:p>
            <a:endParaRPr/>
          </a:p>
        </p:txBody>
      </p:sp>
      <p:sp>
        <p:nvSpPr>
          <p:cNvPr id="306" name="Google Shape;306;p64"/>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307" name="Google Shape;307;p64"/>
          <p:cNvSpPr txBox="1">
            <a:spLocks noGrp="1"/>
          </p:cNvSpPr>
          <p:nvPr>
            <p:ph type="title"/>
          </p:nvPr>
        </p:nvSpPr>
        <p:spPr>
          <a:xfrm>
            <a:off x="609600" y="457200"/>
            <a:ext cx="10972800" cy="4572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8" name="Google Shape;308;p64"/>
          <p:cNvSpPr txBox="1">
            <a:spLocks noGrp="1"/>
          </p:cNvSpPr>
          <p:nvPr>
            <p:ph type="subTitle" idx="5"/>
          </p:nvPr>
        </p:nvSpPr>
        <p:spPr>
          <a:xfrm>
            <a:off x="609599" y="914402"/>
            <a:ext cx="10972803" cy="914399"/>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1800"/>
              <a:buNone/>
              <a:defRPr sz="1800" b="0">
                <a:solidFill>
                  <a:schemeClr val="dk1"/>
                </a:solidFill>
              </a:defRPr>
            </a:lvl1pPr>
            <a:lvl2pPr lvl="1" algn="l">
              <a:lnSpc>
                <a:spcPct val="85000"/>
              </a:lnSpc>
              <a:spcBef>
                <a:spcPts val="0"/>
              </a:spcBef>
              <a:spcAft>
                <a:spcPts val="0"/>
              </a:spcAft>
              <a:buClr>
                <a:schemeClr val="dk1"/>
              </a:buClr>
              <a:buSzPts val="1800"/>
              <a:buNone/>
              <a:defRPr sz="1800"/>
            </a:lvl2pPr>
            <a:lvl3pPr lvl="2" algn="l">
              <a:lnSpc>
                <a:spcPct val="85000"/>
              </a:lnSpc>
              <a:spcBef>
                <a:spcPts val="0"/>
              </a:spcBef>
              <a:spcAft>
                <a:spcPts val="0"/>
              </a:spcAft>
              <a:buClr>
                <a:schemeClr val="dk1"/>
              </a:buClr>
              <a:buSzPts val="1800"/>
              <a:buNone/>
              <a:defRPr sz="1800"/>
            </a:lvl3pPr>
            <a:lvl4pPr lvl="3" algn="l">
              <a:lnSpc>
                <a:spcPct val="85000"/>
              </a:lnSpc>
              <a:spcBef>
                <a:spcPts val="0"/>
              </a:spcBef>
              <a:spcAft>
                <a:spcPts val="0"/>
              </a:spcAft>
              <a:buClr>
                <a:schemeClr val="dk1"/>
              </a:buClr>
              <a:buSzPts val="1800"/>
              <a:buNone/>
              <a:defRPr sz="1800"/>
            </a:lvl4pPr>
            <a:lvl5pPr lvl="4" algn="l">
              <a:lnSpc>
                <a:spcPct val="85000"/>
              </a:lnSpc>
              <a:spcBef>
                <a:spcPts val="0"/>
              </a:spcBef>
              <a:spcAft>
                <a:spcPts val="0"/>
              </a:spcAft>
              <a:buClr>
                <a:schemeClr val="dk1"/>
              </a:buClr>
              <a:buSzPts val="1800"/>
              <a:buNone/>
              <a:defRPr sz="1800"/>
            </a:lvl5pPr>
            <a:lvl6pPr lvl="5" algn="l">
              <a:lnSpc>
                <a:spcPct val="85000"/>
              </a:lnSpc>
              <a:spcBef>
                <a:spcPts val="0"/>
              </a:spcBef>
              <a:spcAft>
                <a:spcPts val="0"/>
              </a:spcAft>
              <a:buClr>
                <a:schemeClr val="dk1"/>
              </a:buClr>
              <a:buSzPts val="1800"/>
              <a:buNone/>
              <a:defRPr sz="1800"/>
            </a:lvl6pPr>
            <a:lvl7pPr lvl="6" algn="l">
              <a:lnSpc>
                <a:spcPct val="85000"/>
              </a:lnSpc>
              <a:spcBef>
                <a:spcPts val="0"/>
              </a:spcBef>
              <a:spcAft>
                <a:spcPts val="0"/>
              </a:spcAft>
              <a:buClr>
                <a:schemeClr val="dk1"/>
              </a:buClr>
              <a:buSzPts val="1800"/>
              <a:buNone/>
              <a:defRPr sz="1800"/>
            </a:lvl7pPr>
            <a:lvl8pPr lvl="7" algn="l">
              <a:lnSpc>
                <a:spcPct val="85000"/>
              </a:lnSpc>
              <a:spcBef>
                <a:spcPts val="0"/>
              </a:spcBef>
              <a:spcAft>
                <a:spcPts val="0"/>
              </a:spcAft>
              <a:buClr>
                <a:schemeClr val="dk1"/>
              </a:buClr>
              <a:buSzPts val="1800"/>
              <a:buNone/>
              <a:defRPr sz="1800"/>
            </a:lvl8pPr>
            <a:lvl9pPr lvl="8" algn="l">
              <a:lnSpc>
                <a:spcPct val="85000"/>
              </a:lnSpc>
              <a:spcBef>
                <a:spcPts val="0"/>
              </a:spcBef>
              <a:spcAft>
                <a:spcPts val="0"/>
              </a:spcAft>
              <a:buClr>
                <a:schemeClr val="dk1"/>
              </a:buClr>
              <a:buSzPts val="1800"/>
              <a:buNone/>
              <a:defRPr sz="1800"/>
            </a:lvl9pPr>
          </a:lstStyle>
          <a:p>
            <a:endParaRPr/>
          </a:p>
        </p:txBody>
      </p:sp>
      <p:sp>
        <p:nvSpPr>
          <p:cNvPr id="309" name="Google Shape;309;p64"/>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0" name="Google Shape;310;p64"/>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509089180"/>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matchingName="Four Team Images - Subtitle">
  <p:cSld name="Four Team Images - Subtitle">
    <p:spTree>
      <p:nvGrpSpPr>
        <p:cNvPr id="1" name="Shape 311"/>
        <p:cNvGrpSpPr/>
        <p:nvPr/>
      </p:nvGrpSpPr>
      <p:grpSpPr>
        <a:xfrm>
          <a:off x="0" y="0"/>
          <a:ext cx="0" cy="0"/>
          <a:chOff x="0" y="0"/>
          <a:chExt cx="0" cy="0"/>
        </a:xfrm>
      </p:grpSpPr>
      <p:sp>
        <p:nvSpPr>
          <p:cNvPr id="312" name="Google Shape;312;p65"/>
          <p:cNvSpPr>
            <a:spLocks noGrp="1"/>
          </p:cNvSpPr>
          <p:nvPr>
            <p:ph type="pic" idx="2"/>
          </p:nvPr>
        </p:nvSpPr>
        <p:spPr>
          <a:xfrm>
            <a:off x="609600" y="2103438"/>
            <a:ext cx="1767840" cy="1325880"/>
          </a:xfrm>
          <a:prstGeom prst="rect">
            <a:avLst/>
          </a:prstGeom>
          <a:solidFill>
            <a:srgbClr val="DEDEDE"/>
          </a:solidFill>
          <a:ln>
            <a:noFill/>
          </a:ln>
        </p:spPr>
      </p:sp>
      <p:sp>
        <p:nvSpPr>
          <p:cNvPr id="313" name="Google Shape;313;p65"/>
          <p:cNvSpPr txBox="1">
            <a:spLocks noGrp="1"/>
          </p:cNvSpPr>
          <p:nvPr>
            <p:ph type="body" idx="1"/>
          </p:nvPr>
        </p:nvSpPr>
        <p:spPr>
          <a:xfrm>
            <a:off x="609600" y="3657600"/>
            <a:ext cx="2462784"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b="1"/>
            </a:lvl1pPr>
            <a:lvl2pPr marL="914400" lvl="1" indent="-228600" algn="l">
              <a:lnSpc>
                <a:spcPct val="100000"/>
              </a:lnSpc>
              <a:spcBef>
                <a:spcPts val="300"/>
              </a:spcBef>
              <a:spcAft>
                <a:spcPts val="0"/>
              </a:spcAft>
              <a:buClr>
                <a:schemeClr val="dk1"/>
              </a:buClr>
              <a:buSzPts val="1400"/>
              <a:buNone/>
              <a:defRPr sz="1400"/>
            </a:lvl2pPr>
            <a:lvl3pPr marL="1371600" lvl="2" indent="-317500" algn="l">
              <a:lnSpc>
                <a:spcPct val="100000"/>
              </a:lnSpc>
              <a:spcBef>
                <a:spcPts val="300"/>
              </a:spcBef>
              <a:spcAft>
                <a:spcPts val="0"/>
              </a:spcAft>
              <a:buClr>
                <a:schemeClr val="dk1"/>
              </a:buClr>
              <a:buSzPts val="1400"/>
              <a:buChar char="•"/>
              <a:defRPr sz="14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300"/>
              </a:spcAft>
              <a:buClr>
                <a:schemeClr val="dk1"/>
              </a:buClr>
              <a:buSzPts val="1400"/>
              <a:buChar char="•"/>
              <a:defRPr sz="1400"/>
            </a:lvl9pPr>
          </a:lstStyle>
          <a:p>
            <a:endParaRPr/>
          </a:p>
        </p:txBody>
      </p:sp>
      <p:sp>
        <p:nvSpPr>
          <p:cNvPr id="314" name="Google Shape;314;p65"/>
          <p:cNvSpPr>
            <a:spLocks noGrp="1"/>
          </p:cNvSpPr>
          <p:nvPr>
            <p:ph type="pic" idx="3"/>
          </p:nvPr>
        </p:nvSpPr>
        <p:spPr>
          <a:xfrm>
            <a:off x="3446272" y="2103438"/>
            <a:ext cx="1767840" cy="1325880"/>
          </a:xfrm>
          <a:prstGeom prst="rect">
            <a:avLst/>
          </a:prstGeom>
          <a:solidFill>
            <a:srgbClr val="DEDEDE"/>
          </a:solidFill>
          <a:ln>
            <a:noFill/>
          </a:ln>
        </p:spPr>
      </p:sp>
      <p:sp>
        <p:nvSpPr>
          <p:cNvPr id="315" name="Google Shape;315;p65"/>
          <p:cNvSpPr txBox="1">
            <a:spLocks noGrp="1"/>
          </p:cNvSpPr>
          <p:nvPr>
            <p:ph type="body" idx="4"/>
          </p:nvPr>
        </p:nvSpPr>
        <p:spPr>
          <a:xfrm>
            <a:off x="3446272" y="3657600"/>
            <a:ext cx="2462784"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b="1"/>
            </a:lvl1pPr>
            <a:lvl2pPr marL="914400" lvl="1" indent="-228600" algn="l">
              <a:lnSpc>
                <a:spcPct val="100000"/>
              </a:lnSpc>
              <a:spcBef>
                <a:spcPts val="300"/>
              </a:spcBef>
              <a:spcAft>
                <a:spcPts val="0"/>
              </a:spcAft>
              <a:buClr>
                <a:schemeClr val="dk1"/>
              </a:buClr>
              <a:buSzPts val="1400"/>
              <a:buNone/>
              <a:defRPr sz="1400"/>
            </a:lvl2pPr>
            <a:lvl3pPr marL="1371600" lvl="2" indent="-317500" algn="l">
              <a:lnSpc>
                <a:spcPct val="100000"/>
              </a:lnSpc>
              <a:spcBef>
                <a:spcPts val="300"/>
              </a:spcBef>
              <a:spcAft>
                <a:spcPts val="0"/>
              </a:spcAft>
              <a:buClr>
                <a:schemeClr val="dk1"/>
              </a:buClr>
              <a:buSzPts val="1400"/>
              <a:buChar char="•"/>
              <a:defRPr sz="14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300"/>
              </a:spcAft>
              <a:buClr>
                <a:schemeClr val="dk1"/>
              </a:buClr>
              <a:buSzPts val="1400"/>
              <a:buChar char="•"/>
              <a:defRPr sz="1400"/>
            </a:lvl9pPr>
          </a:lstStyle>
          <a:p>
            <a:endParaRPr/>
          </a:p>
        </p:txBody>
      </p:sp>
      <p:sp>
        <p:nvSpPr>
          <p:cNvPr id="316" name="Google Shape;316;p65"/>
          <p:cNvSpPr>
            <a:spLocks noGrp="1"/>
          </p:cNvSpPr>
          <p:nvPr>
            <p:ph type="pic" idx="5"/>
          </p:nvPr>
        </p:nvSpPr>
        <p:spPr>
          <a:xfrm>
            <a:off x="6282944" y="2103438"/>
            <a:ext cx="1767840" cy="1325880"/>
          </a:xfrm>
          <a:prstGeom prst="rect">
            <a:avLst/>
          </a:prstGeom>
          <a:solidFill>
            <a:srgbClr val="DEDEDE"/>
          </a:solidFill>
          <a:ln>
            <a:noFill/>
          </a:ln>
        </p:spPr>
      </p:sp>
      <p:sp>
        <p:nvSpPr>
          <p:cNvPr id="317" name="Google Shape;317;p65"/>
          <p:cNvSpPr txBox="1">
            <a:spLocks noGrp="1"/>
          </p:cNvSpPr>
          <p:nvPr>
            <p:ph type="body" idx="6"/>
          </p:nvPr>
        </p:nvSpPr>
        <p:spPr>
          <a:xfrm>
            <a:off x="6282944" y="3657600"/>
            <a:ext cx="2462784"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b="1"/>
            </a:lvl1pPr>
            <a:lvl2pPr marL="914400" lvl="1" indent="-228600" algn="l">
              <a:lnSpc>
                <a:spcPct val="100000"/>
              </a:lnSpc>
              <a:spcBef>
                <a:spcPts val="300"/>
              </a:spcBef>
              <a:spcAft>
                <a:spcPts val="0"/>
              </a:spcAft>
              <a:buClr>
                <a:schemeClr val="dk1"/>
              </a:buClr>
              <a:buSzPts val="1400"/>
              <a:buNone/>
              <a:defRPr sz="1400"/>
            </a:lvl2pPr>
            <a:lvl3pPr marL="1371600" lvl="2" indent="-317500" algn="l">
              <a:lnSpc>
                <a:spcPct val="100000"/>
              </a:lnSpc>
              <a:spcBef>
                <a:spcPts val="300"/>
              </a:spcBef>
              <a:spcAft>
                <a:spcPts val="0"/>
              </a:spcAft>
              <a:buClr>
                <a:schemeClr val="dk1"/>
              </a:buClr>
              <a:buSzPts val="1400"/>
              <a:buChar char="•"/>
              <a:defRPr sz="14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300"/>
              </a:spcAft>
              <a:buClr>
                <a:schemeClr val="dk1"/>
              </a:buClr>
              <a:buSzPts val="1400"/>
              <a:buChar char="•"/>
              <a:defRPr sz="1400"/>
            </a:lvl9pPr>
          </a:lstStyle>
          <a:p>
            <a:endParaRPr/>
          </a:p>
        </p:txBody>
      </p:sp>
      <p:sp>
        <p:nvSpPr>
          <p:cNvPr id="318" name="Google Shape;318;p65"/>
          <p:cNvSpPr>
            <a:spLocks noGrp="1"/>
          </p:cNvSpPr>
          <p:nvPr>
            <p:ph type="pic" idx="7"/>
          </p:nvPr>
        </p:nvSpPr>
        <p:spPr>
          <a:xfrm>
            <a:off x="9119616" y="2103438"/>
            <a:ext cx="1767840" cy="1325880"/>
          </a:xfrm>
          <a:prstGeom prst="rect">
            <a:avLst/>
          </a:prstGeom>
          <a:solidFill>
            <a:srgbClr val="DEDEDE"/>
          </a:solidFill>
          <a:ln>
            <a:noFill/>
          </a:ln>
        </p:spPr>
      </p:sp>
      <p:sp>
        <p:nvSpPr>
          <p:cNvPr id="319" name="Google Shape;319;p65"/>
          <p:cNvSpPr txBox="1">
            <a:spLocks noGrp="1"/>
          </p:cNvSpPr>
          <p:nvPr>
            <p:ph type="body" idx="8"/>
          </p:nvPr>
        </p:nvSpPr>
        <p:spPr>
          <a:xfrm>
            <a:off x="9119616" y="3657600"/>
            <a:ext cx="2462784" cy="251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400"/>
              <a:buNone/>
              <a:defRPr sz="1400" b="1"/>
            </a:lvl1pPr>
            <a:lvl2pPr marL="914400" lvl="1" indent="-228600" algn="l">
              <a:lnSpc>
                <a:spcPct val="100000"/>
              </a:lnSpc>
              <a:spcBef>
                <a:spcPts val="300"/>
              </a:spcBef>
              <a:spcAft>
                <a:spcPts val="0"/>
              </a:spcAft>
              <a:buClr>
                <a:schemeClr val="dk1"/>
              </a:buClr>
              <a:buSzPts val="1400"/>
              <a:buNone/>
              <a:defRPr sz="1400"/>
            </a:lvl2pPr>
            <a:lvl3pPr marL="1371600" lvl="2" indent="-317500" algn="l">
              <a:lnSpc>
                <a:spcPct val="100000"/>
              </a:lnSpc>
              <a:spcBef>
                <a:spcPts val="300"/>
              </a:spcBef>
              <a:spcAft>
                <a:spcPts val="0"/>
              </a:spcAft>
              <a:buClr>
                <a:schemeClr val="dk1"/>
              </a:buClr>
              <a:buSzPts val="1400"/>
              <a:buChar char="•"/>
              <a:defRPr sz="14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300"/>
              </a:spcAft>
              <a:buClr>
                <a:schemeClr val="dk1"/>
              </a:buClr>
              <a:buSzPts val="1400"/>
              <a:buChar char="•"/>
              <a:defRPr sz="1400"/>
            </a:lvl9pPr>
          </a:lstStyle>
          <a:p>
            <a:endParaRPr/>
          </a:p>
        </p:txBody>
      </p:sp>
      <p:sp>
        <p:nvSpPr>
          <p:cNvPr id="320" name="Google Shape;320;p65"/>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321" name="Google Shape;321;p65"/>
          <p:cNvSpPr txBox="1">
            <a:spLocks noGrp="1"/>
          </p:cNvSpPr>
          <p:nvPr>
            <p:ph type="title"/>
          </p:nvPr>
        </p:nvSpPr>
        <p:spPr>
          <a:xfrm>
            <a:off x="609600" y="457200"/>
            <a:ext cx="10972800" cy="4572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2" name="Google Shape;322;p65"/>
          <p:cNvSpPr txBox="1">
            <a:spLocks noGrp="1"/>
          </p:cNvSpPr>
          <p:nvPr>
            <p:ph type="subTitle" idx="9"/>
          </p:nvPr>
        </p:nvSpPr>
        <p:spPr>
          <a:xfrm>
            <a:off x="609599" y="914402"/>
            <a:ext cx="10972803" cy="914399"/>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1800"/>
              <a:buNone/>
              <a:defRPr sz="1800" b="0">
                <a:solidFill>
                  <a:schemeClr val="dk1"/>
                </a:solidFill>
              </a:defRPr>
            </a:lvl1pPr>
            <a:lvl2pPr lvl="1" algn="l">
              <a:lnSpc>
                <a:spcPct val="85000"/>
              </a:lnSpc>
              <a:spcBef>
                <a:spcPts val="0"/>
              </a:spcBef>
              <a:spcAft>
                <a:spcPts val="0"/>
              </a:spcAft>
              <a:buClr>
                <a:schemeClr val="dk1"/>
              </a:buClr>
              <a:buSzPts val="1800"/>
              <a:buNone/>
              <a:defRPr sz="1800"/>
            </a:lvl2pPr>
            <a:lvl3pPr lvl="2" algn="l">
              <a:lnSpc>
                <a:spcPct val="85000"/>
              </a:lnSpc>
              <a:spcBef>
                <a:spcPts val="0"/>
              </a:spcBef>
              <a:spcAft>
                <a:spcPts val="0"/>
              </a:spcAft>
              <a:buClr>
                <a:schemeClr val="dk1"/>
              </a:buClr>
              <a:buSzPts val="1800"/>
              <a:buNone/>
              <a:defRPr sz="1800"/>
            </a:lvl3pPr>
            <a:lvl4pPr lvl="3" algn="l">
              <a:lnSpc>
                <a:spcPct val="85000"/>
              </a:lnSpc>
              <a:spcBef>
                <a:spcPts val="0"/>
              </a:spcBef>
              <a:spcAft>
                <a:spcPts val="0"/>
              </a:spcAft>
              <a:buClr>
                <a:schemeClr val="dk1"/>
              </a:buClr>
              <a:buSzPts val="1800"/>
              <a:buNone/>
              <a:defRPr sz="1800"/>
            </a:lvl4pPr>
            <a:lvl5pPr lvl="4" algn="l">
              <a:lnSpc>
                <a:spcPct val="85000"/>
              </a:lnSpc>
              <a:spcBef>
                <a:spcPts val="0"/>
              </a:spcBef>
              <a:spcAft>
                <a:spcPts val="0"/>
              </a:spcAft>
              <a:buClr>
                <a:schemeClr val="dk1"/>
              </a:buClr>
              <a:buSzPts val="1800"/>
              <a:buNone/>
              <a:defRPr sz="1800"/>
            </a:lvl5pPr>
            <a:lvl6pPr lvl="5" algn="l">
              <a:lnSpc>
                <a:spcPct val="85000"/>
              </a:lnSpc>
              <a:spcBef>
                <a:spcPts val="0"/>
              </a:spcBef>
              <a:spcAft>
                <a:spcPts val="0"/>
              </a:spcAft>
              <a:buClr>
                <a:schemeClr val="dk1"/>
              </a:buClr>
              <a:buSzPts val="1800"/>
              <a:buNone/>
              <a:defRPr sz="1800"/>
            </a:lvl6pPr>
            <a:lvl7pPr lvl="6" algn="l">
              <a:lnSpc>
                <a:spcPct val="85000"/>
              </a:lnSpc>
              <a:spcBef>
                <a:spcPts val="0"/>
              </a:spcBef>
              <a:spcAft>
                <a:spcPts val="0"/>
              </a:spcAft>
              <a:buClr>
                <a:schemeClr val="dk1"/>
              </a:buClr>
              <a:buSzPts val="1800"/>
              <a:buNone/>
              <a:defRPr sz="1800"/>
            </a:lvl7pPr>
            <a:lvl8pPr lvl="7" algn="l">
              <a:lnSpc>
                <a:spcPct val="85000"/>
              </a:lnSpc>
              <a:spcBef>
                <a:spcPts val="0"/>
              </a:spcBef>
              <a:spcAft>
                <a:spcPts val="0"/>
              </a:spcAft>
              <a:buClr>
                <a:schemeClr val="dk1"/>
              </a:buClr>
              <a:buSzPts val="1800"/>
              <a:buNone/>
              <a:defRPr sz="1800"/>
            </a:lvl8pPr>
            <a:lvl9pPr lvl="8" algn="l">
              <a:lnSpc>
                <a:spcPct val="85000"/>
              </a:lnSpc>
              <a:spcBef>
                <a:spcPts val="0"/>
              </a:spcBef>
              <a:spcAft>
                <a:spcPts val="0"/>
              </a:spcAft>
              <a:buClr>
                <a:schemeClr val="dk1"/>
              </a:buClr>
              <a:buSzPts val="1800"/>
              <a:buNone/>
              <a:defRPr sz="1800"/>
            </a:lvl9pPr>
          </a:lstStyle>
          <a:p>
            <a:endParaRPr/>
          </a:p>
        </p:txBody>
      </p:sp>
      <p:sp>
        <p:nvSpPr>
          <p:cNvPr id="323" name="Google Shape;323;p65"/>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4" name="Google Shape;324;p65"/>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468910012"/>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matchingName="One Column Chart - Subtitle">
  <p:cSld name="One Column Chart - Subtitle">
    <p:spTree>
      <p:nvGrpSpPr>
        <p:cNvPr id="1" name="Shape 325"/>
        <p:cNvGrpSpPr/>
        <p:nvPr/>
      </p:nvGrpSpPr>
      <p:grpSpPr>
        <a:xfrm>
          <a:off x="0" y="0"/>
          <a:ext cx="0" cy="0"/>
          <a:chOff x="0" y="0"/>
          <a:chExt cx="0" cy="0"/>
        </a:xfrm>
      </p:grpSpPr>
      <p:sp>
        <p:nvSpPr>
          <p:cNvPr id="326" name="Google Shape;326;p66"/>
          <p:cNvSpPr txBox="1">
            <a:spLocks noGrp="1"/>
          </p:cNvSpPr>
          <p:nvPr>
            <p:ph type="body" idx="1"/>
          </p:nvPr>
        </p:nvSpPr>
        <p:spPr>
          <a:xfrm>
            <a:off x="609600" y="2103438"/>
            <a:ext cx="34141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27" name="Google Shape;327;p66"/>
          <p:cNvSpPr>
            <a:spLocks noGrp="1"/>
          </p:cNvSpPr>
          <p:nvPr>
            <p:ph type="chart" idx="2"/>
          </p:nvPr>
        </p:nvSpPr>
        <p:spPr>
          <a:xfrm>
            <a:off x="5242560" y="1417320"/>
            <a:ext cx="6339840" cy="4754880"/>
          </a:xfrm>
          <a:prstGeom prst="rect">
            <a:avLst/>
          </a:prstGeom>
          <a:noFill/>
          <a:ln>
            <a:noFill/>
          </a:ln>
        </p:spPr>
        <p:txBody>
          <a:bodyPr spcFirstLastPara="1" wrap="square" lIns="0" tIns="0" rIns="0" bIns="0" anchor="ctr" anchorCtr="0">
            <a:noAutofit/>
          </a:bodyPr>
          <a:lstStyle>
            <a:lvl1pPr marR="0" lvl="0" algn="ct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6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28" name="Google Shape;328;p66"/>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329" name="Google Shape;329;p66"/>
          <p:cNvSpPr txBox="1">
            <a:spLocks noGrp="1"/>
          </p:cNvSpPr>
          <p:nvPr>
            <p:ph type="title"/>
          </p:nvPr>
        </p:nvSpPr>
        <p:spPr>
          <a:xfrm>
            <a:off x="609600" y="457200"/>
            <a:ext cx="10972800" cy="4572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0" name="Google Shape;330;p66"/>
          <p:cNvSpPr txBox="1">
            <a:spLocks noGrp="1"/>
          </p:cNvSpPr>
          <p:nvPr>
            <p:ph type="subTitle" idx="3"/>
          </p:nvPr>
        </p:nvSpPr>
        <p:spPr>
          <a:xfrm>
            <a:off x="609599" y="914402"/>
            <a:ext cx="10972803" cy="914399"/>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1800"/>
              <a:buNone/>
              <a:defRPr sz="1800" b="0">
                <a:solidFill>
                  <a:schemeClr val="dk1"/>
                </a:solidFill>
              </a:defRPr>
            </a:lvl1pPr>
            <a:lvl2pPr lvl="1" algn="l">
              <a:lnSpc>
                <a:spcPct val="85000"/>
              </a:lnSpc>
              <a:spcBef>
                <a:spcPts val="0"/>
              </a:spcBef>
              <a:spcAft>
                <a:spcPts val="0"/>
              </a:spcAft>
              <a:buClr>
                <a:schemeClr val="dk1"/>
              </a:buClr>
              <a:buSzPts val="1800"/>
              <a:buNone/>
              <a:defRPr sz="1800"/>
            </a:lvl2pPr>
            <a:lvl3pPr lvl="2" algn="l">
              <a:lnSpc>
                <a:spcPct val="85000"/>
              </a:lnSpc>
              <a:spcBef>
                <a:spcPts val="0"/>
              </a:spcBef>
              <a:spcAft>
                <a:spcPts val="0"/>
              </a:spcAft>
              <a:buClr>
                <a:schemeClr val="dk1"/>
              </a:buClr>
              <a:buSzPts val="1800"/>
              <a:buNone/>
              <a:defRPr sz="1800"/>
            </a:lvl3pPr>
            <a:lvl4pPr lvl="3" algn="l">
              <a:lnSpc>
                <a:spcPct val="85000"/>
              </a:lnSpc>
              <a:spcBef>
                <a:spcPts val="0"/>
              </a:spcBef>
              <a:spcAft>
                <a:spcPts val="0"/>
              </a:spcAft>
              <a:buClr>
                <a:schemeClr val="dk1"/>
              </a:buClr>
              <a:buSzPts val="1800"/>
              <a:buNone/>
              <a:defRPr sz="1800"/>
            </a:lvl4pPr>
            <a:lvl5pPr lvl="4" algn="l">
              <a:lnSpc>
                <a:spcPct val="85000"/>
              </a:lnSpc>
              <a:spcBef>
                <a:spcPts val="0"/>
              </a:spcBef>
              <a:spcAft>
                <a:spcPts val="0"/>
              </a:spcAft>
              <a:buClr>
                <a:schemeClr val="dk1"/>
              </a:buClr>
              <a:buSzPts val="1800"/>
              <a:buNone/>
              <a:defRPr sz="1800"/>
            </a:lvl5pPr>
            <a:lvl6pPr lvl="5" algn="l">
              <a:lnSpc>
                <a:spcPct val="85000"/>
              </a:lnSpc>
              <a:spcBef>
                <a:spcPts val="0"/>
              </a:spcBef>
              <a:spcAft>
                <a:spcPts val="0"/>
              </a:spcAft>
              <a:buClr>
                <a:schemeClr val="dk1"/>
              </a:buClr>
              <a:buSzPts val="1800"/>
              <a:buNone/>
              <a:defRPr sz="1800"/>
            </a:lvl6pPr>
            <a:lvl7pPr lvl="6" algn="l">
              <a:lnSpc>
                <a:spcPct val="85000"/>
              </a:lnSpc>
              <a:spcBef>
                <a:spcPts val="0"/>
              </a:spcBef>
              <a:spcAft>
                <a:spcPts val="0"/>
              </a:spcAft>
              <a:buClr>
                <a:schemeClr val="dk1"/>
              </a:buClr>
              <a:buSzPts val="1800"/>
              <a:buNone/>
              <a:defRPr sz="1800"/>
            </a:lvl7pPr>
            <a:lvl8pPr lvl="7" algn="l">
              <a:lnSpc>
                <a:spcPct val="85000"/>
              </a:lnSpc>
              <a:spcBef>
                <a:spcPts val="0"/>
              </a:spcBef>
              <a:spcAft>
                <a:spcPts val="0"/>
              </a:spcAft>
              <a:buClr>
                <a:schemeClr val="dk1"/>
              </a:buClr>
              <a:buSzPts val="1800"/>
              <a:buNone/>
              <a:defRPr sz="1800"/>
            </a:lvl8pPr>
            <a:lvl9pPr lvl="8" algn="l">
              <a:lnSpc>
                <a:spcPct val="85000"/>
              </a:lnSpc>
              <a:spcBef>
                <a:spcPts val="0"/>
              </a:spcBef>
              <a:spcAft>
                <a:spcPts val="0"/>
              </a:spcAft>
              <a:buClr>
                <a:schemeClr val="dk1"/>
              </a:buClr>
              <a:buSzPts val="1800"/>
              <a:buNone/>
              <a:defRPr sz="1800"/>
            </a:lvl9pPr>
          </a:lstStyle>
          <a:p>
            <a:endParaRPr/>
          </a:p>
        </p:txBody>
      </p:sp>
      <p:sp>
        <p:nvSpPr>
          <p:cNvPr id="331" name="Google Shape;331;p66"/>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2" name="Google Shape;332;p66"/>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630524093"/>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matchingName="Infographic and Chart">
  <p:cSld name="Infographic and Chart">
    <p:spTree>
      <p:nvGrpSpPr>
        <p:cNvPr id="1" name="Shape 333"/>
        <p:cNvGrpSpPr/>
        <p:nvPr/>
      </p:nvGrpSpPr>
      <p:grpSpPr>
        <a:xfrm>
          <a:off x="0" y="0"/>
          <a:ext cx="0" cy="0"/>
          <a:chOff x="0" y="0"/>
          <a:chExt cx="0" cy="0"/>
        </a:xfrm>
      </p:grpSpPr>
      <p:sp>
        <p:nvSpPr>
          <p:cNvPr id="334" name="Google Shape;334;p67"/>
          <p:cNvSpPr/>
          <p:nvPr/>
        </p:nvSpPr>
        <p:spPr>
          <a:xfrm>
            <a:off x="0" y="2103438"/>
            <a:ext cx="4023784" cy="4068762"/>
          </a:xfrm>
          <a:prstGeom prst="rect">
            <a:avLst/>
          </a:pr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335" name="Google Shape;335;p67"/>
          <p:cNvSpPr txBox="1">
            <a:spLocks noGrp="1"/>
          </p:cNvSpPr>
          <p:nvPr>
            <p:ph type="body" idx="1"/>
          </p:nvPr>
        </p:nvSpPr>
        <p:spPr>
          <a:xfrm>
            <a:off x="609601" y="2377440"/>
            <a:ext cx="3230879" cy="1188720"/>
          </a:xfrm>
          <a:prstGeom prst="rect">
            <a:avLst/>
          </a:prstGeom>
          <a:noFill/>
          <a:ln>
            <a:noFill/>
          </a:ln>
        </p:spPr>
        <p:txBody>
          <a:bodyPr spcFirstLastPara="1" wrap="square" lIns="0" tIns="0" rIns="0" bIns="0" anchor="t" anchorCtr="0">
            <a:noAutofit/>
          </a:bodyPr>
          <a:lstStyle>
            <a:lvl1pPr marL="457200" lvl="0" indent="-228600" algn="l">
              <a:lnSpc>
                <a:spcPct val="80000"/>
              </a:lnSpc>
              <a:spcBef>
                <a:spcPts val="0"/>
              </a:spcBef>
              <a:spcAft>
                <a:spcPts val="0"/>
              </a:spcAft>
              <a:buClr>
                <a:schemeClr val="lt1"/>
              </a:buClr>
              <a:buSzPts val="9600"/>
              <a:buNone/>
              <a:defRPr sz="9600" b="1">
                <a:solidFill>
                  <a:schemeClr val="lt1"/>
                </a:solidFill>
              </a:defRPr>
            </a:lvl1pPr>
            <a:lvl2pPr marL="914400" lvl="1" indent="-228600" algn="l">
              <a:lnSpc>
                <a:spcPct val="100000"/>
              </a:lnSpc>
              <a:spcBef>
                <a:spcPts val="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36" name="Google Shape;336;p67"/>
          <p:cNvSpPr txBox="1">
            <a:spLocks noGrp="1"/>
          </p:cNvSpPr>
          <p:nvPr>
            <p:ph type="body" idx="2"/>
          </p:nvPr>
        </p:nvSpPr>
        <p:spPr>
          <a:xfrm>
            <a:off x="609599" y="3566160"/>
            <a:ext cx="3230880" cy="246888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400"/>
              <a:buNone/>
              <a:defRPr sz="1400" b="0">
                <a:solidFill>
                  <a:schemeClr val="lt1"/>
                </a:solidFill>
              </a:defRPr>
            </a:lvl1pPr>
            <a:lvl2pPr marL="914400" lvl="1" indent="-317500" algn="l">
              <a:lnSpc>
                <a:spcPct val="100000"/>
              </a:lnSpc>
              <a:spcBef>
                <a:spcPts val="0"/>
              </a:spcBef>
              <a:spcAft>
                <a:spcPts val="0"/>
              </a:spcAft>
              <a:buClr>
                <a:schemeClr val="lt1"/>
              </a:buClr>
              <a:buSzPts val="1400"/>
              <a:buFont typeface="Arial"/>
              <a:buChar char="•"/>
              <a:defRPr sz="1400" b="0">
                <a:solidFill>
                  <a:schemeClr val="lt1"/>
                </a:solidFill>
              </a:defRPr>
            </a:lvl2pPr>
            <a:lvl3pPr marL="1371600" lvl="2" indent="-317500" algn="l">
              <a:lnSpc>
                <a:spcPct val="100000"/>
              </a:lnSpc>
              <a:spcBef>
                <a:spcPts val="0"/>
              </a:spcBef>
              <a:spcAft>
                <a:spcPts val="0"/>
              </a:spcAft>
              <a:buClr>
                <a:schemeClr val="lt1"/>
              </a:buClr>
              <a:buSzPts val="1400"/>
              <a:buFont typeface="Arial"/>
              <a:buChar char="–"/>
              <a:defRPr sz="1400" b="0">
                <a:solidFill>
                  <a:schemeClr val="lt1"/>
                </a:solidFill>
              </a:defRPr>
            </a:lvl3pPr>
            <a:lvl4pPr marL="1828800" lvl="3" indent="-317500" algn="l">
              <a:lnSpc>
                <a:spcPct val="100000"/>
              </a:lnSpc>
              <a:spcBef>
                <a:spcPts val="0"/>
              </a:spcBef>
              <a:spcAft>
                <a:spcPts val="0"/>
              </a:spcAft>
              <a:buClr>
                <a:schemeClr val="lt1"/>
              </a:buClr>
              <a:buSzPts val="1400"/>
              <a:buFont typeface="Arial"/>
              <a:buChar char="•"/>
              <a:defRPr sz="1400" b="0">
                <a:solidFill>
                  <a:schemeClr val="lt1"/>
                </a:solidFill>
              </a:defRPr>
            </a:lvl4pPr>
            <a:lvl5pPr marL="2286000" lvl="4" indent="-317500" algn="l">
              <a:lnSpc>
                <a:spcPct val="100000"/>
              </a:lnSpc>
              <a:spcBef>
                <a:spcPts val="0"/>
              </a:spcBef>
              <a:spcAft>
                <a:spcPts val="0"/>
              </a:spcAft>
              <a:buClr>
                <a:schemeClr val="lt1"/>
              </a:buClr>
              <a:buSzPts val="1400"/>
              <a:buFont typeface="Arial"/>
              <a:buChar char="–"/>
              <a:defRPr sz="1400" b="0">
                <a:solidFill>
                  <a:schemeClr val="lt1"/>
                </a:solidFill>
              </a:defRPr>
            </a:lvl5pPr>
            <a:lvl6pPr marL="2743200" lvl="5" indent="-317500" algn="l">
              <a:lnSpc>
                <a:spcPct val="100000"/>
              </a:lnSpc>
              <a:spcBef>
                <a:spcPts val="0"/>
              </a:spcBef>
              <a:spcAft>
                <a:spcPts val="0"/>
              </a:spcAft>
              <a:buClr>
                <a:schemeClr val="lt1"/>
              </a:buClr>
              <a:buSzPts val="1400"/>
              <a:buFont typeface="Arial"/>
              <a:buChar char="•"/>
              <a:defRPr sz="1400">
                <a:solidFill>
                  <a:schemeClr val="lt1"/>
                </a:solidFill>
              </a:defRPr>
            </a:lvl6pPr>
            <a:lvl7pPr marL="3200400" lvl="6" indent="-317500" algn="l">
              <a:lnSpc>
                <a:spcPct val="100000"/>
              </a:lnSpc>
              <a:spcBef>
                <a:spcPts val="600"/>
              </a:spcBef>
              <a:spcAft>
                <a:spcPts val="0"/>
              </a:spcAft>
              <a:buClr>
                <a:schemeClr val="lt1"/>
              </a:buClr>
              <a:buSzPts val="1400"/>
              <a:buFont typeface="Arial"/>
              <a:buChar char="–"/>
              <a:defRPr sz="1400">
                <a:solidFill>
                  <a:schemeClr val="lt1"/>
                </a:solidFill>
              </a:defRPr>
            </a:lvl7pPr>
            <a:lvl8pPr marL="3657600" lvl="7" indent="-317500" algn="l">
              <a:lnSpc>
                <a:spcPct val="100000"/>
              </a:lnSpc>
              <a:spcBef>
                <a:spcPts val="600"/>
              </a:spcBef>
              <a:spcAft>
                <a:spcPts val="0"/>
              </a:spcAft>
              <a:buClr>
                <a:schemeClr val="lt1"/>
              </a:buClr>
              <a:buSzPts val="1400"/>
              <a:buFont typeface="Arial"/>
              <a:buChar char="•"/>
              <a:defRPr sz="1400">
                <a:solidFill>
                  <a:schemeClr val="lt1"/>
                </a:solidFill>
              </a:defRPr>
            </a:lvl8pPr>
            <a:lvl9pPr marL="4114800" lvl="8" indent="-317500" algn="l">
              <a:lnSpc>
                <a:spcPct val="100000"/>
              </a:lnSpc>
              <a:spcBef>
                <a:spcPts val="600"/>
              </a:spcBef>
              <a:spcAft>
                <a:spcPts val="600"/>
              </a:spcAft>
              <a:buClr>
                <a:schemeClr val="lt1"/>
              </a:buClr>
              <a:buSzPts val="1400"/>
              <a:buFont typeface="Arial"/>
              <a:buChar char="–"/>
              <a:defRPr sz="1400">
                <a:solidFill>
                  <a:schemeClr val="lt1"/>
                </a:solidFill>
              </a:defRPr>
            </a:lvl9pPr>
          </a:lstStyle>
          <a:p>
            <a:endParaRPr/>
          </a:p>
        </p:txBody>
      </p:sp>
      <p:sp>
        <p:nvSpPr>
          <p:cNvPr id="337" name="Google Shape;337;p67"/>
          <p:cNvSpPr>
            <a:spLocks noGrp="1"/>
          </p:cNvSpPr>
          <p:nvPr>
            <p:ph type="chart" idx="3"/>
          </p:nvPr>
        </p:nvSpPr>
        <p:spPr>
          <a:xfrm>
            <a:off x="4389967" y="2103438"/>
            <a:ext cx="7192435" cy="4068762"/>
          </a:xfrm>
          <a:prstGeom prst="rect">
            <a:avLst/>
          </a:prstGeom>
          <a:noFill/>
          <a:ln>
            <a:noFill/>
          </a:ln>
        </p:spPr>
        <p:txBody>
          <a:bodyPr spcFirstLastPara="1" wrap="square" lIns="0" tIns="0" rIns="0" bIns="0" anchor="ctr" anchorCtr="0">
            <a:noAutofit/>
          </a:bodyPr>
          <a:lstStyle>
            <a:lvl1pPr marR="0" lvl="0" algn="ct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6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38" name="Google Shape;338;p67"/>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339" name="Google Shape;339;p67"/>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0" name="Google Shape;340;p67"/>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1" name="Google Shape;341;p67"/>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004974766"/>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matchingName="Three Content Infographic">
  <p:cSld name="Three Content Infographic">
    <p:spTree>
      <p:nvGrpSpPr>
        <p:cNvPr id="1" name="Shape 342"/>
        <p:cNvGrpSpPr/>
        <p:nvPr/>
      </p:nvGrpSpPr>
      <p:grpSpPr>
        <a:xfrm>
          <a:off x="0" y="0"/>
          <a:ext cx="0" cy="0"/>
          <a:chOff x="0" y="0"/>
          <a:chExt cx="0" cy="0"/>
        </a:xfrm>
      </p:grpSpPr>
      <p:sp>
        <p:nvSpPr>
          <p:cNvPr id="343" name="Google Shape;343;p68"/>
          <p:cNvSpPr txBox="1">
            <a:spLocks noGrp="1"/>
          </p:cNvSpPr>
          <p:nvPr>
            <p:ph type="body" idx="1"/>
          </p:nvPr>
        </p:nvSpPr>
        <p:spPr>
          <a:xfrm>
            <a:off x="609600" y="3611881"/>
            <a:ext cx="3414184" cy="25603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3"/>
              </a:buClr>
              <a:buSzPts val="1600"/>
              <a:buNone/>
              <a:defRPr>
                <a:solidFill>
                  <a:schemeClr val="accent3"/>
                </a:solidFill>
              </a:defRPr>
            </a:lvl1pPr>
            <a:lvl2pPr marL="914400" lvl="1" indent="-228600" algn="l">
              <a:lnSpc>
                <a:spcPct val="100000"/>
              </a:lnSpc>
              <a:spcBef>
                <a:spcPts val="450"/>
              </a:spcBef>
              <a:spcAft>
                <a:spcPts val="0"/>
              </a:spcAft>
              <a:buClr>
                <a:schemeClr val="dk1"/>
              </a:buClr>
              <a:buSzPts val="1400"/>
              <a:buNone/>
              <a:defRPr>
                <a:solidFill>
                  <a:schemeClr val="dk1"/>
                </a:solidFill>
              </a:defRPr>
            </a:lvl2pPr>
            <a:lvl3pPr marL="1371600" lvl="2" indent="-317500" algn="l">
              <a:lnSpc>
                <a:spcPct val="100000"/>
              </a:lnSpc>
              <a:spcBef>
                <a:spcPts val="600"/>
              </a:spcBef>
              <a:spcAft>
                <a:spcPts val="0"/>
              </a:spcAft>
              <a:buClr>
                <a:schemeClr val="dk1"/>
              </a:buClr>
              <a:buSzPts val="1400"/>
              <a:buChar char="•"/>
              <a:defRPr>
                <a:solidFill>
                  <a:schemeClr val="dk1"/>
                </a:solidFill>
              </a:defRPr>
            </a:lvl3pPr>
            <a:lvl4pPr marL="1828800" lvl="3" indent="-317500" algn="l">
              <a:lnSpc>
                <a:spcPct val="100000"/>
              </a:lnSpc>
              <a:spcBef>
                <a:spcPts val="600"/>
              </a:spcBef>
              <a:spcAft>
                <a:spcPts val="0"/>
              </a:spcAft>
              <a:buClr>
                <a:schemeClr val="dk1"/>
              </a:buClr>
              <a:buSzPts val="1400"/>
              <a:buChar char="–"/>
              <a:defRPr>
                <a:solidFill>
                  <a:schemeClr val="dk1"/>
                </a:solidFill>
              </a:defRPr>
            </a:lvl4pPr>
            <a:lvl5pPr marL="2286000" lvl="4" indent="-317500" algn="l">
              <a:lnSpc>
                <a:spcPct val="100000"/>
              </a:lnSpc>
              <a:spcBef>
                <a:spcPts val="600"/>
              </a:spcBef>
              <a:spcAft>
                <a:spcPts val="0"/>
              </a:spcAft>
              <a:buClr>
                <a:schemeClr val="dk1"/>
              </a:buClr>
              <a:buSzPts val="1400"/>
              <a:buChar char="•"/>
              <a:defRPr>
                <a:solidFill>
                  <a:schemeClr val="dk1"/>
                </a:solidFill>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44" name="Google Shape;344;p68"/>
          <p:cNvSpPr txBox="1">
            <a:spLocks noGrp="1"/>
          </p:cNvSpPr>
          <p:nvPr>
            <p:ph type="body" idx="2"/>
          </p:nvPr>
        </p:nvSpPr>
        <p:spPr>
          <a:xfrm>
            <a:off x="609600" y="2103438"/>
            <a:ext cx="3414184" cy="1325562"/>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3"/>
              </a:buClr>
              <a:buSzPts val="7200"/>
              <a:buNone/>
              <a:defRPr sz="7200" b="0">
                <a:solidFill>
                  <a:schemeClr val="accent3"/>
                </a:solidFill>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45" name="Google Shape;345;p68"/>
          <p:cNvSpPr txBox="1">
            <a:spLocks noGrp="1"/>
          </p:cNvSpPr>
          <p:nvPr>
            <p:ph type="body" idx="3"/>
          </p:nvPr>
        </p:nvSpPr>
        <p:spPr>
          <a:xfrm>
            <a:off x="4389967" y="2103438"/>
            <a:ext cx="3412067" cy="1325562"/>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dk2"/>
              </a:buClr>
              <a:buSzPts val="7200"/>
              <a:buNone/>
              <a:defRPr sz="7200" b="0">
                <a:solidFill>
                  <a:schemeClr val="dk2"/>
                </a:solidFill>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46" name="Google Shape;346;p68"/>
          <p:cNvSpPr txBox="1">
            <a:spLocks noGrp="1"/>
          </p:cNvSpPr>
          <p:nvPr>
            <p:ph type="body" idx="4"/>
          </p:nvPr>
        </p:nvSpPr>
        <p:spPr>
          <a:xfrm>
            <a:off x="8168219" y="2103438"/>
            <a:ext cx="3414181" cy="1325562"/>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1"/>
              </a:buClr>
              <a:buSzPts val="7200"/>
              <a:buNone/>
              <a:defRPr sz="7200" b="0">
                <a:solidFill>
                  <a:schemeClr val="accent1"/>
                </a:solidFill>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47" name="Google Shape;347;p68"/>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348" name="Google Shape;348;p68"/>
          <p:cNvSpPr txBox="1">
            <a:spLocks noGrp="1"/>
          </p:cNvSpPr>
          <p:nvPr>
            <p:ph type="body" idx="5"/>
          </p:nvPr>
        </p:nvSpPr>
        <p:spPr>
          <a:xfrm>
            <a:off x="4389967" y="3611881"/>
            <a:ext cx="3412067" cy="256031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600"/>
              <a:buNone/>
              <a:defRPr>
                <a:solidFill>
                  <a:schemeClr val="dk2"/>
                </a:solidFill>
              </a:defRPr>
            </a:lvl1pPr>
            <a:lvl2pPr marL="914400" lvl="1" indent="-228600" algn="l">
              <a:lnSpc>
                <a:spcPct val="100000"/>
              </a:lnSpc>
              <a:spcBef>
                <a:spcPts val="450"/>
              </a:spcBef>
              <a:spcAft>
                <a:spcPts val="0"/>
              </a:spcAft>
              <a:buClr>
                <a:schemeClr val="dk1"/>
              </a:buClr>
              <a:buSzPts val="1400"/>
              <a:buNone/>
              <a:defRPr>
                <a:solidFill>
                  <a:schemeClr val="dk1"/>
                </a:solidFill>
              </a:defRPr>
            </a:lvl2pPr>
            <a:lvl3pPr marL="1371600" lvl="2" indent="-317500" algn="l">
              <a:lnSpc>
                <a:spcPct val="100000"/>
              </a:lnSpc>
              <a:spcBef>
                <a:spcPts val="600"/>
              </a:spcBef>
              <a:spcAft>
                <a:spcPts val="0"/>
              </a:spcAft>
              <a:buClr>
                <a:schemeClr val="dk1"/>
              </a:buClr>
              <a:buSzPts val="1400"/>
              <a:buChar char="•"/>
              <a:defRPr>
                <a:solidFill>
                  <a:schemeClr val="dk1"/>
                </a:solidFill>
              </a:defRPr>
            </a:lvl3pPr>
            <a:lvl4pPr marL="1828800" lvl="3" indent="-317500" algn="l">
              <a:lnSpc>
                <a:spcPct val="100000"/>
              </a:lnSpc>
              <a:spcBef>
                <a:spcPts val="600"/>
              </a:spcBef>
              <a:spcAft>
                <a:spcPts val="0"/>
              </a:spcAft>
              <a:buClr>
                <a:schemeClr val="dk1"/>
              </a:buClr>
              <a:buSzPts val="1400"/>
              <a:buChar char="–"/>
              <a:defRPr>
                <a:solidFill>
                  <a:schemeClr val="dk1"/>
                </a:solidFill>
              </a:defRPr>
            </a:lvl4pPr>
            <a:lvl5pPr marL="2286000" lvl="4" indent="-317500" algn="l">
              <a:lnSpc>
                <a:spcPct val="100000"/>
              </a:lnSpc>
              <a:spcBef>
                <a:spcPts val="600"/>
              </a:spcBef>
              <a:spcAft>
                <a:spcPts val="0"/>
              </a:spcAft>
              <a:buClr>
                <a:schemeClr val="dk1"/>
              </a:buClr>
              <a:buSzPts val="1400"/>
              <a:buChar char="•"/>
              <a:defRPr>
                <a:solidFill>
                  <a:schemeClr val="dk1"/>
                </a:solidFill>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49" name="Google Shape;349;p68"/>
          <p:cNvSpPr txBox="1">
            <a:spLocks noGrp="1"/>
          </p:cNvSpPr>
          <p:nvPr>
            <p:ph type="body" idx="6"/>
          </p:nvPr>
        </p:nvSpPr>
        <p:spPr>
          <a:xfrm>
            <a:off x="8165041" y="3611881"/>
            <a:ext cx="3417360" cy="25603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600"/>
              <a:buNone/>
              <a:defRPr>
                <a:solidFill>
                  <a:schemeClr val="accent1"/>
                </a:solidFill>
              </a:defRPr>
            </a:lvl1pPr>
            <a:lvl2pPr marL="914400" lvl="1" indent="-228600" algn="l">
              <a:lnSpc>
                <a:spcPct val="100000"/>
              </a:lnSpc>
              <a:spcBef>
                <a:spcPts val="450"/>
              </a:spcBef>
              <a:spcAft>
                <a:spcPts val="0"/>
              </a:spcAft>
              <a:buClr>
                <a:schemeClr val="dk1"/>
              </a:buClr>
              <a:buSzPts val="1400"/>
              <a:buNone/>
              <a:defRPr>
                <a:solidFill>
                  <a:schemeClr val="dk1"/>
                </a:solidFill>
              </a:defRPr>
            </a:lvl2pPr>
            <a:lvl3pPr marL="1371600" lvl="2" indent="-317500" algn="l">
              <a:lnSpc>
                <a:spcPct val="100000"/>
              </a:lnSpc>
              <a:spcBef>
                <a:spcPts val="600"/>
              </a:spcBef>
              <a:spcAft>
                <a:spcPts val="0"/>
              </a:spcAft>
              <a:buClr>
                <a:schemeClr val="dk1"/>
              </a:buClr>
              <a:buSzPts val="1400"/>
              <a:buChar char="•"/>
              <a:defRPr>
                <a:solidFill>
                  <a:schemeClr val="dk1"/>
                </a:solidFill>
              </a:defRPr>
            </a:lvl3pPr>
            <a:lvl4pPr marL="1828800" lvl="3" indent="-317500" algn="l">
              <a:lnSpc>
                <a:spcPct val="100000"/>
              </a:lnSpc>
              <a:spcBef>
                <a:spcPts val="600"/>
              </a:spcBef>
              <a:spcAft>
                <a:spcPts val="0"/>
              </a:spcAft>
              <a:buClr>
                <a:schemeClr val="dk1"/>
              </a:buClr>
              <a:buSzPts val="1400"/>
              <a:buChar char="–"/>
              <a:defRPr>
                <a:solidFill>
                  <a:schemeClr val="dk1"/>
                </a:solidFill>
              </a:defRPr>
            </a:lvl4pPr>
            <a:lvl5pPr marL="2286000" lvl="4" indent="-317500" algn="l">
              <a:lnSpc>
                <a:spcPct val="100000"/>
              </a:lnSpc>
              <a:spcBef>
                <a:spcPts val="600"/>
              </a:spcBef>
              <a:spcAft>
                <a:spcPts val="0"/>
              </a:spcAft>
              <a:buClr>
                <a:schemeClr val="dk1"/>
              </a:buClr>
              <a:buSzPts val="1400"/>
              <a:buChar char="•"/>
              <a:defRPr>
                <a:solidFill>
                  <a:schemeClr val="dk1"/>
                </a:solidFill>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50" name="Google Shape;350;p68"/>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1" name="Google Shape;351;p68"/>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2" name="Google Shape;352;p68"/>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55288714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matchingName="One Column Content Dark">
  <p:cSld name="One Column Content Dark">
    <p:bg>
      <p:bgPr>
        <a:solidFill>
          <a:srgbClr val="464646"/>
        </a:solidFill>
        <a:effectLst/>
      </p:bgPr>
    </p:bg>
    <p:spTree>
      <p:nvGrpSpPr>
        <p:cNvPr id="1" name="Shape 353"/>
        <p:cNvGrpSpPr/>
        <p:nvPr/>
      </p:nvGrpSpPr>
      <p:grpSpPr>
        <a:xfrm>
          <a:off x="0" y="0"/>
          <a:ext cx="0" cy="0"/>
          <a:chOff x="0" y="0"/>
          <a:chExt cx="0" cy="0"/>
        </a:xfrm>
      </p:grpSpPr>
      <p:sp>
        <p:nvSpPr>
          <p:cNvPr id="354" name="Google Shape;354;p69"/>
          <p:cNvSpPr txBox="1">
            <a:spLocks noGrp="1"/>
          </p:cNvSpPr>
          <p:nvPr>
            <p:ph type="body" idx="1"/>
          </p:nvPr>
        </p:nvSpPr>
        <p:spPr>
          <a:xfrm>
            <a:off x="609600" y="2103438"/>
            <a:ext cx="34141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600"/>
              <a:buNone/>
              <a:defRPr>
                <a:solidFill>
                  <a:schemeClr val="lt1"/>
                </a:solidFill>
              </a:defRPr>
            </a:lvl1pPr>
            <a:lvl2pPr marL="914400" lvl="1" indent="-228600" algn="l">
              <a:lnSpc>
                <a:spcPct val="100000"/>
              </a:lnSpc>
              <a:spcBef>
                <a:spcPts val="1200"/>
              </a:spcBef>
              <a:spcAft>
                <a:spcPts val="0"/>
              </a:spcAft>
              <a:buClr>
                <a:schemeClr val="lt1"/>
              </a:buClr>
              <a:buSzPts val="1400"/>
              <a:buNone/>
              <a:defRPr>
                <a:solidFill>
                  <a:schemeClr val="lt1"/>
                </a:solidFill>
              </a:defRPr>
            </a:lvl2pPr>
            <a:lvl3pPr marL="1371600" lvl="2" indent="-317500" algn="l">
              <a:lnSpc>
                <a:spcPct val="100000"/>
              </a:lnSpc>
              <a:spcBef>
                <a:spcPts val="600"/>
              </a:spcBef>
              <a:spcAft>
                <a:spcPts val="0"/>
              </a:spcAft>
              <a:buClr>
                <a:schemeClr val="lt1"/>
              </a:buClr>
              <a:buSzPts val="1400"/>
              <a:buChar char="•"/>
              <a:defRPr>
                <a:solidFill>
                  <a:schemeClr val="lt1"/>
                </a:solidFill>
              </a:defRPr>
            </a:lvl3pPr>
            <a:lvl4pPr marL="1828800" lvl="3" indent="-317500" algn="l">
              <a:lnSpc>
                <a:spcPct val="100000"/>
              </a:lnSpc>
              <a:spcBef>
                <a:spcPts val="600"/>
              </a:spcBef>
              <a:spcAft>
                <a:spcPts val="0"/>
              </a:spcAft>
              <a:buClr>
                <a:schemeClr val="lt1"/>
              </a:buClr>
              <a:buSzPts val="1400"/>
              <a:buChar char="–"/>
              <a:defRPr>
                <a:solidFill>
                  <a:schemeClr val="lt1"/>
                </a:solidFill>
              </a:defRPr>
            </a:lvl4pPr>
            <a:lvl5pPr marL="2286000" lvl="4" indent="-317500" algn="l">
              <a:lnSpc>
                <a:spcPct val="100000"/>
              </a:lnSpc>
              <a:spcBef>
                <a:spcPts val="600"/>
              </a:spcBef>
              <a:spcAft>
                <a:spcPts val="0"/>
              </a:spcAft>
              <a:buClr>
                <a:schemeClr val="lt1"/>
              </a:buClr>
              <a:buSzPts val="1400"/>
              <a:buChar char="•"/>
              <a:defRPr>
                <a:solidFill>
                  <a:schemeClr val="lt1"/>
                </a:solidFill>
              </a:defRPr>
            </a:lvl5pPr>
            <a:lvl6pPr marL="2743200" lvl="5" indent="-317500" algn="l">
              <a:lnSpc>
                <a:spcPct val="100000"/>
              </a:lnSpc>
              <a:spcBef>
                <a:spcPts val="600"/>
              </a:spcBef>
              <a:spcAft>
                <a:spcPts val="0"/>
              </a:spcAft>
              <a:buClr>
                <a:schemeClr val="lt1"/>
              </a:buClr>
              <a:buSzPts val="1400"/>
              <a:buChar char="–"/>
              <a:defRPr>
                <a:solidFill>
                  <a:schemeClr val="lt1"/>
                </a:solidFill>
              </a:defRPr>
            </a:lvl6pPr>
            <a:lvl7pPr marL="3200400" lvl="6" indent="-317500" algn="l">
              <a:lnSpc>
                <a:spcPct val="100000"/>
              </a:lnSpc>
              <a:spcBef>
                <a:spcPts val="600"/>
              </a:spcBef>
              <a:spcAft>
                <a:spcPts val="0"/>
              </a:spcAft>
              <a:buClr>
                <a:schemeClr val="lt1"/>
              </a:buClr>
              <a:buSzPts val="1400"/>
              <a:buChar char="•"/>
              <a:defRPr>
                <a:solidFill>
                  <a:schemeClr val="lt1"/>
                </a:solidFill>
              </a:defRPr>
            </a:lvl7pPr>
            <a:lvl8pPr marL="3657600" lvl="7" indent="-317500" algn="l">
              <a:lnSpc>
                <a:spcPct val="100000"/>
              </a:lnSpc>
              <a:spcBef>
                <a:spcPts val="600"/>
              </a:spcBef>
              <a:spcAft>
                <a:spcPts val="0"/>
              </a:spcAft>
              <a:buClr>
                <a:schemeClr val="lt1"/>
              </a:buClr>
              <a:buSzPts val="1400"/>
              <a:buChar char="–"/>
              <a:defRPr>
                <a:solidFill>
                  <a:schemeClr val="lt1"/>
                </a:solidFill>
              </a:defRPr>
            </a:lvl8pPr>
            <a:lvl9pPr marL="4114800" lvl="8" indent="-317500" algn="l">
              <a:lnSpc>
                <a:spcPct val="100000"/>
              </a:lnSpc>
              <a:spcBef>
                <a:spcPts val="600"/>
              </a:spcBef>
              <a:spcAft>
                <a:spcPts val="600"/>
              </a:spcAft>
              <a:buClr>
                <a:schemeClr val="lt1"/>
              </a:buClr>
              <a:buSzPts val="1400"/>
              <a:buChar char="•"/>
              <a:defRPr>
                <a:solidFill>
                  <a:schemeClr val="lt1"/>
                </a:solidFill>
              </a:defRPr>
            </a:lvl9pPr>
          </a:lstStyle>
          <a:p>
            <a:endParaRPr/>
          </a:p>
        </p:txBody>
      </p:sp>
      <p:sp>
        <p:nvSpPr>
          <p:cNvPr id="355" name="Google Shape;355;p69"/>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lt1"/>
              </a:buClr>
              <a:buSzPts val="2800"/>
              <a:buFont typeface="Georgia"/>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6" name="Google Shape;356;p69"/>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7" name="Google Shape;357;p69"/>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8" name="Google Shape;358;p69"/>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169513879"/>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matchingName="One Column Chart Dark">
  <p:cSld name="One Column Chart Dark">
    <p:bg>
      <p:bgPr>
        <a:solidFill>
          <a:srgbClr val="464646"/>
        </a:solidFill>
        <a:effectLst/>
      </p:bgPr>
    </p:bg>
    <p:spTree>
      <p:nvGrpSpPr>
        <p:cNvPr id="1" name="Shape 359"/>
        <p:cNvGrpSpPr/>
        <p:nvPr/>
      </p:nvGrpSpPr>
      <p:grpSpPr>
        <a:xfrm>
          <a:off x="0" y="0"/>
          <a:ext cx="0" cy="0"/>
          <a:chOff x="0" y="0"/>
          <a:chExt cx="0" cy="0"/>
        </a:xfrm>
      </p:grpSpPr>
      <p:sp>
        <p:nvSpPr>
          <p:cNvPr id="360" name="Google Shape;360;p70"/>
          <p:cNvSpPr txBox="1">
            <a:spLocks noGrp="1"/>
          </p:cNvSpPr>
          <p:nvPr>
            <p:ph type="body" idx="1"/>
          </p:nvPr>
        </p:nvSpPr>
        <p:spPr>
          <a:xfrm>
            <a:off x="609600" y="2103438"/>
            <a:ext cx="3414184"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600"/>
              <a:buNone/>
              <a:defRPr>
                <a:solidFill>
                  <a:schemeClr val="lt1"/>
                </a:solidFill>
              </a:defRPr>
            </a:lvl1pPr>
            <a:lvl2pPr marL="914400" lvl="1" indent="-228600" algn="l">
              <a:lnSpc>
                <a:spcPct val="100000"/>
              </a:lnSpc>
              <a:spcBef>
                <a:spcPts val="1200"/>
              </a:spcBef>
              <a:spcAft>
                <a:spcPts val="0"/>
              </a:spcAft>
              <a:buClr>
                <a:schemeClr val="lt1"/>
              </a:buClr>
              <a:buSzPts val="1400"/>
              <a:buNone/>
              <a:defRPr>
                <a:solidFill>
                  <a:schemeClr val="lt1"/>
                </a:solidFill>
              </a:defRPr>
            </a:lvl2pPr>
            <a:lvl3pPr marL="1371600" lvl="2" indent="-317500" algn="l">
              <a:lnSpc>
                <a:spcPct val="100000"/>
              </a:lnSpc>
              <a:spcBef>
                <a:spcPts val="600"/>
              </a:spcBef>
              <a:spcAft>
                <a:spcPts val="0"/>
              </a:spcAft>
              <a:buClr>
                <a:schemeClr val="lt1"/>
              </a:buClr>
              <a:buSzPts val="1400"/>
              <a:buChar char="•"/>
              <a:defRPr>
                <a:solidFill>
                  <a:schemeClr val="lt1"/>
                </a:solidFill>
              </a:defRPr>
            </a:lvl3pPr>
            <a:lvl4pPr marL="1828800" lvl="3" indent="-317500" algn="l">
              <a:lnSpc>
                <a:spcPct val="100000"/>
              </a:lnSpc>
              <a:spcBef>
                <a:spcPts val="600"/>
              </a:spcBef>
              <a:spcAft>
                <a:spcPts val="0"/>
              </a:spcAft>
              <a:buClr>
                <a:schemeClr val="lt1"/>
              </a:buClr>
              <a:buSzPts val="1400"/>
              <a:buChar char="–"/>
              <a:defRPr>
                <a:solidFill>
                  <a:schemeClr val="lt1"/>
                </a:solidFill>
              </a:defRPr>
            </a:lvl4pPr>
            <a:lvl5pPr marL="2286000" lvl="4" indent="-317500" algn="l">
              <a:lnSpc>
                <a:spcPct val="100000"/>
              </a:lnSpc>
              <a:spcBef>
                <a:spcPts val="600"/>
              </a:spcBef>
              <a:spcAft>
                <a:spcPts val="0"/>
              </a:spcAft>
              <a:buClr>
                <a:schemeClr val="lt1"/>
              </a:buClr>
              <a:buSzPts val="1400"/>
              <a:buChar char="•"/>
              <a:defRPr>
                <a:solidFill>
                  <a:schemeClr val="lt1"/>
                </a:solidFill>
              </a:defRPr>
            </a:lvl5pPr>
            <a:lvl6pPr marL="2743200" lvl="5" indent="-317500" algn="l">
              <a:lnSpc>
                <a:spcPct val="100000"/>
              </a:lnSpc>
              <a:spcBef>
                <a:spcPts val="600"/>
              </a:spcBef>
              <a:spcAft>
                <a:spcPts val="0"/>
              </a:spcAft>
              <a:buClr>
                <a:schemeClr val="lt1"/>
              </a:buClr>
              <a:buSzPts val="1400"/>
              <a:buChar char="–"/>
              <a:defRPr>
                <a:solidFill>
                  <a:schemeClr val="lt1"/>
                </a:solidFill>
              </a:defRPr>
            </a:lvl6pPr>
            <a:lvl7pPr marL="3200400" lvl="6" indent="-317500" algn="l">
              <a:lnSpc>
                <a:spcPct val="100000"/>
              </a:lnSpc>
              <a:spcBef>
                <a:spcPts val="600"/>
              </a:spcBef>
              <a:spcAft>
                <a:spcPts val="0"/>
              </a:spcAft>
              <a:buClr>
                <a:schemeClr val="lt1"/>
              </a:buClr>
              <a:buSzPts val="1400"/>
              <a:buChar char="•"/>
              <a:defRPr>
                <a:solidFill>
                  <a:schemeClr val="lt1"/>
                </a:solidFill>
              </a:defRPr>
            </a:lvl7pPr>
            <a:lvl8pPr marL="3657600" lvl="7" indent="-317500" algn="l">
              <a:lnSpc>
                <a:spcPct val="100000"/>
              </a:lnSpc>
              <a:spcBef>
                <a:spcPts val="600"/>
              </a:spcBef>
              <a:spcAft>
                <a:spcPts val="0"/>
              </a:spcAft>
              <a:buClr>
                <a:schemeClr val="lt1"/>
              </a:buClr>
              <a:buSzPts val="1400"/>
              <a:buChar char="–"/>
              <a:defRPr>
                <a:solidFill>
                  <a:schemeClr val="lt1"/>
                </a:solidFill>
              </a:defRPr>
            </a:lvl8pPr>
            <a:lvl9pPr marL="4114800" lvl="8" indent="-317500" algn="l">
              <a:lnSpc>
                <a:spcPct val="100000"/>
              </a:lnSpc>
              <a:spcBef>
                <a:spcPts val="600"/>
              </a:spcBef>
              <a:spcAft>
                <a:spcPts val="600"/>
              </a:spcAft>
              <a:buClr>
                <a:schemeClr val="lt1"/>
              </a:buClr>
              <a:buSzPts val="1400"/>
              <a:buChar char="•"/>
              <a:defRPr>
                <a:solidFill>
                  <a:schemeClr val="lt1"/>
                </a:solidFill>
              </a:defRPr>
            </a:lvl9pPr>
          </a:lstStyle>
          <a:p>
            <a:endParaRPr/>
          </a:p>
        </p:txBody>
      </p:sp>
      <p:sp>
        <p:nvSpPr>
          <p:cNvPr id="361" name="Google Shape;361;p70"/>
          <p:cNvSpPr>
            <a:spLocks noGrp="1"/>
          </p:cNvSpPr>
          <p:nvPr>
            <p:ph type="chart" idx="2"/>
          </p:nvPr>
        </p:nvSpPr>
        <p:spPr>
          <a:xfrm>
            <a:off x="5242560" y="1417320"/>
            <a:ext cx="6339840" cy="4754880"/>
          </a:xfrm>
          <a:prstGeom prst="rect">
            <a:avLst/>
          </a:prstGeom>
          <a:noFill/>
          <a:ln>
            <a:noFill/>
          </a:ln>
        </p:spPr>
        <p:txBody>
          <a:bodyPr spcFirstLastPara="1" wrap="square" lIns="0" tIns="0" rIns="0" bIns="0" anchor="ctr" anchorCtr="0">
            <a:noAutofit/>
          </a:bodyPr>
          <a:lstStyle>
            <a:lvl1pPr marR="0" lvl="0" algn="ctr" rtl="0">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R="0" lvl="1" algn="l" rtl="0">
              <a:lnSpc>
                <a:spcPct val="100000"/>
              </a:lnSpc>
              <a:spcBef>
                <a:spcPts val="12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R="0" lvl="2" algn="l" rtl="0">
              <a:lnSpc>
                <a:spcPct val="10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R="0" lvl="3" algn="l" rtl="0">
              <a:lnSpc>
                <a:spcPct val="10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R="0" lvl="4" algn="l" rtl="0">
              <a:lnSpc>
                <a:spcPct val="10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R="0" lvl="5" algn="l" rtl="0">
              <a:lnSpc>
                <a:spcPct val="10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6pPr>
            <a:lvl7pPr marR="0" lvl="6" algn="l" rtl="0">
              <a:lnSpc>
                <a:spcPct val="10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7pPr>
            <a:lvl8pPr marR="0" lvl="7" algn="l" rtl="0">
              <a:lnSpc>
                <a:spcPct val="10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8pPr>
            <a:lvl9pPr marR="0" lvl="8" algn="l" rtl="0">
              <a:lnSpc>
                <a:spcPct val="100000"/>
              </a:lnSpc>
              <a:spcBef>
                <a:spcPts val="600"/>
              </a:spcBef>
              <a:spcAft>
                <a:spcPts val="600"/>
              </a:spcAft>
              <a:buClr>
                <a:schemeClr val="lt1"/>
              </a:buClr>
              <a:buSzPts val="1400"/>
              <a:buFont typeface="Arial"/>
              <a:buChar char="•"/>
              <a:defRPr sz="1400" b="0" i="0" u="none" strike="noStrike" cap="none">
                <a:solidFill>
                  <a:schemeClr val="lt1"/>
                </a:solidFill>
                <a:latin typeface="Arial"/>
                <a:ea typeface="Arial"/>
                <a:cs typeface="Arial"/>
                <a:sym typeface="Arial"/>
              </a:defRPr>
            </a:lvl9pPr>
          </a:lstStyle>
          <a:p>
            <a:endParaRPr/>
          </a:p>
        </p:txBody>
      </p:sp>
      <p:sp>
        <p:nvSpPr>
          <p:cNvPr id="362" name="Google Shape;362;p70"/>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lt1"/>
              </a:buClr>
              <a:buSzPts val="2800"/>
              <a:buFont typeface="Georgia"/>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3" name="Google Shape;363;p70"/>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4" name="Google Shape;364;p70"/>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5" name="Google Shape;365;p70"/>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766952529"/>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matchingName="Title and Chart Dark">
  <p:cSld name="Title and Chart Dark">
    <p:bg>
      <p:bgPr>
        <a:solidFill>
          <a:srgbClr val="464646"/>
        </a:solidFill>
        <a:effectLst/>
      </p:bgPr>
    </p:bg>
    <p:spTree>
      <p:nvGrpSpPr>
        <p:cNvPr id="1" name="Shape 366"/>
        <p:cNvGrpSpPr/>
        <p:nvPr/>
      </p:nvGrpSpPr>
      <p:grpSpPr>
        <a:xfrm>
          <a:off x="0" y="0"/>
          <a:ext cx="0" cy="0"/>
          <a:chOff x="0" y="0"/>
          <a:chExt cx="0" cy="0"/>
        </a:xfrm>
      </p:grpSpPr>
      <p:sp>
        <p:nvSpPr>
          <p:cNvPr id="367" name="Google Shape;367;p71"/>
          <p:cNvSpPr>
            <a:spLocks noGrp="1"/>
          </p:cNvSpPr>
          <p:nvPr>
            <p:ph type="chart" idx="2"/>
          </p:nvPr>
        </p:nvSpPr>
        <p:spPr>
          <a:xfrm>
            <a:off x="609600" y="2103438"/>
            <a:ext cx="10972800" cy="4068762"/>
          </a:xfrm>
          <a:prstGeom prst="rect">
            <a:avLst/>
          </a:prstGeom>
          <a:noFill/>
          <a:ln>
            <a:noFill/>
          </a:ln>
        </p:spPr>
        <p:txBody>
          <a:bodyPr spcFirstLastPara="1" wrap="square" lIns="0" tIns="0" rIns="0" bIns="0" anchor="ctr" anchorCtr="0">
            <a:noAutofit/>
          </a:bodyPr>
          <a:lstStyle>
            <a:lvl1pPr marR="0" lvl="0" algn="ctr" rtl="0">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R="0" lvl="1" algn="l" rtl="0">
              <a:lnSpc>
                <a:spcPct val="100000"/>
              </a:lnSpc>
              <a:spcBef>
                <a:spcPts val="12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R="0" lvl="2" algn="l" rtl="0">
              <a:lnSpc>
                <a:spcPct val="10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R="0" lvl="3" algn="l" rtl="0">
              <a:lnSpc>
                <a:spcPct val="10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R="0" lvl="4" algn="l" rtl="0">
              <a:lnSpc>
                <a:spcPct val="10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R="0" lvl="5" algn="l" rtl="0">
              <a:lnSpc>
                <a:spcPct val="10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6pPr>
            <a:lvl7pPr marR="0" lvl="6" algn="l" rtl="0">
              <a:lnSpc>
                <a:spcPct val="10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7pPr>
            <a:lvl8pPr marR="0" lvl="7" algn="l" rtl="0">
              <a:lnSpc>
                <a:spcPct val="10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8pPr>
            <a:lvl9pPr marR="0" lvl="8" algn="l" rtl="0">
              <a:lnSpc>
                <a:spcPct val="100000"/>
              </a:lnSpc>
              <a:spcBef>
                <a:spcPts val="600"/>
              </a:spcBef>
              <a:spcAft>
                <a:spcPts val="600"/>
              </a:spcAft>
              <a:buClr>
                <a:schemeClr val="lt1"/>
              </a:buClr>
              <a:buSzPts val="1400"/>
              <a:buFont typeface="Arial"/>
              <a:buChar char="•"/>
              <a:defRPr sz="1400" b="0" i="0" u="none" strike="noStrike" cap="none">
                <a:solidFill>
                  <a:schemeClr val="lt1"/>
                </a:solidFill>
                <a:latin typeface="Arial"/>
                <a:ea typeface="Arial"/>
                <a:cs typeface="Arial"/>
                <a:sym typeface="Arial"/>
              </a:defRPr>
            </a:lvl9pPr>
          </a:lstStyle>
          <a:p>
            <a:endParaRPr/>
          </a:p>
        </p:txBody>
      </p:sp>
      <p:sp>
        <p:nvSpPr>
          <p:cNvPr id="368" name="Google Shape;368;p71"/>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lt1"/>
              </a:buClr>
              <a:buSzPts val="2800"/>
              <a:buFont typeface="Georgia"/>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9" name="Google Shape;369;p71"/>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0" name="Google Shape;370;p71"/>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1" name="Google Shape;371;p71"/>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134194440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matchingName="Quote 1 Image Full">
  <p:cSld name="Quote 1 Image Full">
    <p:bg>
      <p:bgPr>
        <a:solidFill>
          <a:srgbClr val="DEDEDE"/>
        </a:solidFill>
        <a:effectLst/>
      </p:bgPr>
    </p:bg>
    <p:spTree>
      <p:nvGrpSpPr>
        <p:cNvPr id="1" name="Shape 372"/>
        <p:cNvGrpSpPr/>
        <p:nvPr/>
      </p:nvGrpSpPr>
      <p:grpSpPr>
        <a:xfrm>
          <a:off x="0" y="0"/>
          <a:ext cx="0" cy="0"/>
          <a:chOff x="0" y="0"/>
          <a:chExt cx="0" cy="0"/>
        </a:xfrm>
      </p:grpSpPr>
      <p:sp>
        <p:nvSpPr>
          <p:cNvPr id="373" name="Google Shape;373;p72"/>
          <p:cNvSpPr>
            <a:spLocks noGrp="1"/>
          </p:cNvSpPr>
          <p:nvPr>
            <p:ph type="pic" idx="2"/>
          </p:nvPr>
        </p:nvSpPr>
        <p:spPr>
          <a:xfrm>
            <a:off x="0" y="5715"/>
            <a:ext cx="12192000" cy="6858000"/>
          </a:xfrm>
          <a:prstGeom prst="rect">
            <a:avLst/>
          </a:prstGeom>
          <a:solidFill>
            <a:schemeClr val="lt2"/>
          </a:solidFill>
          <a:ln>
            <a:noFill/>
          </a:ln>
        </p:spPr>
      </p:sp>
      <p:sp>
        <p:nvSpPr>
          <p:cNvPr id="374" name="Google Shape;374;p72"/>
          <p:cNvSpPr txBox="1">
            <a:spLocks noGrp="1"/>
          </p:cNvSpPr>
          <p:nvPr>
            <p:ph type="body" idx="1"/>
          </p:nvPr>
        </p:nvSpPr>
        <p:spPr>
          <a:xfrm>
            <a:off x="0" y="1143000"/>
            <a:ext cx="4876800" cy="4572000"/>
          </a:xfrm>
          <a:prstGeom prst="rect">
            <a:avLst/>
          </a:prstGeom>
          <a:solidFill>
            <a:srgbClr val="E0301E"/>
          </a:solidFill>
          <a:ln>
            <a:noFill/>
          </a:ln>
        </p:spPr>
        <p:txBody>
          <a:bodyPr spcFirstLastPara="1" wrap="square" lIns="457200" tIns="1234425" rIns="228600" bIns="228600" anchor="t" anchorCtr="0">
            <a:noAutofit/>
          </a:bodyPr>
          <a:lstStyle>
            <a:lvl1pPr marL="457200" lvl="0" indent="-228600" algn="l">
              <a:lnSpc>
                <a:spcPct val="90000"/>
              </a:lnSpc>
              <a:spcBef>
                <a:spcPts val="0"/>
              </a:spcBef>
              <a:spcAft>
                <a:spcPts val="0"/>
              </a:spcAft>
              <a:buClr>
                <a:schemeClr val="lt1"/>
              </a:buClr>
              <a:buSzPts val="2400"/>
              <a:buFont typeface="Arial"/>
              <a:buNone/>
              <a:defRPr sz="2400" b="0">
                <a:solidFill>
                  <a:schemeClr val="lt1"/>
                </a:solidFill>
                <a:latin typeface="Georgia"/>
                <a:ea typeface="Georgia"/>
                <a:cs typeface="Georgia"/>
                <a:sym typeface="Georgia"/>
              </a:defRPr>
            </a:lvl1pPr>
            <a:lvl2pPr marL="914400" lvl="1" indent="-228600" algn="l">
              <a:lnSpc>
                <a:spcPct val="100000"/>
              </a:lnSpc>
              <a:spcBef>
                <a:spcPts val="1800"/>
              </a:spcBef>
              <a:spcAft>
                <a:spcPts val="0"/>
              </a:spcAft>
              <a:buClr>
                <a:schemeClr val="lt1"/>
              </a:buClr>
              <a:buSzPts val="1400"/>
              <a:buFont typeface="Arial"/>
              <a:buNone/>
              <a:defRPr sz="1400" b="1">
                <a:solidFill>
                  <a:schemeClr val="lt1"/>
                </a:solidFill>
                <a:latin typeface="Arial"/>
                <a:ea typeface="Arial"/>
                <a:cs typeface="Arial"/>
                <a:sym typeface="Arial"/>
              </a:defRPr>
            </a:lvl2pPr>
            <a:lvl3pPr marL="1371600" lvl="2" indent="-228600" algn="l">
              <a:lnSpc>
                <a:spcPct val="100000"/>
              </a:lnSpc>
              <a:spcBef>
                <a:spcPts val="0"/>
              </a:spcBef>
              <a:spcAft>
                <a:spcPts val="0"/>
              </a:spcAft>
              <a:buClr>
                <a:schemeClr val="lt1"/>
              </a:buClr>
              <a:buSzPts val="1400"/>
              <a:buFont typeface="Arial"/>
              <a:buNone/>
              <a:defRPr sz="1400" b="0">
                <a:solidFill>
                  <a:schemeClr val="lt1"/>
                </a:solidFill>
                <a:latin typeface="Arial"/>
                <a:ea typeface="Arial"/>
                <a:cs typeface="Arial"/>
                <a:sym typeface="Arial"/>
              </a:defRPr>
            </a:lvl3pPr>
            <a:lvl4pPr marL="1828800" lvl="3" indent="-228600" algn="l">
              <a:lnSpc>
                <a:spcPct val="100000"/>
              </a:lnSpc>
              <a:spcBef>
                <a:spcPts val="0"/>
              </a:spcBef>
              <a:spcAft>
                <a:spcPts val="0"/>
              </a:spcAft>
              <a:buClr>
                <a:schemeClr val="lt1"/>
              </a:buClr>
              <a:buSzPts val="1400"/>
              <a:buFont typeface="Arial"/>
              <a:buNone/>
              <a:defRPr sz="1400" b="0">
                <a:solidFill>
                  <a:schemeClr val="lt1"/>
                </a:solidFill>
                <a:latin typeface="Arial"/>
                <a:ea typeface="Arial"/>
                <a:cs typeface="Arial"/>
                <a:sym typeface="Arial"/>
              </a:defRPr>
            </a:lvl4pPr>
            <a:lvl5pPr marL="2286000" lvl="4" indent="-228600" algn="l">
              <a:lnSpc>
                <a:spcPct val="100000"/>
              </a:lnSpc>
              <a:spcBef>
                <a:spcPts val="0"/>
              </a:spcBef>
              <a:spcAft>
                <a:spcPts val="0"/>
              </a:spcAft>
              <a:buClr>
                <a:schemeClr val="lt1"/>
              </a:buClr>
              <a:buSzPts val="1400"/>
              <a:buFont typeface="Arial"/>
              <a:buNone/>
              <a:defRPr sz="1400" b="0">
                <a:solidFill>
                  <a:schemeClr val="lt1"/>
                </a:solidFill>
                <a:latin typeface="Arial"/>
                <a:ea typeface="Arial"/>
                <a:cs typeface="Arial"/>
                <a:sym typeface="Arial"/>
              </a:defRPr>
            </a:lvl5pPr>
            <a:lvl6pPr marL="2743200" lvl="5" indent="-228600" algn="l">
              <a:lnSpc>
                <a:spcPct val="100000"/>
              </a:lnSpc>
              <a:spcBef>
                <a:spcPts val="0"/>
              </a:spcBef>
              <a:spcAft>
                <a:spcPts val="0"/>
              </a:spcAft>
              <a:buClr>
                <a:schemeClr val="lt1"/>
              </a:buClr>
              <a:buSzPts val="1400"/>
              <a:buFont typeface="Arial"/>
              <a:buNone/>
              <a:defRPr sz="1400">
                <a:solidFill>
                  <a:schemeClr val="lt1"/>
                </a:solidFill>
              </a:defRPr>
            </a:lvl6pPr>
            <a:lvl7pPr marL="3200400" lvl="6" indent="-228600" algn="l">
              <a:lnSpc>
                <a:spcPct val="100000"/>
              </a:lnSpc>
              <a:spcBef>
                <a:spcPts val="0"/>
              </a:spcBef>
              <a:spcAft>
                <a:spcPts val="0"/>
              </a:spcAft>
              <a:buClr>
                <a:schemeClr val="lt1"/>
              </a:buClr>
              <a:buSzPts val="1400"/>
              <a:buFont typeface="Arial"/>
              <a:buNone/>
              <a:defRPr sz="1400">
                <a:solidFill>
                  <a:schemeClr val="lt1"/>
                </a:solidFill>
              </a:defRPr>
            </a:lvl7pPr>
            <a:lvl8pPr marL="3657600" lvl="7" indent="-228600" algn="l">
              <a:lnSpc>
                <a:spcPct val="100000"/>
              </a:lnSpc>
              <a:spcBef>
                <a:spcPts val="0"/>
              </a:spcBef>
              <a:spcAft>
                <a:spcPts val="0"/>
              </a:spcAft>
              <a:buClr>
                <a:schemeClr val="lt1"/>
              </a:buClr>
              <a:buSzPts val="1400"/>
              <a:buFont typeface="Arial"/>
              <a:buNone/>
              <a:defRPr sz="1400">
                <a:solidFill>
                  <a:schemeClr val="lt1"/>
                </a:solidFill>
              </a:defRPr>
            </a:lvl8pPr>
            <a:lvl9pPr marL="4114800" lvl="8" indent="-228600" algn="l">
              <a:lnSpc>
                <a:spcPct val="100000"/>
              </a:lnSpc>
              <a:spcBef>
                <a:spcPts val="0"/>
              </a:spcBef>
              <a:spcAft>
                <a:spcPts val="0"/>
              </a:spcAft>
              <a:buClr>
                <a:schemeClr val="lt1"/>
              </a:buClr>
              <a:buSzPts val="1400"/>
              <a:buFont typeface="Arial"/>
              <a:buNone/>
              <a:defRPr sz="1400">
                <a:solidFill>
                  <a:schemeClr val="lt1"/>
                </a:solidFill>
              </a:defRPr>
            </a:lvl9pPr>
          </a:lstStyle>
          <a:p>
            <a:endParaRPr/>
          </a:p>
        </p:txBody>
      </p:sp>
      <p:sp>
        <p:nvSpPr>
          <p:cNvPr id="375" name="Google Shape;375;p72"/>
          <p:cNvSpPr/>
          <p:nvPr/>
        </p:nvSpPr>
        <p:spPr>
          <a:xfrm>
            <a:off x="609600" y="1533146"/>
            <a:ext cx="975360" cy="57029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6" name="Google Shape;376;p72"/>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7" name="Google Shape;377;p72"/>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8" name="Google Shape;378;p72"/>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596088182"/>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matchingName="Quote 1 Image Orange">
  <p:cSld name="Quote 1 Image Orange">
    <p:bg>
      <p:bgPr>
        <a:solidFill>
          <a:srgbClr val="D04A02"/>
        </a:solidFill>
        <a:effectLst/>
      </p:bgPr>
    </p:bg>
    <p:spTree>
      <p:nvGrpSpPr>
        <p:cNvPr id="1" name="Shape 379"/>
        <p:cNvGrpSpPr/>
        <p:nvPr/>
      </p:nvGrpSpPr>
      <p:grpSpPr>
        <a:xfrm>
          <a:off x="0" y="0"/>
          <a:ext cx="0" cy="0"/>
          <a:chOff x="0" y="0"/>
          <a:chExt cx="0" cy="0"/>
        </a:xfrm>
      </p:grpSpPr>
      <p:sp>
        <p:nvSpPr>
          <p:cNvPr id="380" name="Google Shape;380;p73"/>
          <p:cNvSpPr>
            <a:spLocks noGrp="1"/>
          </p:cNvSpPr>
          <p:nvPr>
            <p:ph type="pic" idx="2"/>
          </p:nvPr>
        </p:nvSpPr>
        <p:spPr>
          <a:xfrm>
            <a:off x="6096000" y="0"/>
            <a:ext cx="6096000" cy="6858000"/>
          </a:xfrm>
          <a:prstGeom prst="rect">
            <a:avLst/>
          </a:prstGeom>
          <a:solidFill>
            <a:schemeClr val="lt2"/>
          </a:solidFill>
          <a:ln>
            <a:noFill/>
          </a:ln>
        </p:spPr>
      </p:sp>
      <p:sp>
        <p:nvSpPr>
          <p:cNvPr id="381" name="Google Shape;381;p73"/>
          <p:cNvSpPr txBox="1">
            <a:spLocks noGrp="1"/>
          </p:cNvSpPr>
          <p:nvPr>
            <p:ph type="body" idx="1"/>
          </p:nvPr>
        </p:nvSpPr>
        <p:spPr>
          <a:xfrm>
            <a:off x="609599" y="1828800"/>
            <a:ext cx="5306484" cy="4343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3200"/>
              <a:buNone/>
              <a:defRPr sz="3200" b="0">
                <a:solidFill>
                  <a:schemeClr val="lt1"/>
                </a:solidFill>
                <a:latin typeface="Georgia"/>
                <a:ea typeface="Georgia"/>
                <a:cs typeface="Georgia"/>
                <a:sym typeface="Georgia"/>
              </a:defRPr>
            </a:lvl1pPr>
            <a:lvl2pPr marL="914400" lvl="1" indent="-228600" algn="l">
              <a:lnSpc>
                <a:spcPct val="100000"/>
              </a:lnSpc>
              <a:spcBef>
                <a:spcPts val="1800"/>
              </a:spcBef>
              <a:spcAft>
                <a:spcPts val="0"/>
              </a:spcAft>
              <a:buClr>
                <a:schemeClr val="lt1"/>
              </a:buClr>
              <a:buSzPts val="1400"/>
              <a:buFont typeface="Arial"/>
              <a:buNone/>
              <a:defRPr sz="1400" b="1">
                <a:solidFill>
                  <a:schemeClr val="lt1"/>
                </a:solidFill>
              </a:defRPr>
            </a:lvl2pPr>
            <a:lvl3pPr marL="1371600" lvl="2" indent="-228600" algn="l">
              <a:lnSpc>
                <a:spcPct val="100000"/>
              </a:lnSpc>
              <a:spcBef>
                <a:spcPts val="0"/>
              </a:spcBef>
              <a:spcAft>
                <a:spcPts val="0"/>
              </a:spcAft>
              <a:buClr>
                <a:schemeClr val="lt1"/>
              </a:buClr>
              <a:buSzPts val="1400"/>
              <a:buFont typeface="Arial"/>
              <a:buNone/>
              <a:defRPr sz="1400">
                <a:solidFill>
                  <a:schemeClr val="lt1"/>
                </a:solidFill>
              </a:defRPr>
            </a:lvl3pPr>
            <a:lvl4pPr marL="1828800" lvl="3" indent="-228600" algn="l">
              <a:lnSpc>
                <a:spcPct val="100000"/>
              </a:lnSpc>
              <a:spcBef>
                <a:spcPts val="0"/>
              </a:spcBef>
              <a:spcAft>
                <a:spcPts val="0"/>
              </a:spcAft>
              <a:buClr>
                <a:schemeClr val="lt1"/>
              </a:buClr>
              <a:buSzPts val="1400"/>
              <a:buFont typeface="Arial"/>
              <a:buNone/>
              <a:defRPr sz="1400">
                <a:solidFill>
                  <a:schemeClr val="lt1"/>
                </a:solidFill>
              </a:defRPr>
            </a:lvl4pPr>
            <a:lvl5pPr marL="2286000" lvl="4" indent="-228600" algn="l">
              <a:lnSpc>
                <a:spcPct val="100000"/>
              </a:lnSpc>
              <a:spcBef>
                <a:spcPts val="0"/>
              </a:spcBef>
              <a:spcAft>
                <a:spcPts val="0"/>
              </a:spcAft>
              <a:buClr>
                <a:schemeClr val="lt1"/>
              </a:buClr>
              <a:buSzPts val="1400"/>
              <a:buFont typeface="Arial"/>
              <a:buNone/>
              <a:defRPr sz="1400">
                <a:solidFill>
                  <a:schemeClr val="lt1"/>
                </a:solidFill>
              </a:defRPr>
            </a:lvl5pPr>
            <a:lvl6pPr marL="2743200" lvl="5" indent="-228600" algn="l">
              <a:lnSpc>
                <a:spcPct val="100000"/>
              </a:lnSpc>
              <a:spcBef>
                <a:spcPts val="0"/>
              </a:spcBef>
              <a:spcAft>
                <a:spcPts val="0"/>
              </a:spcAft>
              <a:buClr>
                <a:schemeClr val="lt1"/>
              </a:buClr>
              <a:buSzPts val="1400"/>
              <a:buFont typeface="Arial"/>
              <a:buNone/>
              <a:defRPr sz="1400">
                <a:solidFill>
                  <a:schemeClr val="lt1"/>
                </a:solidFill>
              </a:defRPr>
            </a:lvl6pPr>
            <a:lvl7pPr marL="3200400" lvl="6" indent="-228600" algn="l">
              <a:lnSpc>
                <a:spcPct val="100000"/>
              </a:lnSpc>
              <a:spcBef>
                <a:spcPts val="0"/>
              </a:spcBef>
              <a:spcAft>
                <a:spcPts val="0"/>
              </a:spcAft>
              <a:buClr>
                <a:schemeClr val="lt1"/>
              </a:buClr>
              <a:buSzPts val="1400"/>
              <a:buFont typeface="Arial"/>
              <a:buNone/>
              <a:defRPr sz="1400">
                <a:solidFill>
                  <a:schemeClr val="lt1"/>
                </a:solidFill>
              </a:defRPr>
            </a:lvl7pPr>
            <a:lvl8pPr marL="3657600" lvl="7" indent="-228600" algn="l">
              <a:lnSpc>
                <a:spcPct val="100000"/>
              </a:lnSpc>
              <a:spcBef>
                <a:spcPts val="0"/>
              </a:spcBef>
              <a:spcAft>
                <a:spcPts val="0"/>
              </a:spcAft>
              <a:buClr>
                <a:schemeClr val="lt1"/>
              </a:buClr>
              <a:buSzPts val="1400"/>
              <a:buFont typeface="Arial"/>
              <a:buNone/>
              <a:defRPr sz="1400">
                <a:solidFill>
                  <a:schemeClr val="lt1"/>
                </a:solidFill>
              </a:defRPr>
            </a:lvl8pPr>
            <a:lvl9pPr marL="4114800" lvl="8" indent="-228600" algn="l">
              <a:lnSpc>
                <a:spcPct val="100000"/>
              </a:lnSpc>
              <a:spcBef>
                <a:spcPts val="0"/>
              </a:spcBef>
              <a:spcAft>
                <a:spcPts val="0"/>
              </a:spcAft>
              <a:buClr>
                <a:schemeClr val="lt1"/>
              </a:buClr>
              <a:buSzPts val="1400"/>
              <a:buFont typeface="Arial"/>
              <a:buNone/>
              <a:defRPr sz="1400">
                <a:solidFill>
                  <a:schemeClr val="lt1"/>
                </a:solidFill>
              </a:defRPr>
            </a:lvl9pPr>
          </a:lstStyle>
          <a:p>
            <a:endParaRPr/>
          </a:p>
        </p:txBody>
      </p:sp>
      <p:sp>
        <p:nvSpPr>
          <p:cNvPr id="382" name="Google Shape;382;p73"/>
          <p:cNvSpPr/>
          <p:nvPr/>
        </p:nvSpPr>
        <p:spPr>
          <a:xfrm>
            <a:off x="609600" y="984188"/>
            <a:ext cx="975360" cy="57029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83" name="Google Shape;383;p73"/>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4" name="Google Shape;384;p73"/>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5" name="Google Shape;385;p73"/>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1925038584"/>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matchingName="Quote 1 Image">
  <p:cSld name="Quote 1 Image">
    <p:spTree>
      <p:nvGrpSpPr>
        <p:cNvPr id="1" name="Shape 386"/>
        <p:cNvGrpSpPr/>
        <p:nvPr/>
      </p:nvGrpSpPr>
      <p:grpSpPr>
        <a:xfrm>
          <a:off x="0" y="0"/>
          <a:ext cx="0" cy="0"/>
          <a:chOff x="0" y="0"/>
          <a:chExt cx="0" cy="0"/>
        </a:xfrm>
      </p:grpSpPr>
      <p:sp>
        <p:nvSpPr>
          <p:cNvPr id="387" name="Google Shape;387;p74"/>
          <p:cNvSpPr>
            <a:spLocks noGrp="1"/>
          </p:cNvSpPr>
          <p:nvPr>
            <p:ph type="pic" idx="2"/>
          </p:nvPr>
        </p:nvSpPr>
        <p:spPr>
          <a:xfrm>
            <a:off x="6096000" y="0"/>
            <a:ext cx="6096000" cy="6858000"/>
          </a:xfrm>
          <a:prstGeom prst="rect">
            <a:avLst/>
          </a:prstGeom>
          <a:solidFill>
            <a:schemeClr val="lt2"/>
          </a:solidFill>
          <a:ln>
            <a:noFill/>
          </a:ln>
        </p:spPr>
      </p:sp>
      <p:sp>
        <p:nvSpPr>
          <p:cNvPr id="388" name="Google Shape;388;p74"/>
          <p:cNvSpPr txBox="1">
            <a:spLocks noGrp="1"/>
          </p:cNvSpPr>
          <p:nvPr>
            <p:ph type="body" idx="1"/>
          </p:nvPr>
        </p:nvSpPr>
        <p:spPr>
          <a:xfrm>
            <a:off x="609599" y="1828800"/>
            <a:ext cx="5306484" cy="4343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3200"/>
              <a:buNone/>
              <a:defRPr sz="3200" b="0">
                <a:solidFill>
                  <a:schemeClr val="dk1"/>
                </a:solidFill>
                <a:latin typeface="Georgia"/>
                <a:ea typeface="Georgia"/>
                <a:cs typeface="Georgia"/>
                <a:sym typeface="Georgia"/>
              </a:defRPr>
            </a:lvl1pPr>
            <a:lvl2pPr marL="914400" lvl="1" indent="-228600" algn="l">
              <a:lnSpc>
                <a:spcPct val="100000"/>
              </a:lnSpc>
              <a:spcBef>
                <a:spcPts val="1800"/>
              </a:spcBef>
              <a:spcAft>
                <a:spcPts val="0"/>
              </a:spcAft>
              <a:buClr>
                <a:schemeClr val="dk1"/>
              </a:buClr>
              <a:buSzPts val="1400"/>
              <a:buFont typeface="Arial"/>
              <a:buNone/>
              <a:defRPr sz="1400" b="1"/>
            </a:lvl2pPr>
            <a:lvl3pPr marL="1371600" lvl="2" indent="-228600" algn="l">
              <a:lnSpc>
                <a:spcPct val="100000"/>
              </a:lnSpc>
              <a:spcBef>
                <a:spcPts val="0"/>
              </a:spcBef>
              <a:spcAft>
                <a:spcPts val="0"/>
              </a:spcAft>
              <a:buClr>
                <a:schemeClr val="dk1"/>
              </a:buClr>
              <a:buSzPts val="1400"/>
              <a:buFont typeface="Arial"/>
              <a:buNone/>
              <a:defRPr sz="1400"/>
            </a:lvl3pPr>
            <a:lvl4pPr marL="1828800" lvl="3" indent="-228600" algn="l">
              <a:lnSpc>
                <a:spcPct val="100000"/>
              </a:lnSpc>
              <a:spcBef>
                <a:spcPts val="0"/>
              </a:spcBef>
              <a:spcAft>
                <a:spcPts val="0"/>
              </a:spcAft>
              <a:buClr>
                <a:schemeClr val="dk1"/>
              </a:buClr>
              <a:buSzPts val="1400"/>
              <a:buFont typeface="Arial"/>
              <a:buNone/>
              <a:defRPr sz="1400"/>
            </a:lvl4pPr>
            <a:lvl5pPr marL="2286000" lvl="4" indent="-228600" algn="l">
              <a:lnSpc>
                <a:spcPct val="100000"/>
              </a:lnSpc>
              <a:spcBef>
                <a:spcPts val="0"/>
              </a:spcBef>
              <a:spcAft>
                <a:spcPts val="0"/>
              </a:spcAft>
              <a:buClr>
                <a:schemeClr val="dk1"/>
              </a:buClr>
              <a:buSzPts val="1400"/>
              <a:buFont typeface="Arial"/>
              <a:buNone/>
              <a:defRPr sz="1400"/>
            </a:lvl5pPr>
            <a:lvl6pPr marL="2743200" lvl="5" indent="-228600" algn="l">
              <a:lnSpc>
                <a:spcPct val="100000"/>
              </a:lnSpc>
              <a:spcBef>
                <a:spcPts val="0"/>
              </a:spcBef>
              <a:spcAft>
                <a:spcPts val="0"/>
              </a:spcAft>
              <a:buClr>
                <a:schemeClr val="dk1"/>
              </a:buClr>
              <a:buSzPts val="1400"/>
              <a:buFont typeface="Arial"/>
              <a:buNone/>
              <a:defRPr sz="1400"/>
            </a:lvl6pPr>
            <a:lvl7pPr marL="3200400" lvl="6" indent="-228600" algn="l">
              <a:lnSpc>
                <a:spcPct val="100000"/>
              </a:lnSpc>
              <a:spcBef>
                <a:spcPts val="0"/>
              </a:spcBef>
              <a:spcAft>
                <a:spcPts val="0"/>
              </a:spcAft>
              <a:buClr>
                <a:schemeClr val="dk1"/>
              </a:buClr>
              <a:buSzPts val="1400"/>
              <a:buFont typeface="Arial"/>
              <a:buNone/>
              <a:defRPr sz="1400"/>
            </a:lvl7pPr>
            <a:lvl8pPr marL="3657600" lvl="7" indent="-228600" algn="l">
              <a:lnSpc>
                <a:spcPct val="100000"/>
              </a:lnSpc>
              <a:spcBef>
                <a:spcPts val="0"/>
              </a:spcBef>
              <a:spcAft>
                <a:spcPts val="0"/>
              </a:spcAft>
              <a:buClr>
                <a:schemeClr val="dk1"/>
              </a:buClr>
              <a:buSzPts val="1400"/>
              <a:buFont typeface="Arial"/>
              <a:buNone/>
              <a:defRPr sz="1400"/>
            </a:lvl8pPr>
            <a:lvl9pPr marL="4114800" lvl="8" indent="-228600" algn="l">
              <a:lnSpc>
                <a:spcPct val="100000"/>
              </a:lnSpc>
              <a:spcBef>
                <a:spcPts val="0"/>
              </a:spcBef>
              <a:spcAft>
                <a:spcPts val="0"/>
              </a:spcAft>
              <a:buClr>
                <a:schemeClr val="dk1"/>
              </a:buClr>
              <a:buSzPts val="1400"/>
              <a:buFont typeface="Arial"/>
              <a:buNone/>
              <a:defRPr sz="1400"/>
            </a:lvl9pPr>
          </a:lstStyle>
          <a:p>
            <a:endParaRPr/>
          </a:p>
        </p:txBody>
      </p:sp>
      <p:sp>
        <p:nvSpPr>
          <p:cNvPr id="389" name="Google Shape;389;p74"/>
          <p:cNvSpPr/>
          <p:nvPr/>
        </p:nvSpPr>
        <p:spPr>
          <a:xfrm>
            <a:off x="609600" y="984188"/>
            <a:ext cx="975360" cy="57029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0000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390" name="Google Shape;390;p74"/>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1" name="Google Shape;391;p74"/>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2" name="Google Shape;392;p74"/>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361951590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matchingName="Quote 2">
  <p:cSld name="Quote 2">
    <p:spTree>
      <p:nvGrpSpPr>
        <p:cNvPr id="1" name="Shape 393"/>
        <p:cNvGrpSpPr/>
        <p:nvPr/>
      </p:nvGrpSpPr>
      <p:grpSpPr>
        <a:xfrm>
          <a:off x="0" y="0"/>
          <a:ext cx="0" cy="0"/>
          <a:chOff x="0" y="0"/>
          <a:chExt cx="0" cy="0"/>
        </a:xfrm>
      </p:grpSpPr>
      <p:sp>
        <p:nvSpPr>
          <p:cNvPr id="394" name="Google Shape;394;p75"/>
          <p:cNvSpPr txBox="1">
            <a:spLocks noGrp="1"/>
          </p:cNvSpPr>
          <p:nvPr>
            <p:ph type="body" idx="1"/>
          </p:nvPr>
        </p:nvSpPr>
        <p:spPr>
          <a:xfrm>
            <a:off x="609601" y="2103438"/>
            <a:ext cx="9265497" cy="4068762"/>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3200"/>
              <a:buNone/>
              <a:defRPr sz="3200" b="0">
                <a:solidFill>
                  <a:schemeClr val="dk1"/>
                </a:solidFill>
                <a:latin typeface="Georgia"/>
                <a:ea typeface="Georgia"/>
                <a:cs typeface="Georgia"/>
                <a:sym typeface="Georgia"/>
              </a:defRPr>
            </a:lvl1pPr>
            <a:lvl2pPr marL="914400" lvl="1" indent="-228600" algn="l">
              <a:lnSpc>
                <a:spcPct val="100000"/>
              </a:lnSpc>
              <a:spcBef>
                <a:spcPts val="1800"/>
              </a:spcBef>
              <a:spcAft>
                <a:spcPts val="0"/>
              </a:spcAft>
              <a:buClr>
                <a:schemeClr val="dk1"/>
              </a:buClr>
              <a:buSzPts val="1400"/>
              <a:buFont typeface="Arial"/>
              <a:buNone/>
              <a:defRPr sz="1400" b="1"/>
            </a:lvl2pPr>
            <a:lvl3pPr marL="1371600" lvl="2" indent="-228600" algn="l">
              <a:lnSpc>
                <a:spcPct val="100000"/>
              </a:lnSpc>
              <a:spcBef>
                <a:spcPts val="0"/>
              </a:spcBef>
              <a:spcAft>
                <a:spcPts val="0"/>
              </a:spcAft>
              <a:buClr>
                <a:schemeClr val="dk1"/>
              </a:buClr>
              <a:buSzPts val="1400"/>
              <a:buFont typeface="Arial"/>
              <a:buNone/>
              <a:defRPr sz="1400"/>
            </a:lvl3pPr>
            <a:lvl4pPr marL="1828800" lvl="3" indent="-228600" algn="l">
              <a:lnSpc>
                <a:spcPct val="100000"/>
              </a:lnSpc>
              <a:spcBef>
                <a:spcPts val="0"/>
              </a:spcBef>
              <a:spcAft>
                <a:spcPts val="0"/>
              </a:spcAft>
              <a:buClr>
                <a:schemeClr val="dk1"/>
              </a:buClr>
              <a:buSzPts val="1400"/>
              <a:buFont typeface="Arial"/>
              <a:buNone/>
              <a:defRPr sz="1400"/>
            </a:lvl4pPr>
            <a:lvl5pPr marL="2286000" lvl="4" indent="-228600" algn="l">
              <a:lnSpc>
                <a:spcPct val="100000"/>
              </a:lnSpc>
              <a:spcBef>
                <a:spcPts val="0"/>
              </a:spcBef>
              <a:spcAft>
                <a:spcPts val="0"/>
              </a:spcAft>
              <a:buClr>
                <a:schemeClr val="dk1"/>
              </a:buClr>
              <a:buSzPts val="1400"/>
              <a:buFont typeface="Arial"/>
              <a:buNone/>
              <a:defRPr sz="1400"/>
            </a:lvl5pPr>
            <a:lvl6pPr marL="2743200" lvl="5" indent="-228600" algn="l">
              <a:lnSpc>
                <a:spcPct val="100000"/>
              </a:lnSpc>
              <a:spcBef>
                <a:spcPts val="0"/>
              </a:spcBef>
              <a:spcAft>
                <a:spcPts val="0"/>
              </a:spcAft>
              <a:buClr>
                <a:schemeClr val="dk1"/>
              </a:buClr>
              <a:buSzPts val="1400"/>
              <a:buFont typeface="Arial"/>
              <a:buNone/>
              <a:defRPr sz="1400"/>
            </a:lvl6pPr>
            <a:lvl7pPr marL="3200400" lvl="6" indent="-228600" algn="l">
              <a:lnSpc>
                <a:spcPct val="100000"/>
              </a:lnSpc>
              <a:spcBef>
                <a:spcPts val="0"/>
              </a:spcBef>
              <a:spcAft>
                <a:spcPts val="0"/>
              </a:spcAft>
              <a:buClr>
                <a:schemeClr val="dk1"/>
              </a:buClr>
              <a:buSzPts val="1400"/>
              <a:buFont typeface="Arial"/>
              <a:buNone/>
              <a:defRPr sz="1400"/>
            </a:lvl7pPr>
            <a:lvl8pPr marL="3657600" lvl="7" indent="-228600" algn="l">
              <a:lnSpc>
                <a:spcPct val="100000"/>
              </a:lnSpc>
              <a:spcBef>
                <a:spcPts val="0"/>
              </a:spcBef>
              <a:spcAft>
                <a:spcPts val="0"/>
              </a:spcAft>
              <a:buClr>
                <a:schemeClr val="dk1"/>
              </a:buClr>
              <a:buSzPts val="1400"/>
              <a:buFont typeface="Arial"/>
              <a:buNone/>
              <a:defRPr sz="1400"/>
            </a:lvl8pPr>
            <a:lvl9pPr marL="4114800" lvl="8" indent="-228600" algn="l">
              <a:lnSpc>
                <a:spcPct val="100000"/>
              </a:lnSpc>
              <a:spcBef>
                <a:spcPts val="0"/>
              </a:spcBef>
              <a:spcAft>
                <a:spcPts val="0"/>
              </a:spcAft>
              <a:buClr>
                <a:schemeClr val="dk1"/>
              </a:buClr>
              <a:buSzPts val="1400"/>
              <a:buFont typeface="Arial"/>
              <a:buNone/>
              <a:defRPr sz="1400"/>
            </a:lvl9pPr>
          </a:lstStyle>
          <a:p>
            <a:endParaRPr/>
          </a:p>
        </p:txBody>
      </p:sp>
      <p:sp>
        <p:nvSpPr>
          <p:cNvPr id="395" name="Google Shape;395;p75"/>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396" name="Google Shape;396;p75"/>
          <p:cNvSpPr/>
          <p:nvPr/>
        </p:nvSpPr>
        <p:spPr>
          <a:xfrm>
            <a:off x="609600" y="1258508"/>
            <a:ext cx="975360" cy="57029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0000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397" name="Google Shape;397;p75"/>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8" name="Google Shape;398;p75"/>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230279718"/>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matchingName="Quote 2 Orange">
  <p:cSld name="Quote 2 Orange">
    <p:bg>
      <p:bgPr>
        <a:solidFill>
          <a:srgbClr val="D04A02"/>
        </a:solidFill>
        <a:effectLst/>
      </p:bgPr>
    </p:bg>
    <p:spTree>
      <p:nvGrpSpPr>
        <p:cNvPr id="1" name="Shape 399"/>
        <p:cNvGrpSpPr/>
        <p:nvPr/>
      </p:nvGrpSpPr>
      <p:grpSpPr>
        <a:xfrm>
          <a:off x="0" y="0"/>
          <a:ext cx="0" cy="0"/>
          <a:chOff x="0" y="0"/>
          <a:chExt cx="0" cy="0"/>
        </a:xfrm>
      </p:grpSpPr>
      <p:sp>
        <p:nvSpPr>
          <p:cNvPr id="400" name="Google Shape;400;p76"/>
          <p:cNvSpPr txBox="1">
            <a:spLocks noGrp="1"/>
          </p:cNvSpPr>
          <p:nvPr>
            <p:ph type="body" idx="1"/>
          </p:nvPr>
        </p:nvSpPr>
        <p:spPr>
          <a:xfrm>
            <a:off x="609600" y="2103438"/>
            <a:ext cx="9265920" cy="4068762"/>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3200"/>
              <a:buNone/>
              <a:defRPr sz="3200" b="0">
                <a:solidFill>
                  <a:schemeClr val="lt1"/>
                </a:solidFill>
                <a:latin typeface="Georgia"/>
                <a:ea typeface="Georgia"/>
                <a:cs typeface="Georgia"/>
                <a:sym typeface="Georgia"/>
              </a:defRPr>
            </a:lvl1pPr>
            <a:lvl2pPr marL="914400" lvl="1" indent="-228600" algn="l">
              <a:lnSpc>
                <a:spcPct val="100000"/>
              </a:lnSpc>
              <a:spcBef>
                <a:spcPts val="1800"/>
              </a:spcBef>
              <a:spcAft>
                <a:spcPts val="0"/>
              </a:spcAft>
              <a:buClr>
                <a:schemeClr val="lt1"/>
              </a:buClr>
              <a:buSzPts val="1400"/>
              <a:buFont typeface="Arial"/>
              <a:buNone/>
              <a:defRPr sz="1400" b="1">
                <a:solidFill>
                  <a:schemeClr val="lt1"/>
                </a:solidFill>
              </a:defRPr>
            </a:lvl2pPr>
            <a:lvl3pPr marL="1371600" lvl="2" indent="-228600" algn="l">
              <a:lnSpc>
                <a:spcPct val="100000"/>
              </a:lnSpc>
              <a:spcBef>
                <a:spcPts val="0"/>
              </a:spcBef>
              <a:spcAft>
                <a:spcPts val="0"/>
              </a:spcAft>
              <a:buClr>
                <a:schemeClr val="lt1"/>
              </a:buClr>
              <a:buSzPts val="1400"/>
              <a:buFont typeface="Arial"/>
              <a:buNone/>
              <a:defRPr sz="1400">
                <a:solidFill>
                  <a:schemeClr val="lt1"/>
                </a:solidFill>
              </a:defRPr>
            </a:lvl3pPr>
            <a:lvl4pPr marL="1828800" lvl="3" indent="-228600" algn="l">
              <a:lnSpc>
                <a:spcPct val="100000"/>
              </a:lnSpc>
              <a:spcBef>
                <a:spcPts val="0"/>
              </a:spcBef>
              <a:spcAft>
                <a:spcPts val="0"/>
              </a:spcAft>
              <a:buClr>
                <a:schemeClr val="lt1"/>
              </a:buClr>
              <a:buSzPts val="1400"/>
              <a:buFont typeface="Arial"/>
              <a:buNone/>
              <a:defRPr sz="1400">
                <a:solidFill>
                  <a:schemeClr val="lt1"/>
                </a:solidFill>
              </a:defRPr>
            </a:lvl4pPr>
            <a:lvl5pPr marL="2286000" lvl="4" indent="-228600" algn="l">
              <a:lnSpc>
                <a:spcPct val="100000"/>
              </a:lnSpc>
              <a:spcBef>
                <a:spcPts val="0"/>
              </a:spcBef>
              <a:spcAft>
                <a:spcPts val="0"/>
              </a:spcAft>
              <a:buClr>
                <a:schemeClr val="lt1"/>
              </a:buClr>
              <a:buSzPts val="1400"/>
              <a:buFont typeface="Arial"/>
              <a:buNone/>
              <a:defRPr sz="1400">
                <a:solidFill>
                  <a:schemeClr val="lt1"/>
                </a:solidFill>
              </a:defRPr>
            </a:lvl5pPr>
            <a:lvl6pPr marL="2743200" lvl="5" indent="-228600" algn="l">
              <a:lnSpc>
                <a:spcPct val="100000"/>
              </a:lnSpc>
              <a:spcBef>
                <a:spcPts val="0"/>
              </a:spcBef>
              <a:spcAft>
                <a:spcPts val="0"/>
              </a:spcAft>
              <a:buClr>
                <a:schemeClr val="lt1"/>
              </a:buClr>
              <a:buSzPts val="1400"/>
              <a:buFont typeface="Arial"/>
              <a:buNone/>
              <a:defRPr sz="1400">
                <a:solidFill>
                  <a:schemeClr val="lt1"/>
                </a:solidFill>
              </a:defRPr>
            </a:lvl6pPr>
            <a:lvl7pPr marL="3200400" lvl="6" indent="-228600" algn="l">
              <a:lnSpc>
                <a:spcPct val="100000"/>
              </a:lnSpc>
              <a:spcBef>
                <a:spcPts val="0"/>
              </a:spcBef>
              <a:spcAft>
                <a:spcPts val="0"/>
              </a:spcAft>
              <a:buClr>
                <a:schemeClr val="lt1"/>
              </a:buClr>
              <a:buSzPts val="1400"/>
              <a:buFont typeface="Arial"/>
              <a:buNone/>
              <a:defRPr sz="1400">
                <a:solidFill>
                  <a:schemeClr val="lt1"/>
                </a:solidFill>
              </a:defRPr>
            </a:lvl7pPr>
            <a:lvl8pPr marL="3657600" lvl="7" indent="-228600" algn="l">
              <a:lnSpc>
                <a:spcPct val="100000"/>
              </a:lnSpc>
              <a:spcBef>
                <a:spcPts val="0"/>
              </a:spcBef>
              <a:spcAft>
                <a:spcPts val="0"/>
              </a:spcAft>
              <a:buClr>
                <a:schemeClr val="lt1"/>
              </a:buClr>
              <a:buSzPts val="1400"/>
              <a:buFont typeface="Arial"/>
              <a:buNone/>
              <a:defRPr sz="1400">
                <a:solidFill>
                  <a:schemeClr val="lt1"/>
                </a:solidFill>
              </a:defRPr>
            </a:lvl8pPr>
            <a:lvl9pPr marL="4114800" lvl="8" indent="-228600" algn="l">
              <a:lnSpc>
                <a:spcPct val="100000"/>
              </a:lnSpc>
              <a:spcBef>
                <a:spcPts val="0"/>
              </a:spcBef>
              <a:spcAft>
                <a:spcPts val="0"/>
              </a:spcAft>
              <a:buClr>
                <a:schemeClr val="lt1"/>
              </a:buClr>
              <a:buSzPts val="1400"/>
              <a:buFont typeface="Arial"/>
              <a:buNone/>
              <a:defRPr sz="1400">
                <a:solidFill>
                  <a:schemeClr val="lt1"/>
                </a:solidFill>
              </a:defRPr>
            </a:lvl9pPr>
          </a:lstStyle>
          <a:p>
            <a:endParaRPr/>
          </a:p>
        </p:txBody>
      </p:sp>
      <p:sp>
        <p:nvSpPr>
          <p:cNvPr id="401" name="Google Shape;401;p76"/>
          <p:cNvSpPr/>
          <p:nvPr/>
        </p:nvSpPr>
        <p:spPr>
          <a:xfrm>
            <a:off x="609600" y="1258508"/>
            <a:ext cx="975360" cy="57029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402" name="Google Shape;402;p76"/>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3" name="Google Shape;403;p76"/>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4" name="Google Shape;404;p76"/>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3909874329"/>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matchingName="Quote 2 Red">
  <p:cSld name="Quote 2 Red">
    <p:bg>
      <p:bgPr>
        <a:solidFill>
          <a:srgbClr val="E0301E"/>
        </a:solidFill>
        <a:effectLst/>
      </p:bgPr>
    </p:bg>
    <p:spTree>
      <p:nvGrpSpPr>
        <p:cNvPr id="1" name="Shape 405"/>
        <p:cNvGrpSpPr/>
        <p:nvPr/>
      </p:nvGrpSpPr>
      <p:grpSpPr>
        <a:xfrm>
          <a:off x="0" y="0"/>
          <a:ext cx="0" cy="0"/>
          <a:chOff x="0" y="0"/>
          <a:chExt cx="0" cy="0"/>
        </a:xfrm>
      </p:grpSpPr>
      <p:sp>
        <p:nvSpPr>
          <p:cNvPr id="406" name="Google Shape;406;p77"/>
          <p:cNvSpPr txBox="1">
            <a:spLocks noGrp="1"/>
          </p:cNvSpPr>
          <p:nvPr>
            <p:ph type="body" idx="1"/>
          </p:nvPr>
        </p:nvSpPr>
        <p:spPr>
          <a:xfrm>
            <a:off x="609600" y="2103438"/>
            <a:ext cx="9265920" cy="4068762"/>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3200"/>
              <a:buNone/>
              <a:defRPr sz="3200" b="0">
                <a:solidFill>
                  <a:schemeClr val="lt1"/>
                </a:solidFill>
                <a:latin typeface="Georgia"/>
                <a:ea typeface="Georgia"/>
                <a:cs typeface="Georgia"/>
                <a:sym typeface="Georgia"/>
              </a:defRPr>
            </a:lvl1pPr>
            <a:lvl2pPr marL="914400" lvl="1" indent="-228600" algn="l">
              <a:lnSpc>
                <a:spcPct val="100000"/>
              </a:lnSpc>
              <a:spcBef>
                <a:spcPts val="1800"/>
              </a:spcBef>
              <a:spcAft>
                <a:spcPts val="0"/>
              </a:spcAft>
              <a:buClr>
                <a:schemeClr val="lt1"/>
              </a:buClr>
              <a:buSzPts val="1400"/>
              <a:buFont typeface="Arial"/>
              <a:buNone/>
              <a:defRPr sz="1400" b="1">
                <a:solidFill>
                  <a:schemeClr val="lt1"/>
                </a:solidFill>
              </a:defRPr>
            </a:lvl2pPr>
            <a:lvl3pPr marL="1371600" lvl="2" indent="-228600" algn="l">
              <a:lnSpc>
                <a:spcPct val="100000"/>
              </a:lnSpc>
              <a:spcBef>
                <a:spcPts val="0"/>
              </a:spcBef>
              <a:spcAft>
                <a:spcPts val="0"/>
              </a:spcAft>
              <a:buClr>
                <a:schemeClr val="lt1"/>
              </a:buClr>
              <a:buSzPts val="1400"/>
              <a:buFont typeface="Arial"/>
              <a:buNone/>
              <a:defRPr sz="1400">
                <a:solidFill>
                  <a:schemeClr val="lt1"/>
                </a:solidFill>
              </a:defRPr>
            </a:lvl3pPr>
            <a:lvl4pPr marL="1828800" lvl="3" indent="-228600" algn="l">
              <a:lnSpc>
                <a:spcPct val="100000"/>
              </a:lnSpc>
              <a:spcBef>
                <a:spcPts val="0"/>
              </a:spcBef>
              <a:spcAft>
                <a:spcPts val="0"/>
              </a:spcAft>
              <a:buClr>
                <a:schemeClr val="lt1"/>
              </a:buClr>
              <a:buSzPts val="1400"/>
              <a:buFont typeface="Arial"/>
              <a:buNone/>
              <a:defRPr sz="1400">
                <a:solidFill>
                  <a:schemeClr val="lt1"/>
                </a:solidFill>
              </a:defRPr>
            </a:lvl4pPr>
            <a:lvl5pPr marL="2286000" lvl="4" indent="-228600" algn="l">
              <a:lnSpc>
                <a:spcPct val="100000"/>
              </a:lnSpc>
              <a:spcBef>
                <a:spcPts val="0"/>
              </a:spcBef>
              <a:spcAft>
                <a:spcPts val="0"/>
              </a:spcAft>
              <a:buClr>
                <a:schemeClr val="lt1"/>
              </a:buClr>
              <a:buSzPts val="1400"/>
              <a:buFont typeface="Arial"/>
              <a:buNone/>
              <a:defRPr sz="1400">
                <a:solidFill>
                  <a:schemeClr val="lt1"/>
                </a:solidFill>
              </a:defRPr>
            </a:lvl5pPr>
            <a:lvl6pPr marL="2743200" lvl="5" indent="-228600" algn="l">
              <a:lnSpc>
                <a:spcPct val="100000"/>
              </a:lnSpc>
              <a:spcBef>
                <a:spcPts val="0"/>
              </a:spcBef>
              <a:spcAft>
                <a:spcPts val="0"/>
              </a:spcAft>
              <a:buClr>
                <a:schemeClr val="lt1"/>
              </a:buClr>
              <a:buSzPts val="1400"/>
              <a:buFont typeface="Arial"/>
              <a:buNone/>
              <a:defRPr sz="1400">
                <a:solidFill>
                  <a:schemeClr val="lt1"/>
                </a:solidFill>
              </a:defRPr>
            </a:lvl6pPr>
            <a:lvl7pPr marL="3200400" lvl="6" indent="-228600" algn="l">
              <a:lnSpc>
                <a:spcPct val="100000"/>
              </a:lnSpc>
              <a:spcBef>
                <a:spcPts val="0"/>
              </a:spcBef>
              <a:spcAft>
                <a:spcPts val="0"/>
              </a:spcAft>
              <a:buClr>
                <a:schemeClr val="lt1"/>
              </a:buClr>
              <a:buSzPts val="1400"/>
              <a:buFont typeface="Arial"/>
              <a:buNone/>
              <a:defRPr sz="1400">
                <a:solidFill>
                  <a:schemeClr val="lt1"/>
                </a:solidFill>
              </a:defRPr>
            </a:lvl7pPr>
            <a:lvl8pPr marL="3657600" lvl="7" indent="-228600" algn="l">
              <a:lnSpc>
                <a:spcPct val="100000"/>
              </a:lnSpc>
              <a:spcBef>
                <a:spcPts val="0"/>
              </a:spcBef>
              <a:spcAft>
                <a:spcPts val="0"/>
              </a:spcAft>
              <a:buClr>
                <a:schemeClr val="lt1"/>
              </a:buClr>
              <a:buSzPts val="1400"/>
              <a:buFont typeface="Arial"/>
              <a:buNone/>
              <a:defRPr sz="1400">
                <a:solidFill>
                  <a:schemeClr val="lt1"/>
                </a:solidFill>
              </a:defRPr>
            </a:lvl8pPr>
            <a:lvl9pPr marL="4114800" lvl="8" indent="-228600" algn="l">
              <a:lnSpc>
                <a:spcPct val="100000"/>
              </a:lnSpc>
              <a:spcBef>
                <a:spcPts val="0"/>
              </a:spcBef>
              <a:spcAft>
                <a:spcPts val="0"/>
              </a:spcAft>
              <a:buClr>
                <a:schemeClr val="lt1"/>
              </a:buClr>
              <a:buSzPts val="1400"/>
              <a:buFont typeface="Arial"/>
              <a:buNone/>
              <a:defRPr sz="1400">
                <a:solidFill>
                  <a:schemeClr val="lt1"/>
                </a:solidFill>
              </a:defRPr>
            </a:lvl9pPr>
          </a:lstStyle>
          <a:p>
            <a:endParaRPr/>
          </a:p>
        </p:txBody>
      </p:sp>
      <p:sp>
        <p:nvSpPr>
          <p:cNvPr id="407" name="Google Shape;407;p77"/>
          <p:cNvSpPr/>
          <p:nvPr/>
        </p:nvSpPr>
        <p:spPr>
          <a:xfrm>
            <a:off x="609600" y="1258508"/>
            <a:ext cx="975360" cy="57029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408" name="Google Shape;408;p77"/>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9" name="Google Shape;409;p77"/>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0" name="Google Shape;410;p77"/>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388593271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matchingName="Quote 2 Rose">
  <p:cSld name="Quote 2 Rose">
    <p:bg>
      <p:bgPr>
        <a:solidFill>
          <a:srgbClr val="DB536A"/>
        </a:solidFill>
        <a:effectLst/>
      </p:bgPr>
    </p:bg>
    <p:spTree>
      <p:nvGrpSpPr>
        <p:cNvPr id="1" name="Shape 411"/>
        <p:cNvGrpSpPr/>
        <p:nvPr/>
      </p:nvGrpSpPr>
      <p:grpSpPr>
        <a:xfrm>
          <a:off x="0" y="0"/>
          <a:ext cx="0" cy="0"/>
          <a:chOff x="0" y="0"/>
          <a:chExt cx="0" cy="0"/>
        </a:xfrm>
      </p:grpSpPr>
      <p:sp>
        <p:nvSpPr>
          <p:cNvPr id="412" name="Google Shape;412;p78"/>
          <p:cNvSpPr txBox="1">
            <a:spLocks noGrp="1"/>
          </p:cNvSpPr>
          <p:nvPr>
            <p:ph type="body" idx="1"/>
          </p:nvPr>
        </p:nvSpPr>
        <p:spPr>
          <a:xfrm>
            <a:off x="609600" y="2103438"/>
            <a:ext cx="9265920" cy="4068762"/>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3200"/>
              <a:buNone/>
              <a:defRPr sz="3200" b="0">
                <a:solidFill>
                  <a:schemeClr val="lt1"/>
                </a:solidFill>
                <a:latin typeface="Georgia"/>
                <a:ea typeface="Georgia"/>
                <a:cs typeface="Georgia"/>
                <a:sym typeface="Georgia"/>
              </a:defRPr>
            </a:lvl1pPr>
            <a:lvl2pPr marL="914400" lvl="1" indent="-228600" algn="l">
              <a:lnSpc>
                <a:spcPct val="100000"/>
              </a:lnSpc>
              <a:spcBef>
                <a:spcPts val="1800"/>
              </a:spcBef>
              <a:spcAft>
                <a:spcPts val="0"/>
              </a:spcAft>
              <a:buClr>
                <a:schemeClr val="lt1"/>
              </a:buClr>
              <a:buSzPts val="1400"/>
              <a:buFont typeface="Arial"/>
              <a:buNone/>
              <a:defRPr sz="1400" b="1">
                <a:solidFill>
                  <a:schemeClr val="lt1"/>
                </a:solidFill>
              </a:defRPr>
            </a:lvl2pPr>
            <a:lvl3pPr marL="1371600" lvl="2" indent="-228600" algn="l">
              <a:lnSpc>
                <a:spcPct val="100000"/>
              </a:lnSpc>
              <a:spcBef>
                <a:spcPts val="0"/>
              </a:spcBef>
              <a:spcAft>
                <a:spcPts val="0"/>
              </a:spcAft>
              <a:buClr>
                <a:schemeClr val="lt1"/>
              </a:buClr>
              <a:buSzPts val="1400"/>
              <a:buFont typeface="Arial"/>
              <a:buNone/>
              <a:defRPr sz="1400">
                <a:solidFill>
                  <a:schemeClr val="lt1"/>
                </a:solidFill>
              </a:defRPr>
            </a:lvl3pPr>
            <a:lvl4pPr marL="1828800" lvl="3" indent="-228600" algn="l">
              <a:lnSpc>
                <a:spcPct val="100000"/>
              </a:lnSpc>
              <a:spcBef>
                <a:spcPts val="0"/>
              </a:spcBef>
              <a:spcAft>
                <a:spcPts val="0"/>
              </a:spcAft>
              <a:buClr>
                <a:schemeClr val="lt1"/>
              </a:buClr>
              <a:buSzPts val="1400"/>
              <a:buFont typeface="Arial"/>
              <a:buNone/>
              <a:defRPr sz="1400">
                <a:solidFill>
                  <a:schemeClr val="lt1"/>
                </a:solidFill>
              </a:defRPr>
            </a:lvl4pPr>
            <a:lvl5pPr marL="2286000" lvl="4" indent="-228600" algn="l">
              <a:lnSpc>
                <a:spcPct val="100000"/>
              </a:lnSpc>
              <a:spcBef>
                <a:spcPts val="0"/>
              </a:spcBef>
              <a:spcAft>
                <a:spcPts val="0"/>
              </a:spcAft>
              <a:buClr>
                <a:schemeClr val="lt1"/>
              </a:buClr>
              <a:buSzPts val="1400"/>
              <a:buFont typeface="Arial"/>
              <a:buNone/>
              <a:defRPr sz="1400">
                <a:solidFill>
                  <a:schemeClr val="lt1"/>
                </a:solidFill>
              </a:defRPr>
            </a:lvl5pPr>
            <a:lvl6pPr marL="2743200" lvl="5" indent="-228600" algn="l">
              <a:lnSpc>
                <a:spcPct val="100000"/>
              </a:lnSpc>
              <a:spcBef>
                <a:spcPts val="0"/>
              </a:spcBef>
              <a:spcAft>
                <a:spcPts val="0"/>
              </a:spcAft>
              <a:buClr>
                <a:schemeClr val="lt1"/>
              </a:buClr>
              <a:buSzPts val="1400"/>
              <a:buFont typeface="Arial"/>
              <a:buNone/>
              <a:defRPr sz="1400">
                <a:solidFill>
                  <a:schemeClr val="lt1"/>
                </a:solidFill>
              </a:defRPr>
            </a:lvl6pPr>
            <a:lvl7pPr marL="3200400" lvl="6" indent="-228600" algn="l">
              <a:lnSpc>
                <a:spcPct val="100000"/>
              </a:lnSpc>
              <a:spcBef>
                <a:spcPts val="0"/>
              </a:spcBef>
              <a:spcAft>
                <a:spcPts val="0"/>
              </a:spcAft>
              <a:buClr>
                <a:schemeClr val="lt1"/>
              </a:buClr>
              <a:buSzPts val="1400"/>
              <a:buFont typeface="Arial"/>
              <a:buNone/>
              <a:defRPr sz="1400">
                <a:solidFill>
                  <a:schemeClr val="lt1"/>
                </a:solidFill>
              </a:defRPr>
            </a:lvl7pPr>
            <a:lvl8pPr marL="3657600" lvl="7" indent="-228600" algn="l">
              <a:lnSpc>
                <a:spcPct val="100000"/>
              </a:lnSpc>
              <a:spcBef>
                <a:spcPts val="0"/>
              </a:spcBef>
              <a:spcAft>
                <a:spcPts val="0"/>
              </a:spcAft>
              <a:buClr>
                <a:schemeClr val="lt1"/>
              </a:buClr>
              <a:buSzPts val="1400"/>
              <a:buFont typeface="Arial"/>
              <a:buNone/>
              <a:defRPr sz="1400">
                <a:solidFill>
                  <a:schemeClr val="lt1"/>
                </a:solidFill>
              </a:defRPr>
            </a:lvl8pPr>
            <a:lvl9pPr marL="4114800" lvl="8" indent="-228600" algn="l">
              <a:lnSpc>
                <a:spcPct val="100000"/>
              </a:lnSpc>
              <a:spcBef>
                <a:spcPts val="0"/>
              </a:spcBef>
              <a:spcAft>
                <a:spcPts val="0"/>
              </a:spcAft>
              <a:buClr>
                <a:schemeClr val="lt1"/>
              </a:buClr>
              <a:buSzPts val="1400"/>
              <a:buFont typeface="Arial"/>
              <a:buNone/>
              <a:defRPr sz="1400">
                <a:solidFill>
                  <a:schemeClr val="lt1"/>
                </a:solidFill>
              </a:defRPr>
            </a:lvl9pPr>
          </a:lstStyle>
          <a:p>
            <a:endParaRPr/>
          </a:p>
        </p:txBody>
      </p:sp>
      <p:sp>
        <p:nvSpPr>
          <p:cNvPr id="413" name="Google Shape;413;p78"/>
          <p:cNvSpPr/>
          <p:nvPr/>
        </p:nvSpPr>
        <p:spPr>
          <a:xfrm>
            <a:off x="609600" y="1258508"/>
            <a:ext cx="975360" cy="57029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414" name="Google Shape;414;p78"/>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5" name="Google Shape;415;p78"/>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6" name="Google Shape;416;p78"/>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3802766710"/>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Quote 2 Grey">
  <p:cSld name="Quote 2 Grey">
    <p:bg>
      <p:bgPr>
        <a:solidFill>
          <a:srgbClr val="464646"/>
        </a:solidFill>
        <a:effectLst/>
      </p:bgPr>
    </p:bg>
    <p:spTree>
      <p:nvGrpSpPr>
        <p:cNvPr id="1" name="Shape 417"/>
        <p:cNvGrpSpPr/>
        <p:nvPr/>
      </p:nvGrpSpPr>
      <p:grpSpPr>
        <a:xfrm>
          <a:off x="0" y="0"/>
          <a:ext cx="0" cy="0"/>
          <a:chOff x="0" y="0"/>
          <a:chExt cx="0" cy="0"/>
        </a:xfrm>
      </p:grpSpPr>
      <p:sp>
        <p:nvSpPr>
          <p:cNvPr id="418" name="Google Shape;418;p79"/>
          <p:cNvSpPr txBox="1">
            <a:spLocks noGrp="1"/>
          </p:cNvSpPr>
          <p:nvPr>
            <p:ph type="body" idx="1"/>
          </p:nvPr>
        </p:nvSpPr>
        <p:spPr>
          <a:xfrm>
            <a:off x="609600" y="2103438"/>
            <a:ext cx="9265920" cy="4068762"/>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3200"/>
              <a:buNone/>
              <a:defRPr sz="3200" b="0">
                <a:solidFill>
                  <a:schemeClr val="lt1"/>
                </a:solidFill>
                <a:latin typeface="Georgia"/>
                <a:ea typeface="Georgia"/>
                <a:cs typeface="Georgia"/>
                <a:sym typeface="Georgia"/>
              </a:defRPr>
            </a:lvl1pPr>
            <a:lvl2pPr marL="914400" lvl="1" indent="-228600" algn="l">
              <a:lnSpc>
                <a:spcPct val="100000"/>
              </a:lnSpc>
              <a:spcBef>
                <a:spcPts val="1800"/>
              </a:spcBef>
              <a:spcAft>
                <a:spcPts val="0"/>
              </a:spcAft>
              <a:buClr>
                <a:schemeClr val="lt1"/>
              </a:buClr>
              <a:buSzPts val="1400"/>
              <a:buFont typeface="Arial"/>
              <a:buNone/>
              <a:defRPr sz="1400" b="1">
                <a:solidFill>
                  <a:schemeClr val="lt1"/>
                </a:solidFill>
              </a:defRPr>
            </a:lvl2pPr>
            <a:lvl3pPr marL="1371600" lvl="2" indent="-228600" algn="l">
              <a:lnSpc>
                <a:spcPct val="100000"/>
              </a:lnSpc>
              <a:spcBef>
                <a:spcPts val="0"/>
              </a:spcBef>
              <a:spcAft>
                <a:spcPts val="0"/>
              </a:spcAft>
              <a:buClr>
                <a:schemeClr val="lt1"/>
              </a:buClr>
              <a:buSzPts val="1400"/>
              <a:buFont typeface="Arial"/>
              <a:buNone/>
              <a:defRPr sz="1400">
                <a:solidFill>
                  <a:schemeClr val="lt1"/>
                </a:solidFill>
              </a:defRPr>
            </a:lvl3pPr>
            <a:lvl4pPr marL="1828800" lvl="3" indent="-228600" algn="l">
              <a:lnSpc>
                <a:spcPct val="100000"/>
              </a:lnSpc>
              <a:spcBef>
                <a:spcPts val="0"/>
              </a:spcBef>
              <a:spcAft>
                <a:spcPts val="0"/>
              </a:spcAft>
              <a:buClr>
                <a:schemeClr val="lt1"/>
              </a:buClr>
              <a:buSzPts val="1400"/>
              <a:buFont typeface="Arial"/>
              <a:buNone/>
              <a:defRPr sz="1400">
                <a:solidFill>
                  <a:schemeClr val="lt1"/>
                </a:solidFill>
              </a:defRPr>
            </a:lvl4pPr>
            <a:lvl5pPr marL="2286000" lvl="4" indent="-228600" algn="l">
              <a:lnSpc>
                <a:spcPct val="100000"/>
              </a:lnSpc>
              <a:spcBef>
                <a:spcPts val="0"/>
              </a:spcBef>
              <a:spcAft>
                <a:spcPts val="0"/>
              </a:spcAft>
              <a:buClr>
                <a:schemeClr val="lt1"/>
              </a:buClr>
              <a:buSzPts val="1400"/>
              <a:buFont typeface="Arial"/>
              <a:buNone/>
              <a:defRPr sz="1400">
                <a:solidFill>
                  <a:schemeClr val="lt1"/>
                </a:solidFill>
              </a:defRPr>
            </a:lvl5pPr>
            <a:lvl6pPr marL="2743200" lvl="5" indent="-228600" algn="l">
              <a:lnSpc>
                <a:spcPct val="100000"/>
              </a:lnSpc>
              <a:spcBef>
                <a:spcPts val="0"/>
              </a:spcBef>
              <a:spcAft>
                <a:spcPts val="0"/>
              </a:spcAft>
              <a:buClr>
                <a:schemeClr val="lt1"/>
              </a:buClr>
              <a:buSzPts val="1400"/>
              <a:buFont typeface="Arial"/>
              <a:buNone/>
              <a:defRPr sz="1400">
                <a:solidFill>
                  <a:schemeClr val="lt1"/>
                </a:solidFill>
              </a:defRPr>
            </a:lvl6pPr>
            <a:lvl7pPr marL="3200400" lvl="6" indent="-228600" algn="l">
              <a:lnSpc>
                <a:spcPct val="100000"/>
              </a:lnSpc>
              <a:spcBef>
                <a:spcPts val="0"/>
              </a:spcBef>
              <a:spcAft>
                <a:spcPts val="0"/>
              </a:spcAft>
              <a:buClr>
                <a:schemeClr val="lt1"/>
              </a:buClr>
              <a:buSzPts val="1400"/>
              <a:buFont typeface="Arial"/>
              <a:buNone/>
              <a:defRPr sz="1400">
                <a:solidFill>
                  <a:schemeClr val="lt1"/>
                </a:solidFill>
              </a:defRPr>
            </a:lvl7pPr>
            <a:lvl8pPr marL="3657600" lvl="7" indent="-228600" algn="l">
              <a:lnSpc>
                <a:spcPct val="100000"/>
              </a:lnSpc>
              <a:spcBef>
                <a:spcPts val="0"/>
              </a:spcBef>
              <a:spcAft>
                <a:spcPts val="0"/>
              </a:spcAft>
              <a:buClr>
                <a:schemeClr val="lt1"/>
              </a:buClr>
              <a:buSzPts val="1400"/>
              <a:buFont typeface="Arial"/>
              <a:buNone/>
              <a:defRPr sz="1400">
                <a:solidFill>
                  <a:schemeClr val="lt1"/>
                </a:solidFill>
              </a:defRPr>
            </a:lvl8pPr>
            <a:lvl9pPr marL="4114800" lvl="8" indent="-228600" algn="l">
              <a:lnSpc>
                <a:spcPct val="100000"/>
              </a:lnSpc>
              <a:spcBef>
                <a:spcPts val="0"/>
              </a:spcBef>
              <a:spcAft>
                <a:spcPts val="0"/>
              </a:spcAft>
              <a:buClr>
                <a:schemeClr val="lt1"/>
              </a:buClr>
              <a:buSzPts val="1400"/>
              <a:buFont typeface="Arial"/>
              <a:buNone/>
              <a:defRPr sz="1400">
                <a:solidFill>
                  <a:schemeClr val="lt1"/>
                </a:solidFill>
              </a:defRPr>
            </a:lvl9pPr>
          </a:lstStyle>
          <a:p>
            <a:endParaRPr/>
          </a:p>
        </p:txBody>
      </p:sp>
      <p:sp>
        <p:nvSpPr>
          <p:cNvPr id="419" name="Google Shape;419;p79"/>
          <p:cNvSpPr/>
          <p:nvPr/>
        </p:nvSpPr>
        <p:spPr>
          <a:xfrm>
            <a:off x="609600" y="1258508"/>
            <a:ext cx="975360" cy="57029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420" name="Google Shape;420;p79"/>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1" name="Google Shape;421;p79"/>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2" name="Google Shape;422;p79"/>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236203177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matchingName="Section Header Red">
  <p:cSld name="Section Header Red">
    <p:bg>
      <p:bgPr>
        <a:solidFill>
          <a:srgbClr val="E0301E"/>
        </a:solidFill>
        <a:effectLst/>
      </p:bgPr>
    </p:bg>
    <p:spTree>
      <p:nvGrpSpPr>
        <p:cNvPr id="1" name="Shape 423"/>
        <p:cNvGrpSpPr/>
        <p:nvPr/>
      </p:nvGrpSpPr>
      <p:grpSpPr>
        <a:xfrm>
          <a:off x="0" y="0"/>
          <a:ext cx="0" cy="0"/>
          <a:chOff x="0" y="0"/>
          <a:chExt cx="0" cy="0"/>
        </a:xfrm>
      </p:grpSpPr>
      <p:sp>
        <p:nvSpPr>
          <p:cNvPr id="424" name="Google Shape;424;p80"/>
          <p:cNvSpPr txBox="1">
            <a:spLocks noGrp="1"/>
          </p:cNvSpPr>
          <p:nvPr>
            <p:ph type="title"/>
          </p:nvPr>
        </p:nvSpPr>
        <p:spPr>
          <a:xfrm>
            <a:off x="5181600" y="2103438"/>
            <a:ext cx="4693920" cy="2651442"/>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Arial"/>
              <a:buNone/>
              <a:defRPr sz="3600" b="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5" name="Google Shape;425;p80"/>
          <p:cNvSpPr txBox="1">
            <a:spLocks noGrp="1"/>
          </p:cNvSpPr>
          <p:nvPr>
            <p:ph type="subTitle" idx="1"/>
          </p:nvPr>
        </p:nvSpPr>
        <p:spPr>
          <a:xfrm>
            <a:off x="609600" y="0"/>
            <a:ext cx="4572000" cy="68580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1"/>
              </a:buClr>
              <a:buSzPts val="45000"/>
              <a:buNone/>
              <a:defRPr sz="45000" b="0">
                <a:solidFill>
                  <a:schemeClr val="lt1"/>
                </a:solidFill>
              </a:defRPr>
            </a:lvl1pPr>
            <a:lvl2pPr lvl="1" algn="l">
              <a:lnSpc>
                <a:spcPct val="95000"/>
              </a:lnSpc>
              <a:spcBef>
                <a:spcPts val="0"/>
              </a:spcBef>
              <a:spcAft>
                <a:spcPts val="0"/>
              </a:spcAft>
              <a:buClr>
                <a:schemeClr val="lt1"/>
              </a:buClr>
              <a:buSzPts val="45000"/>
              <a:buNone/>
              <a:defRPr sz="45000">
                <a:solidFill>
                  <a:schemeClr val="lt1"/>
                </a:solidFill>
              </a:defRPr>
            </a:lvl2pPr>
            <a:lvl3pPr lvl="2" algn="l">
              <a:lnSpc>
                <a:spcPct val="95000"/>
              </a:lnSpc>
              <a:spcBef>
                <a:spcPts val="0"/>
              </a:spcBef>
              <a:spcAft>
                <a:spcPts val="0"/>
              </a:spcAft>
              <a:buClr>
                <a:schemeClr val="lt1"/>
              </a:buClr>
              <a:buSzPts val="45000"/>
              <a:buNone/>
              <a:defRPr sz="45000">
                <a:solidFill>
                  <a:schemeClr val="lt1"/>
                </a:solidFill>
              </a:defRPr>
            </a:lvl3pPr>
            <a:lvl4pPr lvl="3" algn="l">
              <a:lnSpc>
                <a:spcPct val="95000"/>
              </a:lnSpc>
              <a:spcBef>
                <a:spcPts val="0"/>
              </a:spcBef>
              <a:spcAft>
                <a:spcPts val="0"/>
              </a:spcAft>
              <a:buClr>
                <a:schemeClr val="lt1"/>
              </a:buClr>
              <a:buSzPts val="45000"/>
              <a:buNone/>
              <a:defRPr sz="45000">
                <a:solidFill>
                  <a:schemeClr val="lt1"/>
                </a:solidFill>
              </a:defRPr>
            </a:lvl4pPr>
            <a:lvl5pPr lvl="4" algn="l">
              <a:lnSpc>
                <a:spcPct val="95000"/>
              </a:lnSpc>
              <a:spcBef>
                <a:spcPts val="0"/>
              </a:spcBef>
              <a:spcAft>
                <a:spcPts val="0"/>
              </a:spcAft>
              <a:buClr>
                <a:schemeClr val="lt1"/>
              </a:buClr>
              <a:buSzPts val="45000"/>
              <a:buNone/>
              <a:defRPr sz="45000">
                <a:solidFill>
                  <a:schemeClr val="lt1"/>
                </a:solidFill>
              </a:defRPr>
            </a:lvl5pPr>
            <a:lvl6pPr lvl="5" algn="l">
              <a:lnSpc>
                <a:spcPct val="95000"/>
              </a:lnSpc>
              <a:spcBef>
                <a:spcPts val="0"/>
              </a:spcBef>
              <a:spcAft>
                <a:spcPts val="0"/>
              </a:spcAft>
              <a:buClr>
                <a:schemeClr val="lt1"/>
              </a:buClr>
              <a:buSzPts val="45000"/>
              <a:buNone/>
              <a:defRPr sz="45000">
                <a:solidFill>
                  <a:schemeClr val="lt1"/>
                </a:solidFill>
              </a:defRPr>
            </a:lvl6pPr>
            <a:lvl7pPr lvl="6" algn="l">
              <a:lnSpc>
                <a:spcPct val="95000"/>
              </a:lnSpc>
              <a:spcBef>
                <a:spcPts val="0"/>
              </a:spcBef>
              <a:spcAft>
                <a:spcPts val="0"/>
              </a:spcAft>
              <a:buClr>
                <a:schemeClr val="lt1"/>
              </a:buClr>
              <a:buSzPts val="45000"/>
              <a:buNone/>
              <a:defRPr sz="45000">
                <a:solidFill>
                  <a:schemeClr val="lt1"/>
                </a:solidFill>
              </a:defRPr>
            </a:lvl7pPr>
            <a:lvl8pPr lvl="7" algn="l">
              <a:lnSpc>
                <a:spcPct val="95000"/>
              </a:lnSpc>
              <a:spcBef>
                <a:spcPts val="0"/>
              </a:spcBef>
              <a:spcAft>
                <a:spcPts val="0"/>
              </a:spcAft>
              <a:buClr>
                <a:schemeClr val="lt1"/>
              </a:buClr>
              <a:buSzPts val="45000"/>
              <a:buNone/>
              <a:defRPr sz="45000">
                <a:solidFill>
                  <a:schemeClr val="lt1"/>
                </a:solidFill>
              </a:defRPr>
            </a:lvl8pPr>
            <a:lvl9pPr lvl="8" algn="l">
              <a:lnSpc>
                <a:spcPct val="95000"/>
              </a:lnSpc>
              <a:spcBef>
                <a:spcPts val="0"/>
              </a:spcBef>
              <a:spcAft>
                <a:spcPts val="0"/>
              </a:spcAft>
              <a:buClr>
                <a:schemeClr val="lt1"/>
              </a:buClr>
              <a:buSzPts val="45000"/>
              <a:buNone/>
              <a:defRPr sz="45000">
                <a:solidFill>
                  <a:schemeClr val="lt1"/>
                </a:solidFill>
              </a:defRPr>
            </a:lvl9pPr>
          </a:lstStyle>
          <a:p>
            <a:endParaRPr/>
          </a:p>
        </p:txBody>
      </p:sp>
    </p:spTree>
    <p:extLst>
      <p:ext uri="{BB962C8B-B14F-4D97-AF65-F5344CB8AC3E}">
        <p14:creationId xmlns:p14="http://schemas.microsoft.com/office/powerpoint/2010/main" val="3860344973"/>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matchingName="Section Header Rose">
  <p:cSld name="Section Header Rose">
    <p:bg>
      <p:bgPr>
        <a:solidFill>
          <a:srgbClr val="DB536A"/>
        </a:solidFill>
        <a:effectLst/>
      </p:bgPr>
    </p:bg>
    <p:spTree>
      <p:nvGrpSpPr>
        <p:cNvPr id="1" name="Shape 426"/>
        <p:cNvGrpSpPr/>
        <p:nvPr/>
      </p:nvGrpSpPr>
      <p:grpSpPr>
        <a:xfrm>
          <a:off x="0" y="0"/>
          <a:ext cx="0" cy="0"/>
          <a:chOff x="0" y="0"/>
          <a:chExt cx="0" cy="0"/>
        </a:xfrm>
      </p:grpSpPr>
      <p:sp>
        <p:nvSpPr>
          <p:cNvPr id="427" name="Google Shape;427;p81"/>
          <p:cNvSpPr txBox="1">
            <a:spLocks noGrp="1"/>
          </p:cNvSpPr>
          <p:nvPr>
            <p:ph type="title"/>
          </p:nvPr>
        </p:nvSpPr>
        <p:spPr>
          <a:xfrm>
            <a:off x="5181600" y="2103438"/>
            <a:ext cx="4693920" cy="2651442"/>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Arial"/>
              <a:buNone/>
              <a:defRPr sz="3600" b="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8" name="Google Shape;428;p81"/>
          <p:cNvSpPr txBox="1">
            <a:spLocks noGrp="1"/>
          </p:cNvSpPr>
          <p:nvPr>
            <p:ph type="subTitle" idx="1"/>
          </p:nvPr>
        </p:nvSpPr>
        <p:spPr>
          <a:xfrm>
            <a:off x="609600" y="0"/>
            <a:ext cx="4572000" cy="68580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1"/>
              </a:buClr>
              <a:buSzPts val="45000"/>
              <a:buNone/>
              <a:defRPr sz="45000" b="0">
                <a:solidFill>
                  <a:schemeClr val="lt1"/>
                </a:solidFill>
              </a:defRPr>
            </a:lvl1pPr>
            <a:lvl2pPr lvl="1" algn="l">
              <a:lnSpc>
                <a:spcPct val="95000"/>
              </a:lnSpc>
              <a:spcBef>
                <a:spcPts val="0"/>
              </a:spcBef>
              <a:spcAft>
                <a:spcPts val="0"/>
              </a:spcAft>
              <a:buClr>
                <a:schemeClr val="lt1"/>
              </a:buClr>
              <a:buSzPts val="45000"/>
              <a:buNone/>
              <a:defRPr sz="45000">
                <a:solidFill>
                  <a:schemeClr val="lt1"/>
                </a:solidFill>
              </a:defRPr>
            </a:lvl2pPr>
            <a:lvl3pPr lvl="2" algn="l">
              <a:lnSpc>
                <a:spcPct val="95000"/>
              </a:lnSpc>
              <a:spcBef>
                <a:spcPts val="0"/>
              </a:spcBef>
              <a:spcAft>
                <a:spcPts val="0"/>
              </a:spcAft>
              <a:buClr>
                <a:schemeClr val="lt1"/>
              </a:buClr>
              <a:buSzPts val="45000"/>
              <a:buNone/>
              <a:defRPr sz="45000">
                <a:solidFill>
                  <a:schemeClr val="lt1"/>
                </a:solidFill>
              </a:defRPr>
            </a:lvl3pPr>
            <a:lvl4pPr lvl="3" algn="l">
              <a:lnSpc>
                <a:spcPct val="95000"/>
              </a:lnSpc>
              <a:spcBef>
                <a:spcPts val="0"/>
              </a:spcBef>
              <a:spcAft>
                <a:spcPts val="0"/>
              </a:spcAft>
              <a:buClr>
                <a:schemeClr val="lt1"/>
              </a:buClr>
              <a:buSzPts val="45000"/>
              <a:buNone/>
              <a:defRPr sz="45000">
                <a:solidFill>
                  <a:schemeClr val="lt1"/>
                </a:solidFill>
              </a:defRPr>
            </a:lvl4pPr>
            <a:lvl5pPr lvl="4" algn="l">
              <a:lnSpc>
                <a:spcPct val="95000"/>
              </a:lnSpc>
              <a:spcBef>
                <a:spcPts val="0"/>
              </a:spcBef>
              <a:spcAft>
                <a:spcPts val="0"/>
              </a:spcAft>
              <a:buClr>
                <a:schemeClr val="lt1"/>
              </a:buClr>
              <a:buSzPts val="45000"/>
              <a:buNone/>
              <a:defRPr sz="45000">
                <a:solidFill>
                  <a:schemeClr val="lt1"/>
                </a:solidFill>
              </a:defRPr>
            </a:lvl5pPr>
            <a:lvl6pPr lvl="5" algn="l">
              <a:lnSpc>
                <a:spcPct val="95000"/>
              </a:lnSpc>
              <a:spcBef>
                <a:spcPts val="0"/>
              </a:spcBef>
              <a:spcAft>
                <a:spcPts val="0"/>
              </a:spcAft>
              <a:buClr>
                <a:schemeClr val="lt1"/>
              </a:buClr>
              <a:buSzPts val="45000"/>
              <a:buNone/>
              <a:defRPr sz="45000">
                <a:solidFill>
                  <a:schemeClr val="lt1"/>
                </a:solidFill>
              </a:defRPr>
            </a:lvl6pPr>
            <a:lvl7pPr lvl="6" algn="l">
              <a:lnSpc>
                <a:spcPct val="95000"/>
              </a:lnSpc>
              <a:spcBef>
                <a:spcPts val="0"/>
              </a:spcBef>
              <a:spcAft>
                <a:spcPts val="0"/>
              </a:spcAft>
              <a:buClr>
                <a:schemeClr val="lt1"/>
              </a:buClr>
              <a:buSzPts val="45000"/>
              <a:buNone/>
              <a:defRPr sz="45000">
                <a:solidFill>
                  <a:schemeClr val="lt1"/>
                </a:solidFill>
              </a:defRPr>
            </a:lvl7pPr>
            <a:lvl8pPr lvl="7" algn="l">
              <a:lnSpc>
                <a:spcPct val="95000"/>
              </a:lnSpc>
              <a:spcBef>
                <a:spcPts val="0"/>
              </a:spcBef>
              <a:spcAft>
                <a:spcPts val="0"/>
              </a:spcAft>
              <a:buClr>
                <a:schemeClr val="lt1"/>
              </a:buClr>
              <a:buSzPts val="45000"/>
              <a:buNone/>
              <a:defRPr sz="45000">
                <a:solidFill>
                  <a:schemeClr val="lt1"/>
                </a:solidFill>
              </a:defRPr>
            </a:lvl8pPr>
            <a:lvl9pPr lvl="8" algn="l">
              <a:lnSpc>
                <a:spcPct val="95000"/>
              </a:lnSpc>
              <a:spcBef>
                <a:spcPts val="0"/>
              </a:spcBef>
              <a:spcAft>
                <a:spcPts val="0"/>
              </a:spcAft>
              <a:buClr>
                <a:schemeClr val="lt1"/>
              </a:buClr>
              <a:buSzPts val="45000"/>
              <a:buNone/>
              <a:defRPr sz="45000">
                <a:solidFill>
                  <a:schemeClr val="lt1"/>
                </a:solidFill>
              </a:defRPr>
            </a:lvl9pPr>
          </a:lstStyle>
          <a:p>
            <a:endParaRPr/>
          </a:p>
        </p:txBody>
      </p:sp>
    </p:spTree>
    <p:extLst>
      <p:ext uri="{BB962C8B-B14F-4D97-AF65-F5344CB8AC3E}">
        <p14:creationId xmlns:p14="http://schemas.microsoft.com/office/powerpoint/2010/main" val="3931357413"/>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matchingName="Section Header Orange Manual">
  <p:cSld name="Section Header Orange Manual">
    <p:bg>
      <p:bgPr>
        <a:solidFill>
          <a:srgbClr val="D04A02"/>
        </a:solidFill>
        <a:effectLst/>
      </p:bgPr>
    </p:bg>
    <p:spTree>
      <p:nvGrpSpPr>
        <p:cNvPr id="1" name="Shape 429"/>
        <p:cNvGrpSpPr/>
        <p:nvPr/>
      </p:nvGrpSpPr>
      <p:grpSpPr>
        <a:xfrm>
          <a:off x="0" y="0"/>
          <a:ext cx="0" cy="0"/>
          <a:chOff x="0" y="0"/>
          <a:chExt cx="0" cy="0"/>
        </a:xfrm>
      </p:grpSpPr>
      <p:sp>
        <p:nvSpPr>
          <p:cNvPr id="430" name="Google Shape;430;p82"/>
          <p:cNvSpPr txBox="1">
            <a:spLocks noGrp="1"/>
          </p:cNvSpPr>
          <p:nvPr>
            <p:ph type="title"/>
          </p:nvPr>
        </p:nvSpPr>
        <p:spPr>
          <a:xfrm>
            <a:off x="609600" y="457200"/>
            <a:ext cx="1463040" cy="1646238"/>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lt1"/>
              </a:buClr>
              <a:buSzPts val="11500"/>
              <a:buFont typeface="Arial"/>
              <a:buNone/>
              <a:defRPr sz="11500" b="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146509014"/>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matchingName="Section Header Red Manual">
  <p:cSld name="Section Header Red Manual">
    <p:bg>
      <p:bgPr>
        <a:solidFill>
          <a:srgbClr val="E0301E"/>
        </a:solidFill>
        <a:effectLst/>
      </p:bgPr>
    </p:bg>
    <p:spTree>
      <p:nvGrpSpPr>
        <p:cNvPr id="1" name="Shape 431"/>
        <p:cNvGrpSpPr/>
        <p:nvPr/>
      </p:nvGrpSpPr>
      <p:grpSpPr>
        <a:xfrm>
          <a:off x="0" y="0"/>
          <a:ext cx="0" cy="0"/>
          <a:chOff x="0" y="0"/>
          <a:chExt cx="0" cy="0"/>
        </a:xfrm>
      </p:grpSpPr>
      <p:sp>
        <p:nvSpPr>
          <p:cNvPr id="432" name="Google Shape;432;p83"/>
          <p:cNvSpPr txBox="1">
            <a:spLocks noGrp="1"/>
          </p:cNvSpPr>
          <p:nvPr>
            <p:ph type="title"/>
          </p:nvPr>
        </p:nvSpPr>
        <p:spPr>
          <a:xfrm>
            <a:off x="609600" y="457200"/>
            <a:ext cx="1463040" cy="1646238"/>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lt1"/>
              </a:buClr>
              <a:buSzPts val="11500"/>
              <a:buFont typeface="Arial"/>
              <a:buNone/>
              <a:defRPr sz="11500" b="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021645972"/>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matchingName="Section Header Rose Manual">
  <p:cSld name="Section Header Rose Manual">
    <p:bg>
      <p:bgPr>
        <a:solidFill>
          <a:srgbClr val="DB536A"/>
        </a:solidFill>
        <a:effectLst/>
      </p:bgPr>
    </p:bg>
    <p:spTree>
      <p:nvGrpSpPr>
        <p:cNvPr id="1" name="Shape 433"/>
        <p:cNvGrpSpPr/>
        <p:nvPr/>
      </p:nvGrpSpPr>
      <p:grpSpPr>
        <a:xfrm>
          <a:off x="0" y="0"/>
          <a:ext cx="0" cy="0"/>
          <a:chOff x="0" y="0"/>
          <a:chExt cx="0" cy="0"/>
        </a:xfrm>
      </p:grpSpPr>
      <p:sp>
        <p:nvSpPr>
          <p:cNvPr id="434" name="Google Shape;434;p84"/>
          <p:cNvSpPr txBox="1">
            <a:spLocks noGrp="1"/>
          </p:cNvSpPr>
          <p:nvPr>
            <p:ph type="title"/>
          </p:nvPr>
        </p:nvSpPr>
        <p:spPr>
          <a:xfrm>
            <a:off x="609600" y="457200"/>
            <a:ext cx="1463040" cy="1646238"/>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lt1"/>
              </a:buClr>
              <a:buSzPts val="11500"/>
              <a:buFont typeface="Arial"/>
              <a:buNone/>
              <a:defRPr sz="11500" b="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76592608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matchingName="Section Header Grey Manual">
  <p:cSld name="Section Header Grey Manual">
    <p:bg>
      <p:bgPr>
        <a:solidFill>
          <a:srgbClr val="464646"/>
        </a:solidFill>
        <a:effectLst/>
      </p:bgPr>
    </p:bg>
    <p:spTree>
      <p:nvGrpSpPr>
        <p:cNvPr id="1" name="Shape 435"/>
        <p:cNvGrpSpPr/>
        <p:nvPr/>
      </p:nvGrpSpPr>
      <p:grpSpPr>
        <a:xfrm>
          <a:off x="0" y="0"/>
          <a:ext cx="0" cy="0"/>
          <a:chOff x="0" y="0"/>
          <a:chExt cx="0" cy="0"/>
        </a:xfrm>
      </p:grpSpPr>
      <p:sp>
        <p:nvSpPr>
          <p:cNvPr id="436" name="Google Shape;436;p85"/>
          <p:cNvSpPr txBox="1">
            <a:spLocks noGrp="1"/>
          </p:cNvSpPr>
          <p:nvPr>
            <p:ph type="title"/>
          </p:nvPr>
        </p:nvSpPr>
        <p:spPr>
          <a:xfrm>
            <a:off x="609600" y="457200"/>
            <a:ext cx="1463040" cy="1646238"/>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lt1"/>
              </a:buClr>
              <a:buSzPts val="11500"/>
              <a:buFont typeface="Arial"/>
              <a:buNone/>
              <a:defRPr sz="11500" b="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087555371"/>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matchingName="Titre seul">
  <p:cSld name="Titre seul">
    <p:spTree>
      <p:nvGrpSpPr>
        <p:cNvPr id="1" name="Shape 437"/>
        <p:cNvGrpSpPr/>
        <p:nvPr/>
      </p:nvGrpSpPr>
      <p:grpSpPr>
        <a:xfrm>
          <a:off x="0" y="0"/>
          <a:ext cx="0" cy="0"/>
          <a:chOff x="0" y="0"/>
          <a:chExt cx="0" cy="0"/>
        </a:xfrm>
      </p:grpSpPr>
      <p:sp>
        <p:nvSpPr>
          <p:cNvPr id="438" name="Google Shape;438;p86"/>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439" name="Google Shape;439;p86"/>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0" name="Google Shape;440;p86"/>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1" name="Google Shape;441;p86"/>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7815582"/>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matchingName="Vide" type="blank">
  <p:cSld name="Vide">
    <p:spTree>
      <p:nvGrpSpPr>
        <p:cNvPr id="1" name="Shape 442"/>
        <p:cNvGrpSpPr/>
        <p:nvPr/>
      </p:nvGrpSpPr>
      <p:grpSpPr>
        <a:xfrm>
          <a:off x="0" y="0"/>
          <a:ext cx="0" cy="0"/>
          <a:chOff x="0" y="0"/>
          <a:chExt cx="0" cy="0"/>
        </a:xfrm>
      </p:grpSpPr>
      <p:sp>
        <p:nvSpPr>
          <p:cNvPr id="443" name="Google Shape;443;p87"/>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444" name="Google Shape;444;p87"/>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5" name="Google Shape;445;p87"/>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09159384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matchingName="Thank You Dark">
  <p:cSld name="Thank You Dark">
    <p:bg>
      <p:bgPr>
        <a:solidFill>
          <a:srgbClr val="464646"/>
        </a:solidFill>
        <a:effectLst/>
      </p:bgPr>
    </p:bg>
    <p:spTree>
      <p:nvGrpSpPr>
        <p:cNvPr id="1" name="Shape 446"/>
        <p:cNvGrpSpPr/>
        <p:nvPr/>
      </p:nvGrpSpPr>
      <p:grpSpPr>
        <a:xfrm>
          <a:off x="0" y="0"/>
          <a:ext cx="0" cy="0"/>
          <a:chOff x="0" y="0"/>
          <a:chExt cx="0" cy="0"/>
        </a:xfrm>
      </p:grpSpPr>
      <p:sp>
        <p:nvSpPr>
          <p:cNvPr id="447" name="Google Shape;447;p88"/>
          <p:cNvSpPr/>
          <p:nvPr/>
        </p:nvSpPr>
        <p:spPr>
          <a:xfrm>
            <a:off x="0" y="4940854"/>
            <a:ext cx="12192000" cy="1917146"/>
          </a:xfrm>
          <a:prstGeom prst="rect">
            <a:avLst/>
          </a:pr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448" name="Google Shape;448;p88"/>
          <p:cNvSpPr txBox="1">
            <a:spLocks noGrp="1"/>
          </p:cNvSpPr>
          <p:nvPr>
            <p:ph type="ctrTitle"/>
          </p:nvPr>
        </p:nvSpPr>
        <p:spPr>
          <a:xfrm>
            <a:off x="609599" y="457200"/>
            <a:ext cx="5307012" cy="2514600"/>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4400"/>
              <a:buFont typeface="Georgia"/>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9" name="Google Shape;449;p88"/>
          <p:cNvSpPr/>
          <p:nvPr/>
        </p:nvSpPr>
        <p:spPr>
          <a:xfrm>
            <a:off x="5334000" y="0"/>
            <a:ext cx="6858000" cy="68580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450" name="Google Shape;450;p88"/>
          <p:cNvSpPr txBox="1">
            <a:spLocks noGrp="1"/>
          </p:cNvSpPr>
          <p:nvPr>
            <p:ph type="body" idx="1"/>
          </p:nvPr>
        </p:nvSpPr>
        <p:spPr>
          <a:xfrm>
            <a:off x="609600" y="5212080"/>
            <a:ext cx="10972800" cy="1371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000"/>
              <a:buFont typeface="Arial"/>
              <a:buNone/>
              <a:defRPr sz="1000" b="0">
                <a:solidFill>
                  <a:schemeClr val="lt1"/>
                </a:solidFill>
              </a:defRPr>
            </a:lvl1pPr>
            <a:lvl2pPr marL="914400" lvl="1" indent="-228600" algn="l">
              <a:lnSpc>
                <a:spcPct val="100000"/>
              </a:lnSpc>
              <a:spcBef>
                <a:spcPts val="0"/>
              </a:spcBef>
              <a:spcAft>
                <a:spcPts val="0"/>
              </a:spcAft>
              <a:buClr>
                <a:schemeClr val="lt1"/>
              </a:buClr>
              <a:buSzPts val="1000"/>
              <a:buFont typeface="Arial"/>
              <a:buNone/>
              <a:defRPr sz="1000" b="0">
                <a:solidFill>
                  <a:schemeClr val="lt1"/>
                </a:solidFill>
              </a:defRPr>
            </a:lvl2pPr>
            <a:lvl3pPr marL="1371600" lvl="2" indent="-228600" algn="l">
              <a:lnSpc>
                <a:spcPct val="100000"/>
              </a:lnSpc>
              <a:spcBef>
                <a:spcPts val="0"/>
              </a:spcBef>
              <a:spcAft>
                <a:spcPts val="0"/>
              </a:spcAft>
              <a:buClr>
                <a:schemeClr val="lt1"/>
              </a:buClr>
              <a:buSzPts val="1000"/>
              <a:buFont typeface="Arial"/>
              <a:buNone/>
              <a:defRPr sz="1000" b="0">
                <a:solidFill>
                  <a:schemeClr val="lt1"/>
                </a:solidFill>
              </a:defRPr>
            </a:lvl3pPr>
            <a:lvl4pPr marL="1828800" lvl="3" indent="-228600" algn="l">
              <a:lnSpc>
                <a:spcPct val="100000"/>
              </a:lnSpc>
              <a:spcBef>
                <a:spcPts val="0"/>
              </a:spcBef>
              <a:spcAft>
                <a:spcPts val="0"/>
              </a:spcAft>
              <a:buClr>
                <a:schemeClr val="lt1"/>
              </a:buClr>
              <a:buSzPts val="1000"/>
              <a:buFont typeface="Arial"/>
              <a:buNone/>
              <a:defRPr sz="1000" b="0">
                <a:solidFill>
                  <a:schemeClr val="lt1"/>
                </a:solidFill>
              </a:defRPr>
            </a:lvl4pPr>
            <a:lvl5pPr marL="2286000" lvl="4" indent="-228600" algn="l">
              <a:lnSpc>
                <a:spcPct val="100000"/>
              </a:lnSpc>
              <a:spcBef>
                <a:spcPts val="0"/>
              </a:spcBef>
              <a:spcAft>
                <a:spcPts val="0"/>
              </a:spcAft>
              <a:buClr>
                <a:schemeClr val="lt1"/>
              </a:buClr>
              <a:buSzPts val="1000"/>
              <a:buFont typeface="Arial"/>
              <a:buNone/>
              <a:defRPr sz="1000" b="0">
                <a:solidFill>
                  <a:schemeClr val="lt1"/>
                </a:solidFill>
              </a:defRPr>
            </a:lvl5pPr>
            <a:lvl6pPr marL="2743200" lvl="5" indent="-228600" algn="l">
              <a:lnSpc>
                <a:spcPct val="100000"/>
              </a:lnSpc>
              <a:spcBef>
                <a:spcPts val="0"/>
              </a:spcBef>
              <a:spcAft>
                <a:spcPts val="0"/>
              </a:spcAft>
              <a:buClr>
                <a:schemeClr val="lt1"/>
              </a:buClr>
              <a:buSzPts val="1000"/>
              <a:buFont typeface="Arial"/>
              <a:buNone/>
              <a:defRPr sz="1000">
                <a:solidFill>
                  <a:schemeClr val="lt1"/>
                </a:solidFill>
              </a:defRPr>
            </a:lvl6pPr>
            <a:lvl7pPr marL="3200400" lvl="6" indent="-228600" algn="l">
              <a:lnSpc>
                <a:spcPct val="100000"/>
              </a:lnSpc>
              <a:spcBef>
                <a:spcPts val="0"/>
              </a:spcBef>
              <a:spcAft>
                <a:spcPts val="0"/>
              </a:spcAft>
              <a:buClr>
                <a:schemeClr val="lt1"/>
              </a:buClr>
              <a:buSzPts val="1000"/>
              <a:buFont typeface="Arial"/>
              <a:buNone/>
              <a:defRPr sz="1000">
                <a:solidFill>
                  <a:schemeClr val="lt1"/>
                </a:solidFill>
              </a:defRPr>
            </a:lvl7pPr>
            <a:lvl8pPr marL="3657600" lvl="7" indent="-228600" algn="l">
              <a:lnSpc>
                <a:spcPct val="100000"/>
              </a:lnSpc>
              <a:spcBef>
                <a:spcPts val="0"/>
              </a:spcBef>
              <a:spcAft>
                <a:spcPts val="0"/>
              </a:spcAft>
              <a:buClr>
                <a:schemeClr val="lt1"/>
              </a:buClr>
              <a:buSzPts val="1000"/>
              <a:buFont typeface="Arial"/>
              <a:buNone/>
              <a:defRPr sz="1000">
                <a:solidFill>
                  <a:schemeClr val="lt1"/>
                </a:solidFill>
              </a:defRPr>
            </a:lvl8pPr>
            <a:lvl9pPr marL="4114800" lvl="8" indent="-228600" algn="l">
              <a:lnSpc>
                <a:spcPct val="100000"/>
              </a:lnSpc>
              <a:spcBef>
                <a:spcPts val="0"/>
              </a:spcBef>
              <a:spcAft>
                <a:spcPts val="0"/>
              </a:spcAft>
              <a:buClr>
                <a:schemeClr val="lt1"/>
              </a:buClr>
              <a:buSzPts val="1000"/>
              <a:buFont typeface="Arial"/>
              <a:buNone/>
              <a:defRPr sz="1000">
                <a:solidFill>
                  <a:schemeClr val="lt1"/>
                </a:solidFill>
              </a:defRPr>
            </a:lvl9pPr>
          </a:lstStyle>
          <a:p>
            <a:endParaRPr/>
          </a:p>
        </p:txBody>
      </p:sp>
      <p:sp>
        <p:nvSpPr>
          <p:cNvPr id="451" name="Google Shape;451;p88"/>
          <p:cNvSpPr/>
          <p:nvPr/>
        </p:nvSpPr>
        <p:spPr>
          <a:xfrm>
            <a:off x="5334000" y="0"/>
            <a:ext cx="6858000" cy="68580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452" name="Google Shape;452;p88"/>
          <p:cNvSpPr txBox="1"/>
          <p:nvPr/>
        </p:nvSpPr>
        <p:spPr>
          <a:xfrm>
            <a:off x="609599" y="4389120"/>
            <a:ext cx="5307012"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000"/>
              <a:buFont typeface="Arial"/>
              <a:buNone/>
            </a:pPr>
            <a:r>
              <a:rPr lang="fr" sz="1000" b="0" i="0" u="none" strike="noStrike" cap="none">
                <a:solidFill>
                  <a:schemeClr val="lt1"/>
                </a:solidFill>
                <a:latin typeface="Arial"/>
                <a:ea typeface="Arial"/>
                <a:cs typeface="Arial"/>
                <a:sym typeface="Arial"/>
              </a:rPr>
              <a:t>pwc.fr</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136337414"/>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matchingName="Thank You Light">
  <p:cSld name="Thank You Light">
    <p:bg>
      <p:bgPr>
        <a:solidFill>
          <a:schemeClr val="lt1"/>
        </a:solidFill>
        <a:effectLst/>
      </p:bgPr>
    </p:bg>
    <p:spTree>
      <p:nvGrpSpPr>
        <p:cNvPr id="1" name="Shape 453"/>
        <p:cNvGrpSpPr/>
        <p:nvPr/>
      </p:nvGrpSpPr>
      <p:grpSpPr>
        <a:xfrm>
          <a:off x="0" y="0"/>
          <a:ext cx="0" cy="0"/>
          <a:chOff x="0" y="0"/>
          <a:chExt cx="0" cy="0"/>
        </a:xfrm>
      </p:grpSpPr>
      <p:sp>
        <p:nvSpPr>
          <p:cNvPr id="454" name="Google Shape;454;p89"/>
          <p:cNvSpPr/>
          <p:nvPr/>
        </p:nvSpPr>
        <p:spPr>
          <a:xfrm>
            <a:off x="0" y="4940854"/>
            <a:ext cx="12192000" cy="1917146"/>
          </a:xfrm>
          <a:prstGeom prst="rect">
            <a:avLst/>
          </a:pr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455" name="Google Shape;455;p89"/>
          <p:cNvSpPr txBox="1">
            <a:spLocks noGrp="1"/>
          </p:cNvSpPr>
          <p:nvPr>
            <p:ph type="ctrTitle"/>
          </p:nvPr>
        </p:nvSpPr>
        <p:spPr>
          <a:xfrm>
            <a:off x="609600" y="457200"/>
            <a:ext cx="5307011" cy="2514601"/>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dk1"/>
              </a:buClr>
              <a:buSzPts val="4400"/>
              <a:buFont typeface="Georgia"/>
              <a:buNone/>
              <a:defRPr sz="4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6" name="Google Shape;456;p89"/>
          <p:cNvSpPr/>
          <p:nvPr/>
        </p:nvSpPr>
        <p:spPr>
          <a:xfrm>
            <a:off x="5334000" y="0"/>
            <a:ext cx="6858000" cy="68580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457" name="Google Shape;457;p89"/>
          <p:cNvSpPr txBox="1">
            <a:spLocks noGrp="1"/>
          </p:cNvSpPr>
          <p:nvPr>
            <p:ph type="body" idx="1"/>
          </p:nvPr>
        </p:nvSpPr>
        <p:spPr>
          <a:xfrm>
            <a:off x="609600" y="5212080"/>
            <a:ext cx="10972800" cy="1371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000"/>
              <a:buFont typeface="Arial"/>
              <a:buNone/>
              <a:defRPr sz="1000" b="0">
                <a:solidFill>
                  <a:schemeClr val="lt1"/>
                </a:solidFill>
              </a:defRPr>
            </a:lvl1pPr>
            <a:lvl2pPr marL="914400" lvl="1" indent="-228600" algn="l">
              <a:lnSpc>
                <a:spcPct val="100000"/>
              </a:lnSpc>
              <a:spcBef>
                <a:spcPts val="0"/>
              </a:spcBef>
              <a:spcAft>
                <a:spcPts val="0"/>
              </a:spcAft>
              <a:buClr>
                <a:schemeClr val="lt1"/>
              </a:buClr>
              <a:buSzPts val="1000"/>
              <a:buFont typeface="Arial"/>
              <a:buNone/>
              <a:defRPr sz="1000" b="0">
                <a:solidFill>
                  <a:schemeClr val="lt1"/>
                </a:solidFill>
              </a:defRPr>
            </a:lvl2pPr>
            <a:lvl3pPr marL="1371600" lvl="2" indent="-228600" algn="l">
              <a:lnSpc>
                <a:spcPct val="100000"/>
              </a:lnSpc>
              <a:spcBef>
                <a:spcPts val="0"/>
              </a:spcBef>
              <a:spcAft>
                <a:spcPts val="0"/>
              </a:spcAft>
              <a:buClr>
                <a:schemeClr val="lt1"/>
              </a:buClr>
              <a:buSzPts val="1000"/>
              <a:buFont typeface="Arial"/>
              <a:buNone/>
              <a:defRPr sz="1000" b="0">
                <a:solidFill>
                  <a:schemeClr val="lt1"/>
                </a:solidFill>
              </a:defRPr>
            </a:lvl3pPr>
            <a:lvl4pPr marL="1828800" lvl="3" indent="-228600" algn="l">
              <a:lnSpc>
                <a:spcPct val="100000"/>
              </a:lnSpc>
              <a:spcBef>
                <a:spcPts val="0"/>
              </a:spcBef>
              <a:spcAft>
                <a:spcPts val="0"/>
              </a:spcAft>
              <a:buClr>
                <a:schemeClr val="lt1"/>
              </a:buClr>
              <a:buSzPts val="1000"/>
              <a:buFont typeface="Arial"/>
              <a:buNone/>
              <a:defRPr sz="1000" b="0">
                <a:solidFill>
                  <a:schemeClr val="lt1"/>
                </a:solidFill>
              </a:defRPr>
            </a:lvl4pPr>
            <a:lvl5pPr marL="2286000" lvl="4" indent="-228600" algn="l">
              <a:lnSpc>
                <a:spcPct val="100000"/>
              </a:lnSpc>
              <a:spcBef>
                <a:spcPts val="0"/>
              </a:spcBef>
              <a:spcAft>
                <a:spcPts val="0"/>
              </a:spcAft>
              <a:buClr>
                <a:schemeClr val="lt1"/>
              </a:buClr>
              <a:buSzPts val="1000"/>
              <a:buFont typeface="Arial"/>
              <a:buNone/>
              <a:defRPr sz="1000" b="0">
                <a:solidFill>
                  <a:schemeClr val="lt1"/>
                </a:solidFill>
              </a:defRPr>
            </a:lvl5pPr>
            <a:lvl6pPr marL="2743200" lvl="5" indent="-228600" algn="l">
              <a:lnSpc>
                <a:spcPct val="100000"/>
              </a:lnSpc>
              <a:spcBef>
                <a:spcPts val="0"/>
              </a:spcBef>
              <a:spcAft>
                <a:spcPts val="0"/>
              </a:spcAft>
              <a:buClr>
                <a:schemeClr val="lt1"/>
              </a:buClr>
              <a:buSzPts val="1000"/>
              <a:buFont typeface="Arial"/>
              <a:buNone/>
              <a:defRPr sz="1000">
                <a:solidFill>
                  <a:schemeClr val="lt1"/>
                </a:solidFill>
              </a:defRPr>
            </a:lvl6pPr>
            <a:lvl7pPr marL="3200400" lvl="6" indent="-228600" algn="l">
              <a:lnSpc>
                <a:spcPct val="100000"/>
              </a:lnSpc>
              <a:spcBef>
                <a:spcPts val="0"/>
              </a:spcBef>
              <a:spcAft>
                <a:spcPts val="0"/>
              </a:spcAft>
              <a:buClr>
                <a:schemeClr val="lt1"/>
              </a:buClr>
              <a:buSzPts val="1000"/>
              <a:buFont typeface="Arial"/>
              <a:buNone/>
              <a:defRPr sz="1000">
                <a:solidFill>
                  <a:schemeClr val="lt1"/>
                </a:solidFill>
              </a:defRPr>
            </a:lvl7pPr>
            <a:lvl8pPr marL="3657600" lvl="7" indent="-228600" algn="l">
              <a:lnSpc>
                <a:spcPct val="100000"/>
              </a:lnSpc>
              <a:spcBef>
                <a:spcPts val="0"/>
              </a:spcBef>
              <a:spcAft>
                <a:spcPts val="0"/>
              </a:spcAft>
              <a:buClr>
                <a:schemeClr val="lt1"/>
              </a:buClr>
              <a:buSzPts val="1000"/>
              <a:buFont typeface="Arial"/>
              <a:buNone/>
              <a:defRPr sz="1000">
                <a:solidFill>
                  <a:schemeClr val="lt1"/>
                </a:solidFill>
              </a:defRPr>
            </a:lvl8pPr>
            <a:lvl9pPr marL="4114800" lvl="8" indent="-228600" algn="l">
              <a:lnSpc>
                <a:spcPct val="100000"/>
              </a:lnSpc>
              <a:spcBef>
                <a:spcPts val="0"/>
              </a:spcBef>
              <a:spcAft>
                <a:spcPts val="0"/>
              </a:spcAft>
              <a:buClr>
                <a:schemeClr val="lt1"/>
              </a:buClr>
              <a:buSzPts val="1000"/>
              <a:buFont typeface="Arial"/>
              <a:buNone/>
              <a:defRPr sz="1000">
                <a:solidFill>
                  <a:schemeClr val="lt1"/>
                </a:solidFill>
              </a:defRPr>
            </a:lvl9pPr>
          </a:lstStyle>
          <a:p>
            <a:endParaRPr/>
          </a:p>
        </p:txBody>
      </p:sp>
      <p:sp>
        <p:nvSpPr>
          <p:cNvPr id="458" name="Google Shape;458;p89"/>
          <p:cNvSpPr/>
          <p:nvPr/>
        </p:nvSpPr>
        <p:spPr>
          <a:xfrm>
            <a:off x="5334000" y="0"/>
            <a:ext cx="6858000" cy="68580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459" name="Google Shape;459;p89"/>
          <p:cNvSpPr txBox="1"/>
          <p:nvPr/>
        </p:nvSpPr>
        <p:spPr>
          <a:xfrm>
            <a:off x="609599" y="4389120"/>
            <a:ext cx="5307012"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000"/>
              <a:buFont typeface="Arial"/>
              <a:buNone/>
            </a:pPr>
            <a:r>
              <a:rPr lang="fr" sz="1000" b="0" i="0" u="none" strike="noStrike" cap="none">
                <a:solidFill>
                  <a:schemeClr val="dk1"/>
                </a:solidFill>
                <a:latin typeface="Arial"/>
                <a:ea typeface="Arial"/>
                <a:cs typeface="Arial"/>
                <a:sym typeface="Arial"/>
              </a:rPr>
              <a:t>pwc.fr</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737328973"/>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6"/>
        <p:cNvGrpSpPr/>
        <p:nvPr/>
      </p:nvGrpSpPr>
      <p:grpSpPr>
        <a:xfrm>
          <a:off x="0" y="0"/>
          <a:ext cx="0" cy="0"/>
          <a:chOff x="0" y="0"/>
          <a:chExt cx="0" cy="0"/>
        </a:xfrm>
      </p:grpSpPr>
      <p:sp>
        <p:nvSpPr>
          <p:cNvPr id="37" name="Google Shape;37;p33"/>
          <p:cNvSpPr txBox="1">
            <a:spLocks noGrp="1"/>
          </p:cNvSpPr>
          <p:nvPr>
            <p:ph type="title"/>
          </p:nvPr>
        </p:nvSpPr>
        <p:spPr>
          <a:xfrm>
            <a:off x="226801" y="209103"/>
            <a:ext cx="11736599" cy="3600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3"/>
          <p:cNvSpPr txBox="1">
            <a:spLocks noGrp="1"/>
          </p:cNvSpPr>
          <p:nvPr>
            <p:ph type="body" idx="1"/>
          </p:nvPr>
        </p:nvSpPr>
        <p:spPr>
          <a:xfrm>
            <a:off x="226800" y="900000"/>
            <a:ext cx="11736600" cy="5040000"/>
          </a:xfrm>
          <a:prstGeom prst="rect">
            <a:avLst/>
          </a:prstGeom>
          <a:noFill/>
          <a:ln>
            <a:noFill/>
          </a:ln>
        </p:spPr>
        <p:txBody>
          <a:bodyPr spcFirstLastPara="1" wrap="square" lIns="91425" tIns="45700" rIns="91425" bIns="45700" anchor="t" anchorCtr="0">
            <a:noAutofit/>
          </a:bodyPr>
          <a:lstStyle>
            <a:lvl1pPr marL="342900" lvl="0" indent="-214313" algn="l">
              <a:lnSpc>
                <a:spcPct val="90000"/>
              </a:lnSpc>
              <a:spcBef>
                <a:spcPts val="750"/>
              </a:spcBef>
              <a:spcAft>
                <a:spcPts val="0"/>
              </a:spcAft>
              <a:buClr>
                <a:schemeClr val="dk1"/>
              </a:buClr>
              <a:buSzPts val="900"/>
              <a:buChar char="▪"/>
              <a:defRPr/>
            </a:lvl1pPr>
            <a:lvl2pPr marL="685800" lvl="1" indent="-214313" algn="l">
              <a:lnSpc>
                <a:spcPct val="90000"/>
              </a:lnSpc>
              <a:spcBef>
                <a:spcPts val="375"/>
              </a:spcBef>
              <a:spcAft>
                <a:spcPts val="0"/>
              </a:spcAft>
              <a:buClr>
                <a:schemeClr val="dk1"/>
              </a:buClr>
              <a:buSzPts val="900"/>
              <a:buChar char="▪"/>
              <a:defRPr/>
            </a:lvl2pPr>
            <a:lvl3pPr marL="1028700" lvl="2" indent="-214313" algn="l">
              <a:lnSpc>
                <a:spcPct val="90000"/>
              </a:lnSpc>
              <a:spcBef>
                <a:spcPts val="375"/>
              </a:spcBef>
              <a:spcAft>
                <a:spcPts val="0"/>
              </a:spcAft>
              <a:buClr>
                <a:schemeClr val="dk1"/>
              </a:buClr>
              <a:buSzPts val="900"/>
              <a:buChar char="▪"/>
              <a:defRPr/>
            </a:lvl3pPr>
            <a:lvl4pPr marL="1371600" lvl="3" indent="-214313" algn="l">
              <a:lnSpc>
                <a:spcPct val="90000"/>
              </a:lnSpc>
              <a:spcBef>
                <a:spcPts val="375"/>
              </a:spcBef>
              <a:spcAft>
                <a:spcPts val="0"/>
              </a:spcAft>
              <a:buClr>
                <a:schemeClr val="dk1"/>
              </a:buClr>
              <a:buSzPts val="900"/>
              <a:buChar char="▪"/>
              <a:defRPr/>
            </a:lvl4pPr>
            <a:lvl5pPr marL="1714500" lvl="4" indent="-214313" algn="l">
              <a:lnSpc>
                <a:spcPct val="90000"/>
              </a:lnSpc>
              <a:spcBef>
                <a:spcPts val="375"/>
              </a:spcBef>
              <a:spcAft>
                <a:spcPts val="0"/>
              </a:spcAft>
              <a:buClr>
                <a:schemeClr val="dk1"/>
              </a:buClr>
              <a:buSzPts val="9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9" name="Google Shape;39;p33"/>
          <p:cNvSpPr txBox="1">
            <a:spLocks noGrp="1"/>
          </p:cNvSpPr>
          <p:nvPr>
            <p:ph type="sldNum" idx="12"/>
          </p:nvPr>
        </p:nvSpPr>
        <p:spPr>
          <a:xfrm>
            <a:off x="199907" y="6356352"/>
            <a:ext cx="342459" cy="365125"/>
          </a:xfrm>
          <a:prstGeom prst="rect">
            <a:avLst/>
          </a:prstGeom>
          <a:noFill/>
          <a:ln>
            <a:noFill/>
          </a:ln>
        </p:spPr>
        <p:txBody>
          <a:bodyPr spcFirstLastPara="1" wrap="square" lIns="0" tIns="45700" rIns="0"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750" b="0" i="0" u="none" strike="noStrike" cap="none">
                <a:solidFill>
                  <a:srgbClr val="006A53"/>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750" b="0" i="0" u="none" strike="noStrike" cap="none">
                <a:solidFill>
                  <a:srgbClr val="006A53"/>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750" b="0" i="0" u="none" strike="noStrike" cap="none">
                <a:solidFill>
                  <a:srgbClr val="006A53"/>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750" b="0" i="0" u="none" strike="noStrike" cap="none">
                <a:solidFill>
                  <a:srgbClr val="006A53"/>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750" b="0" i="0" u="none" strike="noStrike" cap="none">
                <a:solidFill>
                  <a:srgbClr val="006A53"/>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750" b="0" i="0" u="none" strike="noStrike" cap="none">
                <a:solidFill>
                  <a:srgbClr val="006A53"/>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750" b="0" i="0" u="none" strike="noStrike" cap="none">
                <a:solidFill>
                  <a:srgbClr val="006A53"/>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750" b="0" i="0" u="none" strike="noStrike" cap="none">
                <a:solidFill>
                  <a:srgbClr val="006A53"/>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750" b="0" i="0" u="none" strike="noStrike" cap="none">
                <a:solidFill>
                  <a:srgbClr val="006A53"/>
                </a:solidFill>
                <a:latin typeface="Arial"/>
                <a:ea typeface="Arial"/>
                <a:cs typeface="Arial"/>
                <a:sym typeface="Arial"/>
              </a:defRPr>
            </a:lvl9pPr>
          </a:lstStyle>
          <a:p>
            <a:fld id="{00000000-1234-1234-1234-123412341234}" type="slidenum">
              <a:rPr lang="fr-FR" smtClean="0"/>
              <a:pPr/>
              <a:t>‹N°›</a:t>
            </a:fld>
            <a:endParaRPr lang="fr-FR" b="1"/>
          </a:p>
        </p:txBody>
      </p:sp>
    </p:spTree>
    <p:extLst>
      <p:ext uri="{BB962C8B-B14F-4D97-AF65-F5344CB8AC3E}">
        <p14:creationId xmlns:p14="http://schemas.microsoft.com/office/powerpoint/2010/main" val="3108910642"/>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userDrawn="1">
  <p:cSld name="Titre de section">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fr-FR"/>
              <a:t>Modifiez le style du titre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42749276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73.xml"/><Relationship Id="rId21" Type="http://schemas.openxmlformats.org/officeDocument/2006/relationships/slideLayout" Target="../slideLayouts/slideLayout68.xml"/><Relationship Id="rId42" Type="http://schemas.openxmlformats.org/officeDocument/2006/relationships/slideLayout" Target="../slideLayouts/slideLayout89.xml"/><Relationship Id="rId47" Type="http://schemas.openxmlformats.org/officeDocument/2006/relationships/slideLayout" Target="../slideLayouts/slideLayout94.xml"/><Relationship Id="rId63" Type="http://schemas.openxmlformats.org/officeDocument/2006/relationships/slideLayout" Target="../slideLayouts/slideLayout110.xml"/><Relationship Id="rId68" Type="http://schemas.openxmlformats.org/officeDocument/2006/relationships/slideLayout" Target="../slideLayouts/slideLayout115.xml"/><Relationship Id="rId7" Type="http://schemas.openxmlformats.org/officeDocument/2006/relationships/slideLayout" Target="../slideLayouts/slideLayout5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9" Type="http://schemas.openxmlformats.org/officeDocument/2006/relationships/slideLayout" Target="../slideLayouts/slideLayout76.xml"/><Relationship Id="rId11" Type="http://schemas.openxmlformats.org/officeDocument/2006/relationships/slideLayout" Target="../slideLayouts/slideLayout58.xml"/><Relationship Id="rId24" Type="http://schemas.openxmlformats.org/officeDocument/2006/relationships/slideLayout" Target="../slideLayouts/slideLayout71.xml"/><Relationship Id="rId32" Type="http://schemas.openxmlformats.org/officeDocument/2006/relationships/slideLayout" Target="../slideLayouts/slideLayout79.xml"/><Relationship Id="rId37" Type="http://schemas.openxmlformats.org/officeDocument/2006/relationships/slideLayout" Target="../slideLayouts/slideLayout84.xml"/><Relationship Id="rId40" Type="http://schemas.openxmlformats.org/officeDocument/2006/relationships/slideLayout" Target="../slideLayouts/slideLayout87.xml"/><Relationship Id="rId45" Type="http://schemas.openxmlformats.org/officeDocument/2006/relationships/slideLayout" Target="../slideLayouts/slideLayout92.xml"/><Relationship Id="rId53" Type="http://schemas.openxmlformats.org/officeDocument/2006/relationships/slideLayout" Target="../slideLayouts/slideLayout100.xml"/><Relationship Id="rId58" Type="http://schemas.openxmlformats.org/officeDocument/2006/relationships/slideLayout" Target="../slideLayouts/slideLayout105.xml"/><Relationship Id="rId66" Type="http://schemas.openxmlformats.org/officeDocument/2006/relationships/slideLayout" Target="../slideLayouts/slideLayout113.xml"/><Relationship Id="rId5" Type="http://schemas.openxmlformats.org/officeDocument/2006/relationships/slideLayout" Target="../slideLayouts/slideLayout52.xml"/><Relationship Id="rId61" Type="http://schemas.openxmlformats.org/officeDocument/2006/relationships/slideLayout" Target="../slideLayouts/slideLayout108.xml"/><Relationship Id="rId19" Type="http://schemas.openxmlformats.org/officeDocument/2006/relationships/slideLayout" Target="../slideLayouts/slideLayout66.xml"/><Relationship Id="rId14" Type="http://schemas.openxmlformats.org/officeDocument/2006/relationships/slideLayout" Target="../slideLayouts/slideLayout61.xml"/><Relationship Id="rId22" Type="http://schemas.openxmlformats.org/officeDocument/2006/relationships/slideLayout" Target="../slideLayouts/slideLayout69.xml"/><Relationship Id="rId27" Type="http://schemas.openxmlformats.org/officeDocument/2006/relationships/slideLayout" Target="../slideLayouts/slideLayout74.xml"/><Relationship Id="rId30" Type="http://schemas.openxmlformats.org/officeDocument/2006/relationships/slideLayout" Target="../slideLayouts/slideLayout77.xml"/><Relationship Id="rId35" Type="http://schemas.openxmlformats.org/officeDocument/2006/relationships/slideLayout" Target="../slideLayouts/slideLayout82.xml"/><Relationship Id="rId43" Type="http://schemas.openxmlformats.org/officeDocument/2006/relationships/slideLayout" Target="../slideLayouts/slideLayout90.xml"/><Relationship Id="rId48" Type="http://schemas.openxmlformats.org/officeDocument/2006/relationships/slideLayout" Target="../slideLayouts/slideLayout95.xml"/><Relationship Id="rId56" Type="http://schemas.openxmlformats.org/officeDocument/2006/relationships/slideLayout" Target="../slideLayouts/slideLayout103.xml"/><Relationship Id="rId64" Type="http://schemas.openxmlformats.org/officeDocument/2006/relationships/slideLayout" Target="../slideLayouts/slideLayout111.xml"/><Relationship Id="rId69" Type="http://schemas.openxmlformats.org/officeDocument/2006/relationships/slideLayout" Target="../slideLayouts/slideLayout116.xml"/><Relationship Id="rId8" Type="http://schemas.openxmlformats.org/officeDocument/2006/relationships/slideLayout" Target="../slideLayouts/slideLayout55.xml"/><Relationship Id="rId51" Type="http://schemas.openxmlformats.org/officeDocument/2006/relationships/slideLayout" Target="../slideLayouts/slideLayout98.xml"/><Relationship Id="rId3" Type="http://schemas.openxmlformats.org/officeDocument/2006/relationships/slideLayout" Target="../slideLayouts/slideLayout50.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5" Type="http://schemas.openxmlformats.org/officeDocument/2006/relationships/slideLayout" Target="../slideLayouts/slideLayout72.xml"/><Relationship Id="rId33" Type="http://schemas.openxmlformats.org/officeDocument/2006/relationships/slideLayout" Target="../slideLayouts/slideLayout80.xml"/><Relationship Id="rId38" Type="http://schemas.openxmlformats.org/officeDocument/2006/relationships/slideLayout" Target="../slideLayouts/slideLayout85.xml"/><Relationship Id="rId46" Type="http://schemas.openxmlformats.org/officeDocument/2006/relationships/slideLayout" Target="../slideLayouts/slideLayout93.xml"/><Relationship Id="rId59" Type="http://schemas.openxmlformats.org/officeDocument/2006/relationships/slideLayout" Target="../slideLayouts/slideLayout106.xml"/><Relationship Id="rId67" Type="http://schemas.openxmlformats.org/officeDocument/2006/relationships/slideLayout" Target="../slideLayouts/slideLayout114.xml"/><Relationship Id="rId20" Type="http://schemas.openxmlformats.org/officeDocument/2006/relationships/slideLayout" Target="../slideLayouts/slideLayout67.xml"/><Relationship Id="rId41" Type="http://schemas.openxmlformats.org/officeDocument/2006/relationships/slideLayout" Target="../slideLayouts/slideLayout88.xml"/><Relationship Id="rId54" Type="http://schemas.openxmlformats.org/officeDocument/2006/relationships/slideLayout" Target="../slideLayouts/slideLayout101.xml"/><Relationship Id="rId62" Type="http://schemas.openxmlformats.org/officeDocument/2006/relationships/slideLayout" Target="../slideLayouts/slideLayout109.xml"/><Relationship Id="rId70" Type="http://schemas.openxmlformats.org/officeDocument/2006/relationships/theme" Target="../theme/theme2.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5" Type="http://schemas.openxmlformats.org/officeDocument/2006/relationships/slideLayout" Target="../slideLayouts/slideLayout62.xml"/><Relationship Id="rId23" Type="http://schemas.openxmlformats.org/officeDocument/2006/relationships/slideLayout" Target="../slideLayouts/slideLayout70.xml"/><Relationship Id="rId28" Type="http://schemas.openxmlformats.org/officeDocument/2006/relationships/slideLayout" Target="../slideLayouts/slideLayout75.xml"/><Relationship Id="rId36" Type="http://schemas.openxmlformats.org/officeDocument/2006/relationships/slideLayout" Target="../slideLayouts/slideLayout83.xml"/><Relationship Id="rId49" Type="http://schemas.openxmlformats.org/officeDocument/2006/relationships/slideLayout" Target="../slideLayouts/slideLayout96.xml"/><Relationship Id="rId57" Type="http://schemas.openxmlformats.org/officeDocument/2006/relationships/slideLayout" Target="../slideLayouts/slideLayout104.xml"/><Relationship Id="rId10" Type="http://schemas.openxmlformats.org/officeDocument/2006/relationships/slideLayout" Target="../slideLayouts/slideLayout57.xml"/><Relationship Id="rId31" Type="http://schemas.openxmlformats.org/officeDocument/2006/relationships/slideLayout" Target="../slideLayouts/slideLayout78.xml"/><Relationship Id="rId44" Type="http://schemas.openxmlformats.org/officeDocument/2006/relationships/slideLayout" Target="../slideLayouts/slideLayout91.xml"/><Relationship Id="rId52" Type="http://schemas.openxmlformats.org/officeDocument/2006/relationships/slideLayout" Target="../slideLayouts/slideLayout99.xml"/><Relationship Id="rId60" Type="http://schemas.openxmlformats.org/officeDocument/2006/relationships/slideLayout" Target="../slideLayouts/slideLayout107.xml"/><Relationship Id="rId65" Type="http://schemas.openxmlformats.org/officeDocument/2006/relationships/slideLayout" Target="../slideLayouts/slideLayout112.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3" Type="http://schemas.openxmlformats.org/officeDocument/2006/relationships/slideLayout" Target="../slideLayouts/slideLayout60.xml"/><Relationship Id="rId18" Type="http://schemas.openxmlformats.org/officeDocument/2006/relationships/slideLayout" Target="../slideLayouts/slideLayout65.xml"/><Relationship Id="rId39" Type="http://schemas.openxmlformats.org/officeDocument/2006/relationships/slideLayout" Target="../slideLayouts/slideLayout86.xml"/><Relationship Id="rId34" Type="http://schemas.openxmlformats.org/officeDocument/2006/relationships/slideLayout" Target="../slideLayouts/slideLayout81.xml"/><Relationship Id="rId50" Type="http://schemas.openxmlformats.org/officeDocument/2006/relationships/slideLayout" Target="../slideLayouts/slideLayout97.xml"/><Relationship Id="rId55" Type="http://schemas.openxmlformats.org/officeDocument/2006/relationships/slideLayout" Target="../slideLayouts/slideLayout102.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42.xml"/><Relationship Id="rId21" Type="http://schemas.openxmlformats.org/officeDocument/2006/relationships/slideLayout" Target="../slideLayouts/slideLayout137.xml"/><Relationship Id="rId34" Type="http://schemas.openxmlformats.org/officeDocument/2006/relationships/slideLayout" Target="../slideLayouts/slideLayout150.xml"/><Relationship Id="rId42" Type="http://schemas.openxmlformats.org/officeDocument/2006/relationships/slideLayout" Target="../slideLayouts/slideLayout158.xml"/><Relationship Id="rId47" Type="http://schemas.openxmlformats.org/officeDocument/2006/relationships/slideLayout" Target="../slideLayouts/slideLayout163.xml"/><Relationship Id="rId50" Type="http://schemas.openxmlformats.org/officeDocument/2006/relationships/slideLayout" Target="../slideLayouts/slideLayout166.xml"/><Relationship Id="rId55" Type="http://schemas.openxmlformats.org/officeDocument/2006/relationships/slideLayout" Target="../slideLayouts/slideLayout171.xml"/><Relationship Id="rId63" Type="http://schemas.openxmlformats.org/officeDocument/2006/relationships/slideLayout" Target="../slideLayouts/slideLayout179.xml"/><Relationship Id="rId7" Type="http://schemas.openxmlformats.org/officeDocument/2006/relationships/slideLayout" Target="../slideLayouts/slideLayout123.xml"/><Relationship Id="rId2" Type="http://schemas.openxmlformats.org/officeDocument/2006/relationships/slideLayout" Target="../slideLayouts/slideLayout118.xml"/><Relationship Id="rId16" Type="http://schemas.openxmlformats.org/officeDocument/2006/relationships/slideLayout" Target="../slideLayouts/slideLayout132.xml"/><Relationship Id="rId29" Type="http://schemas.openxmlformats.org/officeDocument/2006/relationships/slideLayout" Target="../slideLayouts/slideLayout145.xml"/><Relationship Id="rId11" Type="http://schemas.openxmlformats.org/officeDocument/2006/relationships/slideLayout" Target="../slideLayouts/slideLayout127.xml"/><Relationship Id="rId24" Type="http://schemas.openxmlformats.org/officeDocument/2006/relationships/slideLayout" Target="../slideLayouts/slideLayout140.xml"/><Relationship Id="rId32" Type="http://schemas.openxmlformats.org/officeDocument/2006/relationships/slideLayout" Target="../slideLayouts/slideLayout148.xml"/><Relationship Id="rId37" Type="http://schemas.openxmlformats.org/officeDocument/2006/relationships/slideLayout" Target="../slideLayouts/slideLayout153.xml"/><Relationship Id="rId40" Type="http://schemas.openxmlformats.org/officeDocument/2006/relationships/slideLayout" Target="../slideLayouts/slideLayout156.xml"/><Relationship Id="rId45" Type="http://schemas.openxmlformats.org/officeDocument/2006/relationships/slideLayout" Target="../slideLayouts/slideLayout161.xml"/><Relationship Id="rId53" Type="http://schemas.openxmlformats.org/officeDocument/2006/relationships/slideLayout" Target="../slideLayouts/slideLayout169.xml"/><Relationship Id="rId58" Type="http://schemas.openxmlformats.org/officeDocument/2006/relationships/slideLayout" Target="../slideLayouts/slideLayout174.xml"/><Relationship Id="rId66" Type="http://schemas.openxmlformats.org/officeDocument/2006/relationships/theme" Target="../theme/theme3.xml"/><Relationship Id="rId5" Type="http://schemas.openxmlformats.org/officeDocument/2006/relationships/slideLayout" Target="../slideLayouts/slideLayout121.xml"/><Relationship Id="rId61" Type="http://schemas.openxmlformats.org/officeDocument/2006/relationships/slideLayout" Target="../slideLayouts/slideLayout177.xml"/><Relationship Id="rId19" Type="http://schemas.openxmlformats.org/officeDocument/2006/relationships/slideLayout" Target="../slideLayouts/slideLayout135.xml"/><Relationship Id="rId14" Type="http://schemas.openxmlformats.org/officeDocument/2006/relationships/slideLayout" Target="../slideLayouts/slideLayout130.xml"/><Relationship Id="rId22" Type="http://schemas.openxmlformats.org/officeDocument/2006/relationships/slideLayout" Target="../slideLayouts/slideLayout138.xml"/><Relationship Id="rId27" Type="http://schemas.openxmlformats.org/officeDocument/2006/relationships/slideLayout" Target="../slideLayouts/slideLayout143.xml"/><Relationship Id="rId30" Type="http://schemas.openxmlformats.org/officeDocument/2006/relationships/slideLayout" Target="../slideLayouts/slideLayout146.xml"/><Relationship Id="rId35" Type="http://schemas.openxmlformats.org/officeDocument/2006/relationships/slideLayout" Target="../slideLayouts/slideLayout151.xml"/><Relationship Id="rId43" Type="http://schemas.openxmlformats.org/officeDocument/2006/relationships/slideLayout" Target="../slideLayouts/slideLayout159.xml"/><Relationship Id="rId48" Type="http://schemas.openxmlformats.org/officeDocument/2006/relationships/slideLayout" Target="../slideLayouts/slideLayout164.xml"/><Relationship Id="rId56" Type="http://schemas.openxmlformats.org/officeDocument/2006/relationships/slideLayout" Target="../slideLayouts/slideLayout172.xml"/><Relationship Id="rId64" Type="http://schemas.openxmlformats.org/officeDocument/2006/relationships/slideLayout" Target="../slideLayouts/slideLayout180.xml"/><Relationship Id="rId8" Type="http://schemas.openxmlformats.org/officeDocument/2006/relationships/slideLayout" Target="../slideLayouts/slideLayout124.xml"/><Relationship Id="rId51" Type="http://schemas.openxmlformats.org/officeDocument/2006/relationships/slideLayout" Target="../slideLayouts/slideLayout167.xml"/><Relationship Id="rId3" Type="http://schemas.openxmlformats.org/officeDocument/2006/relationships/slideLayout" Target="../slideLayouts/slideLayout119.xml"/><Relationship Id="rId12" Type="http://schemas.openxmlformats.org/officeDocument/2006/relationships/slideLayout" Target="../slideLayouts/slideLayout128.xml"/><Relationship Id="rId17" Type="http://schemas.openxmlformats.org/officeDocument/2006/relationships/slideLayout" Target="../slideLayouts/slideLayout133.xml"/><Relationship Id="rId25" Type="http://schemas.openxmlformats.org/officeDocument/2006/relationships/slideLayout" Target="../slideLayouts/slideLayout141.xml"/><Relationship Id="rId33" Type="http://schemas.openxmlformats.org/officeDocument/2006/relationships/slideLayout" Target="../slideLayouts/slideLayout149.xml"/><Relationship Id="rId38" Type="http://schemas.openxmlformats.org/officeDocument/2006/relationships/slideLayout" Target="../slideLayouts/slideLayout154.xml"/><Relationship Id="rId46" Type="http://schemas.openxmlformats.org/officeDocument/2006/relationships/slideLayout" Target="../slideLayouts/slideLayout162.xml"/><Relationship Id="rId59" Type="http://schemas.openxmlformats.org/officeDocument/2006/relationships/slideLayout" Target="../slideLayouts/slideLayout175.xml"/><Relationship Id="rId20" Type="http://schemas.openxmlformats.org/officeDocument/2006/relationships/slideLayout" Target="../slideLayouts/slideLayout136.xml"/><Relationship Id="rId41" Type="http://schemas.openxmlformats.org/officeDocument/2006/relationships/slideLayout" Target="../slideLayouts/slideLayout157.xml"/><Relationship Id="rId54" Type="http://schemas.openxmlformats.org/officeDocument/2006/relationships/slideLayout" Target="../slideLayouts/slideLayout170.xml"/><Relationship Id="rId62" Type="http://schemas.openxmlformats.org/officeDocument/2006/relationships/slideLayout" Target="../slideLayouts/slideLayout178.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5" Type="http://schemas.openxmlformats.org/officeDocument/2006/relationships/slideLayout" Target="../slideLayouts/slideLayout131.xml"/><Relationship Id="rId23" Type="http://schemas.openxmlformats.org/officeDocument/2006/relationships/slideLayout" Target="../slideLayouts/slideLayout139.xml"/><Relationship Id="rId28" Type="http://schemas.openxmlformats.org/officeDocument/2006/relationships/slideLayout" Target="../slideLayouts/slideLayout144.xml"/><Relationship Id="rId36" Type="http://schemas.openxmlformats.org/officeDocument/2006/relationships/slideLayout" Target="../slideLayouts/slideLayout152.xml"/><Relationship Id="rId49" Type="http://schemas.openxmlformats.org/officeDocument/2006/relationships/slideLayout" Target="../slideLayouts/slideLayout165.xml"/><Relationship Id="rId57" Type="http://schemas.openxmlformats.org/officeDocument/2006/relationships/slideLayout" Target="../slideLayouts/slideLayout173.xml"/><Relationship Id="rId10" Type="http://schemas.openxmlformats.org/officeDocument/2006/relationships/slideLayout" Target="../slideLayouts/slideLayout126.xml"/><Relationship Id="rId31" Type="http://schemas.openxmlformats.org/officeDocument/2006/relationships/slideLayout" Target="../slideLayouts/slideLayout147.xml"/><Relationship Id="rId44" Type="http://schemas.openxmlformats.org/officeDocument/2006/relationships/slideLayout" Target="../slideLayouts/slideLayout160.xml"/><Relationship Id="rId52" Type="http://schemas.openxmlformats.org/officeDocument/2006/relationships/slideLayout" Target="../slideLayouts/slideLayout168.xml"/><Relationship Id="rId60" Type="http://schemas.openxmlformats.org/officeDocument/2006/relationships/slideLayout" Target="../slideLayouts/slideLayout176.xml"/><Relationship Id="rId65" Type="http://schemas.openxmlformats.org/officeDocument/2006/relationships/slideLayout" Target="../slideLayouts/slideLayout181.xml"/><Relationship Id="rId4" Type="http://schemas.openxmlformats.org/officeDocument/2006/relationships/slideLayout" Target="../slideLayouts/slideLayout120.xml"/><Relationship Id="rId9" Type="http://schemas.openxmlformats.org/officeDocument/2006/relationships/slideLayout" Target="../slideLayouts/slideLayout125.xml"/><Relationship Id="rId13" Type="http://schemas.openxmlformats.org/officeDocument/2006/relationships/slideLayout" Target="../slideLayouts/slideLayout129.xml"/><Relationship Id="rId18" Type="http://schemas.openxmlformats.org/officeDocument/2006/relationships/slideLayout" Target="../slideLayouts/slideLayout134.xml"/><Relationship Id="rId39" Type="http://schemas.openxmlformats.org/officeDocument/2006/relationships/slideLayout" Target="../slideLayouts/slideLayout1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442913" y="432001"/>
            <a:ext cx="11306175" cy="1387274"/>
          </a:xfrm>
          <a:prstGeom prst="rect">
            <a:avLst/>
          </a:prstGeom>
          <a:noFill/>
          <a:ln>
            <a:noFill/>
          </a:ln>
        </p:spPr>
        <p:txBody>
          <a:bodyPr spcFirstLastPara="1" wrap="square" lIns="0" tIns="0" rIns="0" bIns="0" anchor="t" anchorCtr="0">
            <a:normAutofit/>
          </a:bodyPr>
          <a:lstStyle>
            <a:lvl1pPr marR="0" lvl="0" algn="l" rtl="0">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9"/>
          <p:cNvSpPr txBox="1">
            <a:spLocks noGrp="1"/>
          </p:cNvSpPr>
          <p:nvPr>
            <p:ph type="body" idx="1"/>
          </p:nvPr>
        </p:nvSpPr>
        <p:spPr>
          <a:xfrm>
            <a:off x="442913" y="2103438"/>
            <a:ext cx="11306175" cy="406876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accent1"/>
              </a:buClr>
              <a:buSzPts val="1800"/>
              <a:buFont typeface="Arial"/>
              <a:buNone/>
              <a:defRPr sz="1800" b="1" i="0" u="none" strike="noStrike" cap="none">
                <a:solidFill>
                  <a:schemeClr val="accent1"/>
                </a:solidFill>
                <a:latin typeface="Arial"/>
                <a:ea typeface="Arial"/>
                <a:cs typeface="Arial"/>
                <a:sym typeface="Arial"/>
              </a:defRPr>
            </a:lvl1pPr>
            <a:lvl2pPr marL="914400" marR="0" lvl="1" indent="-228600" algn="l" rtl="0">
              <a:lnSpc>
                <a:spcPct val="100000"/>
              </a:lnSpc>
              <a:spcBef>
                <a:spcPts val="12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 name="Google Shape;12;p9"/>
          <p:cNvSpPr txBox="1">
            <a:spLocks noGrp="1"/>
          </p:cNvSpPr>
          <p:nvPr>
            <p:ph type="ftr" idx="11"/>
          </p:nvPr>
        </p:nvSpPr>
        <p:spPr>
          <a:xfrm>
            <a:off x="442912" y="6355080"/>
            <a:ext cx="5473701" cy="13716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75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9"/>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rgbClr val="000000"/>
              </a:buClr>
              <a:buSzPts val="1400"/>
              <a:buFont typeface="Arial"/>
              <a:buNone/>
              <a:defRPr sz="75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9"/>
          <p:cNvSpPr txBox="1"/>
          <p:nvPr/>
        </p:nvSpPr>
        <p:spPr>
          <a:xfrm>
            <a:off x="442913" y="6492240"/>
            <a:ext cx="5473700" cy="13716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50"/>
              <a:buFont typeface="Arial"/>
              <a:buNone/>
            </a:pPr>
            <a:r>
              <a:rPr lang="fr-FR" sz="750" b="0" i="0" u="none" strike="noStrike" cap="none">
                <a:solidFill>
                  <a:schemeClr val="dk1"/>
                </a:solidFill>
                <a:latin typeface="Arial"/>
                <a:ea typeface="Arial"/>
                <a:cs typeface="Arial"/>
                <a:sym typeface="Arial"/>
              </a:rPr>
              <a:t>PwC</a:t>
            </a:r>
            <a:endParaRPr sz="750" b="0" i="0" u="none" strike="noStrike" cap="none">
              <a:solidFill>
                <a:schemeClr val="dk1"/>
              </a:solidFill>
              <a:latin typeface="Arial"/>
              <a:ea typeface="Arial"/>
              <a:cs typeface="Arial"/>
              <a:sym typeface="Arial"/>
            </a:endParaRPr>
          </a:p>
        </p:txBody>
      </p:sp>
      <p:sp>
        <p:nvSpPr>
          <p:cNvPr id="15" name="Google Shape;15;p9"/>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51"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 id="2147483680" r:id="rId29"/>
    <p:sldLayoutId id="2147483681" r:id="rId30"/>
    <p:sldLayoutId id="2147483682" r:id="rId31"/>
    <p:sldLayoutId id="2147483683" r:id="rId32"/>
    <p:sldLayoutId id="2147483684" r:id="rId33"/>
    <p:sldLayoutId id="2147483685" r:id="rId34"/>
    <p:sldLayoutId id="2147483687" r:id="rId35"/>
    <p:sldLayoutId id="2147483688" r:id="rId36"/>
    <p:sldLayoutId id="2147483689" r:id="rId37"/>
    <p:sldLayoutId id="2147483690" r:id="rId38"/>
    <p:sldLayoutId id="2147483691" r:id="rId39"/>
    <p:sldLayoutId id="2147483692" r:id="rId40"/>
    <p:sldLayoutId id="2147483693" r:id="rId41"/>
    <p:sldLayoutId id="2147483694" r:id="rId42"/>
    <p:sldLayoutId id="2147483695" r:id="rId43"/>
    <p:sldLayoutId id="2147483696" r:id="rId44"/>
    <p:sldLayoutId id="2147483697" r:id="rId45"/>
    <p:sldLayoutId id="2147483698" r:id="rId46"/>
    <p:sldLayoutId id="2147483700" r:id="rId4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F26B43"/>
          </p15:clr>
        </p15:guide>
        <p15:guide id="2" pos="279">
          <p15:clr>
            <a:srgbClr val="F26B43"/>
          </p15:clr>
        </p15:guide>
        <p15:guide id="3" pos="7401">
          <p15:clr>
            <a:srgbClr val="F26B43"/>
          </p15:clr>
        </p15:guide>
        <p15:guide id="4" pos="3953">
          <p15:clr>
            <a:srgbClr val="F26B43"/>
          </p15:clr>
        </p15:guide>
        <p15:guide id="5" pos="3727">
          <p15:clr>
            <a:srgbClr val="F26B43"/>
          </p15:clr>
        </p15:guide>
        <p15:guide id="6" orient="horz" pos="3888">
          <p15:clr>
            <a:srgbClr val="F26B43"/>
          </p15:clr>
        </p15:guide>
        <p15:guide id="7" pos="2726">
          <p15:clr>
            <a:srgbClr val="F26B43"/>
          </p15:clr>
        </p15:guide>
        <p15:guide id="8" pos="2502">
          <p15:clr>
            <a:srgbClr val="F26B43"/>
          </p15:clr>
        </p15:guide>
        <p15:guide id="9" pos="4952">
          <p15:clr>
            <a:srgbClr val="F26B43"/>
          </p15:clr>
        </p15:guide>
        <p15:guide id="10" pos="5177">
          <p15:clr>
            <a:srgbClr val="F26B43"/>
          </p15:clr>
        </p15:guide>
        <p15:guide id="11" orient="horz" pos="2160">
          <p15:clr>
            <a:srgbClr val="F26B43"/>
          </p15:clr>
        </p15:guide>
        <p15:guide id="12" orient="horz" pos="1325">
          <p15:clr>
            <a:srgbClr val="F26B43"/>
          </p15:clr>
        </p15:guide>
        <p15:guide id="13" orient="horz" pos="1146">
          <p15:clr>
            <a:srgbClr val="F26B43"/>
          </p15:clr>
        </p15:guide>
        <p15:guide id="14" orient="horz" pos="27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97667" y="402336"/>
            <a:ext cx="5645946" cy="1295399"/>
          </a:xfrm>
          <a:prstGeom prst="rect">
            <a:avLst/>
          </a:prstGeom>
        </p:spPr>
        <p:txBody>
          <a:bodyPr vert="horz" lIns="0" tIns="0" rIns="0" bIns="0" rtlCol="0" anchor="t" anchorCtr="0">
            <a:noAutofit/>
          </a:bodyPr>
          <a:lstStyle/>
          <a:p>
            <a:r>
              <a:rPr lang="fr-FR"/>
              <a:t>Modifiez le style du titre</a:t>
            </a:r>
            <a:endParaRPr lang="en-US"/>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97668" y="1953895"/>
            <a:ext cx="6606382" cy="398494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94728"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a:p>
        </p:txBody>
      </p:sp>
    </p:spTree>
    <p:extLst>
      <p:ext uri="{BB962C8B-B14F-4D97-AF65-F5344CB8AC3E}">
        <p14:creationId xmlns:p14="http://schemas.microsoft.com/office/powerpoint/2010/main" val="1759789509"/>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 id="2147483721" r:id="rId20"/>
    <p:sldLayoutId id="2147483722" r:id="rId21"/>
    <p:sldLayoutId id="2147483723" r:id="rId22"/>
    <p:sldLayoutId id="2147483724" r:id="rId23"/>
    <p:sldLayoutId id="2147483725" r:id="rId24"/>
    <p:sldLayoutId id="2147483726" r:id="rId25"/>
    <p:sldLayoutId id="2147483727" r:id="rId26"/>
    <p:sldLayoutId id="2147483728" r:id="rId27"/>
    <p:sldLayoutId id="2147483729" r:id="rId28"/>
    <p:sldLayoutId id="2147483730" r:id="rId29"/>
    <p:sldLayoutId id="2147483731" r:id="rId30"/>
    <p:sldLayoutId id="2147483732" r:id="rId31"/>
    <p:sldLayoutId id="2147483733" r:id="rId32"/>
    <p:sldLayoutId id="2147483734" r:id="rId33"/>
    <p:sldLayoutId id="2147483735" r:id="rId34"/>
    <p:sldLayoutId id="2147483736" r:id="rId35"/>
    <p:sldLayoutId id="2147483737" r:id="rId36"/>
    <p:sldLayoutId id="2147483738" r:id="rId37"/>
    <p:sldLayoutId id="2147483739" r:id="rId38"/>
    <p:sldLayoutId id="2147483740" r:id="rId39"/>
    <p:sldLayoutId id="2147483741" r:id="rId40"/>
    <p:sldLayoutId id="2147483742" r:id="rId41"/>
    <p:sldLayoutId id="2147483743" r:id="rId42"/>
    <p:sldLayoutId id="2147483744" r:id="rId43"/>
    <p:sldLayoutId id="2147483745" r:id="rId44"/>
    <p:sldLayoutId id="2147483746" r:id="rId45"/>
    <p:sldLayoutId id="2147483747" r:id="rId46"/>
    <p:sldLayoutId id="2147483748" r:id="rId47"/>
    <p:sldLayoutId id="2147483749" r:id="rId48"/>
    <p:sldLayoutId id="2147483750" r:id="rId49"/>
    <p:sldLayoutId id="2147483751" r:id="rId50"/>
    <p:sldLayoutId id="2147483752" r:id="rId51"/>
    <p:sldLayoutId id="2147483753" r:id="rId52"/>
    <p:sldLayoutId id="2147483754" r:id="rId53"/>
    <p:sldLayoutId id="2147483755" r:id="rId54"/>
    <p:sldLayoutId id="2147483756" r:id="rId55"/>
    <p:sldLayoutId id="2147483757" r:id="rId56"/>
    <p:sldLayoutId id="2147483758" r:id="rId57"/>
    <p:sldLayoutId id="2147483759" r:id="rId58"/>
    <p:sldLayoutId id="2147483760" r:id="rId59"/>
    <p:sldLayoutId id="2147483761" r:id="rId60"/>
    <p:sldLayoutId id="2147483762" r:id="rId61"/>
    <p:sldLayoutId id="2147483763" r:id="rId62"/>
    <p:sldLayoutId id="2147483764" r:id="rId63"/>
    <p:sldLayoutId id="2147483765" r:id="rId64"/>
    <p:sldLayoutId id="2147483766" r:id="rId65"/>
    <p:sldLayoutId id="2147483767" r:id="rId66"/>
    <p:sldLayoutId id="2147483768" r:id="rId67"/>
    <p:sldLayoutId id="2147483769" r:id="rId68"/>
    <p:sldLayoutId id="2147483770" r:id="rId69"/>
  </p:sldLayoutIdLst>
  <p:hf hdr="0" ft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p15:clr>
            <a:srgbClr val="F26B43"/>
          </p15:clr>
        </p15:guide>
        <p15:guide id="3" pos="252">
          <p15:clr>
            <a:srgbClr val="F26B43"/>
          </p15:clr>
        </p15:guide>
        <p15:guide id="4" pos="7434">
          <p15:clr>
            <a:srgbClr val="F26B43"/>
          </p15:clr>
        </p15:guide>
        <p15:guide id="11" orient="horz" pos="4065">
          <p15:clr>
            <a:srgbClr val="F26B43"/>
          </p15:clr>
        </p15:guide>
        <p15:guide id="12" pos="786">
          <p15:clr>
            <a:srgbClr val="F26B43"/>
          </p15:clr>
        </p15:guide>
        <p15:guide id="13" pos="858">
          <p15:clr>
            <a:srgbClr val="F26B43"/>
          </p15:clr>
        </p15:guide>
        <p15:guide id="14" pos="1391">
          <p15:clr>
            <a:srgbClr val="F26B43"/>
          </p15:clr>
        </p15:guide>
        <p15:guide id="15" pos="1461">
          <p15:clr>
            <a:srgbClr val="F26B43"/>
          </p15:clr>
        </p15:guide>
        <p15:guide id="16" pos="1994">
          <p15:clr>
            <a:srgbClr val="F26B43"/>
          </p15:clr>
        </p15:guide>
        <p15:guide id="17" pos="2067">
          <p15:clr>
            <a:srgbClr val="F26B43"/>
          </p15:clr>
        </p15:guide>
        <p15:guide id="18" pos="2600">
          <p15:clr>
            <a:srgbClr val="F26B43"/>
          </p15:clr>
        </p15:guide>
        <p15:guide id="19" pos="2670">
          <p15:clr>
            <a:srgbClr val="F26B43"/>
          </p15:clr>
        </p15:guide>
        <p15:guide id="20" pos="3204">
          <p15:clr>
            <a:srgbClr val="F26B43"/>
          </p15:clr>
        </p15:guide>
        <p15:guide id="21" pos="3275">
          <p15:clr>
            <a:srgbClr val="F26B43"/>
          </p15:clr>
        </p15:guide>
        <p15:guide id="22" pos="3807">
          <p15:clr>
            <a:srgbClr val="F26B43"/>
          </p15:clr>
        </p15:guide>
        <p15:guide id="23" pos="3879">
          <p15:clr>
            <a:srgbClr val="F26B43"/>
          </p15:clr>
        </p15:guide>
        <p15:guide id="24" pos="4412">
          <p15:clr>
            <a:srgbClr val="F26B43"/>
          </p15:clr>
        </p15:guide>
        <p15:guide id="25" pos="5016">
          <p15:clr>
            <a:srgbClr val="F26B43"/>
          </p15:clr>
        </p15:guide>
        <p15:guide id="26" pos="4484">
          <p15:clr>
            <a:srgbClr val="F26B43"/>
          </p15:clr>
        </p15:guide>
        <p15:guide id="27" pos="5088">
          <p15:clr>
            <a:srgbClr val="F26B43"/>
          </p15:clr>
        </p15:guide>
        <p15:guide id="28" pos="5621">
          <p15:clr>
            <a:srgbClr val="F26B43"/>
          </p15:clr>
        </p15:guide>
        <p15:guide id="29" pos="5693">
          <p15:clr>
            <a:srgbClr val="F26B43"/>
          </p15:clr>
        </p15:guide>
        <p15:guide id="30" pos="6224">
          <p15:clr>
            <a:srgbClr val="F26B43"/>
          </p15:clr>
        </p15:guide>
        <p15:guide id="31" pos="6297">
          <p15:clr>
            <a:srgbClr val="F26B43"/>
          </p15:clr>
        </p15:guide>
        <p15:guide id="32" pos="6828">
          <p15:clr>
            <a:srgbClr val="F26B43"/>
          </p15:clr>
        </p15:guide>
        <p15:guide id="33" pos="6900">
          <p15:clr>
            <a:srgbClr val="F26B43"/>
          </p15:clr>
        </p15:guide>
        <p15:guide id="34" orient="horz" pos="506">
          <p15:clr>
            <a:srgbClr val="F26B43"/>
          </p15:clr>
        </p15:guide>
        <p15:guide id="35" orient="horz" pos="578">
          <p15:clr>
            <a:srgbClr val="F26B43"/>
          </p15:clr>
        </p15:guide>
        <p15:guide id="36" orient="horz" pos="830">
          <p15:clr>
            <a:srgbClr val="F26B43"/>
          </p15:clr>
        </p15:guide>
        <p15:guide id="37" orient="horz" pos="900">
          <p15:clr>
            <a:srgbClr val="F26B43"/>
          </p15:clr>
        </p15:guide>
        <p15:guide id="38" orient="horz" pos="1152">
          <p15:clr>
            <a:srgbClr val="F26B43"/>
          </p15:clr>
        </p15:guide>
        <p15:guide id="39" orient="horz" pos="1226">
          <p15:clr>
            <a:srgbClr val="F26B43"/>
          </p15:clr>
        </p15:guide>
        <p15:guide id="40" orient="horz" pos="1476">
          <p15:clr>
            <a:srgbClr val="F26B43"/>
          </p15:clr>
        </p15:guide>
        <p15:guide id="41" orient="horz" pos="1800">
          <p15:clr>
            <a:srgbClr val="F26B43"/>
          </p15:clr>
        </p15:guide>
        <p15:guide id="42" orient="horz" pos="1872">
          <p15:clr>
            <a:srgbClr val="F26B43"/>
          </p15:clr>
        </p15:guide>
        <p15:guide id="43" orient="horz" pos="2123">
          <p15:clr>
            <a:srgbClr val="F26B43"/>
          </p15:clr>
        </p15:guide>
        <p15:guide id="44" orient="horz" pos="2195">
          <p15:clr>
            <a:srgbClr val="F26B43"/>
          </p15:clr>
        </p15:guide>
        <p15:guide id="45" orient="horz" pos="2447">
          <p15:clr>
            <a:srgbClr val="F26B43"/>
          </p15:clr>
        </p15:guide>
        <p15:guide id="46" orient="horz" pos="2519">
          <p15:clr>
            <a:srgbClr val="F26B43"/>
          </p15:clr>
        </p15:guide>
        <p15:guide id="47" orient="horz" pos="2771">
          <p15:clr>
            <a:srgbClr val="F26B43"/>
          </p15:clr>
        </p15:guide>
        <p15:guide id="48" orient="horz" pos="2843">
          <p15:clr>
            <a:srgbClr val="F26B43"/>
          </p15:clr>
        </p15:guide>
        <p15:guide id="49" orient="horz" pos="3095">
          <p15:clr>
            <a:srgbClr val="F26B43"/>
          </p15:clr>
        </p15:guide>
        <p15:guide id="50" orient="horz" pos="3167">
          <p15:clr>
            <a:srgbClr val="F26B43"/>
          </p15:clr>
        </p15:guide>
        <p15:guide id="51" orient="horz" pos="3417">
          <p15:clr>
            <a:srgbClr val="F26B43"/>
          </p15:clr>
        </p15:guide>
        <p15:guide id="52" orient="horz" pos="3489">
          <p15:clr>
            <a:srgbClr val="F26B43"/>
          </p15:clr>
        </p15:guide>
        <p15:guide id="53" orient="horz" pos="3741">
          <p15:clr>
            <a:srgbClr val="F26B43"/>
          </p15:clr>
        </p15:guide>
        <p15:guide id="54" orient="horz" pos="3813">
          <p15:clr>
            <a:srgbClr val="F26B43"/>
          </p15:clr>
        </p15:guide>
        <p15:guide id="55" orient="horz" pos="15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rmAutofit/>
          </a:bodyPr>
          <a:lstStyle>
            <a:lvl1pPr marR="0" lvl="0" algn="l" rtl="0">
              <a:lnSpc>
                <a:spcPct val="85000"/>
              </a:lnSpc>
              <a:spcBef>
                <a:spcPts val="0"/>
              </a:spcBef>
              <a:spcAft>
                <a:spcPts val="0"/>
              </a:spcAft>
              <a:buClr>
                <a:schemeClr val="dk1"/>
              </a:buClr>
              <a:buSzPts val="2800"/>
              <a:buFont typeface="Georgia"/>
              <a:buNone/>
              <a:defRPr sz="28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5"/>
          <p:cNvSpPr txBox="1">
            <a:spLocks noGrp="1"/>
          </p:cNvSpPr>
          <p:nvPr>
            <p:ph type="body" idx="1"/>
          </p:nvPr>
        </p:nvSpPr>
        <p:spPr>
          <a:xfrm>
            <a:off x="609600" y="2103120"/>
            <a:ext cx="10972800" cy="406908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accent1"/>
              </a:buClr>
              <a:buSzPts val="1600"/>
              <a:buFont typeface="Arial"/>
              <a:buNone/>
              <a:defRPr sz="1600" b="1" i="0" u="none" strike="noStrike" cap="none">
                <a:solidFill>
                  <a:schemeClr val="accent1"/>
                </a:solidFill>
                <a:latin typeface="Arial"/>
                <a:ea typeface="Arial"/>
                <a:cs typeface="Arial"/>
                <a:sym typeface="Arial"/>
              </a:defRPr>
            </a:lvl1pPr>
            <a:lvl2pPr marL="914400" marR="0" lvl="1" indent="-228600" algn="l" rtl="0">
              <a:lnSpc>
                <a:spcPct val="10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00000"/>
              </a:lnSpc>
              <a:spcBef>
                <a:spcPts val="600"/>
              </a:spcBef>
              <a:spcAft>
                <a:spcPts val="6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2" name="Google Shape;12;p25"/>
          <p:cNvSpPr txBox="1">
            <a:spLocks noGrp="1"/>
          </p:cNvSpPr>
          <p:nvPr>
            <p:ph type="sldNum" idx="12"/>
          </p:nvPr>
        </p:nvSpPr>
        <p:spPr>
          <a:xfrm>
            <a:off x="9875520" y="6492240"/>
            <a:ext cx="170688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FR" smtClean="0"/>
              <a:pPr/>
              <a:t>‹N°›</a:t>
            </a:fld>
            <a:endParaRPr lang="fr-FR"/>
          </a:p>
        </p:txBody>
      </p:sp>
      <p:sp>
        <p:nvSpPr>
          <p:cNvPr id="13" name="Google Shape;13;p25"/>
          <p:cNvSpPr txBox="1"/>
          <p:nvPr/>
        </p:nvSpPr>
        <p:spPr>
          <a:xfrm>
            <a:off x="607059" y="6492240"/>
            <a:ext cx="5309023" cy="13716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00"/>
              <a:buFont typeface="Arial"/>
              <a:buNone/>
            </a:pPr>
            <a:r>
              <a:rPr lang="fr" sz="700" b="0" i="0" u="none" strike="noStrike" cap="none">
                <a:solidFill>
                  <a:schemeClr val="dk1"/>
                </a:solidFill>
                <a:latin typeface="Arial"/>
                <a:ea typeface="Arial"/>
                <a:cs typeface="Arial"/>
                <a:sym typeface="Arial"/>
              </a:rPr>
              <a:t>PwC</a:t>
            </a:r>
            <a:endParaRPr sz="1400" b="0" i="0" u="none" strike="noStrike" cap="none">
              <a:solidFill>
                <a:srgbClr val="000000"/>
              </a:solidFill>
              <a:latin typeface="Arial"/>
              <a:ea typeface="Arial"/>
              <a:cs typeface="Arial"/>
              <a:sym typeface="Arial"/>
            </a:endParaRPr>
          </a:p>
        </p:txBody>
      </p:sp>
      <p:sp>
        <p:nvSpPr>
          <p:cNvPr id="14" name="Google Shape;14;p25"/>
          <p:cNvSpPr txBox="1">
            <a:spLocks noGrp="1"/>
          </p:cNvSpPr>
          <p:nvPr>
            <p:ph type="dt" idx="10"/>
          </p:nvPr>
        </p:nvSpPr>
        <p:spPr>
          <a:xfrm>
            <a:off x="9875520" y="6355080"/>
            <a:ext cx="1706880" cy="137160"/>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 name="Google Shape;15;p25"/>
          <p:cNvSpPr txBox="1">
            <a:spLocks noGrp="1"/>
          </p:cNvSpPr>
          <p:nvPr>
            <p:ph type="ftr" idx="11"/>
          </p:nvPr>
        </p:nvSpPr>
        <p:spPr>
          <a:xfrm>
            <a:off x="607060" y="6355080"/>
            <a:ext cx="5309024" cy="137160"/>
          </a:xfrm>
          <a:prstGeom prst="rect">
            <a:avLst/>
          </a:prstGeom>
          <a:noFill/>
          <a:ln>
            <a:noFill/>
          </a:ln>
        </p:spPr>
        <p:txBody>
          <a:bodyPr spcFirstLastPara="1" wrap="square" lIns="0" tIns="0" rIns="0" bIns="0" anchor="b" anchorCtr="0">
            <a:noAutofit/>
          </a:bodyPr>
          <a:lstStyle>
            <a:lvl1pPr marR="0" lvl="0" algn="ctr"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083781121"/>
      </p:ext>
    </p:extLst>
  </p:cSld>
  <p:clrMap bg1="lt1" tx1="dk1" bg2="dk2" tx2="lt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 id="2147483789" r:id="rId18"/>
    <p:sldLayoutId id="2147483790" r:id="rId19"/>
    <p:sldLayoutId id="2147483791" r:id="rId20"/>
    <p:sldLayoutId id="2147483792" r:id="rId21"/>
    <p:sldLayoutId id="2147483793" r:id="rId22"/>
    <p:sldLayoutId id="2147483794" r:id="rId23"/>
    <p:sldLayoutId id="2147483795" r:id="rId24"/>
    <p:sldLayoutId id="2147483796" r:id="rId25"/>
    <p:sldLayoutId id="2147483797" r:id="rId26"/>
    <p:sldLayoutId id="2147483798" r:id="rId27"/>
    <p:sldLayoutId id="2147483799" r:id="rId28"/>
    <p:sldLayoutId id="2147483800" r:id="rId29"/>
    <p:sldLayoutId id="2147483801" r:id="rId30"/>
    <p:sldLayoutId id="2147483802" r:id="rId31"/>
    <p:sldLayoutId id="2147483803" r:id="rId32"/>
    <p:sldLayoutId id="2147483804" r:id="rId33"/>
    <p:sldLayoutId id="2147483805" r:id="rId34"/>
    <p:sldLayoutId id="2147483806" r:id="rId35"/>
    <p:sldLayoutId id="2147483807" r:id="rId36"/>
    <p:sldLayoutId id="2147483808" r:id="rId37"/>
    <p:sldLayoutId id="2147483809" r:id="rId38"/>
    <p:sldLayoutId id="2147483810" r:id="rId39"/>
    <p:sldLayoutId id="2147483811" r:id="rId40"/>
    <p:sldLayoutId id="2147483812" r:id="rId41"/>
    <p:sldLayoutId id="2147483813" r:id="rId42"/>
    <p:sldLayoutId id="2147483814" r:id="rId43"/>
    <p:sldLayoutId id="2147483815" r:id="rId44"/>
    <p:sldLayoutId id="2147483816" r:id="rId45"/>
    <p:sldLayoutId id="2147483817" r:id="rId46"/>
    <p:sldLayoutId id="2147483818" r:id="rId47"/>
    <p:sldLayoutId id="2147483819" r:id="rId48"/>
    <p:sldLayoutId id="2147483820" r:id="rId49"/>
    <p:sldLayoutId id="2147483821" r:id="rId50"/>
    <p:sldLayoutId id="2147483822" r:id="rId51"/>
    <p:sldLayoutId id="2147483823" r:id="rId52"/>
    <p:sldLayoutId id="2147483824" r:id="rId53"/>
    <p:sldLayoutId id="2147483825" r:id="rId54"/>
    <p:sldLayoutId id="2147483826" r:id="rId55"/>
    <p:sldLayoutId id="2147483827" r:id="rId56"/>
    <p:sldLayoutId id="2147483828" r:id="rId57"/>
    <p:sldLayoutId id="2147483829" r:id="rId58"/>
    <p:sldLayoutId id="2147483830" r:id="rId59"/>
    <p:sldLayoutId id="2147483831" r:id="rId60"/>
    <p:sldLayoutId id="2147483832" r:id="rId61"/>
    <p:sldLayoutId id="2147483833" r:id="rId62"/>
    <p:sldLayoutId id="2147483834" r:id="rId63"/>
    <p:sldLayoutId id="2147483835" r:id="rId64"/>
    <p:sldLayoutId id="2147483836" r:id="rId6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F26B43"/>
          </p15:clr>
        </p15:guide>
        <p15:guide id="2" pos="384">
          <p15:clr>
            <a:srgbClr val="F26B43"/>
          </p15:clr>
        </p15:guide>
        <p15:guide id="3" pos="7296">
          <p15:clr>
            <a:srgbClr val="F26B43"/>
          </p15:clr>
        </p15:guide>
        <p15:guide id="4" pos="3953">
          <p15:clr>
            <a:srgbClr val="F26B43"/>
          </p15:clr>
        </p15:guide>
        <p15:guide id="5" pos="3727">
          <p15:clr>
            <a:srgbClr val="F26B43"/>
          </p15:clr>
        </p15:guide>
        <p15:guide id="6" orient="horz" pos="3888">
          <p15:clr>
            <a:srgbClr val="F26B43"/>
          </p15:clr>
        </p15:guide>
        <p15:guide id="7" pos="2765">
          <p15:clr>
            <a:srgbClr val="F26B43"/>
          </p15:clr>
        </p15:guide>
        <p15:guide id="8" pos="2535">
          <p15:clr>
            <a:srgbClr val="F26B43"/>
          </p15:clr>
        </p15:guide>
        <p15:guide id="9" pos="4915">
          <p15:clr>
            <a:srgbClr val="F26B43"/>
          </p15:clr>
        </p15:guide>
        <p15:guide id="10" pos="5145">
          <p15:clr>
            <a:srgbClr val="F26B43"/>
          </p15:clr>
        </p15:guide>
        <p15:guide id="11" orient="horz" pos="2160">
          <p15:clr>
            <a:srgbClr val="F26B43"/>
          </p15:clr>
        </p15:guide>
        <p15:guide id="12" orient="horz" pos="1325">
          <p15:clr>
            <a:srgbClr val="F26B43"/>
          </p15:clr>
        </p15:guide>
        <p15:guide id="13" orient="horz" pos="1152">
          <p15:clr>
            <a:srgbClr val="F26B43"/>
          </p15:clr>
        </p15:guide>
        <p15:guide id="14"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47.xml"/><Relationship Id="rId5" Type="http://schemas.openxmlformats.org/officeDocument/2006/relationships/image" Target="../media/image10.png"/><Relationship Id="rId4" Type="http://schemas.openxmlformats.org/officeDocument/2006/relationships/image" Target="../media/image9.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0.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0.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0.xml"/><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0.xml"/><Relationship Id="rId1" Type="http://schemas.openxmlformats.org/officeDocument/2006/relationships/tags" Target="../tags/tag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0.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19.xml"/><Relationship Id="rId1" Type="http://schemas.openxmlformats.org/officeDocument/2006/relationships/tags" Target="../tags/tag6.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19.xml"/><Relationship Id="rId2" Type="http://schemas.openxmlformats.org/officeDocument/2006/relationships/tags" Target="../tags/tag8.xml"/><Relationship Id="rId1" Type="http://schemas.openxmlformats.org/officeDocument/2006/relationships/tags" Target="../tags/tag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AF3516EA-E6CD-97C6-DDB6-313D473FEA4C}"/>
              </a:ext>
              <a:ext uri="{C183D7F6-B498-43B3-948B-1728B52AA6E4}">
                <adec:decorative xmlns:adec="http://schemas.microsoft.com/office/drawing/2017/decorative" val="1"/>
              </a:ext>
            </a:extLst>
          </p:cNvPr>
          <p:cNvPicPr>
            <a:picLocks noGrp="1" noChangeAspect="1"/>
          </p:cNvPicPr>
          <p:nvPr>
            <p:ph type="pic" sz="quarter" idx="10"/>
          </p:nvPr>
        </p:nvPicPr>
        <p:blipFill>
          <a:blip r:embed="rId2" cstate="print">
            <a:extLst>
              <a:ext uri="{28A0092B-C50C-407E-A947-70E740481C1C}">
                <a14:useLocalDpi xmlns:a14="http://schemas.microsoft.com/office/drawing/2010/main"/>
              </a:ext>
            </a:extLst>
          </a:blip>
          <a:srcRect/>
          <a:stretch>
            <a:fillRect/>
          </a:stretch>
        </p:blipFill>
        <p:spPr>
          <a:xfrm>
            <a:off x="0" y="529"/>
            <a:ext cx="12192000" cy="6858000"/>
          </a:xfrm>
        </p:spPr>
      </p:pic>
      <p:sp>
        <p:nvSpPr>
          <p:cNvPr id="3" name="Title 2">
            <a:extLst>
              <a:ext uri="{FF2B5EF4-FFF2-40B4-BE49-F238E27FC236}">
                <a16:creationId xmlns:a16="http://schemas.microsoft.com/office/drawing/2014/main" id="{B1181B9D-BE68-1868-4E78-B1E3C0015AAA}"/>
              </a:ext>
            </a:extLst>
          </p:cNvPr>
          <p:cNvSpPr>
            <a:spLocks noGrp="1"/>
          </p:cNvSpPr>
          <p:nvPr>
            <p:ph type="ctrTitle"/>
          </p:nvPr>
        </p:nvSpPr>
        <p:spPr>
          <a:xfrm>
            <a:off x="338885" y="1835033"/>
            <a:ext cx="5307314" cy="1345226"/>
          </a:xfrm>
        </p:spPr>
        <p:txBody>
          <a:bodyPr>
            <a:normAutofit fontScale="90000"/>
          </a:bodyPr>
          <a:lstStyle/>
          <a:p>
            <a:pPr>
              <a:lnSpc>
                <a:spcPct val="100000"/>
              </a:lnSpc>
              <a:spcBef>
                <a:spcPts val="0"/>
              </a:spcBef>
              <a:spcAft>
                <a:spcPts val="1800"/>
              </a:spcAft>
            </a:pPr>
            <a:r>
              <a:rPr lang="fr-FR" noProof="0" dirty="0">
                <a:solidFill>
                  <a:schemeClr val="tx1"/>
                </a:solidFill>
              </a:rPr>
              <a:t>Groupe </a:t>
            </a:r>
            <a:r>
              <a:rPr lang="fr-FR" noProof="0" dirty="0" err="1">
                <a:solidFill>
                  <a:schemeClr val="tx1"/>
                </a:solidFill>
              </a:rPr>
              <a:t>PAREF</a:t>
            </a:r>
            <a:br>
              <a:rPr lang="fr-FR" sz="4400" noProof="0" dirty="0"/>
            </a:br>
            <a:r>
              <a:rPr lang="fr-FR" sz="700" noProof="0" dirty="0">
                <a:solidFill>
                  <a:schemeClr val="bg1"/>
                </a:solidFill>
              </a:rPr>
              <a:t>q</a:t>
            </a:r>
            <a:br>
              <a:rPr lang="fr-FR" sz="4400" noProof="0" dirty="0"/>
            </a:br>
            <a:r>
              <a:rPr lang="fr-FR" sz="1750" noProof="0" dirty="0"/>
              <a:t>R</a:t>
            </a:r>
            <a:r>
              <a:rPr lang="fr-FR" sz="1750" dirty="0" err="1"/>
              <a:t>evue</a:t>
            </a:r>
            <a:r>
              <a:rPr lang="fr-FR" sz="1750" dirty="0"/>
              <a:t> informatique </a:t>
            </a:r>
            <a:br>
              <a:rPr lang="fr-FR" sz="1750" dirty="0"/>
            </a:br>
            <a:r>
              <a:rPr lang="fr-FR" sz="1750" dirty="0">
                <a:cs typeface="Arial"/>
              </a:rPr>
              <a:t>Exercice 2025</a:t>
            </a:r>
            <a:br>
              <a:rPr lang="fr-FR" sz="1750" dirty="0">
                <a:cs typeface="Arial"/>
              </a:rPr>
            </a:br>
            <a:br>
              <a:rPr lang="fr-FR" sz="1750" dirty="0">
                <a:cs typeface="Arial"/>
              </a:rPr>
            </a:br>
            <a:r>
              <a:rPr lang="fr-FR" sz="1750" dirty="0">
                <a:cs typeface="Arial"/>
              </a:rPr>
              <a:t>Février 2026</a:t>
            </a:r>
            <a:endParaRPr lang="fr-FR" sz="4400" noProof="0" dirty="0"/>
          </a:p>
        </p:txBody>
      </p:sp>
      <p:pic>
        <p:nvPicPr>
          <p:cNvPr id="5" name="Graphic 4" descr="pwc logo">
            <a:extLst>
              <a:ext uri="{FF2B5EF4-FFF2-40B4-BE49-F238E27FC236}">
                <a16:creationId xmlns:a16="http://schemas.microsoft.com/office/drawing/2014/main" id="{5F1A4F7E-4D3C-BC74-CA78-E4758CF589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3391" y="383381"/>
            <a:ext cx="1064007" cy="517902"/>
          </a:xfrm>
          <a:prstGeom prst="rect">
            <a:avLst/>
          </a:prstGeom>
        </p:spPr>
      </p:pic>
      <p:sp>
        <p:nvSpPr>
          <p:cNvPr id="8" name="ZoneTexte 7">
            <a:extLst>
              <a:ext uri="{FF2B5EF4-FFF2-40B4-BE49-F238E27FC236}">
                <a16:creationId xmlns:a16="http://schemas.microsoft.com/office/drawing/2014/main" id="{DEAED880-D1EB-FD30-7E6E-D02200D9179B}"/>
              </a:ext>
            </a:extLst>
          </p:cNvPr>
          <p:cNvSpPr txBox="1"/>
          <p:nvPr/>
        </p:nvSpPr>
        <p:spPr>
          <a:xfrm>
            <a:off x="249149" y="4447522"/>
            <a:ext cx="6169630" cy="415498"/>
          </a:xfrm>
          <a:prstGeom prst="rect">
            <a:avLst/>
          </a:prstGeom>
          <a:noFill/>
        </p:spPr>
        <p:txBody>
          <a:bodyPr wrap="square">
            <a:spAutoFit/>
          </a:bodyPr>
          <a:lstStyle/>
          <a:p>
            <a:r>
              <a:rPr lang="fr-FR" sz="1050" b="1" i="1"/>
              <a:t>Version projet</a:t>
            </a:r>
          </a:p>
          <a:p>
            <a:r>
              <a:rPr lang="fr-FR" sz="1050" b="1" i="1"/>
              <a:t>Strictement privé et confidentiel</a:t>
            </a:r>
            <a:endParaRPr lang="fr-FR" sz="1050" i="1"/>
          </a:p>
        </p:txBody>
      </p:sp>
      <p:pic>
        <p:nvPicPr>
          <p:cNvPr id="9" name="Image 8" descr="Une image contenant texte, Police, logo, Graphique&#10;&#10;Le contenu généré par l’IA peut être incorrect.">
            <a:extLst>
              <a:ext uri="{FF2B5EF4-FFF2-40B4-BE49-F238E27FC236}">
                <a16:creationId xmlns:a16="http://schemas.microsoft.com/office/drawing/2014/main" id="{E10468E1-B4B0-5A6D-020F-A5EA799C7F13}"/>
              </a:ext>
            </a:extLst>
          </p:cNvPr>
          <p:cNvPicPr>
            <a:picLocks noChangeAspect="1"/>
          </p:cNvPicPr>
          <p:nvPr/>
        </p:nvPicPr>
        <p:blipFill>
          <a:blip r:embed="rId5"/>
          <a:stretch>
            <a:fillRect/>
          </a:stretch>
        </p:blipFill>
        <p:spPr>
          <a:xfrm>
            <a:off x="403391" y="5974489"/>
            <a:ext cx="1719982" cy="500130"/>
          </a:xfrm>
          <a:prstGeom prst="rect">
            <a:avLst/>
          </a:prstGeom>
        </p:spPr>
      </p:pic>
    </p:spTree>
    <p:extLst>
      <p:ext uri="{BB962C8B-B14F-4D97-AF65-F5344CB8AC3E}">
        <p14:creationId xmlns:p14="http://schemas.microsoft.com/office/powerpoint/2010/main" val="1524569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857C94-D56F-7587-AC54-4EE1E15999F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81D04D9-A1AF-1F4B-C7BA-7040BE17F757}"/>
              </a:ext>
            </a:extLst>
          </p:cNvPr>
          <p:cNvSpPr>
            <a:spLocks noGrp="1"/>
          </p:cNvSpPr>
          <p:nvPr>
            <p:ph type="title"/>
          </p:nvPr>
        </p:nvSpPr>
        <p:spPr>
          <a:xfrm>
            <a:off x="403225" y="4361480"/>
            <a:ext cx="4183063" cy="830997"/>
          </a:xfrm>
        </p:spPr>
        <p:txBody>
          <a:bodyPr/>
          <a:lstStyle/>
          <a:p>
            <a:r>
              <a:rPr lang="en-GB" noProof="0"/>
              <a:t>Agenda </a:t>
            </a:r>
          </a:p>
        </p:txBody>
      </p:sp>
      <p:sp>
        <p:nvSpPr>
          <p:cNvPr id="2" name="Footer Placeholder 1">
            <a:extLst>
              <a:ext uri="{FF2B5EF4-FFF2-40B4-BE49-F238E27FC236}">
                <a16:creationId xmlns:a16="http://schemas.microsoft.com/office/drawing/2014/main" id="{2AA24688-E864-C268-04E9-58D2237CC663}"/>
              </a:ext>
            </a:extLst>
          </p:cNvPr>
          <p:cNvSpPr>
            <a:spLocks noGrp="1"/>
          </p:cNvSpPr>
          <p:nvPr>
            <p:ph type="ftr" sz="quarter" idx="3"/>
          </p:nvPr>
        </p:nvSpPr>
        <p:spPr>
          <a:xfrm>
            <a:off x="1066800" y="6497441"/>
            <a:ext cx="8814816" cy="161583"/>
          </a:xfrm>
        </p:spPr>
        <p:txBody>
          <a:bodyPr/>
          <a:lstStyle/>
          <a:p>
            <a:r>
              <a:rPr lang="fr-FR" dirty="0"/>
              <a:t>Groupe </a:t>
            </a:r>
            <a:r>
              <a:rPr lang="fr-FR" dirty="0" err="1"/>
              <a:t>PAREF</a:t>
            </a:r>
            <a:r>
              <a:rPr lang="fr-FR" dirty="0"/>
              <a:t> |   Rapport de l'audit IT au titre de l'exercice 2025</a:t>
            </a:r>
            <a:endParaRPr lang="en-US" dirty="0"/>
          </a:p>
        </p:txBody>
      </p:sp>
      <p:sp>
        <p:nvSpPr>
          <p:cNvPr id="3" name="Slide Number Placeholder 2">
            <a:extLst>
              <a:ext uri="{FF2B5EF4-FFF2-40B4-BE49-F238E27FC236}">
                <a16:creationId xmlns:a16="http://schemas.microsoft.com/office/drawing/2014/main" id="{C1E78AE2-80D0-763A-AE62-17C9FD11717A}"/>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2</a:t>
            </a:fld>
            <a:endParaRPr lang="en-US"/>
          </a:p>
        </p:txBody>
      </p:sp>
      <p:sp>
        <p:nvSpPr>
          <p:cNvPr id="6" name="Text Placeholder 44">
            <a:extLst>
              <a:ext uri="{FF2B5EF4-FFF2-40B4-BE49-F238E27FC236}">
                <a16:creationId xmlns:a16="http://schemas.microsoft.com/office/drawing/2014/main" id="{B7C3A723-9D84-A5DE-FDE7-3D3869E8505F}"/>
              </a:ext>
            </a:extLst>
          </p:cNvPr>
          <p:cNvSpPr>
            <a:spLocks noGrp="1"/>
          </p:cNvSpPr>
          <p:nvPr>
            <p:ph type="body" sz="quarter" idx="12"/>
          </p:nvPr>
        </p:nvSpPr>
        <p:spPr>
          <a:xfrm>
            <a:off x="4429677" y="779296"/>
            <a:ext cx="7372350" cy="3195638"/>
          </a:xfrm>
        </p:spPr>
        <p:txBody>
          <a:bodyPr/>
          <a:lstStyle/>
          <a:p>
            <a:pPr>
              <a:buClr>
                <a:srgbClr val="FC5207"/>
              </a:buClr>
              <a:buFont typeface="+mj-lt"/>
              <a:buAutoNum type="arabicPeriod"/>
            </a:pPr>
            <a:r>
              <a:rPr lang="fr-FR" dirty="0"/>
              <a:t>Cadre de notre intervention et démarche</a:t>
            </a:r>
            <a:endParaRPr lang="da-DK" dirty="0"/>
          </a:p>
          <a:p>
            <a:pPr>
              <a:buClr>
                <a:srgbClr val="FC5207"/>
              </a:buClr>
              <a:buFont typeface="+mj-lt"/>
              <a:buAutoNum type="arabicPeriod"/>
            </a:pPr>
            <a:r>
              <a:rPr lang="da-DK" dirty="0"/>
              <a:t>Synthèse générale</a:t>
            </a:r>
          </a:p>
          <a:p>
            <a:pPr>
              <a:buClr>
                <a:srgbClr val="FC5207"/>
              </a:buClr>
              <a:buFont typeface="+mj-lt"/>
              <a:buAutoNum type="arabicPeriod"/>
            </a:pPr>
            <a:r>
              <a:rPr lang="da-DK" dirty="0"/>
              <a:t>Recommandations émises en 2025</a:t>
            </a:r>
          </a:p>
          <a:p>
            <a:pPr>
              <a:buClr>
                <a:srgbClr val="FC5207"/>
              </a:buClr>
              <a:buFont typeface="+mj-lt"/>
              <a:buAutoNum type="arabicPeriod"/>
            </a:pPr>
            <a:r>
              <a:rPr lang="da-DK" dirty="0"/>
              <a:t>Suivi des recommandations antérieures</a:t>
            </a:r>
          </a:p>
          <a:p>
            <a:pPr>
              <a:buClr>
                <a:srgbClr val="FC5207"/>
              </a:buClr>
              <a:buFont typeface="+mj-lt"/>
              <a:buAutoNum type="arabicPeriod"/>
            </a:pPr>
            <a:r>
              <a:rPr lang="fr-FR" dirty="0"/>
              <a:t>Recommandation clôturée</a:t>
            </a:r>
          </a:p>
          <a:p>
            <a:pPr>
              <a:buClr>
                <a:srgbClr val="FC5207"/>
              </a:buClr>
              <a:buFont typeface="+mj-lt"/>
              <a:buAutoNum type="arabicPeriod"/>
            </a:pPr>
            <a:r>
              <a:rPr lang="fr-FR" dirty="0"/>
              <a:t>Annexes</a:t>
            </a:r>
            <a:endParaRPr lang="da-DK" dirty="0"/>
          </a:p>
          <a:p>
            <a:pPr marL="95250" indent="0"/>
            <a:endParaRPr lang="da-DK" dirty="0"/>
          </a:p>
        </p:txBody>
      </p:sp>
    </p:spTree>
    <p:extLst>
      <p:ext uri="{BB962C8B-B14F-4D97-AF65-F5344CB8AC3E}">
        <p14:creationId xmlns:p14="http://schemas.microsoft.com/office/powerpoint/2010/main" val="3108139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A0F64-77D5-EA45-F7A3-446546C3E82C}"/>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126907BD-8189-F5AB-3C56-C73A6E62EC37}"/>
              </a:ext>
            </a:extLst>
          </p:cNvPr>
          <p:cNvSpPr>
            <a:spLocks noGrp="1"/>
          </p:cNvSpPr>
          <p:nvPr>
            <p:ph type="title"/>
          </p:nvPr>
        </p:nvSpPr>
        <p:spPr>
          <a:xfrm>
            <a:off x="397772" y="3459958"/>
            <a:ext cx="5645841" cy="2593275"/>
          </a:xfrm>
        </p:spPr>
        <p:txBody>
          <a:bodyPr/>
          <a:lstStyle/>
          <a:p>
            <a:r>
              <a:rPr lang="fr"/>
              <a:t>Cadre de notre intervention et démarche</a:t>
            </a:r>
            <a:endParaRPr lang="fr-FR"/>
          </a:p>
        </p:txBody>
      </p:sp>
      <p:sp>
        <p:nvSpPr>
          <p:cNvPr id="13" name="Text Placeholder 12">
            <a:extLst>
              <a:ext uri="{FF2B5EF4-FFF2-40B4-BE49-F238E27FC236}">
                <a16:creationId xmlns:a16="http://schemas.microsoft.com/office/drawing/2014/main" id="{ED71E5CA-130A-3ADD-3277-A4A407039432}"/>
              </a:ext>
            </a:extLst>
          </p:cNvPr>
          <p:cNvSpPr>
            <a:spLocks noGrp="1"/>
          </p:cNvSpPr>
          <p:nvPr>
            <p:ph type="body" idx="1"/>
          </p:nvPr>
        </p:nvSpPr>
        <p:spPr>
          <a:xfrm>
            <a:off x="8193823" y="572408"/>
            <a:ext cx="3462095" cy="4308872"/>
          </a:xfrm>
        </p:spPr>
        <p:txBody>
          <a:bodyPr/>
          <a:lstStyle/>
          <a:p>
            <a:r>
              <a:rPr lang="en-GB" noProof="0"/>
              <a:t>1</a:t>
            </a:r>
          </a:p>
        </p:txBody>
      </p:sp>
      <p:sp>
        <p:nvSpPr>
          <p:cNvPr id="3" name="Slide Number Placeholder 2">
            <a:extLst>
              <a:ext uri="{FF2B5EF4-FFF2-40B4-BE49-F238E27FC236}">
                <a16:creationId xmlns:a16="http://schemas.microsoft.com/office/drawing/2014/main" id="{D21AD1A1-B7D2-CD2A-1186-2B923261120D}"/>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3</a:t>
            </a:fld>
            <a:endParaRPr lang="en-US"/>
          </a:p>
        </p:txBody>
      </p:sp>
      <p:sp>
        <p:nvSpPr>
          <p:cNvPr id="2" name="Footer Placeholder 1">
            <a:extLst>
              <a:ext uri="{FF2B5EF4-FFF2-40B4-BE49-F238E27FC236}">
                <a16:creationId xmlns:a16="http://schemas.microsoft.com/office/drawing/2014/main" id="{83FE17FB-970E-F7BE-BF0A-DE5625081CE4}"/>
              </a:ext>
            </a:extLst>
          </p:cNvPr>
          <p:cNvSpPr>
            <a:spLocks noGrp="1"/>
          </p:cNvSpPr>
          <p:nvPr>
            <p:ph type="ftr" sz="quarter" idx="3"/>
          </p:nvPr>
        </p:nvSpPr>
        <p:spPr>
          <a:xfrm>
            <a:off x="1066800" y="6497441"/>
            <a:ext cx="8814816" cy="161583"/>
          </a:xfrm>
        </p:spPr>
        <p:txBody>
          <a:bodyPr/>
          <a:lstStyle/>
          <a:p>
            <a:r>
              <a:rPr lang="fr-FR" dirty="0"/>
              <a:t>Groupe </a:t>
            </a:r>
            <a:r>
              <a:rPr lang="fr-FR" dirty="0" err="1"/>
              <a:t>PAREF</a:t>
            </a:r>
            <a:r>
              <a:rPr lang="fr-FR" dirty="0"/>
              <a:t> |   Rapport de l'audit IT au titre de l'exercice 2025</a:t>
            </a:r>
            <a:endParaRPr lang="en-US" dirty="0"/>
          </a:p>
        </p:txBody>
      </p:sp>
    </p:spTree>
    <p:extLst>
      <p:ext uri="{BB962C8B-B14F-4D97-AF65-F5344CB8AC3E}">
        <p14:creationId xmlns:p14="http://schemas.microsoft.com/office/powerpoint/2010/main" val="2234313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30" name="Rectangle 29">
            <a:extLst>
              <a:ext uri="{FF2B5EF4-FFF2-40B4-BE49-F238E27FC236}">
                <a16:creationId xmlns:a16="http://schemas.microsoft.com/office/drawing/2014/main" id="{9CEA7052-9225-999D-6060-AD0570436257}"/>
              </a:ext>
            </a:extLst>
          </p:cNvPr>
          <p:cNvSpPr/>
          <p:nvPr/>
        </p:nvSpPr>
        <p:spPr>
          <a:xfrm>
            <a:off x="6715125" y="0"/>
            <a:ext cx="5476875"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77" name="Google Shape;477;p3"/>
          <p:cNvSpPr txBox="1">
            <a:spLocks noGrp="1"/>
          </p:cNvSpPr>
          <p:nvPr>
            <p:ph type="sldNum" idx="12"/>
          </p:nvPr>
        </p:nvSpPr>
        <p:spPr>
          <a:xfrm>
            <a:off x="10180321" y="6511290"/>
            <a:ext cx="1280160" cy="137160"/>
          </a:xfrm>
          <a:prstGeom prst="rect">
            <a:avLst/>
          </a:prstGeom>
          <a:noFill/>
          <a:ln>
            <a:noFill/>
          </a:ln>
        </p:spPr>
        <p:txBody>
          <a:bodyPr spcFirstLastPara="1" wrap="square" lIns="0" tIns="0" rIns="0" bIns="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700"/>
              <a:buFont typeface="Arial"/>
              <a:buNone/>
              <a:tabLst/>
              <a:defRPr/>
            </a:pPr>
            <a:fld id="{00000000-1234-1234-1234-123412341234}" type="slidenum">
              <a:rPr kumimoji="0" lang="fr" sz="7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700"/>
                <a:buFont typeface="Arial"/>
                <a:buNone/>
                <a:tabLst/>
                <a:defRPr/>
              </a:pPr>
              <a:t>4</a:t>
            </a:fld>
            <a:endParaRPr kumimoji="0" sz="700" b="0" i="0" u="none" strike="noStrike" kern="0" cap="none" spc="0" normalizeH="0" baseline="0" noProof="0">
              <a:ln>
                <a:noFill/>
              </a:ln>
              <a:solidFill>
                <a:srgbClr val="000000"/>
              </a:solidFill>
              <a:effectLst/>
              <a:uLnTx/>
              <a:uFillTx/>
              <a:latin typeface="Arial"/>
              <a:cs typeface="Arial"/>
              <a:sym typeface="Arial"/>
            </a:endParaRPr>
          </a:p>
        </p:txBody>
      </p:sp>
      <p:sp>
        <p:nvSpPr>
          <p:cNvPr id="478" name="Google Shape;478;p3"/>
          <p:cNvSpPr txBox="1">
            <a:spLocks noGrp="1"/>
          </p:cNvSpPr>
          <p:nvPr>
            <p:ph type="title"/>
          </p:nvPr>
        </p:nvSpPr>
        <p:spPr>
          <a:xfrm>
            <a:off x="561705" y="431080"/>
            <a:ext cx="5972445" cy="413657"/>
          </a:xfrm>
          <a:prstGeom prst="rect">
            <a:avLst/>
          </a:prstGeom>
          <a:noFill/>
          <a:ln>
            <a:noFill/>
          </a:ln>
        </p:spPr>
        <p:txBody>
          <a:bodyPr spcFirstLastPara="1" wrap="square" lIns="0" tIns="0" rIns="0" bIns="0" anchor="t" anchorCtr="0">
            <a:noAutofit/>
          </a:bodyPr>
          <a:lstStyle/>
          <a:p>
            <a:r>
              <a:rPr lang="fr" sz="2000" b="1">
                <a:latin typeface="Georgia" panose="02040502050405020303" pitchFamily="18" charset="0"/>
              </a:rPr>
              <a:t>Cadre de notre intervention et démarche</a:t>
            </a:r>
            <a:br>
              <a:rPr lang="fr" sz="2000" b="1">
                <a:latin typeface="Georgia" panose="02040502050405020303" pitchFamily="18" charset="0"/>
              </a:rPr>
            </a:br>
            <a:endParaRPr sz="2000" b="1">
              <a:latin typeface="Georgia" panose="02040502050405020303" pitchFamily="18" charset="0"/>
            </a:endParaRPr>
          </a:p>
        </p:txBody>
      </p:sp>
      <p:sp>
        <p:nvSpPr>
          <p:cNvPr id="479" name="Google Shape;479;p3"/>
          <p:cNvSpPr txBox="1">
            <a:spLocks noGrp="1"/>
          </p:cNvSpPr>
          <p:nvPr>
            <p:ph type="body" idx="1"/>
          </p:nvPr>
        </p:nvSpPr>
        <p:spPr>
          <a:xfrm>
            <a:off x="377395" y="1279783"/>
            <a:ext cx="5972445" cy="4942830"/>
          </a:xfrm>
          <a:prstGeom prst="rect">
            <a:avLst/>
          </a:prstGeom>
          <a:noFill/>
          <a:ln>
            <a:noFill/>
          </a:ln>
        </p:spPr>
        <p:txBody>
          <a:bodyPr spcFirstLastPara="1" wrap="square" lIns="0" tIns="0" rIns="0" bIns="0" anchor="t" anchorCtr="0">
            <a:noAutofit/>
          </a:bodyPr>
          <a:lstStyle/>
          <a:p>
            <a:pPr marL="0" lvl="1" indent="0" algn="just">
              <a:spcBef>
                <a:spcPts val="0"/>
              </a:spcBef>
              <a:spcAft>
                <a:spcPts val="600"/>
              </a:spcAft>
              <a:buClr>
                <a:srgbClr val="7F7F7F"/>
              </a:buClr>
              <a:buSzPts val="1000"/>
            </a:pPr>
            <a:r>
              <a:rPr lang="fr" sz="1000" dirty="0"/>
              <a:t>Les travaux d’audit informatique réalisés entre décembre 2025 et février 2026 chez </a:t>
            </a:r>
            <a:r>
              <a:rPr lang="fr-FR" sz="1000" dirty="0" err="1"/>
              <a:t>PAREF</a:t>
            </a:r>
            <a:r>
              <a:rPr lang="fr" sz="1000" dirty="0"/>
              <a:t>, s’inscrivant dans le cadre de notre mission de Commissariat aux Comptes au titre de l’exercice 2025, ont porté sur :</a:t>
            </a:r>
            <a:endParaRPr sz="1000" dirty="0"/>
          </a:p>
          <a:p>
            <a:pPr marL="304800" lvl="1" algn="just">
              <a:spcBef>
                <a:spcPts val="0"/>
              </a:spcBef>
              <a:spcAft>
                <a:spcPts val="600"/>
              </a:spcAft>
              <a:buClr>
                <a:schemeClr val="accent1"/>
              </a:buClr>
              <a:buSzPct val="100000"/>
              <a:buFont typeface="+mj-lt"/>
              <a:buAutoNum type="arabicPeriod"/>
            </a:pPr>
            <a:r>
              <a:rPr lang="fr-FR" sz="1000" dirty="0"/>
              <a:t>La prise de connaissance de l’environnement informatique de l’entité et des faits marquants survenus lors de l’exercice,</a:t>
            </a:r>
          </a:p>
          <a:p>
            <a:pPr marL="304800" lvl="1" algn="just">
              <a:spcBef>
                <a:spcPts val="0"/>
              </a:spcBef>
              <a:spcAft>
                <a:spcPts val="600"/>
              </a:spcAft>
              <a:buClr>
                <a:schemeClr val="accent1"/>
              </a:buClr>
              <a:buSzPct val="100000"/>
              <a:buFont typeface="+mj-lt"/>
              <a:buAutoNum type="arabicPeriod"/>
            </a:pPr>
            <a:r>
              <a:rPr lang="fr-FR" sz="1000" dirty="0"/>
              <a:t>L’identification des dépendances informatiques (états clés) contribuant aux travaux d’audit, ainsi que la revue de leur fiabilité,</a:t>
            </a:r>
          </a:p>
          <a:p>
            <a:pPr marL="304800" lvl="1" algn="just">
              <a:spcBef>
                <a:spcPts val="0"/>
              </a:spcBef>
              <a:spcAft>
                <a:spcPts val="300"/>
              </a:spcAft>
              <a:buClr>
                <a:schemeClr val="accent1"/>
              </a:buClr>
              <a:buSzPct val="100000"/>
              <a:buFont typeface="+mj-lt"/>
              <a:buAutoNum type="arabicPeriod"/>
            </a:pPr>
            <a:r>
              <a:rPr lang="fr-FR" sz="1000" dirty="0"/>
              <a:t>La revue des contrôles généraux informatiques autour des applications </a:t>
            </a:r>
            <a:r>
              <a:rPr lang="fr-FR" sz="1000" b="1" dirty="0"/>
              <a:t>SAGE 1000</a:t>
            </a:r>
            <a:r>
              <a:rPr lang="fr-FR" sz="1000" dirty="0"/>
              <a:t> (comptabilité générale), </a:t>
            </a:r>
            <a:r>
              <a:rPr lang="fr-FR" sz="1000" b="1" dirty="0" err="1"/>
              <a:t>UNICIA</a:t>
            </a:r>
            <a:r>
              <a:rPr lang="fr-FR" sz="1000" dirty="0"/>
              <a:t> (gestion des associés et du commissionnement - SCPI), </a:t>
            </a:r>
            <a:r>
              <a:rPr lang="fr-FR" sz="1000" b="1" dirty="0"/>
              <a:t>ALTAIX</a:t>
            </a:r>
            <a:r>
              <a:rPr lang="fr-FR" sz="1000" dirty="0"/>
              <a:t> (gestion locative et comptabilité immobilière), en place sur les processus suivants :</a:t>
            </a:r>
          </a:p>
          <a:p>
            <a:pPr marL="534670" lvl="1" indent="-171450" algn="just">
              <a:spcBef>
                <a:spcPts val="0"/>
              </a:spcBef>
              <a:spcAft>
                <a:spcPts val="300"/>
              </a:spcAft>
              <a:buClr>
                <a:schemeClr val="accent1"/>
              </a:buClr>
              <a:buSzPts val="900"/>
              <a:buFont typeface="Arial" panose="020B0604020202020204" pitchFamily="34" charset="0"/>
              <a:buChar char="•"/>
            </a:pPr>
            <a:r>
              <a:rPr lang="fr-FR" sz="1000" dirty="0"/>
              <a:t>La gestion des accès aux données et aux programmes </a:t>
            </a:r>
          </a:p>
          <a:p>
            <a:pPr marL="534670" lvl="1" indent="-171450" algn="just">
              <a:spcBef>
                <a:spcPts val="0"/>
              </a:spcBef>
              <a:spcAft>
                <a:spcPts val="300"/>
              </a:spcAft>
              <a:buClr>
                <a:schemeClr val="accent1"/>
              </a:buClr>
              <a:buSzPts val="900"/>
              <a:buFont typeface="Arial" panose="020B0604020202020204" pitchFamily="34" charset="0"/>
              <a:buChar char="•"/>
            </a:pPr>
            <a:r>
              <a:rPr lang="fr-FR" sz="1000" dirty="0"/>
              <a:t>La gestion des changements et des développements</a:t>
            </a:r>
          </a:p>
          <a:p>
            <a:pPr marL="534670" lvl="1" indent="-171450" algn="just">
              <a:spcBef>
                <a:spcPts val="0"/>
              </a:spcBef>
              <a:spcAft>
                <a:spcPts val="600"/>
              </a:spcAft>
              <a:buClr>
                <a:schemeClr val="accent1"/>
              </a:buClr>
              <a:buSzPts val="900"/>
              <a:buFont typeface="Arial" panose="020B0604020202020204" pitchFamily="34" charset="0"/>
              <a:buChar char="•"/>
            </a:pPr>
            <a:r>
              <a:rPr lang="fr-FR" sz="1000" dirty="0"/>
              <a:t>La gestion de l’exploitation et des prestations informatiques externalisées</a:t>
            </a:r>
            <a:endParaRPr lang="fr-FR" sz="1000" dirty="0">
              <a:solidFill>
                <a:schemeClr val="tx1"/>
              </a:solidFill>
            </a:endParaRPr>
          </a:p>
          <a:p>
            <a:pPr marL="269875" lvl="1" indent="0" algn="just">
              <a:spcBef>
                <a:spcPts val="0"/>
              </a:spcBef>
              <a:spcAft>
                <a:spcPts val="600"/>
              </a:spcAft>
              <a:buClr>
                <a:schemeClr val="accent1"/>
              </a:buClr>
              <a:buSzPts val="1000"/>
            </a:pPr>
            <a:r>
              <a:rPr lang="fr-FR" sz="1000" dirty="0">
                <a:solidFill>
                  <a:schemeClr val="tx1"/>
                </a:solidFill>
              </a:rPr>
              <a:t>L’application ALTAIX est hébergée, exploitée et administrée par le prestataire Sopra Steria I2S, avec un hébergement d’infrastructure assuré au sein des datacenters de DATA4.</a:t>
            </a:r>
          </a:p>
          <a:p>
            <a:pPr marL="269875" lvl="1" indent="0" algn="just">
              <a:spcBef>
                <a:spcPts val="0"/>
              </a:spcBef>
              <a:spcAft>
                <a:spcPts val="600"/>
              </a:spcAft>
              <a:buClr>
                <a:schemeClr val="accent1"/>
              </a:buClr>
              <a:buSzPts val="1000"/>
            </a:pPr>
            <a:r>
              <a:rPr lang="fr-FR" sz="1000" dirty="0">
                <a:solidFill>
                  <a:schemeClr val="tx1"/>
                </a:solidFill>
              </a:rPr>
              <a:t>Les applications SAGE 1000 et </a:t>
            </a:r>
            <a:r>
              <a:rPr lang="fr-FR" sz="1000" dirty="0" err="1">
                <a:solidFill>
                  <a:schemeClr val="tx1"/>
                </a:solidFill>
              </a:rPr>
              <a:t>UNICIA</a:t>
            </a:r>
            <a:r>
              <a:rPr lang="fr-FR" sz="1000" dirty="0">
                <a:solidFill>
                  <a:schemeClr val="tx1"/>
                </a:solidFill>
              </a:rPr>
              <a:t> sont, pour leur part, prises en charge dans leurs activités d’hébergement, d’exploitation et d’administration par le prestataire </a:t>
            </a:r>
            <a:r>
              <a:rPr lang="fr-FR" sz="1000" dirty="0" err="1">
                <a:solidFill>
                  <a:schemeClr val="tx1"/>
                </a:solidFill>
              </a:rPr>
              <a:t>Héliaq</a:t>
            </a:r>
            <a:r>
              <a:rPr lang="fr-FR" sz="1000" dirty="0">
                <a:solidFill>
                  <a:schemeClr val="tx1"/>
                </a:solidFill>
              </a:rPr>
              <a:t> Solutions (anciennement </a:t>
            </a:r>
            <a:r>
              <a:rPr lang="fr-FR" sz="1000" dirty="0" err="1">
                <a:solidFill>
                  <a:schemeClr val="tx1"/>
                </a:solidFill>
              </a:rPr>
              <a:t>Upinfo</a:t>
            </a:r>
            <a:r>
              <a:rPr lang="fr-FR" sz="1000" dirty="0">
                <a:solidFill>
                  <a:schemeClr val="tx1"/>
                </a:solidFill>
              </a:rPr>
              <a:t>).</a:t>
            </a:r>
          </a:p>
          <a:p>
            <a:pPr marL="269875" lvl="1" indent="0" algn="just">
              <a:spcBef>
                <a:spcPts val="0"/>
              </a:spcBef>
              <a:spcAft>
                <a:spcPts val="600"/>
              </a:spcAft>
              <a:buClr>
                <a:schemeClr val="accent1"/>
              </a:buClr>
              <a:buSzPts val="1000"/>
            </a:pPr>
            <a:br>
              <a:rPr lang="fr-FR" sz="1000" dirty="0">
                <a:solidFill>
                  <a:srgbClr val="000000"/>
                </a:solidFill>
              </a:rPr>
            </a:br>
            <a:r>
              <a:rPr lang="fr-FR" sz="1000" dirty="0">
                <a:solidFill>
                  <a:srgbClr val="000000"/>
                </a:solidFill>
              </a:rPr>
              <a:t>Nos travaux ont été réalisés en application de notre démarche d'audit et reposent principalement sur :</a:t>
            </a:r>
            <a:endParaRPr lang="fr-FR" sz="1000" dirty="0"/>
          </a:p>
          <a:p>
            <a:pPr marL="356870" lvl="3" indent="-263525" algn="just">
              <a:spcBef>
                <a:spcPts val="0"/>
              </a:spcBef>
              <a:spcAft>
                <a:spcPts val="300"/>
              </a:spcAft>
              <a:buClr>
                <a:schemeClr val="accent1"/>
              </a:buClr>
              <a:buSzPts val="900"/>
              <a:buFont typeface="Arial"/>
              <a:buChar char="•"/>
            </a:pPr>
            <a:r>
              <a:rPr lang="fr" sz="1000" dirty="0"/>
              <a:t>Des entretiens avec les interlocuteurs du groupe </a:t>
            </a:r>
            <a:r>
              <a:rPr lang="fr-FR" sz="1000" dirty="0" err="1"/>
              <a:t>PAREF</a:t>
            </a:r>
            <a:r>
              <a:rPr lang="fr-FR" sz="1000" dirty="0"/>
              <a:t>,</a:t>
            </a:r>
            <a:endParaRPr sz="1000" dirty="0"/>
          </a:p>
          <a:p>
            <a:pPr marL="356870" lvl="3" indent="-263525" algn="just">
              <a:spcBef>
                <a:spcPts val="0"/>
              </a:spcBef>
              <a:spcAft>
                <a:spcPts val="300"/>
              </a:spcAft>
              <a:buClr>
                <a:schemeClr val="accent1"/>
              </a:buClr>
              <a:buSzPts val="900"/>
              <a:buFont typeface="Arial"/>
              <a:buChar char="•"/>
            </a:pPr>
            <a:r>
              <a:rPr lang="fr" sz="1000" dirty="0"/>
              <a:t>L’analyse de la documentation mise à notre disposition,</a:t>
            </a:r>
            <a:endParaRPr sz="1000" dirty="0"/>
          </a:p>
          <a:p>
            <a:pPr marL="356870" lvl="3" indent="-263525" algn="just">
              <a:spcBef>
                <a:spcPts val="0"/>
              </a:spcBef>
              <a:spcAft>
                <a:spcPts val="600"/>
              </a:spcAft>
              <a:buClr>
                <a:schemeClr val="accent1"/>
              </a:buClr>
              <a:buSzPts val="900"/>
              <a:buFont typeface="Arial"/>
              <a:buChar char="•"/>
            </a:pPr>
            <a:r>
              <a:rPr lang="fr" sz="1000" dirty="0"/>
              <a:t>Des tests de contrôles, réalisés par sondage et observation, permettant de confirmer notre compréhension des principaux contrôles-clés définis.</a:t>
            </a:r>
          </a:p>
        </p:txBody>
      </p:sp>
      <p:grpSp>
        <p:nvGrpSpPr>
          <p:cNvPr id="2" name="Groupe 1">
            <a:extLst>
              <a:ext uri="{FF2B5EF4-FFF2-40B4-BE49-F238E27FC236}">
                <a16:creationId xmlns:a16="http://schemas.microsoft.com/office/drawing/2014/main" id="{B5CEA1B1-E38C-0A21-4E20-002BF62A4914}"/>
              </a:ext>
            </a:extLst>
          </p:cNvPr>
          <p:cNvGrpSpPr>
            <a:grpSpLocks noChangeAspect="1"/>
          </p:cNvGrpSpPr>
          <p:nvPr/>
        </p:nvGrpSpPr>
        <p:grpSpPr>
          <a:xfrm>
            <a:off x="6880239" y="945753"/>
            <a:ext cx="5146645" cy="4966493"/>
            <a:chOff x="2961706" y="2603993"/>
            <a:chExt cx="6124813" cy="3613172"/>
          </a:xfrm>
        </p:grpSpPr>
        <p:sp>
          <p:nvSpPr>
            <p:cNvPr id="3" name="Forme libre : forme 2">
              <a:extLst>
                <a:ext uri="{FF2B5EF4-FFF2-40B4-BE49-F238E27FC236}">
                  <a16:creationId xmlns:a16="http://schemas.microsoft.com/office/drawing/2014/main" id="{17469EE7-C567-0218-CDB0-4D1DF41D75CB}"/>
                </a:ext>
              </a:extLst>
            </p:cNvPr>
            <p:cNvSpPr/>
            <p:nvPr/>
          </p:nvSpPr>
          <p:spPr>
            <a:xfrm>
              <a:off x="3335543" y="3459681"/>
              <a:ext cx="5570976" cy="994727"/>
            </a:xfrm>
            <a:custGeom>
              <a:avLst/>
              <a:gdLst>
                <a:gd name="connsiteX0" fmla="*/ 0 w 5570976"/>
                <a:gd name="connsiteY0" fmla="*/ 0 h 994727"/>
                <a:gd name="connsiteX1" fmla="*/ 1920778 w 5570976"/>
                <a:gd name="connsiteY1" fmla="*/ 0 h 994727"/>
                <a:gd name="connsiteX2" fmla="*/ 1920778 w 5570976"/>
                <a:gd name="connsiteY2" fmla="*/ 540776 h 994727"/>
                <a:gd name="connsiteX3" fmla="*/ 5570976 w 5570976"/>
                <a:gd name="connsiteY3" fmla="*/ 540776 h 994727"/>
                <a:gd name="connsiteX4" fmla="*/ 5570976 w 5570976"/>
                <a:gd name="connsiteY4" fmla="*/ 994727 h 994727"/>
                <a:gd name="connsiteX5" fmla="*/ 1920778 w 5570976"/>
                <a:gd name="connsiteY5" fmla="*/ 994727 h 994727"/>
                <a:gd name="connsiteX6" fmla="*/ 1604102 w 5570976"/>
                <a:gd name="connsiteY6" fmla="*/ 994727 h 994727"/>
                <a:gd name="connsiteX7" fmla="*/ 0 w 5570976"/>
                <a:gd name="connsiteY7" fmla="*/ 994727 h 994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70976" h="994727">
                  <a:moveTo>
                    <a:pt x="0" y="0"/>
                  </a:moveTo>
                  <a:lnTo>
                    <a:pt x="1920778" y="0"/>
                  </a:lnTo>
                  <a:lnTo>
                    <a:pt x="1920778" y="540776"/>
                  </a:lnTo>
                  <a:lnTo>
                    <a:pt x="5570976" y="540776"/>
                  </a:lnTo>
                  <a:lnTo>
                    <a:pt x="5570976" y="994727"/>
                  </a:lnTo>
                  <a:lnTo>
                    <a:pt x="1920778" y="994727"/>
                  </a:lnTo>
                  <a:lnTo>
                    <a:pt x="1604102" y="994727"/>
                  </a:lnTo>
                  <a:lnTo>
                    <a:pt x="0" y="994727"/>
                  </a:lnTo>
                  <a:close/>
                </a:path>
              </a:pathLst>
            </a:cu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843103E4-48CB-3390-374A-9D2871DA0512}"/>
                </a:ext>
              </a:extLst>
            </p:cNvPr>
            <p:cNvSpPr/>
            <p:nvPr/>
          </p:nvSpPr>
          <p:spPr>
            <a:xfrm>
              <a:off x="3146519" y="2603993"/>
              <a:ext cx="5940000" cy="180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FFFFFF"/>
                  </a:solidFill>
                  <a:effectLst/>
                  <a:uLnTx/>
                  <a:uFillTx/>
                  <a:latin typeface="Arial"/>
                  <a:ea typeface="+mn-ea"/>
                  <a:cs typeface="Arial" panose="020B0604020202020204" pitchFamily="34" charset="0"/>
                  <a:sym typeface="Arial"/>
                </a:rPr>
                <a:t>Poste des états financiers / Comptes significatifs / Sous-comptes </a:t>
              </a:r>
            </a:p>
          </p:txBody>
        </p:sp>
        <p:sp>
          <p:nvSpPr>
            <p:cNvPr id="5" name="Rectangle 4">
              <a:extLst>
                <a:ext uri="{FF2B5EF4-FFF2-40B4-BE49-F238E27FC236}">
                  <a16:creationId xmlns:a16="http://schemas.microsoft.com/office/drawing/2014/main" id="{8C0AD89F-FA67-CF42-9017-492707195208}"/>
                </a:ext>
              </a:extLst>
            </p:cNvPr>
            <p:cNvSpPr/>
            <p:nvPr/>
          </p:nvSpPr>
          <p:spPr>
            <a:xfrm>
              <a:off x="3326519" y="2896815"/>
              <a:ext cx="5580000" cy="180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FFFFFF"/>
                  </a:solidFill>
                  <a:effectLst/>
                  <a:uLnTx/>
                  <a:uFillTx/>
                  <a:latin typeface="Arial"/>
                  <a:ea typeface="+mn-ea"/>
                  <a:cs typeface="Arial" panose="020B0604020202020204" pitchFamily="34" charset="0"/>
                  <a:sym typeface="Arial"/>
                </a:rPr>
                <a:t>Processus métiers / Transactions</a:t>
              </a:r>
            </a:p>
          </p:txBody>
        </p:sp>
        <p:sp>
          <p:nvSpPr>
            <p:cNvPr id="6" name="Flèche : bas 5">
              <a:extLst>
                <a:ext uri="{FF2B5EF4-FFF2-40B4-BE49-F238E27FC236}">
                  <a16:creationId xmlns:a16="http://schemas.microsoft.com/office/drawing/2014/main" id="{5B2E6B56-0210-EBA4-76B3-47B046CAF5AA}"/>
                </a:ext>
              </a:extLst>
            </p:cNvPr>
            <p:cNvSpPr/>
            <p:nvPr/>
          </p:nvSpPr>
          <p:spPr>
            <a:xfrm>
              <a:off x="6026519" y="2811003"/>
              <a:ext cx="180000" cy="72000"/>
            </a:xfrm>
            <a:prstGeom prst="down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700" b="0" i="0" u="none" strike="noStrike" kern="0" cap="none" spc="0" normalizeH="0" baseline="0" noProof="0">
                <a:ln>
                  <a:noFill/>
                </a:ln>
                <a:solidFill>
                  <a:srgbClr val="7D7D7D">
                    <a:lumMod val="10000"/>
                  </a:srgbClr>
                </a:solidFill>
                <a:effectLst/>
                <a:uLnTx/>
                <a:uFillTx/>
                <a:latin typeface="Arial"/>
                <a:ea typeface="+mn-ea"/>
                <a:cs typeface="+mn-cs"/>
                <a:sym typeface="Arial"/>
              </a:endParaRPr>
            </a:p>
          </p:txBody>
        </p:sp>
        <p:sp>
          <p:nvSpPr>
            <p:cNvPr id="7" name="Rectangle 6">
              <a:extLst>
                <a:ext uri="{FF2B5EF4-FFF2-40B4-BE49-F238E27FC236}">
                  <a16:creationId xmlns:a16="http://schemas.microsoft.com/office/drawing/2014/main" id="{3C30C48F-7462-7868-A19D-57F2900F581D}"/>
                </a:ext>
              </a:extLst>
            </p:cNvPr>
            <p:cNvSpPr/>
            <p:nvPr/>
          </p:nvSpPr>
          <p:spPr>
            <a:xfrm>
              <a:off x="3424159" y="3189637"/>
              <a:ext cx="3700168" cy="180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FFFFFF"/>
                  </a:solidFill>
                  <a:effectLst/>
                  <a:uLnTx/>
                  <a:uFillTx/>
                  <a:latin typeface="Arial"/>
                  <a:ea typeface="+mn-ea"/>
                  <a:cs typeface="Arial" panose="020B0604020202020204" pitchFamily="34" charset="0"/>
                  <a:sym typeface="Arial"/>
                </a:rPr>
                <a:t>Activités de contrôle métier</a:t>
              </a:r>
            </a:p>
          </p:txBody>
        </p:sp>
        <p:sp>
          <p:nvSpPr>
            <p:cNvPr id="8" name="Rectangle 7">
              <a:extLst>
                <a:ext uri="{FF2B5EF4-FFF2-40B4-BE49-F238E27FC236}">
                  <a16:creationId xmlns:a16="http://schemas.microsoft.com/office/drawing/2014/main" id="{0E08B345-CC7B-1C48-E910-730927102CE2}"/>
                </a:ext>
              </a:extLst>
            </p:cNvPr>
            <p:cNvSpPr/>
            <p:nvPr/>
          </p:nvSpPr>
          <p:spPr>
            <a:xfrm>
              <a:off x="3424159" y="3501313"/>
              <a:ext cx="1789849" cy="89283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FFFFFF"/>
                  </a:solidFill>
                  <a:effectLst/>
                  <a:uLnTx/>
                  <a:uFillTx/>
                  <a:latin typeface="Arial"/>
                  <a:ea typeface="+mn-ea"/>
                  <a:cs typeface="Arial" panose="020B0604020202020204" pitchFamily="34" charset="0"/>
                  <a:sym typeface="Arial"/>
                </a:rPr>
                <a:t>Contrôles automatiques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0" i="0" u="none" strike="noStrike" kern="0" cap="none" spc="0" normalizeH="0" baseline="0" noProof="0">
                  <a:ln>
                    <a:noFill/>
                  </a:ln>
                  <a:solidFill>
                    <a:srgbClr val="FFFFFF"/>
                  </a:solidFill>
                  <a:effectLst/>
                  <a:uLnTx/>
                  <a:uFillTx/>
                  <a:latin typeface="Arial"/>
                  <a:ea typeface="+mn-ea"/>
                  <a:cs typeface="Arial" panose="020B0604020202020204" pitchFamily="34" charset="0"/>
                  <a:sym typeface="Arial"/>
                </a:rPr>
                <a:t>calculs, réconciliations, transactions automatiques…</a:t>
              </a:r>
            </a:p>
          </p:txBody>
        </p:sp>
        <p:sp>
          <p:nvSpPr>
            <p:cNvPr id="9" name="Rectangle 8">
              <a:extLst>
                <a:ext uri="{FF2B5EF4-FFF2-40B4-BE49-F238E27FC236}">
                  <a16:creationId xmlns:a16="http://schemas.microsoft.com/office/drawing/2014/main" id="{F322363B-EEBB-196B-D84C-754E06539DE2}"/>
                </a:ext>
              </a:extLst>
            </p:cNvPr>
            <p:cNvSpPr/>
            <p:nvPr/>
          </p:nvSpPr>
          <p:spPr>
            <a:xfrm>
              <a:off x="5334479" y="3482459"/>
              <a:ext cx="1789849" cy="452391"/>
            </a:xfrm>
            <a:prstGeom prst="rect">
              <a:avLst/>
            </a:prstGeom>
            <a:solidFill>
              <a:srgbClr val="FC52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FFFFFF"/>
                  </a:solidFill>
                  <a:effectLst/>
                  <a:uLnTx/>
                  <a:uFillTx/>
                  <a:latin typeface="Arial"/>
                  <a:ea typeface="+mn-ea"/>
                  <a:cs typeface="Arial" panose="020B0604020202020204" pitchFamily="34" charset="0"/>
                  <a:sym typeface="Arial"/>
                </a:rPr>
                <a:t>Contrôles manuels dépendant du système d’information</a:t>
              </a:r>
            </a:p>
          </p:txBody>
        </p:sp>
        <p:sp>
          <p:nvSpPr>
            <p:cNvPr id="10" name="Rectangle 9">
              <a:extLst>
                <a:ext uri="{FF2B5EF4-FFF2-40B4-BE49-F238E27FC236}">
                  <a16:creationId xmlns:a16="http://schemas.microsoft.com/office/drawing/2014/main" id="{206112CA-C658-F86E-66E4-349E248D7A84}"/>
                </a:ext>
              </a:extLst>
            </p:cNvPr>
            <p:cNvSpPr/>
            <p:nvPr/>
          </p:nvSpPr>
          <p:spPr>
            <a:xfrm>
              <a:off x="7244799" y="3189637"/>
              <a:ext cx="1579359" cy="748278"/>
            </a:xfrm>
            <a:prstGeom prst="rect">
              <a:avLst/>
            </a:prstGeom>
            <a:solidFill>
              <a:srgbClr val="FC52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FFFFFF"/>
                  </a:solidFill>
                  <a:effectLst/>
                  <a:uLnTx/>
                  <a:uFillTx/>
                  <a:latin typeface="Arial"/>
                  <a:ea typeface="+mn-ea"/>
                  <a:cs typeface="Arial" panose="020B0604020202020204" pitchFamily="34" charset="0"/>
                  <a:sym typeface="Arial"/>
                </a:rPr>
                <a:t>Tests indépendants substantifs</a:t>
              </a:r>
            </a:p>
          </p:txBody>
        </p:sp>
        <p:sp>
          <p:nvSpPr>
            <p:cNvPr id="11" name="Rectangle 10">
              <a:extLst>
                <a:ext uri="{FF2B5EF4-FFF2-40B4-BE49-F238E27FC236}">
                  <a16:creationId xmlns:a16="http://schemas.microsoft.com/office/drawing/2014/main" id="{907878BE-D0E9-010B-EFD0-3F5C885D2C4B}"/>
                </a:ext>
              </a:extLst>
            </p:cNvPr>
            <p:cNvSpPr/>
            <p:nvPr/>
          </p:nvSpPr>
          <p:spPr>
            <a:xfrm>
              <a:off x="3326519" y="4794593"/>
              <a:ext cx="5570977" cy="1121930"/>
            </a:xfrm>
            <a:prstGeom prst="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6000" rIns="96000" rtlCol="0" anchor="t"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700" b="0" i="0" u="none" strike="noStrike" kern="0" cap="none" spc="0" normalizeH="0" baseline="0" noProof="0">
                <a:ln>
                  <a:noFill/>
                </a:ln>
                <a:solidFill>
                  <a:srgbClr val="7D7D7D">
                    <a:lumMod val="10000"/>
                  </a:srgbClr>
                </a:solidFill>
                <a:effectLst/>
                <a:uLnTx/>
                <a:uFillTx/>
                <a:latin typeface="Arial"/>
                <a:ea typeface="+mn-ea"/>
                <a:cs typeface="Arial" panose="020B0604020202020204" pitchFamily="34" charset="0"/>
                <a:sym typeface="Arial"/>
              </a:endParaRPr>
            </a:p>
          </p:txBody>
        </p:sp>
        <p:sp>
          <p:nvSpPr>
            <p:cNvPr id="12" name="Rectangle 11">
              <a:extLst>
                <a:ext uri="{FF2B5EF4-FFF2-40B4-BE49-F238E27FC236}">
                  <a16:creationId xmlns:a16="http://schemas.microsoft.com/office/drawing/2014/main" id="{40F964BF-BC78-0821-E150-D8D19DF9B19C}"/>
                </a:ext>
              </a:extLst>
            </p:cNvPr>
            <p:cNvSpPr/>
            <p:nvPr/>
          </p:nvSpPr>
          <p:spPr>
            <a:xfrm>
              <a:off x="5334479" y="4058556"/>
              <a:ext cx="3489680" cy="33558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FFFFFF"/>
                  </a:solidFill>
                  <a:effectLst/>
                  <a:uLnTx/>
                  <a:uFillTx/>
                  <a:latin typeface="Arial"/>
                  <a:ea typeface="+mn-ea"/>
                  <a:cs typeface="Arial" panose="020B0604020202020204" pitchFamily="34" charset="0"/>
                  <a:sym typeface="Arial"/>
                </a:rPr>
                <a:t>Etats-clés générés par le système</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0" i="0" u="none" strike="noStrike" kern="0" cap="none" spc="0" normalizeH="0" baseline="0" noProof="0">
                  <a:ln>
                    <a:noFill/>
                  </a:ln>
                  <a:solidFill>
                    <a:srgbClr val="FFFFFF"/>
                  </a:solidFill>
                  <a:effectLst/>
                  <a:uLnTx/>
                  <a:uFillTx/>
                  <a:latin typeface="Arial"/>
                  <a:ea typeface="+mn-ea"/>
                  <a:cs typeface="Arial" panose="020B0604020202020204" pitchFamily="34" charset="0"/>
                  <a:sym typeface="Arial"/>
                </a:rPr>
                <a:t>état de contrôle, états de restitution, </a:t>
              </a:r>
              <a:r>
                <a:rPr kumimoji="0" lang="fr-FR" sz="700" b="0" i="0" u="none" strike="noStrike" kern="0" cap="none" spc="0" normalizeH="0" baseline="0" noProof="0" err="1">
                  <a:ln>
                    <a:noFill/>
                  </a:ln>
                  <a:solidFill>
                    <a:srgbClr val="FFFFFF"/>
                  </a:solidFill>
                  <a:effectLst/>
                  <a:uLnTx/>
                  <a:uFillTx/>
                  <a:latin typeface="Arial"/>
                  <a:ea typeface="+mn-ea"/>
                  <a:cs typeface="Arial" panose="020B0604020202020204" pitchFamily="34" charset="0"/>
                  <a:sym typeface="Arial"/>
                </a:rPr>
                <a:t>reportings</a:t>
              </a:r>
              <a:r>
                <a:rPr kumimoji="0" lang="fr-FR" sz="700" b="0" i="0" u="none" strike="noStrike" kern="0" cap="none" spc="0" normalizeH="0" baseline="0" noProof="0">
                  <a:ln>
                    <a:noFill/>
                  </a:ln>
                  <a:solidFill>
                    <a:srgbClr val="FFFFFF"/>
                  </a:solidFill>
                  <a:effectLst/>
                  <a:uLnTx/>
                  <a:uFillTx/>
                  <a:latin typeface="Arial"/>
                  <a:ea typeface="+mn-ea"/>
                  <a:cs typeface="Arial" panose="020B0604020202020204" pitchFamily="34" charset="0"/>
                  <a:sym typeface="Arial"/>
                </a:rPr>
                <a:t>…</a:t>
              </a:r>
            </a:p>
          </p:txBody>
        </p:sp>
        <p:sp>
          <p:nvSpPr>
            <p:cNvPr id="13" name="Flèche : bas 12">
              <a:extLst>
                <a:ext uri="{FF2B5EF4-FFF2-40B4-BE49-F238E27FC236}">
                  <a16:creationId xmlns:a16="http://schemas.microsoft.com/office/drawing/2014/main" id="{CA8386EA-8A12-2F49-FFB1-5992EF4B8072}"/>
                </a:ext>
              </a:extLst>
            </p:cNvPr>
            <p:cNvSpPr/>
            <p:nvPr/>
          </p:nvSpPr>
          <p:spPr>
            <a:xfrm>
              <a:off x="5076321" y="3101105"/>
              <a:ext cx="180000" cy="72000"/>
            </a:xfrm>
            <a:prstGeom prst="down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700" b="0" i="0" u="none" strike="noStrike" kern="0" cap="none" spc="0" normalizeH="0" baseline="0" noProof="0">
                <a:ln>
                  <a:noFill/>
                </a:ln>
                <a:solidFill>
                  <a:srgbClr val="7D7D7D">
                    <a:lumMod val="10000"/>
                  </a:srgbClr>
                </a:solidFill>
                <a:effectLst/>
                <a:uLnTx/>
                <a:uFillTx/>
                <a:latin typeface="Arial"/>
                <a:ea typeface="+mn-ea"/>
                <a:cs typeface="+mn-cs"/>
                <a:sym typeface="Arial"/>
              </a:endParaRPr>
            </a:p>
          </p:txBody>
        </p:sp>
        <p:sp>
          <p:nvSpPr>
            <p:cNvPr id="14" name="Flèche : bas 13">
              <a:extLst>
                <a:ext uri="{FF2B5EF4-FFF2-40B4-BE49-F238E27FC236}">
                  <a16:creationId xmlns:a16="http://schemas.microsoft.com/office/drawing/2014/main" id="{F0EF4472-2094-06E5-F881-B5A98A1470C9}"/>
                </a:ext>
              </a:extLst>
            </p:cNvPr>
            <p:cNvSpPr/>
            <p:nvPr/>
          </p:nvSpPr>
          <p:spPr>
            <a:xfrm>
              <a:off x="7944478" y="3103465"/>
              <a:ext cx="180000" cy="72000"/>
            </a:xfrm>
            <a:prstGeom prst="down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700" b="0" i="0" u="none" strike="noStrike" kern="0" cap="none" spc="0" normalizeH="0" baseline="0" noProof="0">
                <a:ln>
                  <a:noFill/>
                </a:ln>
                <a:solidFill>
                  <a:srgbClr val="7D7D7D">
                    <a:lumMod val="10000"/>
                  </a:srgbClr>
                </a:solidFill>
                <a:effectLst/>
                <a:uLnTx/>
                <a:uFillTx/>
                <a:latin typeface="Arial"/>
                <a:ea typeface="+mn-ea"/>
                <a:cs typeface="+mn-cs"/>
                <a:sym typeface="Arial"/>
              </a:endParaRPr>
            </a:p>
          </p:txBody>
        </p:sp>
        <p:sp>
          <p:nvSpPr>
            <p:cNvPr id="15" name="Rectangle 14">
              <a:extLst>
                <a:ext uri="{FF2B5EF4-FFF2-40B4-BE49-F238E27FC236}">
                  <a16:creationId xmlns:a16="http://schemas.microsoft.com/office/drawing/2014/main" id="{4C49EE73-C345-7317-B128-665B2D3CB591}"/>
                </a:ext>
              </a:extLst>
            </p:cNvPr>
            <p:cNvSpPr/>
            <p:nvPr/>
          </p:nvSpPr>
          <p:spPr>
            <a:xfrm>
              <a:off x="3424159" y="6037165"/>
              <a:ext cx="5400000" cy="18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FFFFFF"/>
                  </a:solidFill>
                  <a:effectLst/>
                  <a:uLnTx/>
                  <a:uFillTx/>
                  <a:latin typeface="Arial"/>
                  <a:ea typeface="+mn-ea"/>
                  <a:cs typeface="+mn-cs"/>
                  <a:sym typeface="Arial"/>
                </a:rPr>
                <a:t>Risques liés à l’environnement IT </a:t>
              </a:r>
              <a:r>
                <a:rPr kumimoji="0" lang="fr-FR" sz="700" b="0" i="0" u="none" strike="noStrike" kern="0" cap="none" spc="0" normalizeH="0" baseline="0" noProof="0">
                  <a:ln>
                    <a:noFill/>
                  </a:ln>
                  <a:solidFill>
                    <a:srgbClr val="FFFFFF"/>
                  </a:solidFill>
                  <a:effectLst/>
                  <a:uLnTx/>
                  <a:uFillTx/>
                  <a:latin typeface="Arial"/>
                  <a:ea typeface="+mn-ea"/>
                  <a:cs typeface="+mn-cs"/>
                  <a:sym typeface="Arial"/>
                </a:rPr>
                <a:t>(cybersécurité, projets informatiques, gouvernance, organisation…)</a:t>
              </a:r>
            </a:p>
          </p:txBody>
        </p:sp>
        <p:sp>
          <p:nvSpPr>
            <p:cNvPr id="16" name="Rectangle 15">
              <a:extLst>
                <a:ext uri="{FF2B5EF4-FFF2-40B4-BE49-F238E27FC236}">
                  <a16:creationId xmlns:a16="http://schemas.microsoft.com/office/drawing/2014/main" id="{D68245E0-0C26-F961-CF78-D26A729AB2F2}"/>
                </a:ext>
              </a:extLst>
            </p:cNvPr>
            <p:cNvSpPr/>
            <p:nvPr/>
          </p:nvSpPr>
          <p:spPr>
            <a:xfrm>
              <a:off x="6150731" y="5518815"/>
              <a:ext cx="1296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FFFFFF"/>
                  </a:solidFill>
                  <a:effectLst/>
                  <a:uLnTx/>
                  <a:uFillTx/>
                  <a:latin typeface="Arial"/>
                  <a:ea typeface="+mn-ea"/>
                  <a:cs typeface="+mn-cs"/>
                  <a:sym typeface="Arial"/>
                </a:rPr>
                <a:t>Gestion de l’exploitation informatique</a:t>
              </a:r>
            </a:p>
          </p:txBody>
        </p:sp>
        <p:sp>
          <p:nvSpPr>
            <p:cNvPr id="17" name="Rectangle 16">
              <a:extLst>
                <a:ext uri="{FF2B5EF4-FFF2-40B4-BE49-F238E27FC236}">
                  <a16:creationId xmlns:a16="http://schemas.microsoft.com/office/drawing/2014/main" id="{6F7AD23E-0F41-7C0B-787A-AF6F9C86C71D}"/>
                </a:ext>
              </a:extLst>
            </p:cNvPr>
            <p:cNvSpPr/>
            <p:nvPr/>
          </p:nvSpPr>
          <p:spPr>
            <a:xfrm>
              <a:off x="3471293" y="5518815"/>
              <a:ext cx="1296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FFFFFF"/>
                  </a:solidFill>
                  <a:effectLst/>
                  <a:uLnTx/>
                  <a:uFillTx/>
                  <a:latin typeface="Arial"/>
                  <a:ea typeface="+mn-ea"/>
                  <a:cs typeface="+mn-cs"/>
                  <a:sym typeface="Arial"/>
                </a:rPr>
                <a:t>Gestion des accès aux applications et données</a:t>
              </a:r>
            </a:p>
          </p:txBody>
        </p:sp>
        <p:sp>
          <p:nvSpPr>
            <p:cNvPr id="18" name="Rectangle 17">
              <a:extLst>
                <a:ext uri="{FF2B5EF4-FFF2-40B4-BE49-F238E27FC236}">
                  <a16:creationId xmlns:a16="http://schemas.microsoft.com/office/drawing/2014/main" id="{F891C8E1-BFA6-7BE7-27D1-B27702F4BC24}"/>
                </a:ext>
              </a:extLst>
            </p:cNvPr>
            <p:cNvSpPr/>
            <p:nvPr/>
          </p:nvSpPr>
          <p:spPr>
            <a:xfrm>
              <a:off x="7490450" y="5518815"/>
              <a:ext cx="1296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FFFFFF"/>
                  </a:solidFill>
                  <a:effectLst/>
                  <a:uLnTx/>
                  <a:uFillTx/>
                  <a:latin typeface="Arial"/>
                  <a:ea typeface="+mn-ea"/>
                  <a:cs typeface="+mn-cs"/>
                  <a:sym typeface="Arial"/>
                </a:rPr>
                <a:t>Gestion des projets / programmes</a:t>
              </a:r>
            </a:p>
          </p:txBody>
        </p:sp>
        <p:sp>
          <p:nvSpPr>
            <p:cNvPr id="19" name="Rectangle 18">
              <a:extLst>
                <a:ext uri="{FF2B5EF4-FFF2-40B4-BE49-F238E27FC236}">
                  <a16:creationId xmlns:a16="http://schemas.microsoft.com/office/drawing/2014/main" id="{C32959B9-E577-DA0E-52C8-7B8831A45578}"/>
                </a:ext>
              </a:extLst>
            </p:cNvPr>
            <p:cNvSpPr/>
            <p:nvPr/>
          </p:nvSpPr>
          <p:spPr>
            <a:xfrm>
              <a:off x="4811012" y="5518815"/>
              <a:ext cx="1296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FFFFFF"/>
                  </a:solidFill>
                  <a:effectLst/>
                  <a:uLnTx/>
                  <a:uFillTx/>
                  <a:latin typeface="Arial"/>
                  <a:ea typeface="+mn-ea"/>
                  <a:cs typeface="+mn-cs"/>
                  <a:sym typeface="Arial"/>
                </a:rPr>
                <a:t>Gestion des changements</a:t>
              </a:r>
            </a:p>
          </p:txBody>
        </p:sp>
        <p:sp>
          <p:nvSpPr>
            <p:cNvPr id="20" name="Rectangle 19">
              <a:extLst>
                <a:ext uri="{FF2B5EF4-FFF2-40B4-BE49-F238E27FC236}">
                  <a16:creationId xmlns:a16="http://schemas.microsoft.com/office/drawing/2014/main" id="{B5E432CA-51EB-34D7-1CB7-B27F83D6423D}"/>
                </a:ext>
              </a:extLst>
            </p:cNvPr>
            <p:cNvSpPr/>
            <p:nvPr/>
          </p:nvSpPr>
          <p:spPr>
            <a:xfrm>
              <a:off x="3335542" y="4805049"/>
              <a:ext cx="5561953" cy="233255"/>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lIns="96000" rIns="96000" rtlCol="0" anchor="t"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000000"/>
                  </a:solidFill>
                  <a:effectLst/>
                  <a:uLnTx/>
                  <a:uFillTx/>
                  <a:latin typeface="Arial"/>
                  <a:ea typeface="+mn-ea"/>
                  <a:cs typeface="Arial" panose="020B0604020202020204" pitchFamily="34" charset="0"/>
                  <a:sym typeface="Arial"/>
                </a:rPr>
                <a:t>Environnement de contrôle IT autour des applications / systèmes qui supportent les dépendances informatiques</a:t>
              </a:r>
            </a:p>
          </p:txBody>
        </p:sp>
        <p:sp>
          <p:nvSpPr>
            <p:cNvPr id="21" name="Organigramme : Multidocument 20">
              <a:extLst>
                <a:ext uri="{FF2B5EF4-FFF2-40B4-BE49-F238E27FC236}">
                  <a16:creationId xmlns:a16="http://schemas.microsoft.com/office/drawing/2014/main" id="{5C651F72-C7A9-F94F-FF33-2EA01BB8A64C}"/>
                </a:ext>
              </a:extLst>
            </p:cNvPr>
            <p:cNvSpPr/>
            <p:nvPr/>
          </p:nvSpPr>
          <p:spPr>
            <a:xfrm>
              <a:off x="4591424" y="5031961"/>
              <a:ext cx="1264940" cy="396000"/>
            </a:xfrm>
            <a:prstGeom prst="flowChartMultidocumen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000000"/>
                  </a:solidFill>
                  <a:effectLst/>
                  <a:uLnTx/>
                  <a:uFillTx/>
                  <a:latin typeface="Arial"/>
                  <a:ea typeface="+mn-ea"/>
                  <a:cs typeface="+mn-cs"/>
                  <a:sym typeface="Arial"/>
                </a:rPr>
                <a:t>Applications / systèmes clés</a:t>
              </a:r>
            </a:p>
          </p:txBody>
        </p:sp>
        <p:sp>
          <p:nvSpPr>
            <p:cNvPr id="22" name="Organigramme : Multidocument 21">
              <a:extLst>
                <a:ext uri="{FF2B5EF4-FFF2-40B4-BE49-F238E27FC236}">
                  <a16:creationId xmlns:a16="http://schemas.microsoft.com/office/drawing/2014/main" id="{75610038-8C35-27A4-0273-BF01B4C0D774}"/>
                </a:ext>
              </a:extLst>
            </p:cNvPr>
            <p:cNvSpPr/>
            <p:nvPr/>
          </p:nvSpPr>
          <p:spPr>
            <a:xfrm>
              <a:off x="6391952" y="5031961"/>
              <a:ext cx="1264940" cy="396000"/>
            </a:xfrm>
            <a:prstGeom prst="flowChartMultidocumen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000000"/>
                  </a:solidFill>
                  <a:effectLst/>
                  <a:uLnTx/>
                  <a:uFillTx/>
                  <a:latin typeface="Arial"/>
                  <a:ea typeface="+mn-ea"/>
                  <a:cs typeface="+mn-cs"/>
                  <a:sym typeface="Arial"/>
                </a:rPr>
                <a:t>Données métiers et comptables</a:t>
              </a:r>
            </a:p>
          </p:txBody>
        </p:sp>
        <p:sp>
          <p:nvSpPr>
            <p:cNvPr id="23" name="Flèche : bas 22">
              <a:extLst>
                <a:ext uri="{FF2B5EF4-FFF2-40B4-BE49-F238E27FC236}">
                  <a16:creationId xmlns:a16="http://schemas.microsoft.com/office/drawing/2014/main" id="{70EB30EC-A022-1AA1-AB98-A78E197D10F9}"/>
                </a:ext>
              </a:extLst>
            </p:cNvPr>
            <p:cNvSpPr/>
            <p:nvPr/>
          </p:nvSpPr>
          <p:spPr>
            <a:xfrm>
              <a:off x="6048016" y="4711872"/>
              <a:ext cx="180000" cy="72000"/>
            </a:xfrm>
            <a:prstGeom prst="down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700" b="0" i="0" u="none" strike="noStrike" kern="0" cap="none" spc="0" normalizeH="0" baseline="0" noProof="0">
                <a:ln>
                  <a:noFill/>
                </a:ln>
                <a:solidFill>
                  <a:srgbClr val="7D7D7D">
                    <a:lumMod val="10000"/>
                  </a:srgbClr>
                </a:solidFill>
                <a:effectLst/>
                <a:uLnTx/>
                <a:uFillTx/>
                <a:latin typeface="Arial"/>
                <a:ea typeface="+mn-ea"/>
                <a:cs typeface="+mn-cs"/>
                <a:sym typeface="Arial"/>
              </a:endParaRPr>
            </a:p>
          </p:txBody>
        </p:sp>
        <p:sp>
          <p:nvSpPr>
            <p:cNvPr id="24" name="ZoneTexte 23">
              <a:extLst>
                <a:ext uri="{FF2B5EF4-FFF2-40B4-BE49-F238E27FC236}">
                  <a16:creationId xmlns:a16="http://schemas.microsoft.com/office/drawing/2014/main" id="{739B48F6-F4A7-EF3E-AD5E-53EFFEEA9442}"/>
                </a:ext>
              </a:extLst>
            </p:cNvPr>
            <p:cNvSpPr txBox="1"/>
            <p:nvPr/>
          </p:nvSpPr>
          <p:spPr>
            <a:xfrm rot="16200000">
              <a:off x="2657259" y="3721219"/>
              <a:ext cx="1019165" cy="410272"/>
            </a:xfrm>
            <a:prstGeom prst="rect">
              <a:avLst/>
            </a:prstGeom>
            <a:noFill/>
          </p:spPr>
          <p:txBody>
            <a:bodyPr wrap="square" lIns="0" tIns="60960" rIns="121920" bIns="60960" rtlCol="0" anchor="t">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800" b="1" i="0" u="none" strike="noStrike" kern="0" cap="none" spc="53" normalizeH="0" baseline="0" noProof="0">
                  <a:ln>
                    <a:noFill/>
                  </a:ln>
                  <a:solidFill>
                    <a:srgbClr val="000000"/>
                  </a:solidFill>
                  <a:effectLst/>
                  <a:uLnTx/>
                  <a:uFillTx/>
                  <a:latin typeface="Arial"/>
                  <a:cs typeface="Arial"/>
                  <a:sym typeface="Arial"/>
                </a:rPr>
                <a:t>Dépendances informatiques</a:t>
              </a:r>
            </a:p>
          </p:txBody>
        </p:sp>
        <p:sp>
          <p:nvSpPr>
            <p:cNvPr id="25" name="ZoneTexte 24">
              <a:extLst>
                <a:ext uri="{FF2B5EF4-FFF2-40B4-BE49-F238E27FC236}">
                  <a16:creationId xmlns:a16="http://schemas.microsoft.com/office/drawing/2014/main" id="{C96BDAD5-22A5-C315-B923-7847EA68AF24}"/>
                </a:ext>
              </a:extLst>
            </p:cNvPr>
            <p:cNvSpPr txBox="1"/>
            <p:nvPr/>
          </p:nvSpPr>
          <p:spPr>
            <a:xfrm rot="16200000">
              <a:off x="2586805" y="5176762"/>
              <a:ext cx="1140420" cy="376082"/>
            </a:xfrm>
            <a:prstGeom prst="rect">
              <a:avLst/>
            </a:prstGeom>
            <a:noFill/>
          </p:spPr>
          <p:txBody>
            <a:bodyPr wrap="square" lIns="0"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800" b="1" i="0" u="none" strike="noStrike" kern="0" cap="none" spc="53" normalizeH="0" baseline="0" noProof="0">
                  <a:ln>
                    <a:noFill/>
                  </a:ln>
                  <a:solidFill>
                    <a:srgbClr val="000000"/>
                  </a:solidFill>
                  <a:effectLst/>
                  <a:uLnTx/>
                  <a:uFillTx/>
                  <a:latin typeface="Arial"/>
                  <a:cs typeface="Arial"/>
                  <a:sym typeface="Arial"/>
                </a:rPr>
                <a:t>Contrôles généraux informatiques</a:t>
              </a:r>
            </a:p>
          </p:txBody>
        </p:sp>
        <p:sp>
          <p:nvSpPr>
            <p:cNvPr id="26" name="Flèche : bas 25">
              <a:extLst>
                <a:ext uri="{FF2B5EF4-FFF2-40B4-BE49-F238E27FC236}">
                  <a16:creationId xmlns:a16="http://schemas.microsoft.com/office/drawing/2014/main" id="{D050656A-FC68-E2DD-FCF1-A489BE7607F4}"/>
                </a:ext>
              </a:extLst>
            </p:cNvPr>
            <p:cNvSpPr/>
            <p:nvPr/>
          </p:nvSpPr>
          <p:spPr>
            <a:xfrm rot="10800000">
              <a:off x="6040379" y="5937511"/>
              <a:ext cx="180000" cy="72000"/>
            </a:xfrm>
            <a:prstGeom prst="down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700" b="0" i="0" u="none" strike="noStrike" kern="0" cap="none" spc="0" normalizeH="0" baseline="0" noProof="0">
                <a:ln>
                  <a:noFill/>
                </a:ln>
                <a:solidFill>
                  <a:srgbClr val="7D7D7D">
                    <a:lumMod val="10000"/>
                  </a:srgbClr>
                </a:solidFill>
                <a:effectLst/>
                <a:uLnTx/>
                <a:uFillTx/>
                <a:latin typeface="Arial"/>
                <a:ea typeface="+mn-ea"/>
                <a:cs typeface="+mn-cs"/>
                <a:sym typeface="Arial"/>
              </a:endParaRPr>
            </a:p>
          </p:txBody>
        </p:sp>
        <p:sp>
          <p:nvSpPr>
            <p:cNvPr id="27" name="Rectangle 26">
              <a:extLst>
                <a:ext uri="{FF2B5EF4-FFF2-40B4-BE49-F238E27FC236}">
                  <a16:creationId xmlns:a16="http://schemas.microsoft.com/office/drawing/2014/main" id="{918706B1-66A3-1876-E81D-103649328B0C}"/>
                </a:ext>
              </a:extLst>
            </p:cNvPr>
            <p:cNvSpPr/>
            <p:nvPr/>
          </p:nvSpPr>
          <p:spPr>
            <a:xfrm>
              <a:off x="3438016" y="4496431"/>
              <a:ext cx="5400000" cy="18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0" u="none" strike="noStrike" kern="0" cap="none" spc="0" normalizeH="0" baseline="0" noProof="0">
                  <a:ln>
                    <a:noFill/>
                  </a:ln>
                  <a:solidFill>
                    <a:srgbClr val="FFFFFF"/>
                  </a:solidFill>
                  <a:effectLst/>
                  <a:uLnTx/>
                  <a:uFillTx/>
                  <a:latin typeface="Arial"/>
                  <a:ea typeface="+mn-ea"/>
                  <a:cs typeface="+mn-cs"/>
                  <a:sym typeface="Arial"/>
                </a:rPr>
                <a:t>Risques liés aux dépendances informatiques</a:t>
              </a:r>
            </a:p>
          </p:txBody>
        </p:sp>
        <p:sp>
          <p:nvSpPr>
            <p:cNvPr id="28" name="Flèche : double flèche verticale 27">
              <a:extLst>
                <a:ext uri="{FF2B5EF4-FFF2-40B4-BE49-F238E27FC236}">
                  <a16:creationId xmlns:a16="http://schemas.microsoft.com/office/drawing/2014/main" id="{8F80FDE9-75A6-5E36-2FFF-8A0DF472A4FC}"/>
                </a:ext>
              </a:extLst>
            </p:cNvPr>
            <p:cNvSpPr/>
            <p:nvPr/>
          </p:nvSpPr>
          <p:spPr>
            <a:xfrm>
              <a:off x="7996378" y="3941200"/>
              <a:ext cx="128526" cy="108000"/>
            </a:xfrm>
            <a:prstGeom prst="upDown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700" b="0" i="0" u="none" strike="noStrike" kern="0" cap="none" spc="0" normalizeH="0" baseline="0" noProof="0">
                <a:ln>
                  <a:noFill/>
                </a:ln>
                <a:solidFill>
                  <a:srgbClr val="7D7D7D">
                    <a:lumMod val="10000"/>
                  </a:srgbClr>
                </a:solidFill>
                <a:effectLst/>
                <a:uLnTx/>
                <a:uFillTx/>
                <a:latin typeface="Arial"/>
                <a:ea typeface="+mn-ea"/>
                <a:cs typeface="+mn-cs"/>
                <a:sym typeface="Arial"/>
              </a:endParaRPr>
            </a:p>
          </p:txBody>
        </p:sp>
        <p:sp>
          <p:nvSpPr>
            <p:cNvPr id="29" name="Flèche : double flèche verticale 28">
              <a:extLst>
                <a:ext uri="{FF2B5EF4-FFF2-40B4-BE49-F238E27FC236}">
                  <a16:creationId xmlns:a16="http://schemas.microsoft.com/office/drawing/2014/main" id="{4DD269CD-5BFD-2D3B-F516-F1F6EEA108C3}"/>
                </a:ext>
              </a:extLst>
            </p:cNvPr>
            <p:cNvSpPr/>
            <p:nvPr/>
          </p:nvSpPr>
          <p:spPr>
            <a:xfrm>
              <a:off x="6191303" y="3941200"/>
              <a:ext cx="128526" cy="108000"/>
            </a:xfrm>
            <a:prstGeom prst="upDown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700" b="0" i="0" u="none" strike="noStrike" kern="0" cap="none" spc="0" normalizeH="0" baseline="0" noProof="0">
                <a:ln>
                  <a:noFill/>
                </a:ln>
                <a:solidFill>
                  <a:srgbClr val="7D7D7D">
                    <a:lumMod val="10000"/>
                  </a:srgbClr>
                </a:solidFill>
                <a:effectLst/>
                <a:uLnTx/>
                <a:uFillTx/>
                <a:latin typeface="Arial"/>
                <a:ea typeface="+mn-ea"/>
                <a:cs typeface="+mn-cs"/>
                <a:sym typeface="Arial"/>
              </a:endParaRPr>
            </a:p>
          </p:txBody>
        </p:sp>
      </p:grpSp>
      <p:grpSp>
        <p:nvGrpSpPr>
          <p:cNvPr id="35" name="Groupe 34">
            <a:extLst>
              <a:ext uri="{FF2B5EF4-FFF2-40B4-BE49-F238E27FC236}">
                <a16:creationId xmlns:a16="http://schemas.microsoft.com/office/drawing/2014/main" id="{212D17C2-41F4-4064-DD67-BECCFE67BC6E}"/>
              </a:ext>
            </a:extLst>
          </p:cNvPr>
          <p:cNvGrpSpPr/>
          <p:nvPr/>
        </p:nvGrpSpPr>
        <p:grpSpPr>
          <a:xfrm>
            <a:off x="8813802" y="6322995"/>
            <a:ext cx="3034900" cy="215444"/>
            <a:chOff x="8813802" y="6322995"/>
            <a:chExt cx="3034900" cy="215444"/>
          </a:xfrm>
        </p:grpSpPr>
        <p:sp>
          <p:nvSpPr>
            <p:cNvPr id="31" name="Rectangle 30">
              <a:extLst>
                <a:ext uri="{FF2B5EF4-FFF2-40B4-BE49-F238E27FC236}">
                  <a16:creationId xmlns:a16="http://schemas.microsoft.com/office/drawing/2014/main" id="{0A4E2056-22A3-3E3E-ACD6-FB8EC203EDCD}"/>
                </a:ext>
              </a:extLst>
            </p:cNvPr>
            <p:cNvSpPr/>
            <p:nvPr/>
          </p:nvSpPr>
          <p:spPr>
            <a:xfrm>
              <a:off x="10480580" y="6358717"/>
              <a:ext cx="144000" cy="144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2" name="ZoneTexte 31">
              <a:extLst>
                <a:ext uri="{FF2B5EF4-FFF2-40B4-BE49-F238E27FC236}">
                  <a16:creationId xmlns:a16="http://schemas.microsoft.com/office/drawing/2014/main" id="{FB9D7FF7-6E3E-FEA5-26CC-A9C2C35E8F40}"/>
                </a:ext>
              </a:extLst>
            </p:cNvPr>
            <p:cNvSpPr txBox="1"/>
            <p:nvPr/>
          </p:nvSpPr>
          <p:spPr>
            <a:xfrm>
              <a:off x="10568542" y="6322995"/>
              <a:ext cx="1280160"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800" b="0" i="0" u="none" strike="noStrike" kern="0" cap="none" spc="0" normalizeH="0" baseline="0" noProof="0">
                  <a:ln>
                    <a:noFill/>
                  </a:ln>
                  <a:solidFill>
                    <a:srgbClr val="000000"/>
                  </a:solidFill>
                  <a:effectLst/>
                  <a:uLnTx/>
                  <a:uFillTx/>
                  <a:latin typeface="Arial"/>
                  <a:cs typeface="Arial"/>
                  <a:sym typeface="Arial"/>
                </a:rPr>
                <a:t>= Périmètre de l’audit IT</a:t>
              </a:r>
            </a:p>
          </p:txBody>
        </p:sp>
        <p:sp>
          <p:nvSpPr>
            <p:cNvPr id="33" name="Rectangle 32">
              <a:extLst>
                <a:ext uri="{FF2B5EF4-FFF2-40B4-BE49-F238E27FC236}">
                  <a16:creationId xmlns:a16="http://schemas.microsoft.com/office/drawing/2014/main" id="{0354E377-89C0-6B45-0EA1-001C5E635C2B}"/>
                </a:ext>
              </a:extLst>
            </p:cNvPr>
            <p:cNvSpPr/>
            <p:nvPr/>
          </p:nvSpPr>
          <p:spPr>
            <a:xfrm>
              <a:off x="8813802" y="6358717"/>
              <a:ext cx="144000" cy="144000"/>
            </a:xfrm>
            <a:prstGeom prst="rect">
              <a:avLst/>
            </a:prstGeom>
            <a:solidFill>
              <a:srgbClr val="FC520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4" name="ZoneTexte 33">
              <a:extLst>
                <a:ext uri="{FF2B5EF4-FFF2-40B4-BE49-F238E27FC236}">
                  <a16:creationId xmlns:a16="http://schemas.microsoft.com/office/drawing/2014/main" id="{F58B7180-40CD-C4C6-C655-DEAD73B2CAE5}"/>
                </a:ext>
              </a:extLst>
            </p:cNvPr>
            <p:cNvSpPr txBox="1"/>
            <p:nvPr/>
          </p:nvSpPr>
          <p:spPr>
            <a:xfrm>
              <a:off x="8901763" y="6322995"/>
              <a:ext cx="157881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800" b="0" i="0" u="none" strike="noStrike" kern="0" cap="none" spc="0" normalizeH="0" baseline="0" noProof="0">
                  <a:ln>
                    <a:noFill/>
                  </a:ln>
                  <a:solidFill>
                    <a:srgbClr val="000000"/>
                  </a:solidFill>
                  <a:effectLst/>
                  <a:uLnTx/>
                  <a:uFillTx/>
                  <a:latin typeface="Arial"/>
                  <a:cs typeface="Arial"/>
                  <a:sym typeface="Arial"/>
                </a:rPr>
                <a:t>= Périmètre de l’audit financier</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6C472-DC11-FE47-22CF-ECB38091D725}"/>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2DA62B91-A499-CD2F-E267-2EE40F473946}"/>
              </a:ext>
            </a:extLst>
          </p:cNvPr>
          <p:cNvSpPr>
            <a:spLocks noGrp="1"/>
          </p:cNvSpPr>
          <p:nvPr>
            <p:ph type="title"/>
          </p:nvPr>
        </p:nvSpPr>
        <p:spPr>
          <a:xfrm>
            <a:off x="397772" y="3459958"/>
            <a:ext cx="5645841" cy="2593275"/>
          </a:xfrm>
        </p:spPr>
        <p:txBody>
          <a:bodyPr/>
          <a:lstStyle/>
          <a:p>
            <a:r>
              <a:rPr lang="fr"/>
              <a:t>Synthèse générale</a:t>
            </a:r>
            <a:endParaRPr lang="fr-FR"/>
          </a:p>
        </p:txBody>
      </p:sp>
      <p:sp>
        <p:nvSpPr>
          <p:cNvPr id="13" name="Text Placeholder 12">
            <a:extLst>
              <a:ext uri="{FF2B5EF4-FFF2-40B4-BE49-F238E27FC236}">
                <a16:creationId xmlns:a16="http://schemas.microsoft.com/office/drawing/2014/main" id="{FCEDD0DF-4857-61F1-023C-3BBD6C89C5CA}"/>
              </a:ext>
            </a:extLst>
          </p:cNvPr>
          <p:cNvSpPr>
            <a:spLocks noGrp="1"/>
          </p:cNvSpPr>
          <p:nvPr>
            <p:ph type="body" idx="1"/>
          </p:nvPr>
        </p:nvSpPr>
        <p:spPr>
          <a:xfrm>
            <a:off x="8193823" y="572408"/>
            <a:ext cx="3462095" cy="4308872"/>
          </a:xfrm>
        </p:spPr>
        <p:txBody>
          <a:bodyPr/>
          <a:lstStyle/>
          <a:p>
            <a:r>
              <a:rPr lang="en-GB" noProof="0"/>
              <a:t>2</a:t>
            </a:r>
          </a:p>
        </p:txBody>
      </p:sp>
      <p:sp>
        <p:nvSpPr>
          <p:cNvPr id="3" name="Slide Number Placeholder 2">
            <a:extLst>
              <a:ext uri="{FF2B5EF4-FFF2-40B4-BE49-F238E27FC236}">
                <a16:creationId xmlns:a16="http://schemas.microsoft.com/office/drawing/2014/main" id="{44E4FB78-FD33-765A-4DA7-E9FC3FB22EC8}"/>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5</a:t>
            </a:fld>
            <a:endParaRPr lang="en-US"/>
          </a:p>
        </p:txBody>
      </p:sp>
      <p:sp>
        <p:nvSpPr>
          <p:cNvPr id="2" name="Footer Placeholder 1">
            <a:extLst>
              <a:ext uri="{FF2B5EF4-FFF2-40B4-BE49-F238E27FC236}">
                <a16:creationId xmlns:a16="http://schemas.microsoft.com/office/drawing/2014/main" id="{D7D62474-8568-CF44-628C-C3FCD256550B}"/>
              </a:ext>
            </a:extLst>
          </p:cNvPr>
          <p:cNvSpPr>
            <a:spLocks noGrp="1"/>
          </p:cNvSpPr>
          <p:nvPr>
            <p:ph type="ftr" sz="quarter" idx="3"/>
          </p:nvPr>
        </p:nvSpPr>
        <p:spPr>
          <a:xfrm>
            <a:off x="1066800" y="6497441"/>
            <a:ext cx="8814816" cy="161583"/>
          </a:xfrm>
        </p:spPr>
        <p:txBody>
          <a:bodyPr/>
          <a:lstStyle/>
          <a:p>
            <a:r>
              <a:rPr lang="fr-FR" dirty="0"/>
              <a:t>Groupe </a:t>
            </a:r>
            <a:r>
              <a:rPr lang="fr-FR" dirty="0" err="1"/>
              <a:t>PAREF</a:t>
            </a:r>
            <a:r>
              <a:rPr lang="fr-FR" dirty="0"/>
              <a:t> |   Rapport de l'audit IT au titre de l'exercice 2025</a:t>
            </a:r>
            <a:endParaRPr lang="en-US" dirty="0"/>
          </a:p>
        </p:txBody>
      </p:sp>
    </p:spTree>
    <p:extLst>
      <p:ext uri="{BB962C8B-B14F-4D97-AF65-F5344CB8AC3E}">
        <p14:creationId xmlns:p14="http://schemas.microsoft.com/office/powerpoint/2010/main" val="497743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5" name="Google Shape;478;p3">
            <a:extLst>
              <a:ext uri="{FF2B5EF4-FFF2-40B4-BE49-F238E27FC236}">
                <a16:creationId xmlns:a16="http://schemas.microsoft.com/office/drawing/2014/main" id="{4651EAEE-631F-DB35-C5EE-AA90083423EF}"/>
              </a:ext>
            </a:extLst>
          </p:cNvPr>
          <p:cNvSpPr txBox="1">
            <a:spLocks noGrp="1"/>
          </p:cNvSpPr>
          <p:nvPr>
            <p:ph type="title"/>
          </p:nvPr>
        </p:nvSpPr>
        <p:spPr>
          <a:xfrm>
            <a:off x="561705" y="431080"/>
            <a:ext cx="8229600" cy="413657"/>
          </a:xfrm>
          <a:prstGeom prst="rect">
            <a:avLst/>
          </a:prstGeom>
          <a:noFill/>
          <a:ln>
            <a:noFill/>
          </a:ln>
        </p:spPr>
        <p:txBody>
          <a:bodyPr spcFirstLastPara="1" wrap="square" lIns="0" tIns="0" rIns="0" bIns="0" anchor="t" anchorCtr="0">
            <a:normAutofit/>
          </a:bodyPr>
          <a:lstStyle/>
          <a:p>
            <a:r>
              <a:rPr lang="fr" sz="2000" b="1" dirty="0">
                <a:latin typeface="Georgia" panose="02040502050405020303" pitchFamily="18" charset="0"/>
              </a:rPr>
              <a:t>Synthèse générale</a:t>
            </a:r>
            <a:endParaRPr sz="2000" b="1" dirty="0">
              <a:latin typeface="Georgia" panose="02040502050405020303" pitchFamily="18" charset="0"/>
            </a:endParaRPr>
          </a:p>
        </p:txBody>
      </p:sp>
      <p:sp>
        <p:nvSpPr>
          <p:cNvPr id="6" name="Google Shape;479;p3">
            <a:extLst>
              <a:ext uri="{FF2B5EF4-FFF2-40B4-BE49-F238E27FC236}">
                <a16:creationId xmlns:a16="http://schemas.microsoft.com/office/drawing/2014/main" id="{0929EE50-40DA-FF0A-BE96-7258F14FEE0D}"/>
              </a:ext>
            </a:extLst>
          </p:cNvPr>
          <p:cNvSpPr txBox="1">
            <a:spLocks noGrp="1"/>
          </p:cNvSpPr>
          <p:nvPr>
            <p:ph type="body" idx="1"/>
          </p:nvPr>
        </p:nvSpPr>
        <p:spPr>
          <a:xfrm>
            <a:off x="561705" y="971627"/>
            <a:ext cx="10898776" cy="4453135"/>
          </a:xfrm>
          <a:prstGeom prst="rect">
            <a:avLst/>
          </a:prstGeom>
          <a:noFill/>
          <a:ln>
            <a:noFill/>
          </a:ln>
        </p:spPr>
        <p:txBody>
          <a:bodyPr spcFirstLastPara="1" wrap="square" lIns="0" tIns="0" rIns="0" bIns="0" anchor="t" anchorCtr="0">
            <a:noAutofit/>
          </a:bodyPr>
          <a:lstStyle/>
          <a:p>
            <a:pPr marL="9525" lvl="1" indent="-9525" algn="just">
              <a:spcBef>
                <a:spcPts val="0"/>
              </a:spcBef>
              <a:spcAft>
                <a:spcPts val="600"/>
              </a:spcAft>
              <a:buClr>
                <a:srgbClr val="7F7F7F"/>
              </a:buClr>
              <a:buSzPts val="900"/>
            </a:pPr>
            <a:r>
              <a:rPr lang="fr-FR" sz="1100" dirty="0">
                <a:latin typeface="+mj-lt"/>
              </a:rPr>
              <a:t>L’audit informatique 2025 confirme la stabilité de l’environnement du groupe PAREF, avec des procédures clés formalisées et des contrôles en place sur les principaux processus, ce qui traduit un niveau de maîtrise </a:t>
            </a:r>
            <a:r>
              <a:rPr lang="fr-FR" sz="1100" b="1" dirty="0">
                <a:latin typeface="+mj-lt"/>
              </a:rPr>
              <a:t>globalement satisfaisant</a:t>
            </a:r>
            <a:r>
              <a:rPr lang="fr-FR" sz="1100" dirty="0">
                <a:latin typeface="+mj-lt"/>
              </a:rPr>
              <a:t>. Le cadre de contrôle a été renforcé en 2025 par la formalisation d’une procédure de gestion des incidents.</a:t>
            </a:r>
          </a:p>
          <a:p>
            <a:pPr marL="9525" lvl="1" indent="-9525" algn="just">
              <a:spcBef>
                <a:spcPts val="0"/>
              </a:spcBef>
              <a:spcAft>
                <a:spcPts val="600"/>
              </a:spcAft>
              <a:buClr>
                <a:srgbClr val="7F7F7F"/>
              </a:buClr>
              <a:buSzPts val="900"/>
            </a:pPr>
            <a:r>
              <a:rPr lang="fr-FR" sz="1100" b="0" dirty="0">
                <a:solidFill>
                  <a:schemeClr val="dk1"/>
                </a:solidFill>
              </a:rPr>
              <a:t>Cependant, deux domaines nécessitent un renforcement pour consolider le dispositif de contrôle interne informatique </a:t>
            </a:r>
            <a:r>
              <a:rPr lang="fr-FR" sz="1100" b="0" dirty="0">
                <a:solidFill>
                  <a:schemeClr val="tx1"/>
                </a:solidFill>
                <a:latin typeface="+mj-lt"/>
              </a:rPr>
              <a:t> :</a:t>
            </a:r>
          </a:p>
          <a:p>
            <a:pPr marL="9525" indent="-9525" algn="just">
              <a:spcAft>
                <a:spcPts val="600"/>
              </a:spcAft>
            </a:pPr>
            <a:endParaRPr lang="fr-FR" sz="1100" b="0" dirty="0">
              <a:solidFill>
                <a:schemeClr val="tx1"/>
              </a:solidFill>
              <a:latin typeface="+mj-lt"/>
            </a:endParaRPr>
          </a:p>
          <a:p>
            <a:pPr marL="9525" indent="-9525" algn="just">
              <a:spcAft>
                <a:spcPts val="600"/>
              </a:spcAft>
            </a:pPr>
            <a:r>
              <a:rPr lang="fr-FR" sz="1100" i="1" dirty="0">
                <a:solidFill>
                  <a:srgbClr val="FC5207"/>
                </a:solidFill>
                <a:latin typeface="+mj-lt"/>
              </a:rPr>
              <a:t>Gestion des accès aux données et aux programmes</a:t>
            </a:r>
          </a:p>
          <a:p>
            <a:pPr marL="171450" indent="-171450" algn="just">
              <a:spcAft>
                <a:spcPts val="600"/>
              </a:spcAft>
              <a:buClr>
                <a:schemeClr val="tx1"/>
              </a:buClr>
              <a:buSzPct val="100000"/>
              <a:buFont typeface="Wingdings" panose="05000000000000000000" pitchFamily="2" charset="2"/>
              <a:buChar char="§"/>
            </a:pPr>
            <a:r>
              <a:rPr lang="fr-FR" sz="1100" b="0" dirty="0">
                <a:solidFill>
                  <a:schemeClr val="tx1"/>
                </a:solidFill>
                <a:latin typeface="+mj-lt"/>
              </a:rPr>
              <a:t>Notre revue des accès a révélé, comme les années précédentes, sur le périmètre des applications auditées, l’existence de comptes génériques d’administration (hors comptes techniques), dont il conviendrait de limiter et/ou de superviser périodiquement l’activité. </a:t>
            </a:r>
          </a:p>
          <a:p>
            <a:pPr marL="171450" indent="-171450" algn="just">
              <a:spcAft>
                <a:spcPts val="600"/>
              </a:spcAft>
              <a:buClr>
                <a:schemeClr val="tx1"/>
              </a:buClr>
              <a:buSzPct val="100000"/>
              <a:buFont typeface="Wingdings" panose="05000000000000000000" pitchFamily="2" charset="2"/>
              <a:buChar char="§"/>
            </a:pPr>
            <a:r>
              <a:rPr lang="fr-FR" sz="1100" b="0" dirty="0">
                <a:solidFill>
                  <a:schemeClr val="tx1"/>
                </a:solidFill>
              </a:rPr>
              <a:t>Une campagne de </a:t>
            </a:r>
            <a:r>
              <a:rPr lang="fr-FR" sz="1100" b="0" dirty="0" err="1">
                <a:solidFill>
                  <a:schemeClr val="tx1"/>
                </a:solidFill>
              </a:rPr>
              <a:t>recertification</a:t>
            </a:r>
            <a:r>
              <a:rPr lang="fr-FR" sz="1100" b="0" dirty="0">
                <a:solidFill>
                  <a:schemeClr val="tx1"/>
                </a:solidFill>
              </a:rPr>
              <a:t> des droits d’accès aux applications a été réalisée en novembre 2025, montrant un niveau de conformité des accès satisfaisant. Toutefois, pour l’application Altaïx, cette campagne ne couvrait pas l’exhaustivité des comptes actifs en environnement de production ainsi que des profils dont ils disposent (3 comptes au total). </a:t>
            </a:r>
          </a:p>
          <a:p>
            <a:pPr marL="171450" indent="-171450" algn="just">
              <a:spcAft>
                <a:spcPts val="600"/>
              </a:spcAft>
              <a:buClr>
                <a:schemeClr val="tx1"/>
              </a:buClr>
              <a:buSzPct val="100000"/>
              <a:buFont typeface="Wingdings" panose="05000000000000000000" pitchFamily="2" charset="2"/>
              <a:buChar char="§"/>
            </a:pPr>
            <a:r>
              <a:rPr lang="fr-FR" sz="1100" b="0" dirty="0">
                <a:solidFill>
                  <a:schemeClr val="tx1"/>
                </a:solidFill>
                <a:latin typeface="+mj-lt"/>
              </a:rPr>
              <a:t>Nous notons que la configuration de mots de passe d’accès à l’application </a:t>
            </a:r>
            <a:r>
              <a:rPr lang="fr-FR" sz="1100" b="0" dirty="0" err="1">
                <a:solidFill>
                  <a:schemeClr val="tx1"/>
                </a:solidFill>
                <a:latin typeface="+mj-lt"/>
              </a:rPr>
              <a:t>Altaix</a:t>
            </a:r>
            <a:r>
              <a:rPr lang="fr-FR" sz="1100" b="0" dirty="0">
                <a:solidFill>
                  <a:schemeClr val="tx1"/>
                </a:solidFill>
                <a:latin typeface="+mj-lt"/>
              </a:rPr>
              <a:t> reste perfectible, notamment sur l’absence de mécanisme limitant le nombre de tentatives de connexions infructueuses avant le blocage du compte. Par ailleurs, notre revue a mis en évidence l’existence d’un compte générique disposant de droits étendus sur l’application Sage 1000, et dont le mot de passe n’est pas conforme aux bonnes pratiques.</a:t>
            </a:r>
          </a:p>
          <a:p>
            <a:pPr marL="0" indent="0" algn="just">
              <a:spcAft>
                <a:spcPts val="600"/>
              </a:spcAft>
              <a:buClr>
                <a:schemeClr val="tx1"/>
              </a:buClr>
              <a:buSzPct val="100000"/>
            </a:pPr>
            <a:endParaRPr lang="fr-FR" sz="1100" b="0" dirty="0">
              <a:solidFill>
                <a:schemeClr val="tx1"/>
              </a:solidFill>
              <a:latin typeface="+mj-lt"/>
            </a:endParaRPr>
          </a:p>
          <a:p>
            <a:pPr marL="9525" indent="-9525" algn="just">
              <a:spcAft>
                <a:spcPts val="600"/>
              </a:spcAft>
            </a:pPr>
            <a:r>
              <a:rPr lang="fr-FR" sz="1100" i="1" dirty="0">
                <a:solidFill>
                  <a:srgbClr val="FC5207"/>
                </a:solidFill>
                <a:latin typeface="+mj-lt"/>
              </a:rPr>
              <a:t>Supervision des prestations de service informatique externalisées </a:t>
            </a:r>
          </a:p>
          <a:p>
            <a:pPr marL="171450" indent="-171450" algn="just">
              <a:spcAft>
                <a:spcPts val="600"/>
              </a:spcAft>
              <a:buClr>
                <a:schemeClr val="tx1"/>
              </a:buClr>
              <a:buSzPct val="100000"/>
              <a:buFont typeface="Wingdings" panose="05000000000000000000" pitchFamily="2" charset="2"/>
              <a:buChar char="§"/>
            </a:pPr>
            <a:r>
              <a:rPr lang="fr-FR" sz="1100" b="0" dirty="0">
                <a:solidFill>
                  <a:schemeClr val="tx1"/>
                </a:solidFill>
                <a:latin typeface="+mj-lt"/>
              </a:rPr>
              <a:t>Notre revue du dispositif de supervision des prestations externalisées en 2025 chez </a:t>
            </a:r>
            <a:r>
              <a:rPr lang="fr-FR" sz="1100" b="0" dirty="0" err="1">
                <a:solidFill>
                  <a:schemeClr val="tx1"/>
                </a:solidFill>
                <a:latin typeface="+mj-lt"/>
              </a:rPr>
              <a:t>PAREF</a:t>
            </a:r>
            <a:r>
              <a:rPr lang="fr-FR" sz="1100" b="0" dirty="0">
                <a:solidFill>
                  <a:schemeClr val="tx1"/>
                </a:solidFill>
                <a:latin typeface="+mj-lt"/>
              </a:rPr>
              <a:t> a relevé l’absence de rapport </a:t>
            </a:r>
            <a:r>
              <a:rPr lang="fr-FR" sz="1100" b="0" dirty="0" err="1">
                <a:solidFill>
                  <a:schemeClr val="tx1"/>
                </a:solidFill>
                <a:latin typeface="+mj-lt"/>
              </a:rPr>
              <a:t>ISAE</a:t>
            </a:r>
            <a:r>
              <a:rPr lang="fr-FR" sz="1100" b="0" dirty="0">
                <a:solidFill>
                  <a:schemeClr val="tx1"/>
                </a:solidFill>
                <a:latin typeface="+mj-lt"/>
              </a:rPr>
              <a:t> 3402 Type 2 pour le prestataire </a:t>
            </a:r>
            <a:r>
              <a:rPr lang="fr-FR" sz="1100" b="0" dirty="0" err="1">
                <a:solidFill>
                  <a:schemeClr val="tx1"/>
                </a:solidFill>
                <a:latin typeface="+mj-lt"/>
              </a:rPr>
              <a:t>Héliaq</a:t>
            </a:r>
            <a:r>
              <a:rPr lang="fr-FR" sz="1100" b="0" dirty="0">
                <a:solidFill>
                  <a:schemeClr val="tx1"/>
                </a:solidFill>
                <a:latin typeface="+mj-lt"/>
              </a:rPr>
              <a:t> Solutions (anciennement </a:t>
            </a:r>
            <a:r>
              <a:rPr lang="fr-FR" sz="1100" b="0" dirty="0" err="1">
                <a:solidFill>
                  <a:schemeClr val="tx1"/>
                </a:solidFill>
                <a:latin typeface="+mj-lt"/>
              </a:rPr>
              <a:t>Upinfo</a:t>
            </a:r>
            <a:r>
              <a:rPr lang="fr-FR" sz="1100" b="0" dirty="0">
                <a:solidFill>
                  <a:schemeClr val="tx1"/>
                </a:solidFill>
                <a:latin typeface="+mj-lt"/>
              </a:rPr>
              <a:t>), auprès duquel les applications Sage 1000 et </a:t>
            </a:r>
            <a:r>
              <a:rPr lang="fr-FR" sz="1100" b="0" dirty="0" err="1">
                <a:solidFill>
                  <a:schemeClr val="tx1"/>
                </a:solidFill>
                <a:latin typeface="+mj-lt"/>
              </a:rPr>
              <a:t>Unicia</a:t>
            </a:r>
            <a:r>
              <a:rPr lang="fr-FR" sz="1100" b="0" dirty="0">
                <a:solidFill>
                  <a:schemeClr val="tx1"/>
                </a:solidFill>
                <a:latin typeface="+mj-lt"/>
              </a:rPr>
              <a:t> sont hébergées, maintenues et exploitées. De plus, nous n’avons pas noté la présence de contrôles de second niveau réalisés par le groupe </a:t>
            </a:r>
            <a:r>
              <a:rPr lang="fr-FR" sz="1100" b="0" dirty="0" err="1">
                <a:solidFill>
                  <a:schemeClr val="tx1"/>
                </a:solidFill>
                <a:latin typeface="+mj-lt"/>
              </a:rPr>
              <a:t>PAREF</a:t>
            </a:r>
            <a:r>
              <a:rPr lang="fr-FR" sz="1100" b="0" dirty="0">
                <a:solidFill>
                  <a:schemeClr val="tx1"/>
                </a:solidFill>
                <a:latin typeface="+mj-lt"/>
              </a:rPr>
              <a:t> afin de mitiger les risques relatifs à l’ensemble des processus informatiques externalisés.</a:t>
            </a:r>
          </a:p>
          <a:p>
            <a:pPr marL="0" indent="0" algn="just">
              <a:spcAft>
                <a:spcPts val="600"/>
              </a:spcAft>
              <a:buClr>
                <a:schemeClr val="dk2"/>
              </a:buClr>
              <a:buSzPts val="900"/>
            </a:pPr>
            <a:br>
              <a:rPr lang="fr-FR" sz="1100" b="0" dirty="0">
                <a:solidFill>
                  <a:schemeClr val="tx1"/>
                </a:solidFill>
              </a:rPr>
            </a:br>
            <a:r>
              <a:rPr lang="fr-FR" sz="1100" b="0" dirty="0">
                <a:solidFill>
                  <a:schemeClr val="tx1"/>
                </a:solidFill>
              </a:rPr>
              <a:t>L’ensemble de ces points a fait l’objet de procédures additionnelles ou de contrôles compensatoires permettant de s’assurer que les risques pour notre audit étaient maîtrisés.</a:t>
            </a:r>
          </a:p>
          <a:p>
            <a:pPr marL="0" indent="0" algn="just">
              <a:spcAft>
                <a:spcPts val="600"/>
              </a:spcAft>
              <a:buClr>
                <a:schemeClr val="dk2"/>
              </a:buClr>
              <a:buSzPts val="900"/>
            </a:pPr>
            <a:r>
              <a:rPr lang="fr-FR" sz="1100" u="none" strike="noStrike" cap="none" dirty="0">
                <a:solidFill>
                  <a:schemeClr val="tx1"/>
                </a:solidFill>
              </a:rPr>
              <a:t>Enfin</a:t>
            </a:r>
            <a:r>
              <a:rPr lang="fr-FR" sz="1100" dirty="0">
                <a:solidFill>
                  <a:schemeClr val="tx1"/>
                </a:solidFill>
              </a:rPr>
              <a:t> nous avons relevé au cours de nos travaux un risque dit « d’homme clé » compte tenu du fait que la fonction informatique de l’ensemble du groupe repose sur une seule personne (responsable informatique) assurant toutes les dimensions liées au système d’information, lui-même, majoritairement externalisé.</a:t>
            </a:r>
            <a:endParaRPr lang="fr-FR" sz="1100" u="none" strike="noStrike" cap="none" dirty="0">
              <a:solidFill>
                <a:schemeClr val="tx1"/>
              </a:solidFill>
            </a:endParaRPr>
          </a:p>
          <a:p>
            <a:pPr marL="175895" indent="0" algn="just">
              <a:spcAft>
                <a:spcPts val="600"/>
              </a:spcAft>
              <a:buClr>
                <a:schemeClr val="dk1"/>
              </a:buClr>
              <a:buSzPts val="900"/>
            </a:pPr>
            <a:endParaRPr lang="fr-FR" sz="1100" b="0" dirty="0">
              <a:solidFill>
                <a:schemeClr val="tx1"/>
              </a:solidFill>
            </a:endParaRPr>
          </a:p>
          <a:p>
            <a:pPr marL="353695" indent="-177800" algn="just">
              <a:spcAft>
                <a:spcPts val="600"/>
              </a:spcAft>
              <a:buClr>
                <a:schemeClr val="dk1"/>
              </a:buClr>
              <a:buSzPts val="900"/>
              <a:buFont typeface="Arial" panose="020B0604020202020204" pitchFamily="34" charset="0"/>
              <a:buChar char="•"/>
            </a:pPr>
            <a:endParaRPr lang="fr-FR" sz="1100" b="0" dirty="0">
              <a:solidFill>
                <a:schemeClr val="dk1"/>
              </a:solidFill>
              <a:latin typeface="+mj-lt"/>
            </a:endParaRPr>
          </a:p>
          <a:p>
            <a:pPr marL="353695" indent="-177800" algn="just">
              <a:spcAft>
                <a:spcPts val="600"/>
              </a:spcAft>
              <a:buClr>
                <a:schemeClr val="dk1"/>
              </a:buClr>
              <a:buSzPts val="900"/>
              <a:buFont typeface="Arial" panose="020B0604020202020204" pitchFamily="34" charset="0"/>
              <a:buChar char="•"/>
            </a:pPr>
            <a:endParaRPr lang="fr-FR" sz="1100" b="0" i="0" u="none" strike="noStrike" cap="none" noProof="0" dirty="0">
              <a:solidFill>
                <a:schemeClr val="tx1"/>
              </a:solidFill>
              <a:latin typeface="Arial"/>
            </a:endParaRPr>
          </a:p>
        </p:txBody>
      </p:sp>
      <p:sp>
        <p:nvSpPr>
          <p:cNvPr id="8" name="Google Shape;477;p3">
            <a:extLst>
              <a:ext uri="{FF2B5EF4-FFF2-40B4-BE49-F238E27FC236}">
                <a16:creationId xmlns:a16="http://schemas.microsoft.com/office/drawing/2014/main" id="{FE27B9B1-DA18-23CF-714B-A92342EB8086}"/>
              </a:ext>
            </a:extLst>
          </p:cNvPr>
          <p:cNvSpPr txBox="1">
            <a:spLocks/>
          </p:cNvSpPr>
          <p:nvPr/>
        </p:nvSpPr>
        <p:spPr>
          <a:xfrm>
            <a:off x="10180321" y="6511290"/>
            <a:ext cx="1280160" cy="13716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000000"/>
              </a:buClr>
              <a:buSzPts val="700"/>
              <a:buFont typeface="Arial"/>
              <a:buNone/>
              <a:tabLst/>
              <a:defRPr/>
            </a:pPr>
            <a:fld id="{00000000-1234-1234-1234-123412341234}" type="slidenum">
              <a:rPr kumimoji="0" lang="fr" sz="700" b="0" i="0" u="none" strike="noStrike" kern="0" cap="none" spc="0" normalizeH="0" baseline="0" noProof="0" smtClean="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700"/>
                <a:buFont typeface="Arial"/>
                <a:buNone/>
                <a:tabLst/>
                <a:defRPr/>
              </a:pPr>
              <a:t>6</a:t>
            </a:fld>
            <a:endParaRPr kumimoji="0" lang="fr" sz="7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au 7">
            <a:extLst>
              <a:ext uri="{FF2B5EF4-FFF2-40B4-BE49-F238E27FC236}">
                <a16:creationId xmlns:a16="http://schemas.microsoft.com/office/drawing/2014/main" id="{420B27DE-84C5-4FE1-98E3-DEC4580A8FC9}"/>
              </a:ext>
            </a:extLst>
          </p:cNvPr>
          <p:cNvGraphicFramePr>
            <a:graphicFrameLocks noGrp="1"/>
          </p:cNvGraphicFramePr>
          <p:nvPr>
            <p:extLst>
              <p:ext uri="{D42A27DB-BD31-4B8C-83A1-F6EECF244321}">
                <p14:modId xmlns:p14="http://schemas.microsoft.com/office/powerpoint/2010/main" val="3929615822"/>
              </p:ext>
            </p:extLst>
          </p:nvPr>
        </p:nvGraphicFramePr>
        <p:xfrm>
          <a:off x="602704" y="887044"/>
          <a:ext cx="11284496" cy="5285160"/>
        </p:xfrm>
        <a:graphic>
          <a:graphicData uri="http://schemas.openxmlformats.org/drawingml/2006/table">
            <a:tbl>
              <a:tblPr firstRow="1" bandRow="1"/>
              <a:tblGrid>
                <a:gridCol w="1186833">
                  <a:extLst>
                    <a:ext uri="{9D8B030D-6E8A-4147-A177-3AD203B41FA5}">
                      <a16:colId xmlns:a16="http://schemas.microsoft.com/office/drawing/2014/main" val="2571681979"/>
                    </a:ext>
                  </a:extLst>
                </a:gridCol>
                <a:gridCol w="5954570">
                  <a:extLst>
                    <a:ext uri="{9D8B030D-6E8A-4147-A177-3AD203B41FA5}">
                      <a16:colId xmlns:a16="http://schemas.microsoft.com/office/drawing/2014/main" val="2133975068"/>
                    </a:ext>
                  </a:extLst>
                </a:gridCol>
                <a:gridCol w="1381031">
                  <a:extLst>
                    <a:ext uri="{9D8B030D-6E8A-4147-A177-3AD203B41FA5}">
                      <a16:colId xmlns:a16="http://schemas.microsoft.com/office/drawing/2014/main" val="2250850652"/>
                    </a:ext>
                  </a:extLst>
                </a:gridCol>
                <a:gridCol w="1381031">
                  <a:extLst>
                    <a:ext uri="{9D8B030D-6E8A-4147-A177-3AD203B41FA5}">
                      <a16:colId xmlns:a16="http://schemas.microsoft.com/office/drawing/2014/main" val="2788418442"/>
                    </a:ext>
                  </a:extLst>
                </a:gridCol>
                <a:gridCol w="1381031">
                  <a:extLst>
                    <a:ext uri="{9D8B030D-6E8A-4147-A177-3AD203B41FA5}">
                      <a16:colId xmlns:a16="http://schemas.microsoft.com/office/drawing/2014/main" val="3688199999"/>
                    </a:ext>
                  </a:extLst>
                </a:gridCol>
              </a:tblGrid>
              <a:tr h="208249">
                <a:tc gridSpan="2">
                  <a:txBody>
                    <a:bodyPr/>
                    <a:lstStyle/>
                    <a:p>
                      <a:pPr algn="ctr">
                        <a:buClr>
                          <a:schemeClr val="tx2"/>
                        </a:buClr>
                      </a:pPr>
                      <a:r>
                        <a:rPr lang="fr-FR" sz="900" b="1" kern="1200" dirty="0">
                          <a:solidFill>
                            <a:schemeClr val="bg1"/>
                          </a:solidFill>
                          <a:latin typeface="+mn-lt"/>
                          <a:ea typeface="+mn-ea"/>
                          <a:cs typeface="Calibri" panose="020F0502020204030204" pitchFamily="34" charset="0"/>
                        </a:rPr>
                        <a:t>Contrôles</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hMerge="1">
                  <a:txBody>
                    <a:bodyPr/>
                    <a:lstStyle/>
                    <a:p>
                      <a:endParaRPr lang="fr-FR"/>
                    </a:p>
                  </a:txBody>
                  <a:tcPr/>
                </a:tc>
                <a:tc>
                  <a:txBody>
                    <a:bodyPr/>
                    <a:lstStyle/>
                    <a:p>
                      <a:pPr marL="0" marR="0" lvl="0" indent="0" algn="ctr" defTabSz="685800" rtl="0" eaLnBrk="1" fontAlgn="auto" latinLnBrk="0" hangingPunct="1">
                        <a:lnSpc>
                          <a:spcPct val="100000"/>
                        </a:lnSpc>
                        <a:spcBef>
                          <a:spcPts val="0"/>
                        </a:spcBef>
                        <a:spcAft>
                          <a:spcPts val="0"/>
                        </a:spcAft>
                        <a:buClr>
                          <a:schemeClr val="tx2"/>
                        </a:buClr>
                        <a:buSzTx/>
                        <a:buFontTx/>
                        <a:buNone/>
                        <a:tabLst/>
                        <a:defRPr/>
                      </a:pPr>
                      <a:r>
                        <a:rPr lang="fr-FR" sz="900" b="1" kern="1200" noProof="0">
                          <a:solidFill>
                            <a:schemeClr val="bg1"/>
                          </a:solidFill>
                          <a:latin typeface="+mn-lt"/>
                          <a:ea typeface="+mn-ea"/>
                          <a:cs typeface="+mn-cs"/>
                        </a:rPr>
                        <a:t>Sage 1000</a:t>
                      </a:r>
                      <a:endParaRPr lang="fr-FR" sz="900" b="1" kern="1200">
                        <a:solidFill>
                          <a:schemeClr val="bg1"/>
                        </a:solidFill>
                        <a:latin typeface="+mn-lt"/>
                        <a:ea typeface="+mn-ea"/>
                        <a:cs typeface="Calibri" panose="020F0502020204030204" pitchFamily="34" charset="0"/>
                      </a:endParaRP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algn="ctr">
                        <a:buClr>
                          <a:schemeClr val="tx2"/>
                        </a:buClr>
                      </a:pPr>
                      <a:r>
                        <a:rPr lang="fr-FR" sz="900" b="1" kern="1200" noProof="0">
                          <a:solidFill>
                            <a:schemeClr val="bg1"/>
                          </a:solidFill>
                          <a:latin typeface="+mn-lt"/>
                          <a:ea typeface="+mn-ea"/>
                          <a:cs typeface="+mn-cs"/>
                        </a:rPr>
                        <a:t>Altaïx</a:t>
                      </a:r>
                      <a:endParaRPr lang="fr-FR" sz="900" b="1" kern="1200">
                        <a:solidFill>
                          <a:schemeClr val="bg1"/>
                        </a:solidFill>
                        <a:latin typeface="+mn-lt"/>
                        <a:ea typeface="+mn-ea"/>
                        <a:cs typeface="Calibri" panose="020F0502020204030204" pitchFamily="34" charset="0"/>
                      </a:endParaRP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algn="ctr"/>
                      <a:r>
                        <a:rPr lang="fr-FR" sz="900" b="1" kern="1200" noProof="0" err="1">
                          <a:solidFill>
                            <a:schemeClr val="bg1"/>
                          </a:solidFill>
                          <a:latin typeface="+mn-lt"/>
                          <a:ea typeface="+mn-ea"/>
                          <a:cs typeface="+mn-cs"/>
                        </a:rPr>
                        <a:t>Unicia</a:t>
                      </a:r>
                      <a:endParaRPr lang="fr-FR" sz="900">
                        <a:latin typeface="+mn-lt"/>
                      </a:endParaRP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extLst>
                  <a:ext uri="{0D108BD9-81ED-4DB2-BD59-A6C34878D82A}">
                    <a16:rowId xmlns:a16="http://schemas.microsoft.com/office/drawing/2014/main" val="3186601291"/>
                  </a:ext>
                </a:extLst>
              </a:tr>
              <a:tr h="252000">
                <a:tc gridSpan="5">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r>
                        <a:rPr kumimoji="0" lang="fr-FR" sz="900" b="1" i="0" u="none" strike="noStrike" kern="1200" cap="none" spc="0" normalizeH="0" baseline="0" noProof="0">
                          <a:ln>
                            <a:noFill/>
                          </a:ln>
                          <a:solidFill>
                            <a:srgbClr val="FFFFFF"/>
                          </a:solidFill>
                          <a:effectLst/>
                          <a:uLnTx/>
                          <a:uFillTx/>
                          <a:latin typeface="+mn-lt"/>
                          <a:ea typeface="+mn-ea"/>
                          <a:cs typeface="Calibri" panose="020F0502020204030204" pitchFamily="34" charset="0"/>
                        </a:rPr>
                        <a:t>Gestion des accès aux données et aux programmes </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lnL w="6350" cap="flat" cmpd="sng" algn="ctr">
                      <a:solidFill>
                        <a:schemeClr val="bg1">
                          <a:lumMod val="75000"/>
                        </a:schemeClr>
                      </a:solidFill>
                      <a:prstDash val="solid"/>
                      <a:round/>
                      <a:headEnd type="none" w="med" len="med"/>
                      <a:tailEnd type="none" w="med" len="med"/>
                    </a:lnL>
                    <a:lnT w="28575" cap="flat" cmpd="sng" algn="ctr">
                      <a:solidFill>
                        <a:schemeClr val="bg1"/>
                      </a:solidFill>
                      <a:prstDash val="solid"/>
                      <a:round/>
                      <a:headEnd type="none" w="med" len="med"/>
                      <a:tailEnd type="none" w="med" len="med"/>
                    </a:lnT>
                  </a:tcPr>
                </a:tc>
                <a:tc hMerge="1">
                  <a:txBody>
                    <a:bodyPr/>
                    <a:lstStyle/>
                    <a:p>
                      <a:pPr marL="0" marR="0" lvl="0" indent="0" algn="l" defTabSz="914400" rtl="0" eaLnBrk="1" fontAlgn="auto" latinLnBrk="0" hangingPunct="1">
                        <a:lnSpc>
                          <a:spcPct val="100000"/>
                        </a:lnSpc>
                        <a:spcBef>
                          <a:spcPts val="0"/>
                        </a:spcBef>
                        <a:spcAft>
                          <a:spcPts val="0"/>
                        </a:spcAft>
                        <a:buClr>
                          <a:srgbClr val="0070CD"/>
                        </a:buClr>
                        <a:buSzTx/>
                        <a:buFontTx/>
                        <a:buNone/>
                        <a:tabLst/>
                        <a:defRPr/>
                      </a:pPr>
                      <a:endParaRPr kumimoji="0" lang="fr-FR" sz="11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TlToBr w="12700" cmpd="sng">
                      <a:noFill/>
                      <a:prstDash val="solid"/>
                    </a:lnTlToBr>
                    <a:lnBlToTr w="12700" cmpd="sng">
                      <a:noFill/>
                      <a:prstDash val="solid"/>
                    </a:lnBlToTr>
                    <a:solidFill>
                      <a:srgbClr val="00ACA8"/>
                    </a:solidFill>
                  </a:tcPr>
                </a:tc>
                <a:extLst>
                  <a:ext uri="{0D108BD9-81ED-4DB2-BD59-A6C34878D82A}">
                    <a16:rowId xmlns:a16="http://schemas.microsoft.com/office/drawing/2014/main" val="1732199141"/>
                  </a:ext>
                </a:extLst>
              </a:tr>
              <a:tr h="432000">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1" i="0" u="none" strike="noStrike" kern="1200" cap="none" normalizeH="0" baseline="0" noProof="0">
                          <a:ln>
                            <a:noFill/>
                          </a:ln>
                          <a:solidFill>
                            <a:schemeClr val="tx1"/>
                          </a:solidFill>
                          <a:effectLst/>
                          <a:latin typeface="+mn-lt"/>
                          <a:ea typeface="+mn-ea"/>
                          <a:cs typeface="Calibri" panose="020F0502020204030204" pitchFamily="34" charset="0"/>
                        </a:rPr>
                        <a:t>APD-01 </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lnSpc>
                          <a:spcPct val="115000"/>
                        </a:lnSpc>
                        <a:spcAft>
                          <a:spcPts val="0"/>
                        </a:spcAft>
                      </a:pPr>
                      <a:r>
                        <a:rPr lang="fr-FR" sz="900">
                          <a:solidFill>
                            <a:schemeClr val="tx1"/>
                          </a:solidFill>
                          <a:effectLst/>
                          <a:latin typeface="+mn-lt"/>
                          <a:ea typeface="Times New Roman" panose="02020603050405020304" pitchFamily="18" charset="0"/>
                        </a:rPr>
                        <a:t>Les demandes d’accès aux applications du système d’information sont autorisées et validées par le supérieur hiérarchique de l’utilisateur.</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0" i="0" u="none" strike="noStrike" kern="1200" cap="none" spc="0" normalizeH="0" baseline="0" noProof="0">
                          <a:ln>
                            <a:noFill/>
                          </a:ln>
                          <a:solidFill>
                            <a:srgbClr val="000000"/>
                          </a:solidFill>
                          <a:effectLst/>
                          <a:uLnTx/>
                          <a:uFillTx/>
                          <a:latin typeface="Arial (Corps)"/>
                          <a:ea typeface="+mn-ea"/>
                          <a:cs typeface="+mn-cs"/>
                        </a:rPr>
                        <a:t>Satisfaisant</a:t>
                      </a:r>
                      <a:endParaRPr kumimoji="0" lang="fr-FR" sz="900" b="0" i="0" u="none" strike="noStrike" kern="1200" cap="none" spc="0" normalizeH="0" baseline="0" noProof="0">
                        <a:ln>
                          <a:noFill/>
                        </a:ln>
                        <a:solidFill>
                          <a:schemeClr val="tx1"/>
                        </a:solidFill>
                        <a:effectLst/>
                        <a:uLnTx/>
                        <a:uFillTx/>
                        <a:latin typeface="Arial (Corps)"/>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900" b="0" i="0" u="none" strike="noStrike" kern="1200" cap="none" spc="0" normalizeH="0" baseline="0" noProof="0">
                          <a:ln>
                            <a:noFill/>
                          </a:ln>
                          <a:solidFill>
                            <a:srgbClr val="000000"/>
                          </a:solidFill>
                          <a:effectLst/>
                          <a:uLnTx/>
                          <a:uFillTx/>
                          <a:latin typeface="Arial (Corps)"/>
                          <a:ea typeface="+mn-ea"/>
                          <a:cs typeface="+mn-cs"/>
                        </a:rPr>
                        <a:t>Satisfaisant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tc>
                  <a:txBody>
                    <a:bodyPr/>
                    <a:lstStyle/>
                    <a:p>
                      <a:pPr marL="0" marR="0" lvl="0" indent="0" algn="ctr" defTabSz="987461" rtl="0" eaLnBrk="1" fontAlgn="ctr"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extLst>
                  <a:ext uri="{0D108BD9-81ED-4DB2-BD59-A6C34878D82A}">
                    <a16:rowId xmlns:a16="http://schemas.microsoft.com/office/drawing/2014/main" val="1510714359"/>
                  </a:ext>
                </a:extLst>
              </a:tr>
              <a:tr h="432000">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1" i="0" u="none" strike="noStrike" kern="1200" cap="none" normalizeH="0" baseline="0" noProof="0">
                          <a:ln>
                            <a:noFill/>
                          </a:ln>
                          <a:solidFill>
                            <a:schemeClr val="tx1"/>
                          </a:solidFill>
                          <a:effectLst/>
                          <a:latin typeface="+mn-lt"/>
                          <a:ea typeface="+mn-ea"/>
                          <a:cs typeface="Calibri" panose="020F0502020204030204" pitchFamily="34" charset="0"/>
                        </a:rPr>
                        <a:t>APD-02</a:t>
                      </a:r>
                      <a:endParaRPr kumimoji="0" lang="fr-FR" sz="900" b="1" i="0" u="none" strike="noStrike" kern="1200" cap="none" normalizeH="0" baseline="0">
                        <a:ln>
                          <a:noFill/>
                        </a:ln>
                        <a:solidFill>
                          <a:schemeClr val="tx1"/>
                        </a:solidFill>
                        <a:effectLst/>
                        <a:latin typeface="+mn-lt"/>
                        <a:ea typeface="+mn-ea"/>
                        <a:cs typeface="Calibri" panose="020F0502020204030204" pitchFamily="34" charset="0"/>
                      </a:endParaRP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a:effectLst/>
                          <a:latin typeface="+mn-lt"/>
                          <a:ea typeface="Times New Roman" panose="02020603050405020304" pitchFamily="18" charset="0"/>
                        </a:rPr>
                        <a:t>Les droits d’accès aux applications du système d’information sont désactivés à la suite du départ / de la mobilité d’un collaborateur.</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 </a:t>
                      </a:r>
                      <a:endParaRPr kumimoji="0" lang="fr-FR" sz="10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a:t>
                      </a:r>
                      <a:endParaRPr kumimoji="0" lang="fr-FR" sz="10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tc>
                  <a:txBody>
                    <a:bodyPr/>
                    <a:lstStyle/>
                    <a:p>
                      <a:pPr marL="0" marR="0" lvl="0" indent="0" algn="ctr" defTabSz="987461" rtl="0" eaLnBrk="1" fontAlgn="ctr"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extLst>
                  <a:ext uri="{0D108BD9-81ED-4DB2-BD59-A6C34878D82A}">
                    <a16:rowId xmlns:a16="http://schemas.microsoft.com/office/drawing/2014/main" val="2442969740"/>
                  </a:ext>
                </a:extLst>
              </a:tr>
              <a:tr h="432000">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1" i="0" u="none" strike="noStrike" kern="1200" cap="none" normalizeH="0" baseline="0" noProof="0">
                          <a:ln>
                            <a:noFill/>
                          </a:ln>
                          <a:solidFill>
                            <a:schemeClr val="tx1"/>
                          </a:solidFill>
                          <a:effectLst/>
                          <a:latin typeface="+mn-lt"/>
                          <a:ea typeface="+mn-ea"/>
                          <a:cs typeface="Calibri" panose="020F0502020204030204" pitchFamily="34" charset="0"/>
                        </a:rPr>
                        <a:t>APD-03</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a:effectLst/>
                          <a:latin typeface="+mn-lt"/>
                          <a:ea typeface="Times New Roman" panose="02020603050405020304" pitchFamily="18" charset="0"/>
                        </a:rPr>
                        <a:t>Les transactions sensibles réalisées à partir des comptes à droits étendus et des comptes génériques font l’objet d’un suivi périodique. </a:t>
                      </a:r>
                      <a:endParaRPr lang="fr-FR" sz="900" kern="1200" baseline="0">
                        <a:solidFill>
                          <a:schemeClr val="tx1"/>
                        </a:solidFill>
                        <a:effectLst/>
                        <a:highlight>
                          <a:srgbClr val="FFFF00"/>
                        </a:highlight>
                        <a:latin typeface="+mn-lt"/>
                        <a:ea typeface="Times New Roman" panose="02020603050405020304" pitchFamily="18" charset="0"/>
                        <a:cs typeface="+mn-cs"/>
                      </a:endParaRP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fr-FR" sz="900" b="0" i="0" u="none" strike="noStrike" kern="0" cap="none" spc="0" normalizeH="0" baseline="0" noProof="0">
                          <a:ln>
                            <a:noFill/>
                          </a:ln>
                          <a:solidFill>
                            <a:srgbClr val="EB8C00"/>
                          </a:solidFill>
                          <a:effectLst/>
                          <a:uLnTx/>
                          <a:uFillTx/>
                          <a:latin typeface="+mn-lt"/>
                        </a:rPr>
                        <a:t>❷</a:t>
                      </a:r>
                      <a:endParaRPr kumimoji="0" lang="fr-FR" sz="900" b="0" i="0" u="none" strike="noStrike" kern="1200" cap="none" spc="0" normalizeH="0" baseline="0" noProof="0">
                        <a:ln>
                          <a:noFill/>
                        </a:ln>
                        <a:solidFill>
                          <a:srgbClr val="000000"/>
                        </a:solidFill>
                        <a:effectLst/>
                        <a:uLnTx/>
                        <a:uFillTx/>
                        <a:latin typeface="Arial (Corps)"/>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E5CD"/>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fr-FR" sz="900" b="0" i="0" u="none" strike="noStrike" kern="0" cap="none" spc="0" normalizeH="0" baseline="0" noProof="0" dirty="0">
                          <a:ln>
                            <a:noFill/>
                          </a:ln>
                          <a:solidFill>
                            <a:srgbClr val="EB8C00"/>
                          </a:solidFill>
                          <a:effectLst/>
                          <a:uLnTx/>
                          <a:uFillTx/>
                          <a:latin typeface="+mn-lt"/>
                        </a:rPr>
                        <a:t>❷</a:t>
                      </a:r>
                      <a:endParaRPr kumimoji="0" lang="fr-FR" sz="900" b="0" i="0" u="none" strike="noStrike" kern="1200" cap="none" spc="0" normalizeH="0" baseline="0" noProof="0" dirty="0">
                        <a:ln>
                          <a:noFill/>
                        </a:ln>
                        <a:solidFill>
                          <a:srgbClr val="000000"/>
                        </a:solidFill>
                        <a:effectLst/>
                        <a:uLnTx/>
                        <a:uFillTx/>
                        <a:latin typeface="Arial (Corps)"/>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E5CD"/>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fr-FR" sz="900" b="0" i="0" u="none" strike="noStrike" kern="0" cap="none" spc="0" normalizeH="0" baseline="0" noProof="0">
                          <a:ln>
                            <a:noFill/>
                          </a:ln>
                          <a:solidFill>
                            <a:srgbClr val="EB8C00"/>
                          </a:solidFill>
                          <a:effectLst/>
                          <a:uLnTx/>
                          <a:uFillTx/>
                          <a:latin typeface="+mn-lt"/>
                        </a:rPr>
                        <a:t>❷</a:t>
                      </a:r>
                      <a:endParaRPr kumimoji="0" lang="fr-FR" sz="900" b="0" i="0" u="none" strike="noStrike" kern="1200" cap="none" spc="0" normalizeH="0" baseline="0" noProof="0">
                        <a:ln>
                          <a:noFill/>
                        </a:ln>
                        <a:solidFill>
                          <a:srgbClr val="000000"/>
                        </a:solidFill>
                        <a:effectLst/>
                        <a:uLnTx/>
                        <a:uFillTx/>
                        <a:latin typeface="Arial (Corps)"/>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E5CD"/>
                    </a:solidFill>
                  </a:tcPr>
                </a:tc>
                <a:extLst>
                  <a:ext uri="{0D108BD9-81ED-4DB2-BD59-A6C34878D82A}">
                    <a16:rowId xmlns:a16="http://schemas.microsoft.com/office/drawing/2014/main" val="2912470150"/>
                  </a:ext>
                </a:extLst>
              </a:tr>
              <a:tr h="432000">
                <a:tc>
                  <a:txBody>
                    <a:bodyPr/>
                    <a:lstStyle/>
                    <a:p>
                      <a:pPr algn="ctr"/>
                      <a:r>
                        <a:rPr kumimoji="0" lang="fr-FR" sz="900" b="1" i="0" u="none" strike="noStrike" kern="1200" cap="none" normalizeH="0" baseline="0" noProof="0">
                          <a:ln>
                            <a:noFill/>
                          </a:ln>
                          <a:solidFill>
                            <a:schemeClr val="tx1"/>
                          </a:solidFill>
                          <a:effectLst/>
                          <a:latin typeface="+mn-lt"/>
                          <a:ea typeface="+mn-ea"/>
                          <a:cs typeface="Calibri" panose="020F0502020204030204" pitchFamily="34" charset="0"/>
                        </a:rPr>
                        <a:t>APD-04</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dirty="0">
                          <a:effectLst/>
                          <a:latin typeface="+mn-lt"/>
                          <a:ea typeface="Times New Roman" panose="02020603050405020304" pitchFamily="18" charset="0"/>
                        </a:rPr>
                        <a:t>Les droits d’accès aux applications du système d’information font l’objet d’une recertification périodique (vérification de l’adéquation du profil de l’utilisateur par rapport à la fonction qu’il occupe au sein de </a:t>
                      </a:r>
                      <a:r>
                        <a:rPr lang="fr-FR" sz="900" dirty="0" err="1">
                          <a:effectLst/>
                          <a:latin typeface="+mn-lt"/>
                          <a:ea typeface="Times New Roman" panose="02020603050405020304" pitchFamily="18" charset="0"/>
                        </a:rPr>
                        <a:t>PAREF</a:t>
                      </a:r>
                      <a:r>
                        <a:rPr lang="fr-FR" sz="900" dirty="0">
                          <a:effectLst/>
                          <a:latin typeface="+mn-lt"/>
                          <a:ea typeface="Times New Roman" panose="02020603050405020304" pitchFamily="18" charset="0"/>
                        </a:rPr>
                        <a:t>).</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 </a:t>
                      </a:r>
                      <a:endParaRPr kumimoji="0" lang="fr-FR" sz="10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tc>
                  <a:txBody>
                    <a:bodyPr/>
                    <a:lstStyle/>
                    <a:p>
                      <a:pPr marL="0" marR="0" lvl="0" indent="0" algn="ctr" defTabSz="914400" rtl="0" eaLnBrk="1" fontAlgn="auto" latinLnBrk="0" hangingPunct="1">
                        <a:lnSpc>
                          <a:spcPct val="100000"/>
                        </a:lnSpc>
                        <a:spcBef>
                          <a:spcPts val="0"/>
                        </a:spcBef>
                        <a:spcAft>
                          <a:spcPts val="600"/>
                        </a:spcAft>
                        <a:buClr>
                          <a:srgbClr val="000000"/>
                        </a:buClr>
                        <a:buSzTx/>
                        <a:buFont typeface="Arial"/>
                        <a:buNone/>
                        <a:tabLst/>
                        <a:defRPr/>
                      </a:pPr>
                      <a:r>
                        <a:rPr lang="fr-FR" sz="900" b="0" i="0" u="none" strike="noStrike" kern="0" cap="none" spc="0" normalizeH="0" baseline="0" noProof="0" dirty="0">
                          <a:ln>
                            <a:noFill/>
                          </a:ln>
                          <a:solidFill>
                            <a:srgbClr val="EB8C00"/>
                          </a:solidFill>
                          <a:effectLst/>
                          <a:uLnTx/>
                          <a:uFillTx/>
                          <a:latin typeface="+mn-lt"/>
                        </a:rPr>
                        <a:t>❷</a:t>
                      </a:r>
                      <a:r>
                        <a:rPr lang="fr-FR" sz="1400" kern="1200" dirty="0">
                          <a:solidFill>
                            <a:srgbClr val="00B050"/>
                          </a:solidFill>
                          <a:latin typeface="+mn-lt"/>
                          <a:ea typeface="SimHei" panose="02010609060101010101" pitchFamily="49" charset="-122"/>
                          <a:cs typeface="Times New Roman" panose="02020603050405020304" pitchFamily="18" charset="0"/>
                          <a:sym typeface="Wingdings" panose="05000000000000000000" pitchFamily="2" charset="2"/>
                        </a:rPr>
                        <a:t> </a:t>
                      </a:r>
                      <a:r>
                        <a:rPr lang="fr-FR" sz="1000" dirty="0">
                          <a:solidFill>
                            <a:schemeClr val="tx1"/>
                          </a:solidFill>
                          <a:latin typeface="+mj-lt"/>
                        </a:rPr>
                        <a:t>↘</a:t>
                      </a:r>
                      <a:endParaRPr lang="fr-FR" sz="1000" b="0" u="none" strike="noStrike" cap="none" dirty="0">
                        <a:solidFill>
                          <a:srgbClr val="FFC000"/>
                        </a:solidFill>
                        <a:latin typeface="+mj-lt"/>
                        <a:ea typeface="Arial"/>
                        <a:cs typeface="Arial"/>
                        <a:sym typeface="Aria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E5CD"/>
                    </a:solidFill>
                  </a:tcPr>
                </a:tc>
                <a:tc>
                  <a:txBody>
                    <a:bodyPr/>
                    <a:lstStyle/>
                    <a:p>
                      <a:pPr marL="0" marR="0" lvl="0" indent="0" algn="ctr" defTabSz="987461" rtl="0" eaLnBrk="1" fontAlgn="ctr"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extLst>
                  <a:ext uri="{0D108BD9-81ED-4DB2-BD59-A6C34878D82A}">
                    <a16:rowId xmlns:a16="http://schemas.microsoft.com/office/drawing/2014/main" val="3245567868"/>
                  </a:ext>
                </a:extLst>
              </a:tr>
              <a:tr h="432000">
                <a:tc>
                  <a:txBody>
                    <a:bodyPr/>
                    <a:lstStyle/>
                    <a:p>
                      <a:pPr marL="0" algn="ctr" defTabSz="987461" rtl="0" eaLnBrk="1" fontAlgn="ctr" latinLnBrk="0" hangingPunct="1"/>
                      <a:r>
                        <a:rPr kumimoji="0" lang="fr-FR" sz="900" b="1" i="0" u="none" strike="noStrike" kern="1200" cap="none" normalizeH="0" baseline="0">
                          <a:ln>
                            <a:noFill/>
                          </a:ln>
                          <a:solidFill>
                            <a:schemeClr val="tx1"/>
                          </a:solidFill>
                          <a:effectLst/>
                          <a:latin typeface="+mn-lt"/>
                          <a:ea typeface="+mn-ea"/>
                          <a:cs typeface="Calibri" panose="020F0502020204030204" pitchFamily="34" charset="0"/>
                        </a:rPr>
                        <a:t>APD-05</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just"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La PSSI est conforme aux bonnes pratiques en matière de sécurité logique.</a:t>
                      </a:r>
                    </a:p>
                    <a:p>
                      <a:pPr marL="0" marR="0" lvl="1" indent="0" algn="just"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La configuration des mots de passe d’accès aux applications du système d’information est conforme à la PSSI.</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a:lnSpc>
                          <a:spcPct val="114999"/>
                        </a:lnSpc>
                        <a:spcBef>
                          <a:spcPts val="0"/>
                        </a:spcBef>
                        <a:spcAft>
                          <a:spcPts val="0"/>
                        </a:spcAft>
                        <a:buNone/>
                        <a:tabLst/>
                        <a:defRPr/>
                      </a:pPr>
                      <a:r>
                        <a:rPr lang="fr-FR" sz="900" b="0" i="0" u="none" strike="noStrike" kern="0" cap="none" spc="0" normalizeH="0" baseline="0" noProof="0">
                          <a:ln>
                            <a:noFill/>
                          </a:ln>
                          <a:solidFill>
                            <a:srgbClr val="EB8C00"/>
                          </a:solidFill>
                          <a:effectLst/>
                          <a:uLnTx/>
                          <a:uFillTx/>
                          <a:latin typeface="+mn-lt"/>
                        </a:rPr>
                        <a:t>❷ </a:t>
                      </a:r>
                      <a:r>
                        <a:rPr lang="fr-FR" sz="900">
                          <a:solidFill>
                            <a:schemeClr val="tx1"/>
                          </a:solidFill>
                        </a:rPr>
                        <a:t>↘</a:t>
                      </a:r>
                      <a:endParaRPr kumimoji="0" lang="fr-FR" sz="900" b="0" i="0" u="none" strike="noStrike" kern="0" cap="none" spc="0" normalizeH="0" baseline="0" noProof="0">
                        <a:ln>
                          <a:noFill/>
                        </a:ln>
                        <a:solidFill>
                          <a:srgbClr val="000000"/>
                        </a:solidFill>
                        <a:effectLst/>
                        <a:uLnTx/>
                        <a:uFillTx/>
                        <a:latin typeface="+mn-lt"/>
                        <a:cs typeface="Arial"/>
                        <a:sym typeface="Aria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E5CD"/>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1200" b="0" i="0" u="none" strike="noStrike" kern="1200" cap="none" spc="0" normalizeH="0" baseline="0" noProof="0">
                          <a:ln>
                            <a:noFill/>
                          </a:ln>
                          <a:solidFill>
                            <a:srgbClr val="00B050"/>
                          </a:solidFill>
                          <a:effectLst/>
                          <a:uLnTx/>
                          <a:uFillTx/>
                          <a:latin typeface="+mn-lt"/>
                          <a:ea typeface="SimHei" panose="02010609060101010101" pitchFamily="49" charset="-122"/>
                          <a:cs typeface="Times New Roman" panose="02020603050405020304" pitchFamily="18" charset="0"/>
                          <a:sym typeface="Wingdings" panose="05000000000000000000" pitchFamily="2" charset="2"/>
                        </a:rPr>
                        <a:t></a:t>
                      </a:r>
                      <a:endParaRPr kumimoji="0" lang="fr-FR" sz="800" b="0" i="0" u="none" strike="noStrike" kern="1200" cap="none" spc="0" normalizeH="0" baseline="0" noProof="0">
                        <a:ln>
                          <a:noFill/>
                        </a:ln>
                        <a:solidFill>
                          <a:srgbClr val="000000"/>
                        </a:solidFill>
                        <a:effectLst/>
                        <a:uLnTx/>
                        <a:uFillTx/>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E5CD"/>
                    </a:solidFill>
                  </a:tcPr>
                </a:tc>
                <a:tc>
                  <a:txBody>
                    <a:bodyPr/>
                    <a:lstStyle/>
                    <a:p>
                      <a:pPr marL="0" marR="0" lvl="0" indent="0" algn="ctr" defTabSz="987461" rtl="0" eaLnBrk="1" fontAlgn="ctr"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extLst>
                  <a:ext uri="{0D108BD9-81ED-4DB2-BD59-A6C34878D82A}">
                    <a16:rowId xmlns:a16="http://schemas.microsoft.com/office/drawing/2014/main" val="1724853573"/>
                  </a:ext>
                </a:extLst>
              </a:tr>
              <a:tr h="252000">
                <a:tc gridSpan="5">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r>
                        <a:rPr kumimoji="0" lang="fr-FR" sz="900" b="1" i="0" u="none" strike="noStrike" kern="1200" cap="none" spc="0" normalizeH="0" baseline="0">
                          <a:ln>
                            <a:noFill/>
                          </a:ln>
                          <a:solidFill>
                            <a:srgbClr val="FFFFFF"/>
                          </a:solidFill>
                          <a:effectLst/>
                          <a:uLnTx/>
                          <a:uFillTx/>
                          <a:latin typeface="+mn-lt"/>
                          <a:ea typeface="+mn-ea"/>
                          <a:cs typeface="Calibri" panose="020F0502020204030204" pitchFamily="34" charset="0"/>
                        </a:rPr>
                        <a:t>Gestion des changements et développements</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lnL w="6350" cap="flat" cmpd="sng" algn="ctr">
                      <a:solidFill>
                        <a:schemeClr val="bg1">
                          <a:lumMod val="75000"/>
                        </a:schemeClr>
                      </a:solidFill>
                      <a:prstDash val="solid"/>
                      <a:round/>
                      <a:headEnd type="none" w="med" len="med"/>
                      <a:tailEnd type="none" w="med" len="med"/>
                    </a:lnL>
                    <a:lnT w="3175" cap="flat" cmpd="sng" algn="ctr">
                      <a:solidFill>
                        <a:schemeClr val="bg1"/>
                      </a:solidFill>
                      <a:prstDash val="solid"/>
                      <a:round/>
                      <a:headEnd type="none" w="med" len="med"/>
                      <a:tailEnd type="none" w="med" len="med"/>
                    </a:lnT>
                  </a:tcPr>
                </a:tc>
                <a:tc hMerge="1">
                  <a:txBody>
                    <a:bodyPr/>
                    <a:lstStyle/>
                    <a:p>
                      <a:pPr marL="0" marR="0" lvl="0" indent="0" algn="ctr" defTabSz="987461" rtl="0" eaLnBrk="1" fontAlgn="ctr" latinLnBrk="0" hangingPunct="1">
                        <a:lnSpc>
                          <a:spcPct val="100000"/>
                        </a:lnSpc>
                        <a:spcBef>
                          <a:spcPts val="0"/>
                        </a:spcBef>
                        <a:spcAft>
                          <a:spcPts val="0"/>
                        </a:spcAft>
                        <a:buClrTx/>
                        <a:buSzTx/>
                        <a:buFontTx/>
                        <a:buNone/>
                        <a:tabLst/>
                        <a:defRPr/>
                      </a:pPr>
                      <a:endParaRPr kumimoji="0" lang="fr-FR" sz="800" b="1" i="0" u="none" strike="noStrike" kern="1200" cap="none" spc="0" normalizeH="0" baseline="0" noProof="0">
                        <a:ln>
                          <a:noFill/>
                        </a:ln>
                        <a:solidFill>
                          <a:prstClr val="white"/>
                        </a:solidFill>
                        <a:effectLst/>
                        <a:uLnTx/>
                        <a:uFillTx/>
                        <a:latin typeface="+mn-lt"/>
                        <a:ea typeface="+mn-ea"/>
                        <a:cs typeface="+mn-cs"/>
                      </a:endParaRPr>
                    </a:p>
                  </a:txBody>
                  <a:tcPr marL="72000" marR="72000" marT="54000" marB="54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805578786"/>
                  </a:ext>
                </a:extLst>
              </a:tr>
              <a:tr h="432000">
                <a:tc>
                  <a:txBody>
                    <a:bodyPr/>
                    <a:lstStyle/>
                    <a:p>
                      <a:pPr marL="0" algn="ctr" defTabSz="987461" rtl="0" eaLnBrk="1" fontAlgn="ctr" latinLnBrk="0" hangingPunct="1"/>
                      <a:r>
                        <a:rPr kumimoji="0" lang="fr-FR" sz="900" b="1" i="0" u="none" strike="noStrike" kern="1200" cap="none" normalizeH="0" baseline="0">
                          <a:ln>
                            <a:noFill/>
                          </a:ln>
                          <a:solidFill>
                            <a:schemeClr val="tx1"/>
                          </a:solidFill>
                          <a:effectLst/>
                          <a:latin typeface="+mn-lt"/>
                          <a:ea typeface="+mn-ea"/>
                          <a:cs typeface="Calibri" panose="020F0502020204030204" pitchFamily="34" charset="0"/>
                        </a:rPr>
                        <a:t>PC-01</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lnSpc>
                          <a:spcPct val="115000"/>
                        </a:lnSpc>
                        <a:spcAft>
                          <a:spcPts val="0"/>
                        </a:spcAft>
                      </a:pPr>
                      <a:r>
                        <a:rPr lang="fr-FR" sz="900" b="0">
                          <a:solidFill>
                            <a:schemeClr val="tx1"/>
                          </a:solidFill>
                          <a:effectLst/>
                          <a:latin typeface="+mn-lt"/>
                          <a:ea typeface="Times New Roman" panose="02020603050405020304" pitchFamily="18" charset="0"/>
                          <a:cs typeface="Arial" panose="020B0604020202020204" pitchFamily="34" charset="0"/>
                        </a:rPr>
                        <a:t>Les changements au niveau applicatif</a:t>
                      </a:r>
                      <a:r>
                        <a:rPr lang="fr-FR" sz="900" b="0" baseline="0">
                          <a:solidFill>
                            <a:schemeClr val="tx1"/>
                          </a:solidFill>
                          <a:effectLst/>
                          <a:latin typeface="+mn-lt"/>
                          <a:ea typeface="Times New Roman" panose="02020603050405020304" pitchFamily="18" charset="0"/>
                          <a:cs typeface="Arial" panose="020B0604020202020204" pitchFamily="34" charset="0"/>
                        </a:rPr>
                        <a:t> </a:t>
                      </a:r>
                      <a:r>
                        <a:rPr lang="fr-FR" sz="900" b="0">
                          <a:solidFill>
                            <a:schemeClr val="tx1"/>
                          </a:solidFill>
                          <a:effectLst/>
                          <a:latin typeface="+mn-lt"/>
                          <a:ea typeface="Times New Roman" panose="02020603050405020304" pitchFamily="18" charset="0"/>
                          <a:cs typeface="Arial" panose="020B0604020202020204" pitchFamily="34" charset="0"/>
                        </a:rPr>
                        <a:t>sont testés et validés par les utilisateurs finaux avant toute mise en production.</a:t>
                      </a:r>
                      <a:endParaRPr lang="fr-FR" sz="900" b="0">
                        <a:solidFill>
                          <a:schemeClr val="tx1"/>
                        </a:solidFill>
                        <a:effectLst/>
                        <a:latin typeface="+mn-lt"/>
                        <a:ea typeface="Times New Roman" panose="02020603050405020304" pitchFamily="18" charset="0"/>
                      </a:endParaRP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a:t>
                      </a:r>
                      <a:endParaRPr kumimoji="0" lang="fr-FR" sz="10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a:t>
                      </a:r>
                      <a:endParaRPr kumimoji="0" lang="fr-FR" sz="10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tc>
                  <a:txBody>
                    <a:bodyPr/>
                    <a:lstStyle/>
                    <a:p>
                      <a:pPr marL="0" marR="0" lvl="0" indent="0" algn="ctr" defTabSz="987461" rtl="0" eaLnBrk="1" fontAlgn="ctr"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extLst>
                  <a:ext uri="{0D108BD9-81ED-4DB2-BD59-A6C34878D82A}">
                    <a16:rowId xmlns:a16="http://schemas.microsoft.com/office/drawing/2014/main" val="2095096274"/>
                  </a:ext>
                </a:extLst>
              </a:tr>
              <a:tr h="432000">
                <a:tc>
                  <a:txBody>
                    <a:bodyPr/>
                    <a:lstStyle/>
                    <a:p>
                      <a:pPr marL="0" algn="ctr" defTabSz="987461" rtl="0" eaLnBrk="1" fontAlgn="ctr" latinLnBrk="0" hangingPunct="1"/>
                      <a:r>
                        <a:rPr kumimoji="0" lang="fr-FR" sz="900" b="1" i="0" u="none" strike="noStrike" kern="1200" cap="none" normalizeH="0" baseline="0">
                          <a:ln>
                            <a:noFill/>
                          </a:ln>
                          <a:solidFill>
                            <a:schemeClr val="tx1"/>
                          </a:solidFill>
                          <a:effectLst/>
                          <a:latin typeface="+mn-lt"/>
                          <a:ea typeface="+mn-ea"/>
                          <a:cs typeface="Calibri" panose="020F0502020204030204" pitchFamily="34" charset="0"/>
                        </a:rPr>
                        <a:t>PC-02</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lnSpc>
                          <a:spcPct val="115000"/>
                        </a:lnSpc>
                        <a:spcAft>
                          <a:spcPts val="0"/>
                        </a:spcAft>
                      </a:pPr>
                      <a:r>
                        <a:rPr lang="fr-FR" sz="900" b="0">
                          <a:solidFill>
                            <a:schemeClr val="tx1"/>
                          </a:solidFill>
                          <a:effectLst/>
                          <a:latin typeface="+mn-lt"/>
                          <a:ea typeface="Times New Roman" panose="02020603050405020304" pitchFamily="18" charset="0"/>
                          <a:cs typeface="Arial" panose="020B0604020202020204" pitchFamily="34" charset="0"/>
                        </a:rPr>
                        <a:t>Les activités de développements, de tests, et de production sont réalisées sur des environnements séparés, garantissant une séparation adéquate des tâches.</a:t>
                      </a:r>
                      <a:endParaRPr lang="fr-FR" sz="900" b="0">
                        <a:solidFill>
                          <a:schemeClr val="tx1"/>
                        </a:solidFill>
                        <a:effectLst/>
                        <a:latin typeface="+mn-lt"/>
                        <a:ea typeface="Times New Roman" panose="02020603050405020304" pitchFamily="18" charset="0"/>
                      </a:endParaRP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a:t>
                      </a:r>
                      <a:endParaRPr kumimoji="0" lang="fr-FR" sz="10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a:t>
                      </a:r>
                      <a:endParaRPr kumimoji="0" lang="fr-FR" sz="10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tc>
                  <a:txBody>
                    <a:bodyPr/>
                    <a:lstStyle/>
                    <a:p>
                      <a:pPr marL="0" marR="0" lvl="0" indent="0" algn="ctr" defTabSz="987461" rtl="0" eaLnBrk="1" fontAlgn="ctr"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extLst>
                  <a:ext uri="{0D108BD9-81ED-4DB2-BD59-A6C34878D82A}">
                    <a16:rowId xmlns:a16="http://schemas.microsoft.com/office/drawing/2014/main" val="2748541624"/>
                  </a:ext>
                </a:extLst>
              </a:tr>
              <a:tr h="252000">
                <a:tc gridSpan="5">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r>
                        <a:rPr kumimoji="0" lang="fr-FR" sz="900" b="1" i="0" u="none" strike="noStrike" kern="1200" cap="none" spc="0" normalizeH="0" baseline="0">
                          <a:ln>
                            <a:noFill/>
                          </a:ln>
                          <a:solidFill>
                            <a:srgbClr val="FFFFFF"/>
                          </a:solidFill>
                          <a:effectLst/>
                          <a:uLnTx/>
                          <a:uFillTx/>
                          <a:latin typeface="+mn-lt"/>
                          <a:ea typeface="+mn-ea"/>
                          <a:cs typeface="Calibri" panose="020F0502020204030204" pitchFamily="34" charset="0"/>
                        </a:rPr>
                        <a:t>Gestion de l’exploitation et des prestations informatiques externalisées</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lnL w="6350" cap="flat" cmpd="sng" algn="ctr">
                      <a:solidFill>
                        <a:schemeClr val="bg1">
                          <a:lumMod val="75000"/>
                        </a:schemeClr>
                      </a:solidFill>
                      <a:prstDash val="solid"/>
                      <a:round/>
                      <a:headEnd type="none" w="med" len="med"/>
                      <a:tailEnd type="none" w="med" len="med"/>
                    </a:lnL>
                    <a:lnT w="3175" cap="flat" cmpd="sng" algn="ctr">
                      <a:solidFill>
                        <a:schemeClr val="bg1"/>
                      </a:solidFill>
                      <a:prstDash val="solid"/>
                      <a:round/>
                      <a:headEnd type="none" w="med" len="med"/>
                      <a:tailEnd type="none" w="med" len="med"/>
                    </a:lnT>
                  </a:tcPr>
                </a:tc>
                <a:tc hMerge="1">
                  <a:txBody>
                    <a:bodyPr/>
                    <a:lstStyle/>
                    <a:p>
                      <a:pPr marL="0" marR="0" lvl="0" indent="0" algn="ctr" defTabSz="987461" rtl="0" eaLnBrk="1" fontAlgn="ctr" latinLnBrk="0" hangingPunct="1">
                        <a:lnSpc>
                          <a:spcPct val="100000"/>
                        </a:lnSpc>
                        <a:spcBef>
                          <a:spcPts val="0"/>
                        </a:spcBef>
                        <a:spcAft>
                          <a:spcPts val="0"/>
                        </a:spcAft>
                        <a:buClrTx/>
                        <a:buSzTx/>
                        <a:buFontTx/>
                        <a:buNone/>
                        <a:tabLst/>
                        <a:defRPr/>
                      </a:pPr>
                      <a:endParaRPr kumimoji="0" lang="fr-FR" sz="800" b="1" i="0" u="none" strike="noStrike" kern="1200" cap="none" spc="0" normalizeH="0" baseline="0" noProof="0">
                        <a:ln>
                          <a:noFill/>
                        </a:ln>
                        <a:solidFill>
                          <a:prstClr val="white"/>
                        </a:solidFill>
                        <a:effectLst/>
                        <a:uLnTx/>
                        <a:uFillTx/>
                        <a:latin typeface="+mn-lt"/>
                        <a:ea typeface="+mn-ea"/>
                        <a:cs typeface="+mn-cs"/>
                      </a:endParaRPr>
                    </a:p>
                  </a:txBody>
                  <a:tcPr marL="72000" marR="72000" marT="54000" marB="54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3F3F3F"/>
                    </a:solidFill>
                  </a:tcPr>
                </a:tc>
                <a:extLst>
                  <a:ext uri="{0D108BD9-81ED-4DB2-BD59-A6C34878D82A}">
                    <a16:rowId xmlns:a16="http://schemas.microsoft.com/office/drawing/2014/main" val="2593670548"/>
                  </a:ext>
                </a:extLst>
              </a:tr>
              <a:tr h="432000">
                <a:tc>
                  <a:txBody>
                    <a:bodyPr/>
                    <a:lstStyle/>
                    <a:p>
                      <a:pPr marL="0" algn="ctr" defTabSz="987461" rtl="0" eaLnBrk="1" fontAlgn="ctr" latinLnBrk="0" hangingPunct="1"/>
                      <a:r>
                        <a:rPr kumimoji="0" lang="fr-FR" sz="900" b="1" i="0" u="none" strike="noStrike" kern="1200" cap="none" normalizeH="0" baseline="0">
                          <a:ln>
                            <a:noFill/>
                          </a:ln>
                          <a:solidFill>
                            <a:schemeClr val="tx1"/>
                          </a:solidFill>
                          <a:effectLst/>
                          <a:latin typeface="+mn-lt"/>
                          <a:ea typeface="+mn-ea"/>
                          <a:cs typeface="Calibri" panose="020F0502020204030204" pitchFamily="34" charset="0"/>
                        </a:rPr>
                        <a:t>CO-01</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just" defTabSz="685800" rtl="0" eaLnBrk="1" latinLnBrk="0" hangingPunct="1">
                        <a:lnSpc>
                          <a:spcPct val="100000"/>
                        </a:lnSpc>
                        <a:spcAft>
                          <a:spcPts val="300"/>
                        </a:spcAft>
                        <a:buFont typeface="+mj-lt"/>
                        <a:buNone/>
                      </a:pPr>
                      <a:r>
                        <a:rPr lang="fr-FR" sz="900" b="0" kern="1200">
                          <a:solidFill>
                            <a:schemeClr val="tx1"/>
                          </a:solidFill>
                          <a:effectLst/>
                          <a:latin typeface="+mn-lt"/>
                          <a:ea typeface="Times New Roman" panose="02020603050405020304" pitchFamily="18" charset="0"/>
                          <a:cs typeface="Arial" panose="020B0604020202020204" pitchFamily="34" charset="0"/>
                        </a:rPr>
                        <a:t>Les données sont correctement sauvegardées selon la politique de sauvegarde en place.</a:t>
                      </a:r>
                    </a:p>
                    <a:p>
                      <a:pPr marL="0" lvl="0" indent="0" algn="just" defTabSz="685800" rtl="0" eaLnBrk="1" latinLnBrk="0" hangingPunct="1">
                        <a:lnSpc>
                          <a:spcPct val="100000"/>
                        </a:lnSpc>
                        <a:spcAft>
                          <a:spcPts val="300"/>
                        </a:spcAft>
                        <a:buFont typeface="+mj-lt"/>
                        <a:buNone/>
                      </a:pPr>
                      <a:r>
                        <a:rPr lang="fr-FR" sz="900" b="0" kern="1200">
                          <a:solidFill>
                            <a:schemeClr val="tx1"/>
                          </a:solidFill>
                          <a:effectLst/>
                          <a:latin typeface="+mn-lt"/>
                          <a:ea typeface="Times New Roman" panose="02020603050405020304" pitchFamily="18" charset="0"/>
                          <a:cs typeface="Arial" panose="020B0604020202020204" pitchFamily="34" charset="0"/>
                        </a:rPr>
                        <a:t>Le Plan de Secours Informatique a été défini et fait l’objet de tests réguliers.</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a:t>
                      </a:r>
                      <a:endParaRPr kumimoji="0" lang="fr-FR" sz="10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tc>
                  <a:txBody>
                    <a:bodyPr/>
                    <a:lstStyle/>
                    <a:p>
                      <a:pPr marL="0" marR="0" lvl="0" indent="0" algn="ctr" defTabSz="987461" rtl="0" eaLnBrk="1" fontAlgn="ctr"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extLst>
                  <a:ext uri="{0D108BD9-81ED-4DB2-BD59-A6C34878D82A}">
                    <a16:rowId xmlns:a16="http://schemas.microsoft.com/office/drawing/2014/main" val="2123323472"/>
                  </a:ext>
                </a:extLst>
              </a:tr>
              <a:tr h="432000">
                <a:tc>
                  <a:txBody>
                    <a:bodyPr/>
                    <a:lstStyle/>
                    <a:p>
                      <a:pPr marL="0" algn="ctr" defTabSz="987461" rtl="0" eaLnBrk="1" fontAlgn="ctr" latinLnBrk="0" hangingPunct="1"/>
                      <a:r>
                        <a:rPr kumimoji="0" lang="fr-FR" sz="900" b="1" i="0" u="none" strike="noStrike" kern="1200" cap="none" normalizeH="0" baseline="0">
                          <a:ln>
                            <a:noFill/>
                          </a:ln>
                          <a:solidFill>
                            <a:schemeClr val="tx1"/>
                          </a:solidFill>
                          <a:effectLst/>
                          <a:latin typeface="+mn-lt"/>
                          <a:ea typeface="+mn-ea"/>
                          <a:cs typeface="Calibri" panose="020F0502020204030204" pitchFamily="34" charset="0"/>
                        </a:rPr>
                        <a:t>CO-02</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just" defTabSz="957796" rtl="0" eaLnBrk="1" fontAlgn="auto" latinLnBrk="0" hangingPunct="1">
                        <a:lnSpc>
                          <a:spcPct val="115000"/>
                        </a:lnSpc>
                        <a:spcBef>
                          <a:spcPts val="0"/>
                        </a:spcBef>
                        <a:spcAft>
                          <a:spcPts val="0"/>
                        </a:spcAft>
                        <a:buClrTx/>
                        <a:buSzTx/>
                        <a:buFontTx/>
                        <a:buNone/>
                        <a:tabLst/>
                        <a:defRPr/>
                      </a:pPr>
                      <a:r>
                        <a:rPr lang="fr-FR" sz="900" b="0" kern="1200">
                          <a:solidFill>
                            <a:schemeClr val="tx1"/>
                          </a:solidFill>
                          <a:effectLst/>
                          <a:latin typeface="+mn-lt"/>
                          <a:ea typeface="Times New Roman" panose="02020603050405020304" pitchFamily="18" charset="0"/>
                          <a:cs typeface="Arial" panose="020B0604020202020204" pitchFamily="34" charset="0"/>
                        </a:rPr>
                        <a:t>Les incidents de production sont tracés et résolus dans des délais raisonnables.</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0" i="0" u="none" strike="noStrike" kern="1200" cap="none" spc="0" normalizeH="0" baseline="0" noProof="0">
                          <a:ln>
                            <a:noFill/>
                          </a:ln>
                          <a:solidFill>
                            <a:schemeClr val="tx1"/>
                          </a:solidFill>
                          <a:effectLst/>
                          <a:highlight>
                            <a:srgbClr val="D9EAD3"/>
                          </a:highlight>
                          <a:uLnTx/>
                          <a:uFillTx/>
                          <a:latin typeface="+mn-lt"/>
                          <a:ea typeface="+mn-ea"/>
                          <a:cs typeface="+mn-cs"/>
                        </a:rPr>
                        <a:t>Satisfaisant </a:t>
                      </a:r>
                      <a:r>
                        <a:rPr kumimoji="0" lang="fr-FR" sz="1000" b="0" i="0" u="none" strike="noStrike" kern="0" cap="none" spc="0" normalizeH="0" baseline="0" noProof="0">
                          <a:ln>
                            <a:noFill/>
                          </a:ln>
                          <a:solidFill>
                            <a:srgbClr val="000000"/>
                          </a:solidFill>
                          <a:effectLst/>
                          <a:highlight>
                            <a:srgbClr val="D9EAD3"/>
                          </a:highlight>
                          <a:uLnTx/>
                          <a:uFillTx/>
                          <a:latin typeface="+mn-lt"/>
                          <a:ea typeface="Times New Roman" panose="02020603050405020304" pitchFamily="18" charset="0"/>
                          <a:cs typeface="Arial"/>
                          <a:sym typeface="Arial"/>
                        </a:rPr>
                        <a:t>↗</a:t>
                      </a:r>
                      <a:endParaRPr kumimoji="0" lang="fr-FR" sz="1000" b="0" i="0" u="none" strike="noStrike" kern="1200" cap="none" normalizeH="0" baseline="0" noProof="0">
                        <a:ln>
                          <a:noFill/>
                        </a:ln>
                        <a:solidFill>
                          <a:schemeClr val="tx1"/>
                        </a:solidFill>
                        <a:effectLst/>
                        <a:highlight>
                          <a:srgbClr val="D9EAD3"/>
                        </a:highlight>
                        <a:latin typeface="+mn-lt"/>
                        <a:ea typeface="+mn-ea"/>
                        <a:cs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0" i="0" u="none" strike="noStrike" kern="1200" cap="none" spc="0" normalizeH="0" baseline="0" noProof="0">
                          <a:ln>
                            <a:noFill/>
                          </a:ln>
                          <a:solidFill>
                            <a:schemeClr val="tx1"/>
                          </a:solidFill>
                          <a:effectLst/>
                          <a:highlight>
                            <a:srgbClr val="D9EAD3"/>
                          </a:highlight>
                          <a:uLnTx/>
                          <a:uFillTx/>
                          <a:latin typeface="+mn-lt"/>
                          <a:ea typeface="+mn-ea"/>
                          <a:cs typeface="+mn-cs"/>
                        </a:rPr>
                        <a:t>Satisfaisant </a:t>
                      </a:r>
                      <a:r>
                        <a:rPr kumimoji="0" lang="fr-FR" sz="900" b="0" i="0" u="none" strike="noStrike" kern="0" cap="none" spc="0" normalizeH="0" baseline="0" noProof="0">
                          <a:ln>
                            <a:noFill/>
                          </a:ln>
                          <a:solidFill>
                            <a:srgbClr val="000000"/>
                          </a:solidFill>
                          <a:effectLst/>
                          <a:highlight>
                            <a:srgbClr val="D9EAD3"/>
                          </a:highlight>
                          <a:uLnTx/>
                          <a:uFillTx/>
                          <a:latin typeface="+mn-lt"/>
                          <a:ea typeface="Times New Roman" panose="02020603050405020304" pitchFamily="18" charset="0"/>
                          <a:cs typeface="Arial"/>
                          <a:sym typeface="Arial"/>
                        </a:rPr>
                        <a:t>↗</a:t>
                      </a:r>
                      <a:endParaRPr kumimoji="0" lang="fr-FR" sz="900" b="0" i="0" u="none" strike="noStrike" kern="1200" cap="none" spc="0" normalizeH="0" baseline="0" noProof="0">
                        <a:ln>
                          <a:noFill/>
                        </a:ln>
                        <a:solidFill>
                          <a:schemeClr val="tx1"/>
                        </a:solidFill>
                        <a:effectLst/>
                        <a:highlight>
                          <a:srgbClr val="D9EAD3"/>
                        </a:highlight>
                        <a:uLnTx/>
                        <a:uFillTx/>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tc>
                  <a:txBody>
                    <a:bodyPr/>
                    <a:lstStyle/>
                    <a:p>
                      <a:pPr marL="0" marR="0" lvl="0" indent="0" algn="ctr" defTabSz="987461" rtl="0" eaLnBrk="1" fontAlgn="ctr"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1"/>
                          </a:solidFill>
                          <a:effectLst/>
                          <a:highlight>
                            <a:srgbClr val="D9EAD3"/>
                          </a:highlight>
                          <a:uLnTx/>
                          <a:uFillTx/>
                          <a:latin typeface="+mn-lt"/>
                          <a:ea typeface="+mn-ea"/>
                          <a:cs typeface="+mn-cs"/>
                        </a:rPr>
                        <a:t>Satisfaisant </a:t>
                      </a:r>
                      <a:r>
                        <a:rPr kumimoji="0" lang="fr-FR" sz="900" b="0" i="0" u="none" strike="noStrike" kern="0" cap="none" spc="0" normalizeH="0" baseline="0" noProof="0">
                          <a:ln>
                            <a:noFill/>
                          </a:ln>
                          <a:solidFill>
                            <a:srgbClr val="000000"/>
                          </a:solidFill>
                          <a:effectLst/>
                          <a:highlight>
                            <a:srgbClr val="D9EAD3"/>
                          </a:highlight>
                          <a:uLnTx/>
                          <a:uFillTx/>
                          <a:latin typeface="+mn-lt"/>
                          <a:ea typeface="Times New Roman" panose="02020603050405020304" pitchFamily="18" charset="0"/>
                          <a:cs typeface="Arial"/>
                          <a:sym typeface="Arial"/>
                        </a:rPr>
                        <a:t>↗</a:t>
                      </a:r>
                      <a:endParaRPr kumimoji="0" lang="fr-FR" sz="900" b="0" i="0" u="none" strike="noStrike" kern="1200" cap="none" spc="0" normalizeH="0" baseline="0" noProof="0">
                        <a:ln>
                          <a:noFill/>
                        </a:ln>
                        <a:solidFill>
                          <a:schemeClr val="tx1"/>
                        </a:solidFill>
                        <a:effectLst/>
                        <a:highlight>
                          <a:srgbClr val="D9EAD3"/>
                        </a:highlight>
                        <a:uLnTx/>
                        <a:uFillTx/>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extLst>
                  <a:ext uri="{0D108BD9-81ED-4DB2-BD59-A6C34878D82A}">
                    <a16:rowId xmlns:a16="http://schemas.microsoft.com/office/drawing/2014/main" val="2536352726"/>
                  </a:ext>
                </a:extLst>
              </a:tr>
              <a:tr h="432000">
                <a:tc>
                  <a:txBody>
                    <a:bodyPr/>
                    <a:lstStyle/>
                    <a:p>
                      <a:pPr marL="0" algn="ctr" defTabSz="987461" rtl="0" eaLnBrk="1" fontAlgn="ctr" latinLnBrk="0" hangingPunct="1"/>
                      <a:r>
                        <a:rPr kumimoji="0" lang="fr-FR" sz="900" b="1" i="0" u="none" strike="noStrike" kern="1200" cap="none" normalizeH="0" baseline="0">
                          <a:ln>
                            <a:noFill/>
                          </a:ln>
                          <a:solidFill>
                            <a:schemeClr val="tx1"/>
                          </a:solidFill>
                          <a:effectLst/>
                          <a:latin typeface="+mn-lt"/>
                          <a:ea typeface="+mn-ea"/>
                          <a:cs typeface="Calibri" panose="020F0502020204030204" pitchFamily="34" charset="0"/>
                        </a:rPr>
                        <a:t>CO-03</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just" defTabSz="957796" rtl="0" eaLnBrk="1" fontAlgn="auto" latinLnBrk="0" hangingPunct="1">
                        <a:lnSpc>
                          <a:spcPct val="115000"/>
                        </a:lnSpc>
                        <a:spcBef>
                          <a:spcPts val="0"/>
                        </a:spcBef>
                        <a:spcAft>
                          <a:spcPts val="0"/>
                        </a:spcAft>
                        <a:buClrTx/>
                        <a:buSzTx/>
                        <a:buFontTx/>
                        <a:buNone/>
                        <a:tabLst/>
                        <a:defRPr/>
                      </a:pPr>
                      <a:r>
                        <a:rPr lang="fr-FR" sz="900" b="0" kern="1200">
                          <a:solidFill>
                            <a:schemeClr val="tx1"/>
                          </a:solidFill>
                          <a:effectLst/>
                          <a:latin typeface="+mn-lt"/>
                          <a:ea typeface="Times New Roman" panose="02020603050405020304" pitchFamily="18" charset="0"/>
                          <a:cs typeface="Arial" panose="020B0604020202020204" pitchFamily="34" charset="0"/>
                        </a:rPr>
                        <a:t>Les processus et applications externalisées font l’objet d’un suivi régulier et des contrôles de second niveau existent. </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fr-FR" sz="900" b="0" i="0" u="none" strike="noStrike" kern="0" cap="none" spc="0" normalizeH="0" baseline="0" noProof="0">
                          <a:ln>
                            <a:noFill/>
                          </a:ln>
                          <a:solidFill>
                            <a:srgbClr val="EB8C00"/>
                          </a:solidFill>
                          <a:effectLst/>
                          <a:uLnTx/>
                          <a:uFillTx/>
                          <a:latin typeface="+mn-lt"/>
                        </a:rPr>
                        <a:t>❷</a:t>
                      </a:r>
                      <a:endParaRPr kumimoji="0" lang="fr-FR" sz="900" b="0" i="0" u="none" strike="noStrike" kern="1200" cap="none" spc="0" normalizeH="0" baseline="0" noProof="0">
                        <a:ln>
                          <a:noFill/>
                        </a:ln>
                        <a:solidFill>
                          <a:srgbClr val="000000"/>
                        </a:solidFill>
                        <a:effectLst/>
                        <a:uLnTx/>
                        <a:uFillTx/>
                        <a:latin typeface="Arial (Corps)"/>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E5CD"/>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900" b="0" i="0" u="none" strike="noStrike" kern="1200" cap="none" spc="0" normalizeH="0" baseline="0" noProof="0">
                          <a:ln>
                            <a:noFill/>
                          </a:ln>
                          <a:solidFill>
                            <a:schemeClr val="tx1"/>
                          </a:solidFill>
                          <a:effectLst/>
                          <a:uLnTx/>
                          <a:uFillTx/>
                          <a:latin typeface="+mn-lt"/>
                          <a:ea typeface="+mn-ea"/>
                          <a:cs typeface="+mn-cs"/>
                        </a:rPr>
                        <a:t>Satisfaisant</a:t>
                      </a:r>
                      <a:endParaRPr kumimoji="0" lang="fr-FR" sz="10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AD3"/>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fr-FR" sz="900" b="0" i="0" u="none" strike="noStrike" kern="0" cap="none" spc="0" normalizeH="0" baseline="0" noProof="0" dirty="0">
                          <a:ln>
                            <a:noFill/>
                          </a:ln>
                          <a:solidFill>
                            <a:srgbClr val="EB8C00"/>
                          </a:solidFill>
                          <a:effectLst/>
                          <a:uLnTx/>
                          <a:uFillTx/>
                          <a:latin typeface="+mn-lt"/>
                        </a:rPr>
                        <a:t>❷</a:t>
                      </a:r>
                      <a:endParaRPr kumimoji="0" lang="fr-FR" sz="900" b="0" i="0" u="none" strike="noStrike" kern="1200" cap="none" spc="0" normalizeH="0" baseline="0" noProof="0" dirty="0">
                        <a:ln>
                          <a:noFill/>
                        </a:ln>
                        <a:solidFill>
                          <a:srgbClr val="000000"/>
                        </a:solidFill>
                        <a:effectLst/>
                        <a:uLnTx/>
                        <a:uFillTx/>
                        <a:latin typeface="Arial (Corps)"/>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E5CD"/>
                    </a:solidFill>
                  </a:tcPr>
                </a:tc>
                <a:extLst>
                  <a:ext uri="{0D108BD9-81ED-4DB2-BD59-A6C34878D82A}">
                    <a16:rowId xmlns:a16="http://schemas.microsoft.com/office/drawing/2014/main" val="420541779"/>
                  </a:ext>
                </a:extLst>
              </a:tr>
            </a:tbl>
          </a:graphicData>
        </a:graphic>
      </p:graphicFrame>
      <p:sp>
        <p:nvSpPr>
          <p:cNvPr id="4" name="Google Shape;478;p3">
            <a:extLst>
              <a:ext uri="{FF2B5EF4-FFF2-40B4-BE49-F238E27FC236}">
                <a16:creationId xmlns:a16="http://schemas.microsoft.com/office/drawing/2014/main" id="{080B629D-7EB1-FF76-618E-426341A0C759}"/>
              </a:ext>
            </a:extLst>
          </p:cNvPr>
          <p:cNvSpPr txBox="1">
            <a:spLocks/>
          </p:cNvSpPr>
          <p:nvPr/>
        </p:nvSpPr>
        <p:spPr>
          <a:xfrm>
            <a:off x="561705" y="431080"/>
            <a:ext cx="8229600" cy="413657"/>
          </a:xfrm>
          <a:prstGeom prst="rect">
            <a:avLst/>
          </a:prstGeom>
          <a:noFill/>
          <a:ln>
            <a:noFill/>
          </a:ln>
        </p:spPr>
        <p:txBody>
          <a:bodyPr spcFirstLastPara="1" wrap="square" lIns="0" tIns="0" rIns="0" bIns="0" anchor="t" anchorCtr="0">
            <a:norm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chemeClr val="dk1"/>
              </a:buClr>
              <a:buSzPts val="2800"/>
              <a:buFont typeface="Georgia"/>
              <a:buNone/>
              <a:defRPr sz="28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000000"/>
              </a:buClr>
              <a:buSzPts val="2800"/>
              <a:buFont typeface="Georgia"/>
              <a:buNone/>
              <a:tabLst/>
              <a:defRPr/>
            </a:pPr>
            <a:r>
              <a:rPr kumimoji="0" lang="fr-FR" sz="2000" b="1" i="0" u="none" strike="noStrike" kern="0" cap="none" spc="0" normalizeH="0" baseline="0" noProof="0">
                <a:ln>
                  <a:noFill/>
                </a:ln>
                <a:solidFill>
                  <a:srgbClr val="000000"/>
                </a:solidFill>
                <a:effectLst/>
                <a:uLnTx/>
                <a:uFillTx/>
                <a:latin typeface="Georgia" panose="02040502050405020303" pitchFamily="18" charset="0"/>
                <a:sym typeface="Georgia"/>
              </a:rPr>
              <a:t>Synthèse par contrôle et par application</a:t>
            </a:r>
          </a:p>
        </p:txBody>
      </p:sp>
      <p:sp>
        <p:nvSpPr>
          <p:cNvPr id="6" name="ZoneTexte 5">
            <a:extLst>
              <a:ext uri="{FF2B5EF4-FFF2-40B4-BE49-F238E27FC236}">
                <a16:creationId xmlns:a16="http://schemas.microsoft.com/office/drawing/2014/main" id="{3C7A651F-A7BE-0127-F0BD-32F7B968892B}"/>
              </a:ext>
            </a:extLst>
          </p:cNvPr>
          <p:cNvSpPr txBox="1"/>
          <p:nvPr/>
        </p:nvSpPr>
        <p:spPr>
          <a:xfrm>
            <a:off x="8155098" y="659730"/>
            <a:ext cx="3962921" cy="141047"/>
          </a:xfrm>
          <a:prstGeom prst="rect">
            <a:avLst/>
          </a:prstGeom>
          <a:noFill/>
        </p:spPr>
        <p:txBody>
          <a:bodyPr wrap="square" rtlCol="0">
            <a:no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800" b="0" i="0" u="none" strike="noStrike" kern="0" cap="none" spc="0" normalizeH="0" baseline="0" noProof="0">
                <a:ln>
                  <a:noFill/>
                </a:ln>
                <a:solidFill>
                  <a:srgbClr val="000000"/>
                </a:solidFill>
                <a:effectLst/>
                <a:uLnTx/>
                <a:uFillTx/>
                <a:latin typeface="Arial"/>
                <a:ea typeface="Times New Roman" panose="02020603050405020304" pitchFamily="18" charset="0"/>
                <a:cs typeface="Arial"/>
                <a:sym typeface="Arial"/>
              </a:rPr>
              <a:t>↗ : Recommandation clôturée en 2025 / </a:t>
            </a:r>
            <a:r>
              <a:rPr kumimoji="0" lang="fr-FR" sz="800" b="0" i="0" u="none" strike="noStrike" kern="0" cap="none" spc="0" normalizeH="0" baseline="0" noProof="0">
                <a:ln>
                  <a:noFill/>
                </a:ln>
                <a:solidFill>
                  <a:srgbClr val="000000"/>
                </a:solidFill>
                <a:effectLst/>
                <a:uLnTx/>
                <a:uFillTx/>
                <a:latin typeface="Arial"/>
                <a:ea typeface="Arial"/>
                <a:cs typeface="Arial"/>
                <a:sym typeface="Arial"/>
              </a:rPr>
              <a:t> ↘</a:t>
            </a:r>
            <a:r>
              <a:rPr kumimoji="0" lang="fr-FR" sz="800" b="0" i="0" u="none" strike="noStrike" kern="0" cap="none" spc="0" normalizeH="0" baseline="0" noProof="0">
                <a:ln>
                  <a:noFill/>
                </a:ln>
                <a:solidFill>
                  <a:srgbClr val="000000"/>
                </a:solidFill>
                <a:effectLst/>
                <a:uLnTx/>
                <a:uFillTx/>
                <a:latin typeface="Arial"/>
                <a:ea typeface="Times New Roman" panose="02020603050405020304" pitchFamily="18" charset="0"/>
                <a:cs typeface="Arial"/>
                <a:sym typeface="Arial"/>
              </a:rPr>
              <a:t> : Nouvelle recommandation en 2025</a:t>
            </a:r>
            <a:endParaRPr kumimoji="0" lang="fr-FR" sz="800" b="0" i="0" u="none" strike="noStrike" kern="0" cap="none" spc="0" normalizeH="0" baseline="0" noProof="0">
              <a:ln>
                <a:noFill/>
              </a:ln>
              <a:solidFill>
                <a:srgbClr val="000000"/>
              </a:solidFill>
              <a:effectLst/>
              <a:uLnTx/>
              <a:uFillTx/>
              <a:latin typeface="Arial"/>
              <a:cs typeface="Arial"/>
              <a:sym typeface="Arial"/>
            </a:endParaRPr>
          </a:p>
        </p:txBody>
      </p:sp>
      <p:sp>
        <p:nvSpPr>
          <p:cNvPr id="7" name="Espace réservé du numéro de diapositive 2">
            <a:extLst>
              <a:ext uri="{FF2B5EF4-FFF2-40B4-BE49-F238E27FC236}">
                <a16:creationId xmlns:a16="http://schemas.microsoft.com/office/drawing/2014/main" id="{C65C25DC-F93A-AA87-E7CB-B6B61D17531F}"/>
              </a:ext>
            </a:extLst>
          </p:cNvPr>
          <p:cNvSpPr txBox="1">
            <a:spLocks/>
          </p:cNvSpPr>
          <p:nvPr/>
        </p:nvSpPr>
        <p:spPr>
          <a:xfrm>
            <a:off x="9875520" y="6492240"/>
            <a:ext cx="1706880" cy="137160"/>
          </a:xfrm>
          <a:prstGeom prst="rect">
            <a:avLst/>
          </a:prstGeom>
          <a:noFill/>
          <a:ln>
            <a:noFill/>
          </a:ln>
        </p:spPr>
        <p:txBody>
          <a:bodyPr spcFirstLastPara="1" vert="horz" wrap="square" lIns="0" tIns="0" rIns="0" bIns="0" rtlCol="0" anchor="b" anchorCtr="0">
            <a:noAutofit/>
          </a:bodyP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SzPts val="1400"/>
              <a:buFont typeface="Arial"/>
              <a:buNone/>
              <a:defRPr sz="7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tx1"/>
                </a:solidFill>
                <a:latin typeface="+mn-lt"/>
                <a:ea typeface="+mn-ea"/>
                <a:cs typeface="+mn-cs"/>
                <a:sym typeface="Arial"/>
              </a:defRPr>
            </a:lvl9pPr>
          </a:lstStyle>
          <a:p>
            <a:fld id="{7870704B-CE94-48CC-AF30-84932A1262A7}" type="slidenum">
              <a:rPr lang="en-GB" smtClean="0"/>
              <a:pPr/>
              <a:t>7</a:t>
            </a:fld>
            <a:endParaRPr lang="en-GB"/>
          </a:p>
        </p:txBody>
      </p:sp>
      <p:sp>
        <p:nvSpPr>
          <p:cNvPr id="10" name="ZoneTexte 9">
            <a:extLst>
              <a:ext uri="{FF2B5EF4-FFF2-40B4-BE49-F238E27FC236}">
                <a16:creationId xmlns:a16="http://schemas.microsoft.com/office/drawing/2014/main" id="{0D0A3A0A-02ED-59E9-2CA4-EE2B4EC4748B}"/>
              </a:ext>
            </a:extLst>
          </p:cNvPr>
          <p:cNvSpPr txBox="1"/>
          <p:nvPr/>
        </p:nvSpPr>
        <p:spPr>
          <a:xfrm>
            <a:off x="561705" y="6172204"/>
            <a:ext cx="11284496" cy="377906"/>
          </a:xfrm>
          <a:prstGeom prst="rect">
            <a:avLst/>
          </a:prstGeom>
          <a:noFill/>
        </p:spPr>
        <p:txBody>
          <a:bodyPr wrap="square" rtlCol="0">
            <a:noAutofit/>
          </a:bodyPr>
          <a:lstStyle/>
          <a:p>
            <a:pPr algn="just"/>
            <a:r>
              <a:rPr lang="fr-FR" sz="840" b="1">
                <a:latin typeface="+mj-lt"/>
                <a:ea typeface="Times New Roman" panose="02020603050405020304" pitchFamily="18" charset="0"/>
              </a:rPr>
              <a:t>Les priorités affectées à chaque recommandation peuvent se lire de la façon suivante :</a:t>
            </a:r>
            <a:r>
              <a:rPr lang="fr-FR" sz="840">
                <a:latin typeface="+mj-lt"/>
                <a:ea typeface="Times New Roman" panose="02020603050405020304" pitchFamily="18" charset="0"/>
              </a:rPr>
              <a:t> Priorité </a:t>
            </a:r>
            <a:r>
              <a:rPr lang="en-GB" sz="840" kern="1200">
                <a:solidFill>
                  <a:srgbClr val="B21107"/>
                </a:solidFill>
                <a:latin typeface="Georgia" panose="02040502050405020303" pitchFamily="18" charset="0"/>
                <a:ea typeface="+mj-ea"/>
                <a:cs typeface="+mj-cs"/>
                <a:sym typeface="Wingdings" panose="05000000000000000000" pitchFamily="2" charset="2"/>
              </a:rPr>
              <a:t> </a:t>
            </a:r>
            <a:r>
              <a:rPr lang="fr-FR" sz="840">
                <a:latin typeface="+mj-lt"/>
                <a:ea typeface="Times New Roman" panose="02020603050405020304" pitchFamily="18" charset="0"/>
              </a:rPr>
              <a:t>- niveau de risque élevé, recommandation à mettre en place à court terme / Priorité </a:t>
            </a:r>
            <a:r>
              <a:rPr lang="en-GB" sz="840" kern="1200">
                <a:solidFill>
                  <a:srgbClr val="F06A00"/>
                </a:solidFill>
                <a:latin typeface="Georgia" panose="02040502050405020303" pitchFamily="18" charset="0"/>
                <a:ea typeface="+mj-ea"/>
                <a:cs typeface="+mj-cs"/>
                <a:sym typeface="Wingdings" panose="05000000000000000000" pitchFamily="2" charset="2"/>
              </a:rPr>
              <a:t> </a:t>
            </a:r>
            <a:r>
              <a:rPr lang="fr-FR" sz="840">
                <a:latin typeface="+mj-lt"/>
                <a:ea typeface="Times New Roman" panose="02020603050405020304" pitchFamily="18" charset="0"/>
              </a:rPr>
              <a:t>- niveau de risque modéré, recommandation à mettre en place </a:t>
            </a:r>
            <a:r>
              <a:rPr lang="fr-FR" sz="840">
                <a:latin typeface="+mn-lt"/>
              </a:rPr>
              <a:t>à moyen </a:t>
            </a:r>
            <a:r>
              <a:rPr lang="fr-FR" sz="840">
                <a:latin typeface="+mj-lt"/>
                <a:ea typeface="Times New Roman" panose="02020603050405020304" pitchFamily="18" charset="0"/>
              </a:rPr>
              <a:t>terme / Priorité </a:t>
            </a:r>
            <a:r>
              <a:rPr lang="fr-FR" sz="840" kern="1200">
                <a:solidFill>
                  <a:srgbClr val="00B050"/>
                </a:solidFill>
                <a:latin typeface="Georgia" panose="02040502050405020303" pitchFamily="18" charset="0"/>
                <a:ea typeface="SimHei" panose="02010609060101010101" pitchFamily="49" charset="-122"/>
                <a:cs typeface="Times New Roman" panose="02020603050405020304" pitchFamily="18" charset="0"/>
                <a:sym typeface="Wingdings" panose="05000000000000000000" pitchFamily="2" charset="2"/>
              </a:rPr>
              <a:t> </a:t>
            </a:r>
            <a:r>
              <a:rPr lang="fr-FR" sz="840">
                <a:latin typeface="+mn-lt"/>
                <a:ea typeface="Times New Roman" panose="02020603050405020304" pitchFamily="18" charset="0"/>
              </a:rPr>
              <a:t>- niveau de risque faible, recommandation à mettre en place à moyen ou à long terme.</a:t>
            </a:r>
            <a:endParaRPr lang="fr-FR" sz="840"/>
          </a:p>
        </p:txBody>
      </p:sp>
    </p:spTree>
    <p:extLst>
      <p:ext uri="{BB962C8B-B14F-4D97-AF65-F5344CB8AC3E}">
        <p14:creationId xmlns:p14="http://schemas.microsoft.com/office/powerpoint/2010/main" val="4128155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graphicFrame>
        <p:nvGraphicFramePr>
          <p:cNvPr id="101" name="Google Shape;101;g205a9db6301_0_14"/>
          <p:cNvGraphicFramePr/>
          <p:nvPr>
            <p:extLst>
              <p:ext uri="{D42A27DB-BD31-4B8C-83A1-F6EECF244321}">
                <p14:modId xmlns:p14="http://schemas.microsoft.com/office/powerpoint/2010/main" val="4041372131"/>
              </p:ext>
            </p:extLst>
          </p:nvPr>
        </p:nvGraphicFramePr>
        <p:xfrm>
          <a:off x="638345" y="1863431"/>
          <a:ext cx="10965904" cy="3156292"/>
        </p:xfrm>
        <a:graphic>
          <a:graphicData uri="http://schemas.openxmlformats.org/drawingml/2006/table">
            <a:tbl>
              <a:tblPr>
                <a:noFill/>
              </a:tblPr>
              <a:tblGrid>
                <a:gridCol w="2741476">
                  <a:extLst>
                    <a:ext uri="{9D8B030D-6E8A-4147-A177-3AD203B41FA5}">
                      <a16:colId xmlns:a16="http://schemas.microsoft.com/office/drawing/2014/main" val="20003"/>
                    </a:ext>
                  </a:extLst>
                </a:gridCol>
                <a:gridCol w="2741476">
                  <a:extLst>
                    <a:ext uri="{9D8B030D-6E8A-4147-A177-3AD203B41FA5}">
                      <a16:colId xmlns:a16="http://schemas.microsoft.com/office/drawing/2014/main" val="20004"/>
                    </a:ext>
                  </a:extLst>
                </a:gridCol>
                <a:gridCol w="2741476">
                  <a:extLst>
                    <a:ext uri="{9D8B030D-6E8A-4147-A177-3AD203B41FA5}">
                      <a16:colId xmlns:a16="http://schemas.microsoft.com/office/drawing/2014/main" val="2402115164"/>
                    </a:ext>
                  </a:extLst>
                </a:gridCol>
                <a:gridCol w="2741476">
                  <a:extLst>
                    <a:ext uri="{9D8B030D-6E8A-4147-A177-3AD203B41FA5}">
                      <a16:colId xmlns:a16="http://schemas.microsoft.com/office/drawing/2014/main" val="20005"/>
                    </a:ext>
                  </a:extLst>
                </a:gridCol>
              </a:tblGrid>
              <a:tr h="318397">
                <a:tc>
                  <a:txBody>
                    <a:bodyPr/>
                    <a:lstStyle/>
                    <a:p>
                      <a:pPr marL="0" marR="0" lvl="0" indent="0" algn="ctr" rtl="0">
                        <a:lnSpc>
                          <a:spcPct val="100000"/>
                        </a:lnSpc>
                        <a:spcBef>
                          <a:spcPts val="0"/>
                        </a:spcBef>
                        <a:spcAft>
                          <a:spcPts val="0"/>
                        </a:spcAft>
                        <a:buClr>
                          <a:srgbClr val="000000"/>
                        </a:buClr>
                        <a:buSzPts val="800"/>
                        <a:buFont typeface="Arial"/>
                        <a:buNone/>
                      </a:pPr>
                      <a:r>
                        <a:rPr lang="fr-FR" sz="900" b="1" u="none" strike="noStrike" cap="none">
                          <a:solidFill>
                            <a:srgbClr val="FFFFFF"/>
                          </a:solidFill>
                        </a:rPr>
                        <a:t>Application source</a:t>
                      </a:r>
                      <a:endParaRPr sz="900" b="1" u="none" strike="noStrike" cap="none">
                        <a:solidFill>
                          <a:srgbClr val="FFFFFF"/>
                        </a:solidFill>
                      </a:endParaRPr>
                    </a:p>
                  </a:txBody>
                  <a:tcPr marL="68569" marR="68569" marT="68569" marB="68569"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FC5207"/>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fr-FR" sz="900" b="1" u="none" strike="noStrike" cap="none">
                          <a:solidFill>
                            <a:srgbClr val="FFFFFF"/>
                          </a:solidFill>
                        </a:rPr>
                        <a:t>Etat-clé</a:t>
                      </a:r>
                      <a:endParaRPr sz="900" b="1" u="none" strike="noStrike" cap="none">
                        <a:solidFill>
                          <a:srgbClr val="FFFFFF"/>
                        </a:solidFill>
                      </a:endParaRPr>
                    </a:p>
                  </a:txBody>
                  <a:tcPr marL="68569" marR="68569" marT="68569" marB="68569"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FC5207"/>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fr-FR" sz="900" b="1" u="none" strike="noStrike" cap="none">
                          <a:solidFill>
                            <a:srgbClr val="FFFFFF"/>
                          </a:solidFill>
                        </a:rPr>
                        <a:t>Objectif de la revue</a:t>
                      </a:r>
                      <a:endParaRPr sz="900" b="1" u="none" strike="noStrike" cap="none">
                        <a:solidFill>
                          <a:srgbClr val="FFFFFF"/>
                        </a:solidFill>
                      </a:endParaRPr>
                    </a:p>
                  </a:txBody>
                  <a:tcPr marL="68569" marR="68569" marT="68569" marB="68569"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FC5207"/>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fr-FR" sz="900" b="1" u="none" strike="noStrike" cap="none">
                          <a:solidFill>
                            <a:srgbClr val="FFFFFF"/>
                          </a:solidFill>
                        </a:rPr>
                        <a:t>Résultat</a:t>
                      </a:r>
                      <a:endParaRPr sz="900" b="1" u="none" strike="noStrike" cap="none">
                        <a:solidFill>
                          <a:srgbClr val="FFFFFF"/>
                        </a:solidFill>
                      </a:endParaRPr>
                    </a:p>
                  </a:txBody>
                  <a:tcPr marL="68569" marR="68569" marT="68569" marB="68569"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FC5207"/>
                    </a:solidFill>
                  </a:tcPr>
                </a:tc>
                <a:extLst>
                  <a:ext uri="{0D108BD9-81ED-4DB2-BD59-A6C34878D82A}">
                    <a16:rowId xmlns:a16="http://schemas.microsoft.com/office/drawing/2014/main" val="10000"/>
                  </a:ext>
                </a:extLst>
              </a:tr>
              <a:tr h="945965">
                <a:tc>
                  <a:txBody>
                    <a:bodyPr/>
                    <a:lstStyle/>
                    <a:p>
                      <a:pPr marL="0" marR="0" lvl="0" indent="0" algn="ctr" rtl="0">
                        <a:lnSpc>
                          <a:spcPct val="100000"/>
                        </a:lnSpc>
                        <a:spcBef>
                          <a:spcPts val="0"/>
                        </a:spcBef>
                        <a:spcAft>
                          <a:spcPts val="0"/>
                        </a:spcAft>
                        <a:buClr>
                          <a:srgbClr val="000000"/>
                        </a:buClr>
                        <a:buSzPts val="800"/>
                        <a:buFont typeface="Arial"/>
                        <a:buNone/>
                      </a:pPr>
                      <a:r>
                        <a:rPr lang="fr-FR" sz="900" b="1" u="none" strike="noStrike" cap="none">
                          <a:latin typeface="+mn-lt"/>
                        </a:rPr>
                        <a:t>Altaïx</a:t>
                      </a:r>
                      <a:endParaRPr sz="900" b="1" u="none" strike="noStrike" cap="none">
                        <a:latin typeface="+mn-lt"/>
                      </a:endParaRPr>
                    </a:p>
                  </a:txBody>
                  <a:tcPr marL="68569" marR="68569" marT="68569" marB="6856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3F3"/>
                    </a:solidFill>
                  </a:tcPr>
                </a:tc>
                <a:tc>
                  <a:txBody>
                    <a:bodyPr/>
                    <a:lstStyle/>
                    <a:p>
                      <a:pPr marL="0" marR="0" lvl="0" indent="0" algn="ctr" rtl="0">
                        <a:lnSpc>
                          <a:spcPct val="100000"/>
                        </a:lnSpc>
                        <a:spcBef>
                          <a:spcPts val="0"/>
                        </a:spcBef>
                        <a:spcAft>
                          <a:spcPts val="0"/>
                        </a:spcAft>
                        <a:buClr>
                          <a:srgbClr val="000000"/>
                        </a:buClr>
                        <a:buSzPts val="800"/>
                        <a:buFont typeface="Arial" panose="020B0604020202020204" pitchFamily="34" charset="0"/>
                        <a:buNone/>
                      </a:pPr>
                      <a:r>
                        <a:rPr lang="fr-FR" sz="900" u="none" strike="noStrike" cap="none">
                          <a:latin typeface="+mn-l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Etat de gestion locative</a:t>
                      </a:r>
                      <a:endParaRPr lang="fr-FR" sz="400" b="0" i="0" u="none" strike="noStrike" cap="none">
                        <a:solidFill>
                          <a:schemeClr val="tx1"/>
                        </a:solidFill>
                        <a:latin typeface="+mn-lt"/>
                        <a:ea typeface="+mn-ea"/>
                        <a:cs typeface="+mn-cs"/>
                        <a:sym typeface="Arial"/>
                      </a:endParaRPr>
                    </a:p>
                  </a:txBody>
                  <a:tcPr marL="68569" marR="68569" marT="68569" marB="6856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3F3"/>
                    </a:solidFill>
                  </a:tcPr>
                </a:tc>
                <a:tc rowSpan="3">
                  <a:txBody>
                    <a:bodyPr/>
                    <a:lstStyle/>
                    <a:p>
                      <a:pPr marL="0" marR="0" lvl="0" indent="0" algn="ctr" defTabSz="685800" rtl="0" eaLnBrk="1" fontAlgn="auto" latinLnBrk="0" hangingPunct="1">
                        <a:lnSpc>
                          <a:spcPct val="100000"/>
                        </a:lnSpc>
                        <a:spcBef>
                          <a:spcPts val="0"/>
                        </a:spcBef>
                        <a:spcAft>
                          <a:spcPts val="0"/>
                        </a:spcAft>
                        <a:buClr>
                          <a:srgbClr val="000000"/>
                        </a:buClr>
                        <a:buSzPts val="800"/>
                        <a:buFont typeface="Arial" panose="020B0604020202020204" pitchFamily="34" charset="0"/>
                        <a:buNone/>
                        <a:tabLst/>
                        <a:defRPr/>
                      </a:pPr>
                      <a:r>
                        <a:rPr lang="fr-FR" sz="900" b="0" i="0" u="none" strike="noStrike">
                          <a:solidFill>
                            <a:srgbClr val="000000"/>
                          </a:solidFill>
                          <a:effectLst/>
                          <a:latin typeface="+mn-lt"/>
                          <a:ea typeface="+mn-ea"/>
                          <a:cs typeface="Arial" panose="020B0604020202020204" pitchFamily="34" charset="0"/>
                        </a:rPr>
                        <a:t>S’assurer de la fiabilité des états en termes d’exhaustivité par rapport aux systèmes sources</a:t>
                      </a:r>
                    </a:p>
                  </a:txBody>
                  <a:tcPr marL="68569" marR="68569" marT="68569" marB="6856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3F3"/>
                    </a:solidFill>
                  </a:tcPr>
                </a:tc>
                <a:tc>
                  <a:txBody>
                    <a:bodyPr/>
                    <a:lstStyle/>
                    <a:p>
                      <a:pPr marL="0" marR="0" lvl="0" indent="0" algn="ctr">
                        <a:lnSpc>
                          <a:spcPct val="100000"/>
                        </a:lnSpc>
                        <a:spcBef>
                          <a:spcPts val="0"/>
                        </a:spcBef>
                        <a:spcAft>
                          <a:spcPts val="0"/>
                        </a:spcAft>
                        <a:buNone/>
                      </a:pPr>
                      <a:r>
                        <a:rPr lang="fr-FR" sz="900" b="0" i="0" u="none" strike="noStrike" cap="none" noProof="0">
                          <a:solidFill>
                            <a:schemeClr val="tx1"/>
                          </a:solidFill>
                          <a:latin typeface="+mn-lt"/>
                        </a:rPr>
                        <a:t>Satisfaisant</a:t>
                      </a:r>
                      <a:endParaRPr sz="900" b="0" u="none" strike="noStrike" cap="none">
                        <a:latin typeface="+mn-lt"/>
                      </a:endParaRPr>
                    </a:p>
                  </a:txBody>
                  <a:tcPr marL="68569" marR="68569" marT="68569" marB="6856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9EAD3"/>
                    </a:solidFill>
                  </a:tcPr>
                </a:tc>
                <a:extLst>
                  <a:ext uri="{0D108BD9-81ED-4DB2-BD59-A6C34878D82A}">
                    <a16:rowId xmlns:a16="http://schemas.microsoft.com/office/drawing/2014/main" val="10001"/>
                  </a:ext>
                </a:extLst>
              </a:tr>
              <a:tr h="945965">
                <a:tc>
                  <a:txBody>
                    <a:bodyPr/>
                    <a:lstStyle/>
                    <a:p>
                      <a:pPr marL="0" marR="0" lvl="0" indent="0" algn="ctr" rtl="0">
                        <a:lnSpc>
                          <a:spcPct val="100000"/>
                        </a:lnSpc>
                        <a:spcBef>
                          <a:spcPts val="0"/>
                        </a:spcBef>
                        <a:spcAft>
                          <a:spcPts val="0"/>
                        </a:spcAft>
                        <a:buClr>
                          <a:srgbClr val="000000"/>
                        </a:buClr>
                        <a:buSzPts val="800"/>
                        <a:buFont typeface="Arial"/>
                        <a:buNone/>
                      </a:pPr>
                      <a:r>
                        <a:rPr lang="fr-FR" sz="900" b="1" u="none" strike="noStrike" cap="none">
                          <a:latin typeface="+mn-lt"/>
                        </a:rPr>
                        <a:t>Unicia</a:t>
                      </a:r>
                      <a:endParaRPr sz="900" b="1" u="none" strike="noStrike" cap="none">
                        <a:latin typeface="+mn-lt"/>
                      </a:endParaRPr>
                    </a:p>
                  </a:txBody>
                  <a:tcPr marL="68569" marR="68569" marT="68569" marB="6856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3F3"/>
                    </a:solidFill>
                  </a:tcPr>
                </a:tc>
                <a:tc>
                  <a:txBody>
                    <a:bodyPr/>
                    <a:lstStyle/>
                    <a:p>
                      <a:pPr marL="0" marR="0" lvl="0" indent="0" algn="ctr" rtl="0">
                        <a:lnSpc>
                          <a:spcPct val="100000"/>
                        </a:lnSpc>
                        <a:spcBef>
                          <a:spcPts val="0"/>
                        </a:spcBef>
                        <a:spcAft>
                          <a:spcPts val="0"/>
                        </a:spcAft>
                        <a:buClr>
                          <a:srgbClr val="000000"/>
                        </a:buClr>
                        <a:buSzPts val="800"/>
                        <a:buFont typeface="Arial" panose="020B0604020202020204" pitchFamily="34" charset="0"/>
                        <a:buNone/>
                      </a:pPr>
                      <a:r>
                        <a:rPr lang="fr-FR" sz="900" b="0" i="0" u="none" strike="noStrike" cap="none">
                          <a:solidFill>
                            <a:schemeClr val="tx1"/>
                          </a:solidFill>
                          <a:effectLst/>
                          <a:latin typeface="+mn-lt"/>
                          <a:ea typeface="+mn-ea"/>
                          <a:cs typeface="+mn-cs"/>
                          <a:sym typeface="Arial"/>
                        </a:rPr>
                        <a:t>Etat des souscriptions</a:t>
                      </a:r>
                    </a:p>
                  </a:txBody>
                  <a:tcPr marL="68569" marR="68569" marT="68569" marB="6856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3F3"/>
                    </a:solidFill>
                  </a:tcPr>
                </a:tc>
                <a:tc vMerge="1">
                  <a:txBody>
                    <a:bodyPr/>
                    <a:lstStyle/>
                    <a:p>
                      <a:endParaRPr lang="fr-F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tc>
                  <a:txBody>
                    <a:bodyPr/>
                    <a:lstStyle/>
                    <a:p>
                      <a:pPr marL="0" marR="0" lvl="0" indent="0" algn="ctr">
                        <a:lnSpc>
                          <a:spcPct val="100000"/>
                        </a:lnSpc>
                        <a:spcBef>
                          <a:spcPts val="0"/>
                        </a:spcBef>
                        <a:spcAft>
                          <a:spcPts val="0"/>
                        </a:spcAft>
                        <a:buNone/>
                      </a:pPr>
                      <a:r>
                        <a:rPr lang="fr-FR" sz="900" b="0" i="0" u="none" strike="noStrike" cap="none" noProof="0">
                          <a:solidFill>
                            <a:schemeClr val="tx1"/>
                          </a:solidFill>
                          <a:latin typeface="+mn-lt"/>
                        </a:rPr>
                        <a:t>Satisfaisant</a:t>
                      </a:r>
                      <a:endParaRPr lang="fr-FR" sz="900" b="0" u="none" strike="noStrike" kern="1200" cap="none">
                        <a:solidFill>
                          <a:schemeClr val="tx1"/>
                        </a:solidFill>
                        <a:latin typeface="+mn-lt"/>
                        <a:ea typeface="+mn-ea"/>
                        <a:cs typeface="+mn-cs"/>
                      </a:endParaRPr>
                    </a:p>
                  </a:txBody>
                  <a:tcPr marL="68569" marR="68569" marT="68569" marB="6856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9EAD3"/>
                    </a:solidFill>
                  </a:tcPr>
                </a:tc>
                <a:extLst>
                  <a:ext uri="{0D108BD9-81ED-4DB2-BD59-A6C34878D82A}">
                    <a16:rowId xmlns:a16="http://schemas.microsoft.com/office/drawing/2014/main" val="4084805497"/>
                  </a:ext>
                </a:extLst>
              </a:tr>
              <a:tr h="945965">
                <a:tc>
                  <a:txBody>
                    <a:bodyPr/>
                    <a:lstStyle/>
                    <a:p>
                      <a:pPr marL="0" marR="0" lvl="0" indent="0" algn="ctr" rtl="0">
                        <a:lnSpc>
                          <a:spcPct val="100000"/>
                        </a:lnSpc>
                        <a:spcBef>
                          <a:spcPts val="0"/>
                        </a:spcBef>
                        <a:spcAft>
                          <a:spcPts val="0"/>
                        </a:spcAft>
                        <a:buClr>
                          <a:srgbClr val="000000"/>
                        </a:buClr>
                        <a:buSzPts val="800"/>
                        <a:buFont typeface="Arial"/>
                        <a:buNone/>
                      </a:pPr>
                      <a:r>
                        <a:rPr lang="fr-FR" sz="900" b="1" i="0" u="none" strike="noStrike" cap="none">
                          <a:latin typeface="+mn-lt"/>
                        </a:rPr>
                        <a:t>Sage 1000</a:t>
                      </a:r>
                      <a:endParaRPr sz="900" b="1" i="0" u="none" strike="noStrike" cap="none">
                        <a:latin typeface="+mn-lt"/>
                      </a:endParaRPr>
                    </a:p>
                  </a:txBody>
                  <a:tcPr marL="68569" marR="68569" marT="68569" marB="6856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3F3"/>
                    </a:solidFill>
                  </a:tcPr>
                </a:tc>
                <a:tc>
                  <a:txBody>
                    <a:bodyPr/>
                    <a:lstStyle/>
                    <a:p>
                      <a:pPr marL="0" marR="0" lvl="0" indent="0" algn="ctr" defTabSz="685800" rtl="0" eaLnBrk="1" fontAlgn="auto" latinLnBrk="0" hangingPunct="1">
                        <a:lnSpc>
                          <a:spcPct val="100000"/>
                        </a:lnSpc>
                        <a:spcBef>
                          <a:spcPts val="0"/>
                        </a:spcBef>
                        <a:spcAft>
                          <a:spcPts val="0"/>
                        </a:spcAft>
                        <a:buClr>
                          <a:srgbClr val="000000"/>
                        </a:buClr>
                        <a:buSzPts val="800"/>
                        <a:buFont typeface="Arial" panose="020B0604020202020204" pitchFamily="34" charset="0"/>
                        <a:buNone/>
                        <a:tabLst/>
                        <a:defRPr/>
                      </a:pPr>
                      <a:r>
                        <a:rPr lang="fr-FR" sz="900" i="0">
                          <a:solidFill>
                            <a:schemeClr val="dk1"/>
                          </a:solidFill>
                          <a:latin typeface="+mn-lt"/>
                        </a:rPr>
                        <a:t>Balance générale et Grand livre</a:t>
                      </a:r>
                      <a:endParaRPr lang="fr-FR" sz="900" b="0" i="0" u="none" strike="noStrike">
                        <a:solidFill>
                          <a:srgbClr val="000000"/>
                        </a:solidFill>
                        <a:effectLst/>
                        <a:latin typeface="+mn-lt"/>
                        <a:cs typeface="Arial" panose="020B0604020202020204" pitchFamily="34" charset="0"/>
                      </a:endParaRPr>
                    </a:p>
                  </a:txBody>
                  <a:tcPr marL="68569" marR="68569" marT="68569" marB="6856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3F3"/>
                    </a:solidFill>
                  </a:tcPr>
                </a:tc>
                <a:tc vMerge="1">
                  <a:txBody>
                    <a:bodyPr/>
                    <a:lstStyle/>
                    <a:p>
                      <a:pPr marL="0" marR="0" lvl="0" indent="0" algn="ctr" defTabSz="685800" rtl="0" eaLnBrk="1" fontAlgn="auto" latinLnBrk="0" hangingPunct="1">
                        <a:lnSpc>
                          <a:spcPct val="100000"/>
                        </a:lnSpc>
                        <a:spcBef>
                          <a:spcPts val="0"/>
                        </a:spcBef>
                        <a:spcAft>
                          <a:spcPts val="0"/>
                        </a:spcAft>
                        <a:buClr>
                          <a:srgbClr val="000000"/>
                        </a:buClr>
                        <a:buSzPts val="800"/>
                        <a:buFont typeface="Arial" panose="020B0604020202020204" pitchFamily="34" charset="0"/>
                        <a:buNone/>
                        <a:tabLst/>
                        <a:defRPr/>
                      </a:pPr>
                      <a:endParaRPr lang="fr-FR" sz="900" b="0" i="0" u="none" strike="noStrike">
                        <a:solidFill>
                          <a:srgbClr val="000000"/>
                        </a:solidFill>
                        <a:effectLst/>
                        <a:latin typeface="+mn-lt"/>
                        <a:ea typeface="+mn-ea"/>
                        <a:cs typeface="Arial" panose="020B0604020202020204" pitchFamily="34" charset="0"/>
                      </a:endParaRPr>
                    </a:p>
                  </a:txBody>
                  <a:tcPr marL="68569" marR="68569" marT="68569" marB="6856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3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i="1"/>
                        <a:t>Périmètre couvert par l’équipe d’audit financier</a:t>
                      </a:r>
                      <a:endParaRPr lang="fr-FR" sz="900" b="0" i="1" u="none" strike="noStrike" kern="1200" cap="none">
                        <a:solidFill>
                          <a:schemeClr val="tx1"/>
                        </a:solidFill>
                        <a:latin typeface="+mn-lt"/>
                        <a:ea typeface="+mn-ea"/>
                        <a:cs typeface="+mn-cs"/>
                      </a:endParaRPr>
                    </a:p>
                  </a:txBody>
                  <a:tcPr marL="68569" marR="68569" marT="68569" marB="6856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3F3"/>
                    </a:solidFill>
                  </a:tcPr>
                </a:tc>
                <a:extLst>
                  <a:ext uri="{0D108BD9-81ED-4DB2-BD59-A6C34878D82A}">
                    <a16:rowId xmlns:a16="http://schemas.microsoft.com/office/drawing/2014/main" val="1848978629"/>
                  </a:ext>
                </a:extLst>
              </a:tr>
            </a:tbl>
          </a:graphicData>
        </a:graphic>
      </p:graphicFrame>
      <p:sp>
        <p:nvSpPr>
          <p:cNvPr id="5" name="Google Shape;477;p3">
            <a:extLst>
              <a:ext uri="{FF2B5EF4-FFF2-40B4-BE49-F238E27FC236}">
                <a16:creationId xmlns:a16="http://schemas.microsoft.com/office/drawing/2014/main" id="{356D3F77-6A41-7CA6-6160-ECFF2CA34A41}"/>
              </a:ext>
            </a:extLst>
          </p:cNvPr>
          <p:cNvSpPr txBox="1">
            <a:spLocks/>
          </p:cNvSpPr>
          <p:nvPr/>
        </p:nvSpPr>
        <p:spPr>
          <a:xfrm>
            <a:off x="10288448" y="6511290"/>
            <a:ext cx="1280160" cy="13716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 smtClean="0"/>
              <a:pPr/>
              <a:t>8</a:t>
            </a:fld>
            <a:endParaRPr lang="fr"/>
          </a:p>
        </p:txBody>
      </p:sp>
      <p:sp>
        <p:nvSpPr>
          <p:cNvPr id="2" name="Google Shape;478;p3">
            <a:extLst>
              <a:ext uri="{FF2B5EF4-FFF2-40B4-BE49-F238E27FC236}">
                <a16:creationId xmlns:a16="http://schemas.microsoft.com/office/drawing/2014/main" id="{A5FE02BA-D1A3-0EB6-35A2-698C1DB27591}"/>
              </a:ext>
            </a:extLst>
          </p:cNvPr>
          <p:cNvSpPr txBox="1">
            <a:spLocks/>
          </p:cNvSpPr>
          <p:nvPr/>
        </p:nvSpPr>
        <p:spPr>
          <a:xfrm>
            <a:off x="561705" y="431080"/>
            <a:ext cx="11125694" cy="41365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chemeClr val="dk1"/>
              </a:buClr>
              <a:buSzPts val="2800"/>
              <a:buFont typeface="Georgia"/>
              <a:buNone/>
              <a:defRPr sz="28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000000"/>
              </a:buClr>
              <a:buSzPts val="2800"/>
              <a:buFont typeface="Georgia"/>
              <a:buNone/>
              <a:tabLst/>
              <a:defRPr/>
            </a:pPr>
            <a:r>
              <a:rPr kumimoji="0" lang="fr-FR" sz="2000" b="1" i="0" u="none" strike="noStrike" kern="0" cap="none" spc="0" normalizeH="0" baseline="0" noProof="0">
                <a:ln>
                  <a:noFill/>
                </a:ln>
                <a:solidFill>
                  <a:srgbClr val="000000"/>
                </a:solidFill>
                <a:effectLst/>
                <a:uLnTx/>
                <a:uFillTx/>
                <a:latin typeface="Georgia" panose="02040502050405020303" pitchFamily="18" charset="0"/>
                <a:sym typeface="Georgia"/>
              </a:rPr>
              <a:t>Synthèse des conclusions de la revue des dépendances informatiques</a:t>
            </a:r>
          </a:p>
        </p:txBody>
      </p:sp>
      <p:sp>
        <p:nvSpPr>
          <p:cNvPr id="4" name="Google Shape;99;g205a9db6301_0_14">
            <a:extLst>
              <a:ext uri="{FF2B5EF4-FFF2-40B4-BE49-F238E27FC236}">
                <a16:creationId xmlns:a16="http://schemas.microsoft.com/office/drawing/2014/main" id="{D456B4E7-C592-3433-047A-0E4030DD39F9}"/>
              </a:ext>
            </a:extLst>
          </p:cNvPr>
          <p:cNvSpPr txBox="1">
            <a:spLocks/>
          </p:cNvSpPr>
          <p:nvPr/>
        </p:nvSpPr>
        <p:spPr>
          <a:xfrm>
            <a:off x="593955" y="1538212"/>
            <a:ext cx="8477775" cy="222975"/>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342900" marR="0" lvl="0" indent="-214313" algn="l" rtl="0">
              <a:lnSpc>
                <a:spcPct val="90000"/>
              </a:lnSpc>
              <a:spcBef>
                <a:spcPts val="750"/>
              </a:spcBef>
              <a:spcAft>
                <a:spcPts val="0"/>
              </a:spcAft>
              <a:buClr>
                <a:schemeClr val="dk1"/>
              </a:buClr>
              <a:buSzPts val="900"/>
              <a:buFont typeface="Arial"/>
              <a:buChar char="▪"/>
              <a:defRPr sz="1600" b="1" i="0" u="none" strike="noStrike" cap="none">
                <a:solidFill>
                  <a:schemeClr val="accent1"/>
                </a:solidFill>
                <a:latin typeface="Arial"/>
                <a:ea typeface="Arial"/>
                <a:cs typeface="Arial"/>
                <a:sym typeface="Arial"/>
              </a:defRPr>
            </a:lvl1pPr>
            <a:lvl2pPr marL="685800" marR="0" lvl="1" indent="-214313" algn="l" rtl="0">
              <a:lnSpc>
                <a:spcPct val="90000"/>
              </a:lnSpc>
              <a:spcBef>
                <a:spcPts val="375"/>
              </a:spcBef>
              <a:spcAft>
                <a:spcPts val="0"/>
              </a:spcAft>
              <a:buClr>
                <a:schemeClr val="dk1"/>
              </a:buClr>
              <a:buSzPts val="900"/>
              <a:buFont typeface="Arial"/>
              <a:buChar char="▪"/>
              <a:defRPr sz="1400" b="0" i="0" u="none" strike="noStrike" cap="none">
                <a:solidFill>
                  <a:schemeClr val="dk1"/>
                </a:solidFill>
                <a:latin typeface="Arial"/>
                <a:ea typeface="Arial"/>
                <a:cs typeface="Arial"/>
                <a:sym typeface="Arial"/>
              </a:defRPr>
            </a:lvl2pPr>
            <a:lvl3pPr marL="1028700" marR="0" lvl="2" indent="-214313" algn="l" rtl="0">
              <a:lnSpc>
                <a:spcPct val="90000"/>
              </a:lnSpc>
              <a:spcBef>
                <a:spcPts val="375"/>
              </a:spcBef>
              <a:spcAft>
                <a:spcPts val="0"/>
              </a:spcAft>
              <a:buClr>
                <a:schemeClr val="dk1"/>
              </a:buClr>
              <a:buSzPts val="900"/>
              <a:buFont typeface="Arial"/>
              <a:buChar char="▪"/>
              <a:defRPr sz="1400" b="0" i="0" u="none" strike="noStrike" cap="none">
                <a:solidFill>
                  <a:schemeClr val="dk1"/>
                </a:solidFill>
                <a:latin typeface="Arial"/>
                <a:ea typeface="Arial"/>
                <a:cs typeface="Arial"/>
                <a:sym typeface="Arial"/>
              </a:defRPr>
            </a:lvl3pPr>
            <a:lvl4pPr marL="1371600" marR="0" lvl="3" indent="-214313" algn="l" rtl="0">
              <a:lnSpc>
                <a:spcPct val="90000"/>
              </a:lnSpc>
              <a:spcBef>
                <a:spcPts val="375"/>
              </a:spcBef>
              <a:spcAft>
                <a:spcPts val="0"/>
              </a:spcAft>
              <a:buClr>
                <a:schemeClr val="dk1"/>
              </a:buClr>
              <a:buSzPts val="900"/>
              <a:buFont typeface="Arial"/>
              <a:buChar char="▪"/>
              <a:defRPr sz="1400" b="0" i="0" u="none" strike="noStrike" cap="none">
                <a:solidFill>
                  <a:schemeClr val="dk1"/>
                </a:solidFill>
                <a:latin typeface="Arial"/>
                <a:ea typeface="Arial"/>
                <a:cs typeface="Arial"/>
                <a:sym typeface="Arial"/>
              </a:defRPr>
            </a:lvl4pPr>
            <a:lvl5pPr marL="1714500" marR="0" lvl="4" indent="-214313" algn="l" rtl="0">
              <a:lnSpc>
                <a:spcPct val="90000"/>
              </a:lnSpc>
              <a:spcBef>
                <a:spcPts val="375"/>
              </a:spcBef>
              <a:spcAft>
                <a:spcPts val="0"/>
              </a:spcAft>
              <a:buClr>
                <a:schemeClr val="dk1"/>
              </a:buClr>
              <a:buSzPts val="900"/>
              <a:buFont typeface="Arial"/>
              <a:buChar char="▪"/>
              <a:defRPr sz="1400" b="0" i="0" u="none" strike="noStrike" cap="none">
                <a:solidFill>
                  <a:schemeClr val="dk1"/>
                </a:solidFill>
                <a:latin typeface="Arial"/>
                <a:ea typeface="Arial"/>
                <a:cs typeface="Arial"/>
                <a:sym typeface="Arial"/>
              </a:defRPr>
            </a:lvl5pPr>
            <a:lvl6pPr marL="2057400" marR="0" lvl="5" indent="-257175" algn="l" rtl="0">
              <a:lnSpc>
                <a:spcPct val="90000"/>
              </a:lnSpc>
              <a:spcBef>
                <a:spcPts val="375"/>
              </a:spcBef>
              <a:spcAft>
                <a:spcPts val="0"/>
              </a:spcAft>
              <a:buClr>
                <a:schemeClr val="dk1"/>
              </a:buClr>
              <a:buSzPts val="1800"/>
              <a:buFont typeface="Arial"/>
              <a:buChar char="•"/>
              <a:defRPr sz="1400" b="0" i="0" u="none" strike="noStrike" cap="none">
                <a:solidFill>
                  <a:schemeClr val="dk1"/>
                </a:solidFill>
                <a:latin typeface="Arial"/>
                <a:ea typeface="Arial"/>
                <a:cs typeface="Arial"/>
                <a:sym typeface="Arial"/>
              </a:defRPr>
            </a:lvl6pPr>
            <a:lvl7pPr marL="2400300" marR="0" lvl="6" indent="-257175" algn="l" rtl="0">
              <a:lnSpc>
                <a:spcPct val="90000"/>
              </a:lnSpc>
              <a:spcBef>
                <a:spcPts val="375"/>
              </a:spcBef>
              <a:spcAft>
                <a:spcPts val="0"/>
              </a:spcAft>
              <a:buClr>
                <a:schemeClr val="dk1"/>
              </a:buClr>
              <a:buSzPts val="1800"/>
              <a:buFont typeface="Arial"/>
              <a:buChar char="•"/>
              <a:defRPr sz="1400" b="0" i="0" u="none" strike="noStrike" cap="none">
                <a:solidFill>
                  <a:schemeClr val="dk1"/>
                </a:solidFill>
                <a:latin typeface="Arial"/>
                <a:ea typeface="Arial"/>
                <a:cs typeface="Arial"/>
                <a:sym typeface="Arial"/>
              </a:defRPr>
            </a:lvl7pPr>
            <a:lvl8pPr marL="2743200" marR="0" lvl="7" indent="-257175" algn="l" rtl="0">
              <a:lnSpc>
                <a:spcPct val="90000"/>
              </a:lnSpc>
              <a:spcBef>
                <a:spcPts val="375"/>
              </a:spcBef>
              <a:spcAft>
                <a:spcPts val="0"/>
              </a:spcAft>
              <a:buClr>
                <a:schemeClr val="dk1"/>
              </a:buClr>
              <a:buSzPts val="1800"/>
              <a:buFont typeface="Arial"/>
              <a:buChar char="•"/>
              <a:defRPr sz="1400" b="0" i="0" u="none" strike="noStrike" cap="none">
                <a:solidFill>
                  <a:schemeClr val="dk1"/>
                </a:solidFill>
                <a:latin typeface="Arial"/>
                <a:ea typeface="Arial"/>
                <a:cs typeface="Arial"/>
                <a:sym typeface="Arial"/>
              </a:defRPr>
            </a:lvl8pPr>
            <a:lvl9pPr marL="3086100" marR="0" lvl="8" indent="-257175" algn="l" rtl="0">
              <a:lnSpc>
                <a:spcPct val="90000"/>
              </a:lnSpc>
              <a:spcBef>
                <a:spcPts val="375"/>
              </a:spcBef>
              <a:spcAft>
                <a:spcPts val="0"/>
              </a:spcAft>
              <a:buClr>
                <a:schemeClr val="dk1"/>
              </a:buClr>
              <a:buSzPts val="1800"/>
              <a:buFont typeface="Arial"/>
              <a:buChar char="•"/>
              <a:defRPr sz="1400" b="0" i="0" u="none" strike="noStrike" cap="none">
                <a:solidFill>
                  <a:schemeClr val="dk1"/>
                </a:solidFill>
                <a:latin typeface="Arial"/>
                <a:ea typeface="Arial"/>
                <a:cs typeface="Arial"/>
                <a:sym typeface="Arial"/>
              </a:defRPr>
            </a:lvl9pPr>
          </a:lstStyle>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100" b="1" i="0" u="none" strike="noStrike" kern="0" cap="none" spc="0" normalizeH="0" baseline="0" noProof="0">
                <a:ln>
                  <a:noFill/>
                </a:ln>
                <a:solidFill>
                  <a:srgbClr val="000000"/>
                </a:solidFill>
                <a:effectLst/>
                <a:uLnTx/>
                <a:uFillTx/>
                <a:latin typeface="Arial"/>
                <a:cs typeface="Arial"/>
                <a:sym typeface="Arial"/>
              </a:rPr>
              <a:t>Liste des états-clés :</a:t>
            </a:r>
            <a:endParaRPr kumimoji="0" lang="fr-FR" sz="1100" b="1" i="0" u="none" strike="noStrike" kern="0" cap="none" spc="0" normalizeH="0" baseline="0" noProof="0">
              <a:ln>
                <a:noFill/>
              </a:ln>
              <a:solidFill>
                <a:srgbClr val="D04A02"/>
              </a:solidFill>
              <a:effectLst/>
              <a:uLnTx/>
              <a:uFillTx/>
              <a:latin typeface="Arial"/>
              <a:cs typeface="Arial"/>
              <a:sym typeface="Arial"/>
            </a:endParaRPr>
          </a:p>
        </p:txBody>
      </p:sp>
    </p:spTree>
    <p:extLst>
      <p:ext uri="{BB962C8B-B14F-4D97-AF65-F5344CB8AC3E}">
        <p14:creationId xmlns:p14="http://schemas.microsoft.com/office/powerpoint/2010/main" val="620100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3333-6202-D9BA-2B36-DD19EA107C6C}"/>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DB2D9531-78F2-CE4F-8757-2483F245EF9A}"/>
              </a:ext>
            </a:extLst>
          </p:cNvPr>
          <p:cNvSpPr>
            <a:spLocks noGrp="1"/>
          </p:cNvSpPr>
          <p:nvPr>
            <p:ph type="title"/>
          </p:nvPr>
        </p:nvSpPr>
        <p:spPr>
          <a:xfrm>
            <a:off x="397772" y="3459958"/>
            <a:ext cx="5645841" cy="2593275"/>
          </a:xfrm>
        </p:spPr>
        <p:txBody>
          <a:bodyPr/>
          <a:lstStyle/>
          <a:p>
            <a:r>
              <a:rPr lang="da-DK"/>
              <a:t>Recommandations détaillées 2025</a:t>
            </a:r>
          </a:p>
        </p:txBody>
      </p:sp>
      <p:sp>
        <p:nvSpPr>
          <p:cNvPr id="13" name="Text Placeholder 12">
            <a:extLst>
              <a:ext uri="{FF2B5EF4-FFF2-40B4-BE49-F238E27FC236}">
                <a16:creationId xmlns:a16="http://schemas.microsoft.com/office/drawing/2014/main" id="{306B74CE-89C4-86C3-496F-41398CCAE2B9}"/>
              </a:ext>
            </a:extLst>
          </p:cNvPr>
          <p:cNvSpPr>
            <a:spLocks noGrp="1"/>
          </p:cNvSpPr>
          <p:nvPr>
            <p:ph type="body" idx="1"/>
          </p:nvPr>
        </p:nvSpPr>
        <p:spPr>
          <a:xfrm>
            <a:off x="8193823" y="572408"/>
            <a:ext cx="3462095" cy="4308872"/>
          </a:xfrm>
        </p:spPr>
        <p:txBody>
          <a:bodyPr/>
          <a:lstStyle/>
          <a:p>
            <a:r>
              <a:rPr lang="en-GB" noProof="0">
                <a:solidFill>
                  <a:srgbClr val="FC5207"/>
                </a:solidFill>
              </a:rPr>
              <a:t>3</a:t>
            </a:r>
          </a:p>
        </p:txBody>
      </p:sp>
      <p:sp>
        <p:nvSpPr>
          <p:cNvPr id="3" name="Slide Number Placeholder 2">
            <a:extLst>
              <a:ext uri="{FF2B5EF4-FFF2-40B4-BE49-F238E27FC236}">
                <a16:creationId xmlns:a16="http://schemas.microsoft.com/office/drawing/2014/main" id="{D493FF25-12FA-4D12-CA7F-62A98A1B2E9B}"/>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9</a:t>
            </a:fld>
            <a:endParaRPr lang="en-US"/>
          </a:p>
        </p:txBody>
      </p:sp>
      <p:sp>
        <p:nvSpPr>
          <p:cNvPr id="2" name="Footer Placeholder 1">
            <a:extLst>
              <a:ext uri="{FF2B5EF4-FFF2-40B4-BE49-F238E27FC236}">
                <a16:creationId xmlns:a16="http://schemas.microsoft.com/office/drawing/2014/main" id="{82D13AAA-B396-BDB0-C529-55C1AA966EF5}"/>
              </a:ext>
            </a:extLst>
          </p:cNvPr>
          <p:cNvSpPr>
            <a:spLocks noGrp="1"/>
          </p:cNvSpPr>
          <p:nvPr>
            <p:ph type="ftr" sz="quarter" idx="3"/>
          </p:nvPr>
        </p:nvSpPr>
        <p:spPr>
          <a:xfrm>
            <a:off x="1066800" y="6497441"/>
            <a:ext cx="8814816" cy="161583"/>
          </a:xfrm>
        </p:spPr>
        <p:txBody>
          <a:bodyPr/>
          <a:lstStyle/>
          <a:p>
            <a:r>
              <a:rPr lang="fr-FR" dirty="0"/>
              <a:t>Groupe </a:t>
            </a:r>
            <a:r>
              <a:rPr lang="fr-FR" dirty="0" err="1"/>
              <a:t>PAREF</a:t>
            </a:r>
            <a:r>
              <a:rPr lang="fr-FR" dirty="0"/>
              <a:t> |   Rapport de l'audit IT au titre de l'exercice 2025</a:t>
            </a:r>
            <a:endParaRPr lang="en-US" dirty="0"/>
          </a:p>
        </p:txBody>
      </p:sp>
    </p:spTree>
    <p:extLst>
      <p:ext uri="{BB962C8B-B14F-4D97-AF65-F5344CB8AC3E}">
        <p14:creationId xmlns:p14="http://schemas.microsoft.com/office/powerpoint/2010/main" val="3858097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9">
          <a:extLst>
            <a:ext uri="{FF2B5EF4-FFF2-40B4-BE49-F238E27FC236}">
              <a16:creationId xmlns:a16="http://schemas.microsoft.com/office/drawing/2014/main" id="{75B31BF1-8E6C-3CA6-F70E-820E162C872C}"/>
            </a:ext>
          </a:extLst>
        </p:cNvPr>
        <p:cNvGrpSpPr/>
        <p:nvPr/>
      </p:nvGrpSpPr>
      <p:grpSpPr>
        <a:xfrm>
          <a:off x="0" y="0"/>
          <a:ext cx="0" cy="0"/>
          <a:chOff x="0" y="0"/>
          <a:chExt cx="0" cy="0"/>
        </a:xfrm>
      </p:grpSpPr>
      <p:graphicFrame>
        <p:nvGraphicFramePr>
          <p:cNvPr id="510" name="Google Shape;510;g1dcb84a6533_0_41">
            <a:extLst>
              <a:ext uri="{FF2B5EF4-FFF2-40B4-BE49-F238E27FC236}">
                <a16:creationId xmlns:a16="http://schemas.microsoft.com/office/drawing/2014/main" id="{663B7D37-7813-344B-64ED-AC40C268FFB7}"/>
              </a:ext>
            </a:extLst>
          </p:cNvPr>
          <p:cNvGraphicFramePr/>
          <p:nvPr>
            <p:extLst>
              <p:ext uri="{D42A27DB-BD31-4B8C-83A1-F6EECF244321}">
                <p14:modId xmlns:p14="http://schemas.microsoft.com/office/powerpoint/2010/main" val="1091030828"/>
              </p:ext>
            </p:extLst>
          </p:nvPr>
        </p:nvGraphicFramePr>
        <p:xfrm>
          <a:off x="571230" y="854362"/>
          <a:ext cx="10889248" cy="5301818"/>
        </p:xfrm>
        <a:graphic>
          <a:graphicData uri="http://schemas.openxmlformats.org/drawingml/2006/table">
            <a:tbl>
              <a:tblPr firstRow="1" firstCol="1" bandRow="1">
                <a:noFill/>
              </a:tblPr>
              <a:tblGrid>
                <a:gridCol w="486810">
                  <a:extLst>
                    <a:ext uri="{9D8B030D-6E8A-4147-A177-3AD203B41FA5}">
                      <a16:colId xmlns:a16="http://schemas.microsoft.com/office/drawing/2014/main" val="20000"/>
                    </a:ext>
                  </a:extLst>
                </a:gridCol>
                <a:gridCol w="1677485">
                  <a:extLst>
                    <a:ext uri="{9D8B030D-6E8A-4147-A177-3AD203B41FA5}">
                      <a16:colId xmlns:a16="http://schemas.microsoft.com/office/drawing/2014/main" val="20001"/>
                    </a:ext>
                  </a:extLst>
                </a:gridCol>
                <a:gridCol w="4188098">
                  <a:extLst>
                    <a:ext uri="{9D8B030D-6E8A-4147-A177-3AD203B41FA5}">
                      <a16:colId xmlns:a16="http://schemas.microsoft.com/office/drawing/2014/main" val="20002"/>
                    </a:ext>
                  </a:extLst>
                </a:gridCol>
                <a:gridCol w="1834196">
                  <a:extLst>
                    <a:ext uri="{9D8B030D-6E8A-4147-A177-3AD203B41FA5}">
                      <a16:colId xmlns:a16="http://schemas.microsoft.com/office/drawing/2014/main" val="20003"/>
                    </a:ext>
                  </a:extLst>
                </a:gridCol>
                <a:gridCol w="691389">
                  <a:extLst>
                    <a:ext uri="{9D8B030D-6E8A-4147-A177-3AD203B41FA5}">
                      <a16:colId xmlns:a16="http://schemas.microsoft.com/office/drawing/2014/main" val="20004"/>
                    </a:ext>
                  </a:extLst>
                </a:gridCol>
                <a:gridCol w="1005635">
                  <a:extLst>
                    <a:ext uri="{9D8B030D-6E8A-4147-A177-3AD203B41FA5}">
                      <a16:colId xmlns:a16="http://schemas.microsoft.com/office/drawing/2014/main" val="1864525789"/>
                    </a:ext>
                  </a:extLst>
                </a:gridCol>
                <a:gridCol w="1005635">
                  <a:extLst>
                    <a:ext uri="{9D8B030D-6E8A-4147-A177-3AD203B41FA5}">
                      <a16:colId xmlns:a16="http://schemas.microsoft.com/office/drawing/2014/main" val="20005"/>
                    </a:ext>
                  </a:extLst>
                </a:gridCol>
              </a:tblGrid>
              <a:tr h="261358">
                <a:tc>
                  <a:txBody>
                    <a:bodyPr/>
                    <a:lstStyle/>
                    <a:p>
                      <a:pPr marL="0" marR="0" lvl="0" indent="0" algn="ctr" rtl="0">
                        <a:lnSpc>
                          <a:spcPct val="100000"/>
                        </a:lnSpc>
                        <a:spcBef>
                          <a:spcPts val="0"/>
                        </a:spcBef>
                        <a:spcAft>
                          <a:spcPts val="0"/>
                        </a:spcAft>
                        <a:buClr>
                          <a:srgbClr val="000000"/>
                        </a:buClr>
                        <a:buSzPts val="800"/>
                        <a:buFont typeface="Arial"/>
                        <a:buNone/>
                      </a:pPr>
                      <a:r>
                        <a:rPr lang="fr" sz="900" b="1" u="none" strike="noStrike" cap="none" dirty="0">
                          <a:solidFill>
                            <a:schemeClr val="bg1"/>
                          </a:solidFill>
                          <a:latin typeface="Arial"/>
                          <a:ea typeface="Arial"/>
                          <a:cs typeface="Arial"/>
                          <a:sym typeface="Arial"/>
                        </a:rPr>
                        <a:t>Réf.</a:t>
                      </a:r>
                      <a:endParaRPr sz="900" b="1" u="none" strike="noStrike" cap="none" dirty="0">
                        <a:solidFill>
                          <a:schemeClr val="bg1"/>
                        </a:solidFill>
                      </a:endParaRP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fr" sz="900" b="1">
                          <a:solidFill>
                            <a:schemeClr val="bg1"/>
                          </a:solidFill>
                        </a:rPr>
                        <a:t>Description du contrôle</a:t>
                      </a:r>
                      <a:endParaRPr sz="900" b="1" u="none" strike="noStrike" cap="none">
                        <a:solidFill>
                          <a:schemeClr val="bg1"/>
                        </a:solidFill>
                      </a:endParaRP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fr" sz="900" b="1">
                          <a:solidFill>
                            <a:schemeClr val="bg1"/>
                          </a:solidFill>
                        </a:rPr>
                        <a:t>Observation</a:t>
                      </a:r>
                      <a:endParaRPr sz="900" b="1" u="none" strike="noStrike" cap="none">
                        <a:solidFill>
                          <a:schemeClr val="bg1"/>
                        </a:solidFill>
                      </a:endParaRP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fr" sz="900" b="1" dirty="0">
                          <a:solidFill>
                            <a:schemeClr val="bg1"/>
                          </a:solidFill>
                        </a:rPr>
                        <a:t>Recommandations</a:t>
                      </a:r>
                      <a:endParaRPr sz="900" b="1" u="none" strike="noStrike" cap="none" dirty="0">
                        <a:solidFill>
                          <a:schemeClr val="bg1"/>
                        </a:solidFill>
                      </a:endParaRP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fr" sz="900" b="1" u="none" strike="noStrike" cap="none">
                          <a:solidFill>
                            <a:schemeClr val="bg1"/>
                          </a:solidFill>
                          <a:latin typeface="Arial"/>
                          <a:ea typeface="Arial"/>
                          <a:cs typeface="Arial"/>
                          <a:sym typeface="Arial"/>
                        </a:rPr>
                        <a:t>Priorité</a:t>
                      </a:r>
                      <a:endParaRPr sz="900" b="1" u="none" strike="noStrike" cap="none">
                        <a:solidFill>
                          <a:schemeClr val="bg1"/>
                        </a:solidFill>
                      </a:endParaRP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fr-FR" sz="900" b="1" u="none" strike="noStrike" cap="none">
                          <a:solidFill>
                            <a:schemeClr val="bg1"/>
                          </a:solidFill>
                        </a:rPr>
                        <a:t>Application</a:t>
                      </a: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fr" sz="900" b="1" u="none" strike="noStrike" cap="none">
                          <a:solidFill>
                            <a:schemeClr val="bg1"/>
                          </a:solidFill>
                          <a:latin typeface="Arial"/>
                          <a:ea typeface="Arial"/>
                          <a:cs typeface="Arial"/>
                          <a:sym typeface="Arial"/>
                        </a:rPr>
                        <a:t>Acteurs</a:t>
                      </a:r>
                      <a:endParaRPr sz="900" b="1" u="none" strike="noStrike" cap="none">
                        <a:solidFill>
                          <a:schemeClr val="bg1"/>
                        </a:solidFill>
                      </a:endParaRP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extLst>
                  <a:ext uri="{0D108BD9-81ED-4DB2-BD59-A6C34878D82A}">
                    <a16:rowId xmlns:a16="http://schemas.microsoft.com/office/drawing/2014/main" val="10000"/>
                  </a:ext>
                </a:extLst>
              </a:tr>
              <a:tr h="261358">
                <a:tc gridSpan="7">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r>
                        <a:rPr kumimoji="0" lang="fr-FR" sz="900" b="1" i="0" u="none" strike="noStrike" kern="1200" cap="none" spc="0" normalizeH="0" baseline="0" noProof="0">
                          <a:ln>
                            <a:noFill/>
                          </a:ln>
                          <a:solidFill>
                            <a:srgbClr val="FFFFFF"/>
                          </a:solidFill>
                          <a:effectLst/>
                          <a:uLnTx/>
                          <a:uFillTx/>
                          <a:latin typeface="+mn-lt"/>
                          <a:ea typeface="+mn-ea"/>
                          <a:cs typeface="Calibri" panose="020F0502020204030204" pitchFamily="34" charset="0"/>
                        </a:rPr>
                        <a:t>Gestion des accès aux données et aux programmes </a:t>
                      </a: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solidFill>
                  </a:tcPr>
                </a:tc>
                <a:tc hMerge="1">
                  <a:txBody>
                    <a:bodyPr/>
                    <a:lstStyle/>
                    <a:p>
                      <a:endParaRPr lang="fr-FR"/>
                    </a:p>
                  </a:txBody>
                  <a:tcPr/>
                </a:tc>
                <a:tc hMerge="1">
                  <a:txBody>
                    <a:bodyPr/>
                    <a:lstStyle/>
                    <a:p>
                      <a:endParaRPr lang="fr-FR"/>
                    </a:p>
                  </a:txBody>
                  <a:tcPr/>
                </a:tc>
                <a:tc hMerge="1">
                  <a:txBody>
                    <a:bodyPr/>
                    <a:lstStyle/>
                    <a:p>
                      <a:endParaRPr lang="fr-F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4779102">
                <a:tc>
                  <a:txBody>
                    <a:bodyPr/>
                    <a:lstStyle/>
                    <a:p>
                      <a:pPr marL="0" marR="0" lvl="0" indent="0" algn="ctr" defTabSz="914400" rtl="0" eaLnBrk="1" fontAlgn="auto" latinLnBrk="0" hangingPunct="1">
                        <a:lnSpc>
                          <a:spcPct val="100000"/>
                        </a:lnSpc>
                        <a:spcBef>
                          <a:spcPts val="0"/>
                        </a:spcBef>
                        <a:spcAft>
                          <a:spcPts val="600"/>
                        </a:spcAft>
                        <a:buClr>
                          <a:srgbClr val="000000"/>
                        </a:buClr>
                        <a:buSzPts val="800"/>
                        <a:buFont typeface="Arial"/>
                        <a:buNone/>
                        <a:tabLst/>
                        <a:defRPr/>
                      </a:pPr>
                      <a:r>
                        <a:rPr lang="fr-FR" sz="900" b="1" u="none" strike="noStrike" cap="none">
                          <a:solidFill>
                            <a:schemeClr val="dk1"/>
                          </a:solidFill>
                        </a:rPr>
                        <a:t>APD</a:t>
                      </a:r>
                    </a:p>
                    <a:p>
                      <a:pPr marL="0" marR="0" lvl="0" indent="0" algn="ctr" defTabSz="914400" rtl="0" eaLnBrk="1" fontAlgn="auto" latinLnBrk="0" hangingPunct="1">
                        <a:lnSpc>
                          <a:spcPct val="100000"/>
                        </a:lnSpc>
                        <a:spcBef>
                          <a:spcPts val="0"/>
                        </a:spcBef>
                        <a:spcAft>
                          <a:spcPts val="600"/>
                        </a:spcAft>
                        <a:buClr>
                          <a:srgbClr val="000000"/>
                        </a:buClr>
                        <a:buSzPts val="800"/>
                        <a:buFont typeface="Arial"/>
                        <a:buNone/>
                        <a:tabLst/>
                        <a:defRPr/>
                      </a:pPr>
                      <a:r>
                        <a:rPr lang="fr-FR" sz="900" b="1" u="none" strike="noStrike" cap="none">
                          <a:solidFill>
                            <a:schemeClr val="dk1"/>
                          </a:solidFill>
                        </a:rPr>
                        <a:t>04</a:t>
                      </a:r>
                    </a:p>
                    <a:p>
                      <a:pPr marL="0" marR="0" lvl="0" indent="0" algn="ctr" defTabSz="914400" rtl="0" eaLnBrk="1" fontAlgn="auto" latinLnBrk="0" hangingPunct="1">
                        <a:lnSpc>
                          <a:spcPct val="100000"/>
                        </a:lnSpc>
                        <a:spcBef>
                          <a:spcPts val="0"/>
                        </a:spcBef>
                        <a:spcAft>
                          <a:spcPts val="600"/>
                        </a:spcAft>
                        <a:buClr>
                          <a:srgbClr val="000000"/>
                        </a:buClr>
                        <a:buSzPts val="800"/>
                        <a:buFont typeface="Arial"/>
                        <a:buNone/>
                        <a:tabLst/>
                        <a:defRPr/>
                      </a:pPr>
                      <a:endParaRPr lang="fr-FR" sz="900" u="none" strike="noStrike" cap="none">
                        <a:solidFill>
                          <a:schemeClr val="dk1"/>
                        </a:solidFill>
                      </a:endParaRPr>
                    </a:p>
                  </a:txBody>
                  <a:tcPr marL="91450" marR="91450" marT="36000" marB="457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marL="0" marR="0" lvl="0" indent="0" algn="just" defTabSz="914400" rtl="0" eaLnBrk="1" fontAlgn="auto" latinLnBrk="0" hangingPunct="1">
                        <a:lnSpc>
                          <a:spcPct val="100000"/>
                        </a:lnSpc>
                        <a:spcBef>
                          <a:spcPts val="0"/>
                        </a:spcBef>
                        <a:spcAft>
                          <a:spcPts val="600"/>
                        </a:spcAft>
                        <a:buClr>
                          <a:schemeClr val="dk1"/>
                        </a:buClr>
                        <a:buSzPts val="800"/>
                        <a:buFont typeface="Arial"/>
                        <a:buNone/>
                        <a:tabLst/>
                        <a:defRPr/>
                      </a:pPr>
                      <a:r>
                        <a:rPr lang="fr-FR" sz="900" dirty="0">
                          <a:effectLst/>
                          <a:latin typeface="+mn-lt"/>
                          <a:ea typeface="Times New Roman" panose="02020603050405020304" pitchFamily="18" charset="0"/>
                        </a:rPr>
                        <a:t>Les droits d’accès aux applications du système d’information font l’objet d’une recertification périodique (vérification de l’adéquation du profil de l’utilisateur par rapport à la fonction qu’il occupe au sein de </a:t>
                      </a:r>
                      <a:r>
                        <a:rPr lang="fr-FR" sz="900" dirty="0" err="1">
                          <a:effectLst/>
                          <a:latin typeface="+mn-lt"/>
                          <a:ea typeface="Times New Roman" panose="02020603050405020304" pitchFamily="18" charset="0"/>
                        </a:rPr>
                        <a:t>PAREF</a:t>
                      </a:r>
                      <a:r>
                        <a:rPr lang="fr-FR" sz="900" dirty="0">
                          <a:effectLst/>
                          <a:latin typeface="+mn-lt"/>
                          <a:ea typeface="Times New Roman" panose="02020603050405020304" pitchFamily="18" charset="0"/>
                        </a:rPr>
                        <a:t>).</a:t>
                      </a:r>
                    </a:p>
                    <a:p>
                      <a:pPr marL="0" marR="0" lvl="0" indent="0" algn="just" defTabSz="914400" rtl="0" eaLnBrk="1" fontAlgn="auto" latinLnBrk="0" hangingPunct="1">
                        <a:lnSpc>
                          <a:spcPct val="100000"/>
                        </a:lnSpc>
                        <a:spcBef>
                          <a:spcPts val="0"/>
                        </a:spcBef>
                        <a:spcAft>
                          <a:spcPts val="600"/>
                        </a:spcAft>
                        <a:buClr>
                          <a:schemeClr val="dk1"/>
                        </a:buClr>
                        <a:buSzPts val="800"/>
                        <a:buFont typeface="Arial"/>
                        <a:buNone/>
                        <a:tabLst/>
                        <a:defRPr/>
                      </a:pPr>
                      <a:endParaRPr lang="fr-FR" sz="900" u="none" strike="noStrike" cap="none" dirty="0"/>
                    </a:p>
                  </a:txBody>
                  <a:tcPr marL="44450" marR="44450" marT="3600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u="sng" kern="1200" baseline="0" dirty="0">
                          <a:solidFill>
                            <a:schemeClr val="tx1"/>
                          </a:solidFill>
                          <a:effectLst/>
                          <a:latin typeface="+mn-lt"/>
                          <a:ea typeface="Times New Roman" panose="02020603050405020304" pitchFamily="18" charset="0"/>
                          <a:cs typeface="+mn-cs"/>
                        </a:rPr>
                        <a:t>Constat 2025 :</a:t>
                      </a:r>
                    </a:p>
                    <a:p>
                      <a:pPr marL="0" indent="0" algn="just">
                        <a:buClr>
                          <a:schemeClr val="tx2"/>
                        </a:buClr>
                        <a:buFont typeface="Wingdings" panose="05000000000000000000" pitchFamily="2" charset="2"/>
                        <a:buNone/>
                      </a:pPr>
                      <a:endParaRPr lang="fr-FR" sz="900" b="0" u="none" kern="1200" baseline="0" dirty="0">
                        <a:solidFill>
                          <a:schemeClr val="tx1"/>
                        </a:solidFill>
                        <a:effectLst/>
                        <a:latin typeface="+mn-lt"/>
                        <a:ea typeface="Times New Roman" panose="02020603050405020304" pitchFamily="18" charset="0"/>
                        <a:cs typeface="+mn-cs"/>
                      </a:endParaRPr>
                    </a:p>
                    <a:p>
                      <a:pPr marL="0" indent="0" algn="just">
                        <a:buClr>
                          <a:schemeClr val="tx2"/>
                        </a:buClr>
                        <a:buFont typeface="Wingdings" panose="05000000000000000000" pitchFamily="2" charset="2"/>
                        <a:buNone/>
                      </a:pPr>
                      <a:r>
                        <a:rPr lang="fr-FR" sz="900" b="0" u="none" kern="1200" baseline="0" dirty="0">
                          <a:solidFill>
                            <a:schemeClr val="tx1"/>
                          </a:solidFill>
                          <a:effectLst/>
                          <a:latin typeface="+mn-lt"/>
                          <a:ea typeface="Times New Roman" panose="02020603050405020304" pitchFamily="18" charset="0"/>
                          <a:cs typeface="+mn-cs"/>
                        </a:rPr>
                        <a:t>En 2025, nous avons obtenu la procédure de gestion des accès aux applications du groupe </a:t>
                      </a:r>
                      <a:r>
                        <a:rPr lang="fr-FR" sz="900" b="0" u="none" kern="1200" baseline="0" dirty="0" err="1">
                          <a:solidFill>
                            <a:schemeClr val="tx1"/>
                          </a:solidFill>
                          <a:effectLst/>
                          <a:latin typeface="+mn-lt"/>
                          <a:ea typeface="Times New Roman" panose="02020603050405020304" pitchFamily="18" charset="0"/>
                          <a:cs typeface="+mn-cs"/>
                        </a:rPr>
                        <a:t>PAREF</a:t>
                      </a:r>
                      <a:r>
                        <a:rPr lang="fr-FR" sz="900" b="0" u="none" kern="1200" baseline="0" dirty="0">
                          <a:solidFill>
                            <a:schemeClr val="tx1"/>
                          </a:solidFill>
                          <a:effectLst/>
                          <a:latin typeface="+mn-lt"/>
                          <a:ea typeface="Times New Roman" panose="02020603050405020304" pitchFamily="18" charset="0"/>
                          <a:cs typeface="+mn-cs"/>
                        </a:rPr>
                        <a:t>, dans laquelle l</a:t>
                      </a:r>
                      <a:r>
                        <a:rPr lang="fr-FR" sz="900" b="0" kern="1200" baseline="0" dirty="0">
                          <a:solidFill>
                            <a:schemeClr val="tx1"/>
                          </a:solidFill>
                          <a:effectLst/>
                          <a:latin typeface="+mn-lt"/>
                          <a:ea typeface="Times New Roman" panose="02020603050405020304" pitchFamily="18" charset="0"/>
                          <a:cs typeface="+mn-cs"/>
                        </a:rPr>
                        <a:t>es modalités de réalisation de la revue des habilitations sont décrites</a:t>
                      </a:r>
                      <a:r>
                        <a:rPr lang="fr-FR" sz="900" b="0" u="none" kern="1200" baseline="0" dirty="0">
                          <a:solidFill>
                            <a:schemeClr val="tx1"/>
                          </a:solidFill>
                          <a:effectLst/>
                          <a:latin typeface="+mn-lt"/>
                          <a:ea typeface="Times New Roman" panose="02020603050405020304" pitchFamily="18" charset="0"/>
                          <a:cs typeface="+mn-cs"/>
                        </a:rPr>
                        <a:t>. En effet, cette dernière précise </a:t>
                      </a:r>
                      <a:r>
                        <a:rPr lang="fr-FR" sz="900" b="0" kern="1200" baseline="0" dirty="0">
                          <a:solidFill>
                            <a:schemeClr val="tx1"/>
                          </a:solidFill>
                          <a:effectLst/>
                          <a:latin typeface="+mn-lt"/>
                          <a:ea typeface="Times New Roman" panose="02020603050405020304" pitchFamily="18" charset="0"/>
                          <a:cs typeface="+mn-cs"/>
                        </a:rPr>
                        <a:t>que la revue des droits d’accès doit être réalisée à fréquence régulière pour les applications de notre périmètre d’audit.</a:t>
                      </a:r>
                    </a:p>
                    <a:p>
                      <a:pPr marL="0" indent="0" algn="just">
                        <a:buClr>
                          <a:schemeClr val="tx2"/>
                        </a:buClr>
                        <a:buFont typeface="Wingdings" panose="05000000000000000000" pitchFamily="2" charset="2"/>
                        <a:buNone/>
                      </a:pPr>
                      <a:endParaRPr lang="fr-FR" sz="900" b="0" kern="1200" baseline="0" dirty="0">
                        <a:solidFill>
                          <a:schemeClr val="tx1"/>
                        </a:solidFill>
                        <a:effectLst/>
                        <a:latin typeface="+mn-lt"/>
                        <a:ea typeface="Times New Roman" panose="02020603050405020304" pitchFamily="18" charset="0"/>
                        <a:cs typeface="+mn-cs"/>
                      </a:endParaRPr>
                    </a:p>
                    <a:p>
                      <a:pPr marL="0" indent="0" algn="just">
                        <a:buClr>
                          <a:schemeClr val="tx2"/>
                        </a:buClr>
                        <a:buFont typeface="Wingdings" panose="05000000000000000000" pitchFamily="2" charset="2"/>
                        <a:buNone/>
                      </a:pPr>
                      <a:r>
                        <a:rPr lang="fr-FR" sz="900" b="0" kern="1200" baseline="0" dirty="0">
                          <a:solidFill>
                            <a:schemeClr val="tx1"/>
                          </a:solidFill>
                          <a:effectLst/>
                          <a:latin typeface="+mn-lt"/>
                          <a:ea typeface="Times New Roman" panose="02020603050405020304" pitchFamily="18" charset="0"/>
                          <a:cs typeface="+mn-cs"/>
                        </a:rPr>
                        <a:t>Une campagne de recertification a été réalisée lors du mois de novembre 2025 sur l’application </a:t>
                      </a:r>
                      <a:r>
                        <a:rPr lang="fr-FR" sz="900" kern="1200" baseline="0" dirty="0">
                          <a:solidFill>
                            <a:schemeClr val="tx1"/>
                          </a:solidFill>
                          <a:effectLst/>
                          <a:latin typeface="+mn-lt"/>
                          <a:ea typeface="Times New Roman" panose="02020603050405020304" pitchFamily="18" charset="0"/>
                          <a:cs typeface="+mn-cs"/>
                        </a:rPr>
                        <a:t>Altaïx (37 comptes actifs)</a:t>
                      </a:r>
                      <a:r>
                        <a:rPr lang="fr-FR" sz="900" b="0" kern="1200" baseline="0" dirty="0">
                          <a:solidFill>
                            <a:schemeClr val="tx1"/>
                          </a:solidFill>
                          <a:effectLst/>
                          <a:latin typeface="+mn-lt"/>
                          <a:ea typeface="Times New Roman" panose="02020603050405020304" pitchFamily="18" charset="0"/>
                          <a:cs typeface="+mn-cs"/>
                        </a:rPr>
                        <a:t>. Notre revue a cependant mis en évidence les points suivants :</a:t>
                      </a:r>
                    </a:p>
                    <a:p>
                      <a:pPr marL="0" indent="0" algn="just">
                        <a:buClr>
                          <a:schemeClr val="tx2"/>
                        </a:buClr>
                        <a:buFont typeface="Wingdings" panose="05000000000000000000" pitchFamily="2" charset="2"/>
                        <a:buNone/>
                      </a:pPr>
                      <a:endParaRPr lang="fr-FR" sz="900" b="0" kern="1200" baseline="0" dirty="0">
                        <a:solidFill>
                          <a:schemeClr val="tx1"/>
                        </a:solidFill>
                        <a:effectLst/>
                        <a:latin typeface="+mn-lt"/>
                        <a:ea typeface="Times New Roman" panose="02020603050405020304" pitchFamily="18" charset="0"/>
                        <a:cs typeface="+mn-cs"/>
                      </a:endParaRPr>
                    </a:p>
                    <a:p>
                      <a:pPr marL="171450" indent="-171450" algn="l">
                        <a:buClr>
                          <a:schemeClr val="tx1"/>
                        </a:buClr>
                        <a:buFont typeface="Arial" panose="020B0604020202020204" pitchFamily="34" charset="0"/>
                        <a:buChar char="•"/>
                      </a:pPr>
                      <a:r>
                        <a:rPr lang="fr-FR" sz="900" b="0" kern="1200" baseline="0" dirty="0">
                          <a:solidFill>
                            <a:schemeClr val="tx1"/>
                          </a:solidFill>
                          <a:effectLst/>
                          <a:latin typeface="+mn-lt"/>
                          <a:ea typeface="Times New Roman" panose="02020603050405020304" pitchFamily="18" charset="0"/>
                          <a:cs typeface="+mn-cs"/>
                        </a:rPr>
                        <a:t>L’exhaustivité des profils associés à 2 utilisateurs actifs n’a pas été revue,</a:t>
                      </a:r>
                      <a:br>
                        <a:rPr lang="fr-FR" sz="900" b="1" kern="1200" baseline="0" dirty="0">
                          <a:solidFill>
                            <a:schemeClr val="tx1"/>
                          </a:solidFill>
                          <a:effectLst/>
                          <a:latin typeface="+mn-lt"/>
                          <a:ea typeface="Times New Roman" panose="02020603050405020304" pitchFamily="18" charset="0"/>
                          <a:cs typeface="+mn-cs"/>
                        </a:rPr>
                      </a:br>
                      <a:endParaRPr lang="fr-FR" sz="900" b="1" kern="1200" baseline="0" dirty="0">
                        <a:solidFill>
                          <a:schemeClr val="tx1"/>
                        </a:solidFill>
                        <a:effectLst/>
                        <a:latin typeface="+mn-lt"/>
                        <a:ea typeface="Times New Roman" panose="02020603050405020304" pitchFamily="18" charset="0"/>
                        <a:cs typeface="+mn-cs"/>
                      </a:endParaRPr>
                    </a:p>
                    <a:p>
                      <a:pPr marL="171450" indent="-171450" algn="l">
                        <a:buClr>
                          <a:schemeClr val="tx1"/>
                        </a:buClr>
                        <a:buFont typeface="Arial" panose="020B0604020202020204" pitchFamily="34" charset="0"/>
                        <a:buChar char="•"/>
                      </a:pPr>
                      <a:r>
                        <a:rPr lang="fr-FR" sz="900" b="0" kern="1200" baseline="0" dirty="0">
                          <a:solidFill>
                            <a:schemeClr val="tx1"/>
                          </a:solidFill>
                          <a:effectLst/>
                          <a:latin typeface="+mn-lt"/>
                          <a:ea typeface="Times New Roman" panose="02020603050405020304" pitchFamily="18" charset="0"/>
                          <a:cs typeface="+mn-cs"/>
                        </a:rPr>
                        <a:t>1 utilisateur actif n’a pas été inclus dans la campagne de recertification des accès.</a:t>
                      </a:r>
                      <a:br>
                        <a:rPr lang="fr-FR" sz="900" b="0" kern="1200" baseline="0" dirty="0">
                          <a:solidFill>
                            <a:schemeClr val="tx1"/>
                          </a:solidFill>
                          <a:effectLst/>
                          <a:highlight>
                            <a:srgbClr val="FFFF00"/>
                          </a:highlight>
                          <a:latin typeface="+mn-lt"/>
                          <a:ea typeface="Times New Roman" panose="02020603050405020304" pitchFamily="18" charset="0"/>
                          <a:cs typeface="+mn-cs"/>
                        </a:rPr>
                      </a:br>
                      <a:endParaRPr lang="fr-FR" sz="900" b="0" kern="1200" baseline="0" dirty="0">
                        <a:solidFill>
                          <a:schemeClr val="tx1"/>
                        </a:solidFill>
                        <a:effectLst/>
                        <a:highlight>
                          <a:srgbClr val="FFFF00"/>
                        </a:highlight>
                        <a:latin typeface="+mn-lt"/>
                        <a:ea typeface="Times New Roman" panose="02020603050405020304" pitchFamily="18" charset="0"/>
                        <a:cs typeface="+mn-cs"/>
                      </a:endParaRPr>
                    </a:p>
                    <a:p>
                      <a:pPr marL="180975" marR="0" lvl="0" indent="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r>
                        <a:rPr lang="fr-FR" sz="900" b="1" u="sng" kern="1200" baseline="0" dirty="0">
                          <a:solidFill>
                            <a:schemeClr val="tx1"/>
                          </a:solidFill>
                          <a:effectLst/>
                          <a:latin typeface="+mn-lt"/>
                          <a:ea typeface="Times New Roman" panose="02020603050405020304" pitchFamily="18" charset="0"/>
                          <a:cs typeface="+mn-cs"/>
                        </a:rPr>
                        <a:t>Procédure compensatoire :</a:t>
                      </a:r>
                      <a:r>
                        <a:rPr lang="fr-FR" sz="900" b="1" u="none" kern="1200" baseline="0" dirty="0">
                          <a:solidFill>
                            <a:schemeClr val="tx1"/>
                          </a:solidFill>
                          <a:effectLst/>
                          <a:latin typeface="+mn-lt"/>
                          <a:ea typeface="Times New Roman" panose="02020603050405020304" pitchFamily="18" charset="0"/>
                          <a:cs typeface="+mn-cs"/>
                        </a:rPr>
                        <a:t> </a:t>
                      </a:r>
                      <a:r>
                        <a:rPr lang="fr-FR" sz="900" b="0" u="none" kern="1200" baseline="0" dirty="0">
                          <a:solidFill>
                            <a:schemeClr val="tx1"/>
                          </a:solidFill>
                          <a:effectLst/>
                          <a:latin typeface="+mn-lt"/>
                          <a:ea typeface="Times New Roman" panose="02020603050405020304" pitchFamily="18" charset="0"/>
                          <a:cs typeface="+mn-cs"/>
                        </a:rPr>
                        <a:t>n</a:t>
                      </a:r>
                      <a:r>
                        <a:rPr lang="fr-FR" sz="900" b="0" kern="1200" baseline="0" dirty="0">
                          <a:solidFill>
                            <a:schemeClr val="tx1"/>
                          </a:solidFill>
                          <a:effectLst/>
                          <a:latin typeface="+mn-lt"/>
                          <a:ea typeface="Times New Roman" panose="02020603050405020304" pitchFamily="18" charset="0"/>
                          <a:cs typeface="+mn-cs"/>
                        </a:rPr>
                        <a:t>ous nous sommes assurés que l’ensemble de ces comptes, ainsi que les profils dont ils disposent, sont légitimes en obtenant une revue ad-hoc par le </a:t>
                      </a:r>
                      <a:r>
                        <a:rPr lang="fr-FR" sz="900" b="0" u="none" kern="1200" baseline="0" dirty="0">
                          <a:solidFill>
                            <a:schemeClr val="tx1"/>
                          </a:solidFill>
                          <a:effectLst/>
                          <a:latin typeface="+mn-lt"/>
                          <a:ea typeface="Times New Roman" panose="02020603050405020304" pitchFamily="18" charset="0"/>
                          <a:cs typeface="+mn-cs"/>
                        </a:rPr>
                        <a:t>responsable informatique </a:t>
                      </a:r>
                      <a:r>
                        <a:rPr lang="fr-FR" sz="900" b="0" kern="1200" baseline="0" dirty="0">
                          <a:solidFill>
                            <a:schemeClr val="tx1"/>
                          </a:solidFill>
                          <a:effectLst/>
                          <a:latin typeface="+mn-lt"/>
                          <a:ea typeface="Times New Roman" panose="02020603050405020304" pitchFamily="18" charset="0"/>
                          <a:cs typeface="+mn-cs"/>
                        </a:rPr>
                        <a:t>et les responsables métiers concernés.</a:t>
                      </a:r>
                      <a:endParaRPr lang="fr-FR" sz="900" b="0" i="0" u="none" strike="noStrike" cap="none" noProof="0" dirty="0">
                        <a:solidFill>
                          <a:schemeClr val="tx1"/>
                        </a:solidFill>
                        <a:latin typeface="Arial"/>
                      </a:endParaRPr>
                    </a:p>
                    <a:p>
                      <a:pPr marL="0" marR="0" lvl="0" indent="0" algn="just" defTabSz="914400" rtl="0" eaLnBrk="1" fontAlgn="auto" latinLnBrk="0" hangingPunct="1">
                        <a:lnSpc>
                          <a:spcPct val="100000"/>
                        </a:lnSpc>
                        <a:spcBef>
                          <a:spcPts val="0"/>
                        </a:spcBef>
                        <a:spcAft>
                          <a:spcPts val="600"/>
                        </a:spcAft>
                        <a:buClr>
                          <a:srgbClr val="000000"/>
                        </a:buClr>
                        <a:buSzTx/>
                        <a:buFont typeface="Arial"/>
                        <a:buNone/>
                        <a:tabLst/>
                        <a:defRPr/>
                      </a:pPr>
                      <a:br>
                        <a:rPr lang="fr-FR" sz="900" b="0" i="0" u="none" strike="noStrike" kern="0" cap="none" baseline="0" noProof="0" dirty="0">
                          <a:solidFill>
                            <a:schemeClr val="tx1"/>
                          </a:solidFill>
                          <a:effectLst/>
                          <a:latin typeface="Arial"/>
                          <a:ea typeface="+mn-ea"/>
                          <a:cs typeface="+mn-cs"/>
                        </a:rPr>
                      </a:br>
                      <a:br>
                        <a:rPr lang="fr-FR" sz="900" b="0" i="0" u="none" strike="noStrike" kern="0" cap="none" baseline="0" noProof="0" dirty="0">
                          <a:solidFill>
                            <a:schemeClr val="tx1"/>
                          </a:solidFill>
                          <a:effectLst/>
                          <a:latin typeface="Arial"/>
                          <a:ea typeface="+mn-ea"/>
                          <a:cs typeface="+mn-cs"/>
                        </a:rPr>
                      </a:br>
                      <a:r>
                        <a:rPr lang="fr-FR" sz="900" b="1" u="sng" kern="1200" baseline="0" dirty="0">
                          <a:solidFill>
                            <a:schemeClr val="tx1"/>
                          </a:solidFill>
                          <a:effectLst/>
                          <a:latin typeface="+mn-lt"/>
                          <a:ea typeface="Times New Roman" panose="02020603050405020304" pitchFamily="18" charset="0"/>
                          <a:cs typeface="+mn-cs"/>
                        </a:rPr>
                        <a:t>Réponse du management 2025 :</a:t>
                      </a:r>
                      <a:r>
                        <a:rPr lang="fr-FR" sz="900" b="1" u="none" kern="1200" baseline="0" dirty="0">
                          <a:solidFill>
                            <a:schemeClr val="tx1"/>
                          </a:solidFill>
                          <a:effectLst/>
                          <a:latin typeface="+mn-lt"/>
                          <a:ea typeface="Times New Roman" panose="02020603050405020304" pitchFamily="18" charset="0"/>
                          <a:cs typeface="+mn-cs"/>
                        </a:rPr>
                        <a:t>  </a:t>
                      </a:r>
                      <a:r>
                        <a:rPr lang="fr-FR" sz="900" b="0" i="1" u="none" kern="1200" baseline="0" dirty="0">
                          <a:solidFill>
                            <a:schemeClr val="tx1"/>
                          </a:solidFill>
                          <a:effectLst/>
                          <a:latin typeface="+mn-lt"/>
                          <a:cs typeface="+mn-cs"/>
                        </a:rPr>
                        <a:t>A compléter par le groupe </a:t>
                      </a:r>
                      <a:r>
                        <a:rPr lang="fr-FR" sz="900" b="0" i="1" u="none" kern="1200" baseline="0" dirty="0" err="1">
                          <a:solidFill>
                            <a:schemeClr val="tx1"/>
                          </a:solidFill>
                          <a:effectLst/>
                          <a:latin typeface="+mn-lt"/>
                          <a:cs typeface="+mn-cs"/>
                        </a:rPr>
                        <a:t>PAREF</a:t>
                      </a:r>
                      <a:endParaRPr lang="fr-FR" sz="900" b="0" i="1" u="none" kern="1200" baseline="0" dirty="0">
                        <a:solidFill>
                          <a:schemeClr val="tx1"/>
                        </a:solidFill>
                        <a:effectLst/>
                        <a:latin typeface="+mn-lt"/>
                        <a:cs typeface="+mn-cs"/>
                      </a:endParaRPr>
                    </a:p>
                    <a:p>
                      <a:pPr marL="0" marR="0" lvl="0" indent="0" algn="just">
                        <a:lnSpc>
                          <a:spcPct val="100000"/>
                        </a:lnSpc>
                        <a:spcBef>
                          <a:spcPts val="0"/>
                        </a:spcBef>
                        <a:spcAft>
                          <a:spcPts val="600"/>
                        </a:spcAft>
                        <a:buNone/>
                      </a:pPr>
                      <a:endParaRPr lang="fr-FR" sz="900" b="0" i="0" u="none" strike="noStrike" cap="none" noProof="0" dirty="0">
                        <a:solidFill>
                          <a:schemeClr val="tx1"/>
                        </a:solidFill>
                        <a:latin typeface="Arial"/>
                      </a:endParaRPr>
                    </a:p>
                  </a:txBody>
                  <a:tcPr marL="44450" marR="44450" marT="3600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altLang="en-US" sz="900" b="0" kern="1200" baseline="0" dirty="0">
                          <a:solidFill>
                            <a:schemeClr val="tx1"/>
                          </a:solidFill>
                          <a:latin typeface="+mn-lt"/>
                          <a:ea typeface="+mn-ea"/>
                          <a:cs typeface="Arial" panose="020B0604020202020204" pitchFamily="34" charset="0"/>
                        </a:rPr>
                        <a:t>Couvrir l’exhaustivité des comptes actifs lors de la campagne de </a:t>
                      </a:r>
                      <a:r>
                        <a:rPr lang="fr-FR" altLang="en-US" sz="900" b="0" kern="1200" baseline="0" dirty="0" err="1">
                          <a:solidFill>
                            <a:schemeClr val="tx1"/>
                          </a:solidFill>
                          <a:latin typeface="+mn-lt"/>
                          <a:ea typeface="+mn-ea"/>
                          <a:cs typeface="Arial" panose="020B0604020202020204" pitchFamily="34" charset="0"/>
                        </a:rPr>
                        <a:t>recertification</a:t>
                      </a:r>
                      <a:r>
                        <a:rPr lang="fr-FR" altLang="en-US" sz="900" b="0" kern="1200" baseline="0" dirty="0">
                          <a:solidFill>
                            <a:schemeClr val="tx1"/>
                          </a:solidFill>
                          <a:latin typeface="+mn-lt"/>
                          <a:ea typeface="+mn-ea"/>
                          <a:cs typeface="Arial" panose="020B0604020202020204" pitchFamily="34" charset="0"/>
                        </a:rPr>
                        <a:t> des droits d’accès.</a:t>
                      </a:r>
                    </a:p>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b="0" i="0" u="none" strike="noStrike" kern="1200" baseline="0" noProof="0" dirty="0">
                        <a:solidFill>
                          <a:schemeClr val="tx1"/>
                        </a:solidFill>
                        <a:latin typeface="+mn-lt"/>
                        <a:ea typeface="+mn-ea"/>
                        <a:cs typeface="Arial" panose="020B0604020202020204" pitchFamily="34" charset="0"/>
                      </a:endParaRPr>
                    </a:p>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altLang="en-US" sz="900" b="0" kern="1200" baseline="0" dirty="0">
                          <a:solidFill>
                            <a:schemeClr val="tx1"/>
                          </a:solidFill>
                          <a:latin typeface="+mn-lt"/>
                          <a:ea typeface="+mn-ea"/>
                          <a:cs typeface="Arial" panose="020B0604020202020204" pitchFamily="34" charset="0"/>
                        </a:rPr>
                        <a:t>S’assurer que l’ensemble des rôles dont disposent les utilisateurs de l’application sont revus.</a:t>
                      </a:r>
                    </a:p>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b="0" i="0" u="none" strike="noStrike" baseline="0" noProof="0" dirty="0">
                        <a:solidFill>
                          <a:schemeClr val="tx1"/>
                        </a:solidFill>
                        <a:latin typeface="Arial"/>
                      </a:endParaRPr>
                    </a:p>
                  </a:txBody>
                  <a:tcPr marL="44450" marR="44450" marT="3600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srgbClr val="F06A00"/>
                          </a:solidFill>
                          <a:effectLst/>
                          <a:uLnTx/>
                          <a:uFillTx/>
                          <a:latin typeface="Georgia" panose="02040502050405020303" pitchFamily="18" charset="0"/>
                          <a:ea typeface="+mn-ea"/>
                          <a:cs typeface="+mn-cs"/>
                          <a:sym typeface="Wingdings" panose="05000000000000000000" pitchFamily="2" charset="2"/>
                        </a:rPr>
                        <a:t></a:t>
                      </a:r>
                      <a:endParaRPr kumimoji="0" lang="fr-FR" sz="1800" b="0" i="0" u="none" strike="noStrike" kern="1200" cap="none" spc="0" normalizeH="0" baseline="0" noProof="0" dirty="0">
                        <a:ln>
                          <a:noFill/>
                        </a:ln>
                        <a:solidFill>
                          <a:srgbClr val="000000"/>
                        </a:solidFill>
                        <a:effectLst/>
                        <a:uLnTx/>
                        <a:uFillTx/>
                        <a:latin typeface="+mn-lt"/>
                        <a:ea typeface="+mn-ea"/>
                        <a:cs typeface="+mn-cs"/>
                      </a:endParaRPr>
                    </a:p>
                  </a:txBody>
                  <a:tcPr marL="91450" marR="91450" marT="36000" marB="457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marL="0" marR="0" lvl="0" indent="0" algn="ctr" defTabSz="914400" rtl="0" eaLnBrk="1" fontAlgn="auto" latinLnBrk="0" hangingPunct="1">
                        <a:lnSpc>
                          <a:spcPct val="100000"/>
                        </a:lnSpc>
                        <a:spcBef>
                          <a:spcPts val="0"/>
                        </a:spcBef>
                        <a:spcAft>
                          <a:spcPts val="600"/>
                        </a:spcAft>
                        <a:buClr>
                          <a:schemeClr val="dk1"/>
                        </a:buClr>
                        <a:buSzPts val="800"/>
                        <a:buFont typeface="Arial"/>
                        <a:buNone/>
                        <a:tabLst/>
                        <a:defRPr/>
                      </a:pPr>
                      <a:r>
                        <a:rPr lang="fr-FR" sz="900" kern="1200" baseline="0">
                          <a:solidFill>
                            <a:schemeClr val="tx1"/>
                          </a:solidFill>
                          <a:effectLst/>
                          <a:latin typeface="+mn-lt"/>
                          <a:ea typeface="Times New Roman" panose="02020603050405020304" pitchFamily="18" charset="0"/>
                          <a:cs typeface="+mn-cs"/>
                        </a:rPr>
                        <a:t>Altaïx</a:t>
                      </a:r>
                    </a:p>
                    <a:p>
                      <a:pPr marL="0" marR="0" lvl="0" indent="0" algn="ctr" defTabSz="914400" rtl="0" eaLnBrk="1" fontAlgn="auto" latinLnBrk="0" hangingPunct="1">
                        <a:lnSpc>
                          <a:spcPct val="100000"/>
                        </a:lnSpc>
                        <a:spcBef>
                          <a:spcPts val="0"/>
                        </a:spcBef>
                        <a:spcAft>
                          <a:spcPts val="600"/>
                        </a:spcAft>
                        <a:buClr>
                          <a:schemeClr val="dk1"/>
                        </a:buClr>
                        <a:buSzPts val="800"/>
                        <a:buFont typeface="Arial"/>
                        <a:buNone/>
                        <a:tabLst/>
                        <a:defRPr/>
                      </a:pPr>
                      <a:endParaRPr lang="fr-FR" sz="900" u="none" strike="noStrike" cap="none">
                        <a:solidFill>
                          <a:schemeClr val="dk1"/>
                        </a:solidFill>
                        <a:latin typeface="Arial"/>
                        <a:ea typeface="Arial"/>
                        <a:cs typeface="Arial"/>
                        <a:sym typeface="Arial"/>
                      </a:endParaRPr>
                    </a:p>
                  </a:txBody>
                  <a:tcPr marL="91450" marR="91450" marT="36000" marB="457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marL="0" marR="0" lvl="0" indent="0" algn="ctr" defTabSz="914400" rtl="0" eaLnBrk="1" fontAlgn="auto" latinLnBrk="0" hangingPunct="1">
                        <a:lnSpc>
                          <a:spcPct val="100000"/>
                        </a:lnSpc>
                        <a:spcBef>
                          <a:spcPts val="0"/>
                        </a:spcBef>
                        <a:spcAft>
                          <a:spcPts val="600"/>
                        </a:spcAft>
                        <a:buClr>
                          <a:schemeClr val="dk1"/>
                        </a:buClr>
                        <a:buSzPts val="800"/>
                        <a:buFont typeface="Arial"/>
                        <a:buNone/>
                        <a:tabLst/>
                        <a:defRPr/>
                      </a:pPr>
                      <a:r>
                        <a:rPr lang="fr-FR" sz="900" u="none" strike="noStrike" cap="none" dirty="0">
                          <a:solidFill>
                            <a:schemeClr val="dk1"/>
                          </a:solidFill>
                          <a:latin typeface="Arial"/>
                          <a:ea typeface="Arial"/>
                          <a:cs typeface="Arial"/>
                          <a:sym typeface="Arial"/>
                        </a:rPr>
                        <a:t>DSI</a:t>
                      </a:r>
                    </a:p>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dirty="0">
                          <a:solidFill>
                            <a:schemeClr val="tx1"/>
                          </a:solidFill>
                          <a:effectLst/>
                          <a:latin typeface="+mn-lt"/>
                          <a:ea typeface="Times New Roman" panose="02020603050405020304" pitchFamily="18" charset="0"/>
                          <a:cs typeface="+mn-cs"/>
                        </a:rPr>
                        <a:t>/</a:t>
                      </a:r>
                    </a:p>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dirty="0">
                          <a:solidFill>
                            <a:schemeClr val="tx1"/>
                          </a:solidFill>
                          <a:effectLst/>
                          <a:latin typeface="+mn-lt"/>
                          <a:ea typeface="Times New Roman" panose="02020603050405020304" pitchFamily="18" charset="0"/>
                          <a:cs typeface="+mn-cs"/>
                        </a:rPr>
                        <a:t>Directions métiers</a:t>
                      </a:r>
                    </a:p>
                    <a:p>
                      <a:pPr marL="0" marR="0" lvl="0" indent="0" algn="ctr" defTabSz="914400" rtl="0" eaLnBrk="1" fontAlgn="auto" latinLnBrk="0" hangingPunct="1">
                        <a:lnSpc>
                          <a:spcPct val="100000"/>
                        </a:lnSpc>
                        <a:spcBef>
                          <a:spcPts val="0"/>
                        </a:spcBef>
                        <a:spcAft>
                          <a:spcPts val="600"/>
                        </a:spcAft>
                        <a:buClr>
                          <a:schemeClr val="dk1"/>
                        </a:buClr>
                        <a:buSzPts val="800"/>
                        <a:buFont typeface="Arial"/>
                        <a:buNone/>
                        <a:tabLst/>
                        <a:defRPr/>
                      </a:pPr>
                      <a:endParaRPr lang="fr-FR" sz="900" u="none" strike="noStrike" cap="none" dirty="0">
                        <a:solidFill>
                          <a:schemeClr val="dk1"/>
                        </a:solidFill>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600"/>
                        </a:spcAft>
                        <a:buClr>
                          <a:schemeClr val="dk1"/>
                        </a:buClr>
                        <a:buSzPts val="800"/>
                        <a:buFont typeface="Arial"/>
                        <a:buNone/>
                        <a:tabLst/>
                        <a:defRPr/>
                      </a:pPr>
                      <a:endParaRPr lang="fr-FR" sz="900" u="none" strike="noStrike" cap="none" dirty="0">
                        <a:solidFill>
                          <a:schemeClr val="dk1"/>
                        </a:solidFill>
                        <a:latin typeface="Arial"/>
                        <a:ea typeface="Arial"/>
                        <a:cs typeface="Arial"/>
                        <a:sym typeface="Arial"/>
                      </a:endParaRPr>
                    </a:p>
                  </a:txBody>
                  <a:tcPr marL="91450" marR="91450" marT="36000" marB="457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bl>
          </a:graphicData>
        </a:graphic>
      </p:graphicFrame>
      <p:sp>
        <p:nvSpPr>
          <p:cNvPr id="2" name="Google Shape;477;p3">
            <a:extLst>
              <a:ext uri="{FF2B5EF4-FFF2-40B4-BE49-F238E27FC236}">
                <a16:creationId xmlns:a16="http://schemas.microsoft.com/office/drawing/2014/main" id="{24A8CA3E-D24F-F3C7-207F-DFBE58067595}"/>
              </a:ext>
            </a:extLst>
          </p:cNvPr>
          <p:cNvSpPr txBox="1">
            <a:spLocks/>
          </p:cNvSpPr>
          <p:nvPr/>
        </p:nvSpPr>
        <p:spPr>
          <a:xfrm>
            <a:off x="10180321" y="6511290"/>
            <a:ext cx="1280160" cy="13716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 smtClean="0"/>
              <a:pPr/>
              <a:t>10</a:t>
            </a:fld>
            <a:endParaRPr lang="fr"/>
          </a:p>
        </p:txBody>
      </p:sp>
      <p:sp>
        <p:nvSpPr>
          <p:cNvPr id="3" name="Google Shape;478;p3">
            <a:extLst>
              <a:ext uri="{FF2B5EF4-FFF2-40B4-BE49-F238E27FC236}">
                <a16:creationId xmlns:a16="http://schemas.microsoft.com/office/drawing/2014/main" id="{111ECA65-01B9-9C51-D15F-913CE261AA55}"/>
              </a:ext>
            </a:extLst>
          </p:cNvPr>
          <p:cNvSpPr txBox="1">
            <a:spLocks/>
          </p:cNvSpPr>
          <p:nvPr/>
        </p:nvSpPr>
        <p:spPr>
          <a:xfrm>
            <a:off x="561705" y="431080"/>
            <a:ext cx="6248670" cy="41365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chemeClr val="dk1"/>
              </a:buClr>
              <a:buSzPts val="2800"/>
              <a:buFont typeface="Georgia"/>
              <a:buNone/>
              <a:defRPr sz="28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fr-FR" sz="2000" b="1">
                <a:latin typeface="Georgia" panose="02040502050405020303" pitchFamily="18" charset="0"/>
              </a:rPr>
              <a:t>Recommandations émises en 2025 </a:t>
            </a:r>
            <a:r>
              <a:rPr lang="fr-FR" sz="1200" b="1">
                <a:latin typeface="Georgia" panose="02040502050405020303" pitchFamily="18" charset="0"/>
              </a:rPr>
              <a:t>(1/2)</a:t>
            </a:r>
            <a:endParaRPr lang="fr-FR" sz="2000" b="1">
              <a:latin typeface="Georgia" panose="02040502050405020303" pitchFamily="18" charset="0"/>
            </a:endParaRPr>
          </a:p>
        </p:txBody>
      </p:sp>
    </p:spTree>
    <p:extLst>
      <p:ext uri="{BB962C8B-B14F-4D97-AF65-F5344CB8AC3E}">
        <p14:creationId xmlns:p14="http://schemas.microsoft.com/office/powerpoint/2010/main" val="1127185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09">
          <a:extLst>
            <a:ext uri="{FF2B5EF4-FFF2-40B4-BE49-F238E27FC236}">
              <a16:creationId xmlns:a16="http://schemas.microsoft.com/office/drawing/2014/main" id="{48FEADC7-1CA4-A7F7-4202-013CB9ECBF60}"/>
            </a:ext>
          </a:extLst>
        </p:cNvPr>
        <p:cNvGrpSpPr/>
        <p:nvPr/>
      </p:nvGrpSpPr>
      <p:grpSpPr>
        <a:xfrm>
          <a:off x="0" y="0"/>
          <a:ext cx="0" cy="0"/>
          <a:chOff x="0" y="0"/>
          <a:chExt cx="0" cy="0"/>
        </a:xfrm>
      </p:grpSpPr>
      <p:graphicFrame>
        <p:nvGraphicFramePr>
          <p:cNvPr id="510" name="Google Shape;510;g1dcb84a6533_0_41">
            <a:extLst>
              <a:ext uri="{FF2B5EF4-FFF2-40B4-BE49-F238E27FC236}">
                <a16:creationId xmlns:a16="http://schemas.microsoft.com/office/drawing/2014/main" id="{602A821F-EA25-54F6-2B6A-FBB6F25ABB49}"/>
              </a:ext>
            </a:extLst>
          </p:cNvPr>
          <p:cNvGraphicFramePr/>
          <p:nvPr>
            <p:extLst>
              <p:ext uri="{D42A27DB-BD31-4B8C-83A1-F6EECF244321}">
                <p14:modId xmlns:p14="http://schemas.microsoft.com/office/powerpoint/2010/main" val="1393416702"/>
              </p:ext>
            </p:extLst>
          </p:nvPr>
        </p:nvGraphicFramePr>
        <p:xfrm>
          <a:off x="571230" y="854362"/>
          <a:ext cx="10889248" cy="5301818"/>
        </p:xfrm>
        <a:graphic>
          <a:graphicData uri="http://schemas.openxmlformats.org/drawingml/2006/table">
            <a:tbl>
              <a:tblPr firstRow="1" firstCol="1" bandRow="1">
                <a:noFill/>
              </a:tblPr>
              <a:tblGrid>
                <a:gridCol w="486810">
                  <a:extLst>
                    <a:ext uri="{9D8B030D-6E8A-4147-A177-3AD203B41FA5}">
                      <a16:colId xmlns:a16="http://schemas.microsoft.com/office/drawing/2014/main" val="20000"/>
                    </a:ext>
                  </a:extLst>
                </a:gridCol>
                <a:gridCol w="1677485">
                  <a:extLst>
                    <a:ext uri="{9D8B030D-6E8A-4147-A177-3AD203B41FA5}">
                      <a16:colId xmlns:a16="http://schemas.microsoft.com/office/drawing/2014/main" val="20001"/>
                    </a:ext>
                  </a:extLst>
                </a:gridCol>
                <a:gridCol w="4188098">
                  <a:extLst>
                    <a:ext uri="{9D8B030D-6E8A-4147-A177-3AD203B41FA5}">
                      <a16:colId xmlns:a16="http://schemas.microsoft.com/office/drawing/2014/main" val="20002"/>
                    </a:ext>
                  </a:extLst>
                </a:gridCol>
                <a:gridCol w="1834196">
                  <a:extLst>
                    <a:ext uri="{9D8B030D-6E8A-4147-A177-3AD203B41FA5}">
                      <a16:colId xmlns:a16="http://schemas.microsoft.com/office/drawing/2014/main" val="20003"/>
                    </a:ext>
                  </a:extLst>
                </a:gridCol>
                <a:gridCol w="691389">
                  <a:extLst>
                    <a:ext uri="{9D8B030D-6E8A-4147-A177-3AD203B41FA5}">
                      <a16:colId xmlns:a16="http://schemas.microsoft.com/office/drawing/2014/main" val="20004"/>
                    </a:ext>
                  </a:extLst>
                </a:gridCol>
                <a:gridCol w="1005635">
                  <a:extLst>
                    <a:ext uri="{9D8B030D-6E8A-4147-A177-3AD203B41FA5}">
                      <a16:colId xmlns:a16="http://schemas.microsoft.com/office/drawing/2014/main" val="1864525789"/>
                    </a:ext>
                  </a:extLst>
                </a:gridCol>
                <a:gridCol w="1005635">
                  <a:extLst>
                    <a:ext uri="{9D8B030D-6E8A-4147-A177-3AD203B41FA5}">
                      <a16:colId xmlns:a16="http://schemas.microsoft.com/office/drawing/2014/main" val="20005"/>
                    </a:ext>
                  </a:extLst>
                </a:gridCol>
              </a:tblGrid>
              <a:tr h="261358">
                <a:tc>
                  <a:txBody>
                    <a:bodyPr/>
                    <a:lstStyle/>
                    <a:p>
                      <a:pPr marL="0" marR="0" lvl="0" indent="0" algn="ctr" rtl="0">
                        <a:lnSpc>
                          <a:spcPct val="100000"/>
                        </a:lnSpc>
                        <a:spcBef>
                          <a:spcPts val="0"/>
                        </a:spcBef>
                        <a:spcAft>
                          <a:spcPts val="0"/>
                        </a:spcAft>
                        <a:buClr>
                          <a:srgbClr val="000000"/>
                        </a:buClr>
                        <a:buSzPts val="800"/>
                        <a:buFont typeface="Arial"/>
                        <a:buNone/>
                      </a:pPr>
                      <a:r>
                        <a:rPr lang="fr" sz="900" b="1" u="none" strike="noStrike" cap="none" dirty="0">
                          <a:solidFill>
                            <a:schemeClr val="bg1"/>
                          </a:solidFill>
                          <a:latin typeface="Arial"/>
                          <a:ea typeface="Arial"/>
                          <a:cs typeface="Arial"/>
                          <a:sym typeface="Arial"/>
                        </a:rPr>
                        <a:t>Réf.</a:t>
                      </a:r>
                      <a:endParaRPr sz="900" b="1" u="none" strike="noStrike" cap="none" dirty="0">
                        <a:solidFill>
                          <a:schemeClr val="bg1"/>
                        </a:solidFill>
                      </a:endParaRP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fr" sz="900" b="1">
                          <a:solidFill>
                            <a:schemeClr val="bg1"/>
                          </a:solidFill>
                        </a:rPr>
                        <a:t>Description du contrôle</a:t>
                      </a:r>
                      <a:endParaRPr sz="900" b="1" u="none" strike="noStrike" cap="none">
                        <a:solidFill>
                          <a:schemeClr val="bg1"/>
                        </a:solidFill>
                      </a:endParaRP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fr" sz="900" b="1">
                          <a:solidFill>
                            <a:schemeClr val="bg1"/>
                          </a:solidFill>
                        </a:rPr>
                        <a:t>Observation</a:t>
                      </a:r>
                      <a:endParaRPr sz="900" b="1" u="none" strike="noStrike" cap="none">
                        <a:solidFill>
                          <a:schemeClr val="bg1"/>
                        </a:solidFill>
                      </a:endParaRP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fr" sz="900" b="1">
                          <a:solidFill>
                            <a:schemeClr val="bg1"/>
                          </a:solidFill>
                        </a:rPr>
                        <a:t>Recommandation</a:t>
                      </a:r>
                      <a:endParaRPr sz="900" b="1" u="none" strike="noStrike" cap="none">
                        <a:solidFill>
                          <a:schemeClr val="bg1"/>
                        </a:solidFill>
                      </a:endParaRP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fr" sz="900" b="1" u="none" strike="noStrike" cap="none">
                          <a:solidFill>
                            <a:schemeClr val="bg1"/>
                          </a:solidFill>
                          <a:latin typeface="Arial"/>
                          <a:ea typeface="Arial"/>
                          <a:cs typeface="Arial"/>
                          <a:sym typeface="Arial"/>
                        </a:rPr>
                        <a:t>Priorité</a:t>
                      </a:r>
                      <a:endParaRPr sz="900" b="1" u="none" strike="noStrike" cap="none">
                        <a:solidFill>
                          <a:schemeClr val="bg1"/>
                        </a:solidFill>
                      </a:endParaRP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fr-FR" sz="900" b="1" u="none" strike="noStrike" cap="none">
                          <a:solidFill>
                            <a:schemeClr val="bg1"/>
                          </a:solidFill>
                        </a:rPr>
                        <a:t>Application</a:t>
                      </a: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fr" sz="900" b="1" u="none" strike="noStrike" cap="none">
                          <a:solidFill>
                            <a:schemeClr val="bg1"/>
                          </a:solidFill>
                          <a:latin typeface="Arial"/>
                          <a:ea typeface="Arial"/>
                          <a:cs typeface="Arial"/>
                          <a:sym typeface="Arial"/>
                        </a:rPr>
                        <a:t>Acteur</a:t>
                      </a:r>
                      <a:endParaRPr sz="900" b="1" u="none" strike="noStrike" cap="none">
                        <a:solidFill>
                          <a:schemeClr val="bg1"/>
                        </a:solidFill>
                      </a:endParaRP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extLst>
                  <a:ext uri="{0D108BD9-81ED-4DB2-BD59-A6C34878D82A}">
                    <a16:rowId xmlns:a16="http://schemas.microsoft.com/office/drawing/2014/main" val="10000"/>
                  </a:ext>
                </a:extLst>
              </a:tr>
              <a:tr h="261358">
                <a:tc gridSpan="7">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r>
                        <a:rPr kumimoji="0" lang="fr-FR" sz="900" b="1" i="0" u="none" strike="noStrike" kern="1200" cap="none" spc="0" normalizeH="0" baseline="0" noProof="0">
                          <a:ln>
                            <a:noFill/>
                          </a:ln>
                          <a:solidFill>
                            <a:srgbClr val="FFFFFF"/>
                          </a:solidFill>
                          <a:effectLst/>
                          <a:uLnTx/>
                          <a:uFillTx/>
                          <a:latin typeface="+mn-lt"/>
                          <a:ea typeface="+mn-ea"/>
                          <a:cs typeface="Calibri" panose="020F0502020204030204" pitchFamily="34" charset="0"/>
                        </a:rPr>
                        <a:t>Gestion des accès aux données et aux programmes </a:t>
                      </a:r>
                    </a:p>
                  </a:txBody>
                  <a:tcPr marL="91450" marR="91450" marT="36000" marB="457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solidFill>
                  </a:tcPr>
                </a:tc>
                <a:tc hMerge="1">
                  <a:txBody>
                    <a:bodyPr/>
                    <a:lstStyle/>
                    <a:p>
                      <a:endParaRPr lang="fr-FR"/>
                    </a:p>
                  </a:txBody>
                  <a:tcPr/>
                </a:tc>
                <a:tc hMerge="1">
                  <a:txBody>
                    <a:bodyPr/>
                    <a:lstStyle/>
                    <a:p>
                      <a:endParaRPr lang="fr-FR"/>
                    </a:p>
                  </a:txBody>
                  <a:tcPr/>
                </a:tc>
                <a:tc hMerge="1">
                  <a:txBody>
                    <a:bodyPr/>
                    <a:lstStyle/>
                    <a:p>
                      <a:endParaRPr lang="fr-F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4779102">
                <a:tc>
                  <a:txBody>
                    <a:bodyPr/>
                    <a:lstStyle/>
                    <a:p>
                      <a:pPr marL="0" marR="0" lvl="0" indent="0" algn="ctr" defTabSz="914400" rtl="0" eaLnBrk="1" fontAlgn="auto" latinLnBrk="0" hangingPunct="1">
                        <a:lnSpc>
                          <a:spcPct val="100000"/>
                        </a:lnSpc>
                        <a:spcBef>
                          <a:spcPts val="0"/>
                        </a:spcBef>
                        <a:spcAft>
                          <a:spcPts val="600"/>
                        </a:spcAft>
                        <a:buClr>
                          <a:srgbClr val="000000"/>
                        </a:buClr>
                        <a:buSzPts val="800"/>
                        <a:buFont typeface="Arial"/>
                        <a:buNone/>
                        <a:tabLst/>
                        <a:defRPr/>
                      </a:pPr>
                      <a:r>
                        <a:rPr lang="fr-FR" sz="900" b="1" u="none" strike="noStrike" cap="none">
                          <a:solidFill>
                            <a:schemeClr val="dk1"/>
                          </a:solidFill>
                        </a:rPr>
                        <a:t>APD</a:t>
                      </a:r>
                    </a:p>
                    <a:p>
                      <a:pPr marL="0" marR="0" lvl="0" indent="0" algn="ctr" defTabSz="914400" rtl="0" eaLnBrk="1" fontAlgn="auto" latinLnBrk="0" hangingPunct="1">
                        <a:lnSpc>
                          <a:spcPct val="100000"/>
                        </a:lnSpc>
                        <a:spcBef>
                          <a:spcPts val="0"/>
                        </a:spcBef>
                        <a:spcAft>
                          <a:spcPts val="600"/>
                        </a:spcAft>
                        <a:buClr>
                          <a:srgbClr val="000000"/>
                        </a:buClr>
                        <a:buSzPts val="800"/>
                        <a:buFont typeface="Arial"/>
                        <a:buNone/>
                        <a:tabLst/>
                        <a:defRPr/>
                      </a:pPr>
                      <a:r>
                        <a:rPr lang="fr-FR" sz="900" b="1" u="none" strike="noStrike" cap="none">
                          <a:solidFill>
                            <a:schemeClr val="dk1"/>
                          </a:solidFill>
                        </a:rPr>
                        <a:t>05</a:t>
                      </a:r>
                    </a:p>
                    <a:p>
                      <a:pPr marL="0" marR="0" lvl="0" indent="0" algn="ctr" defTabSz="914400" rtl="0" eaLnBrk="1" fontAlgn="auto" latinLnBrk="0" hangingPunct="1">
                        <a:lnSpc>
                          <a:spcPct val="100000"/>
                        </a:lnSpc>
                        <a:spcBef>
                          <a:spcPts val="0"/>
                        </a:spcBef>
                        <a:spcAft>
                          <a:spcPts val="600"/>
                        </a:spcAft>
                        <a:buClr>
                          <a:srgbClr val="000000"/>
                        </a:buClr>
                        <a:buSzPts val="800"/>
                        <a:buFont typeface="Arial"/>
                        <a:buNone/>
                        <a:tabLst/>
                        <a:defRPr/>
                      </a:pPr>
                      <a:endParaRPr lang="fr-FR" sz="900" u="none" strike="noStrike" cap="none">
                        <a:solidFill>
                          <a:schemeClr val="dk1"/>
                        </a:solidFill>
                      </a:endParaRPr>
                    </a:p>
                  </a:txBody>
                  <a:tcPr marL="91450" marR="91450" marT="36000" marB="457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marL="0" marR="0" lvl="1" indent="0" algn="just"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La PSSI est conforme aux bonnes pratiques en matière de sécurité logique.</a:t>
                      </a:r>
                    </a:p>
                    <a:p>
                      <a:pPr marL="0" marR="0" lvl="1" indent="0" algn="just"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a:solidFill>
                          <a:schemeClr val="tx1"/>
                        </a:solidFill>
                        <a:effectLst/>
                        <a:latin typeface="+mn-lt"/>
                        <a:ea typeface="Times New Roman" panose="02020603050405020304" pitchFamily="18" charset="0"/>
                        <a:cs typeface="+mn-cs"/>
                      </a:endParaRPr>
                    </a:p>
                    <a:p>
                      <a:pPr marL="0" marR="0" lvl="1" indent="0" algn="just"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La configuration des mots de passe d’accès aux applications et infrastructures du système d’information est conforme à la PSSI.</a:t>
                      </a:r>
                    </a:p>
                    <a:p>
                      <a:pPr marL="0" marR="0" lvl="0" indent="0" algn="just" defTabSz="914400" rtl="0" eaLnBrk="1" fontAlgn="auto" latinLnBrk="0" hangingPunct="1">
                        <a:lnSpc>
                          <a:spcPct val="100000"/>
                        </a:lnSpc>
                        <a:spcBef>
                          <a:spcPts val="0"/>
                        </a:spcBef>
                        <a:spcAft>
                          <a:spcPts val="600"/>
                        </a:spcAft>
                        <a:buClr>
                          <a:schemeClr val="dk1"/>
                        </a:buClr>
                        <a:buSzPts val="800"/>
                        <a:buFont typeface="Arial"/>
                        <a:buNone/>
                        <a:tabLst/>
                        <a:defRPr/>
                      </a:pPr>
                      <a:endParaRPr lang="fr-FR" sz="900" u="none" strike="noStrike" cap="none"/>
                    </a:p>
                  </a:txBody>
                  <a:tcPr marL="44450" marR="44450" marT="3600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marL="0" marR="0" lvl="0" indent="0" algn="just" defTabSz="914400" rtl="0" eaLnBrk="1" fontAlgn="auto" latinLnBrk="0" hangingPunct="1">
                        <a:lnSpc>
                          <a:spcPct val="100000"/>
                        </a:lnSpc>
                        <a:spcBef>
                          <a:spcPts val="0"/>
                        </a:spcBef>
                        <a:spcAft>
                          <a:spcPts val="600"/>
                        </a:spcAft>
                        <a:buClr>
                          <a:srgbClr val="000000"/>
                        </a:buClr>
                        <a:buSzTx/>
                        <a:buFont typeface="Arial"/>
                        <a:buNone/>
                        <a:tabLst/>
                        <a:defRPr/>
                      </a:pPr>
                      <a:r>
                        <a:rPr lang="fr-FR" sz="900" b="1" u="sng" kern="1200" baseline="0" dirty="0">
                          <a:solidFill>
                            <a:schemeClr val="tx1"/>
                          </a:solidFill>
                          <a:effectLst/>
                          <a:latin typeface="+mn-lt"/>
                          <a:ea typeface="Times New Roman" panose="02020603050405020304" pitchFamily="18" charset="0"/>
                          <a:cs typeface="+mn-cs"/>
                        </a:rPr>
                        <a:t>Constat 2025 :</a:t>
                      </a:r>
                      <a:endParaRPr lang="fr-FR" sz="900" b="0" i="0" u="none" strike="noStrike" cap="none" noProof="0" dirty="0">
                        <a:solidFill>
                          <a:schemeClr val="tx1"/>
                        </a:solidFill>
                        <a:latin typeface="Arial"/>
                      </a:endParaRPr>
                    </a:p>
                    <a:p>
                      <a:pPr marL="0" marR="0" lvl="0" indent="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r>
                        <a:rPr lang="fr-FR" sz="900" b="0" kern="1200" baseline="0" dirty="0">
                          <a:solidFill>
                            <a:schemeClr val="tx1"/>
                          </a:solidFill>
                          <a:effectLst/>
                          <a:latin typeface="+mn-lt"/>
                          <a:ea typeface="Times New Roman" panose="02020603050405020304" pitchFamily="18" charset="0"/>
                          <a:cs typeface="+mn-cs"/>
                        </a:rPr>
                        <a:t>Dans le cadre de nos travaux réalisés en 2025, nous avons procédé à une revue de la configuration des mots de passe relatifs aux accès à l’application Sage 1000. A l’issue de cette analyse, nous avons identifié l’existence d’un compte générique disposant de droits étendus, et dont le mot de passe n’est pas conforme aux bonnes pratiques en vigueur.</a:t>
                      </a:r>
                    </a:p>
                    <a:p>
                      <a:pPr marL="0" marR="0" lvl="0" indent="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endParaRPr lang="fr-FR" sz="900" b="0" kern="1200" baseline="0" dirty="0">
                        <a:solidFill>
                          <a:schemeClr val="tx1"/>
                        </a:solidFill>
                        <a:effectLst/>
                        <a:latin typeface="+mn-lt"/>
                        <a:ea typeface="Times New Roman" panose="02020603050405020304" pitchFamily="18" charset="0"/>
                        <a:cs typeface="+mn-cs"/>
                      </a:endParaRPr>
                    </a:p>
                    <a:p>
                      <a:pPr marL="180975" marR="0" lvl="0" indent="0" algn="just" defTabSz="685800" rtl="0" eaLnBrk="1" fontAlgn="auto" latinLnBrk="0" hangingPunct="1">
                        <a:lnSpc>
                          <a:spcPct val="100000"/>
                        </a:lnSpc>
                        <a:spcBef>
                          <a:spcPts val="0"/>
                        </a:spcBef>
                        <a:spcAft>
                          <a:spcPts val="0"/>
                        </a:spcAft>
                        <a:buClr>
                          <a:srgbClr val="DEDEDE"/>
                        </a:buClr>
                        <a:buSzTx/>
                        <a:buFont typeface="Arial" panose="020B0604020202020204" pitchFamily="34" charset="0"/>
                        <a:buNone/>
                        <a:tabLst/>
                        <a:defRPr/>
                      </a:pPr>
                      <a:r>
                        <a:rPr lang="fr-FR" sz="900" b="1" u="sng" kern="1200" baseline="0" dirty="0">
                          <a:solidFill>
                            <a:schemeClr val="tx1"/>
                          </a:solidFill>
                          <a:effectLst/>
                          <a:latin typeface="+mn-lt"/>
                          <a:ea typeface="Times New Roman" panose="02020603050405020304" pitchFamily="18" charset="0"/>
                          <a:cs typeface="+mn-cs"/>
                        </a:rPr>
                        <a:t>Procédure compensatoire :</a:t>
                      </a:r>
                      <a:r>
                        <a:rPr lang="fr-FR" sz="900" b="1" u="none" kern="1200" baseline="0" dirty="0">
                          <a:solidFill>
                            <a:schemeClr val="tx1"/>
                          </a:solidFill>
                          <a:effectLst/>
                          <a:latin typeface="+mn-lt"/>
                          <a:ea typeface="Times New Roman" panose="02020603050405020304" pitchFamily="18" charset="0"/>
                          <a:cs typeface="+mn-cs"/>
                        </a:rPr>
                        <a:t> </a:t>
                      </a:r>
                      <a:r>
                        <a:rPr lang="fr-FR" sz="900" b="0" u="none" kern="1200" baseline="0" dirty="0">
                          <a:solidFill>
                            <a:schemeClr val="tx1"/>
                          </a:solidFill>
                          <a:effectLst/>
                          <a:latin typeface="+mn-lt"/>
                          <a:ea typeface="Times New Roman" panose="02020603050405020304" pitchFamily="18" charset="0"/>
                          <a:cs typeface="+mn-cs"/>
                        </a:rPr>
                        <a:t>nous nous sommes assurés auprès du responsable informatique du groupe </a:t>
                      </a:r>
                      <a:r>
                        <a:rPr lang="fr-FR" sz="900" b="0" u="none" kern="1200" baseline="0" dirty="0" err="1">
                          <a:solidFill>
                            <a:schemeClr val="tx1"/>
                          </a:solidFill>
                          <a:effectLst/>
                          <a:latin typeface="+mn-lt"/>
                          <a:ea typeface="Times New Roman" panose="02020603050405020304" pitchFamily="18" charset="0"/>
                          <a:cs typeface="+mn-cs"/>
                        </a:rPr>
                        <a:t>PAREF</a:t>
                      </a:r>
                      <a:r>
                        <a:rPr lang="fr-FR" sz="900" b="0" u="none" kern="1200" baseline="0" dirty="0">
                          <a:solidFill>
                            <a:schemeClr val="tx1"/>
                          </a:solidFill>
                          <a:effectLst/>
                          <a:latin typeface="+mn-lt"/>
                          <a:ea typeface="Times New Roman" panose="02020603050405020304" pitchFamily="18" charset="0"/>
                          <a:cs typeface="+mn-cs"/>
                        </a:rPr>
                        <a:t>, que ce compte est strictement utilisé par ses soins, exclusivement dans le cadre d’actions d’administration, telles que la gestion des habilitations. Par ailleurs, la légitimité du compte a été justifiée lors de la campagne annuelle de recertification des accès réalisés en 2025. Enfin, nous notons qu’une revue spécifique des écritures manuelles sera réalisée par nos auditeurs financiers, incluant ce compte. L’ensemble permet de réduire le risque associé à l’utilisation inapproprié de ce compte.</a:t>
                      </a: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914400" rtl="0" eaLnBrk="1" fontAlgn="auto" latinLnBrk="0" hangingPunct="1">
                        <a:lnSpc>
                          <a:spcPct val="100000"/>
                        </a:lnSpc>
                        <a:spcBef>
                          <a:spcPts val="0"/>
                        </a:spcBef>
                        <a:spcAft>
                          <a:spcPts val="600"/>
                        </a:spcAft>
                        <a:buClr>
                          <a:srgbClr val="000000"/>
                        </a:buClr>
                        <a:buSzTx/>
                        <a:buFont typeface="Arial"/>
                        <a:buNone/>
                        <a:tabLst/>
                        <a:defRPr/>
                      </a:pPr>
                      <a:br>
                        <a:rPr lang="fr-FR" sz="900" b="0" u="none" kern="1200" baseline="0" dirty="0">
                          <a:solidFill>
                            <a:schemeClr val="tx1"/>
                          </a:solidFill>
                          <a:effectLst/>
                          <a:latin typeface="+mn-lt"/>
                          <a:ea typeface="Times New Roman" panose="02020603050405020304" pitchFamily="18" charset="0"/>
                          <a:cs typeface="+mn-cs"/>
                        </a:rPr>
                      </a:br>
                      <a:br>
                        <a:rPr lang="fr-FR" sz="900" b="0" u="none" kern="1200" baseline="0" dirty="0">
                          <a:solidFill>
                            <a:schemeClr val="tx1"/>
                          </a:solidFill>
                          <a:effectLst/>
                          <a:latin typeface="+mn-lt"/>
                          <a:ea typeface="Times New Roman" panose="02020603050405020304" pitchFamily="18" charset="0"/>
                          <a:cs typeface="+mn-cs"/>
                        </a:rPr>
                      </a:br>
                      <a:r>
                        <a:rPr lang="fr-FR" sz="900" b="1" u="sng" kern="1200" baseline="0" dirty="0">
                          <a:solidFill>
                            <a:schemeClr val="tx1"/>
                          </a:solidFill>
                          <a:effectLst/>
                          <a:latin typeface="+mn-lt"/>
                          <a:ea typeface="Times New Roman" panose="02020603050405020304" pitchFamily="18" charset="0"/>
                          <a:cs typeface="+mn-cs"/>
                        </a:rPr>
                        <a:t>Réponse du management 2025 :</a:t>
                      </a:r>
                      <a:r>
                        <a:rPr lang="fr-FR" sz="900" b="1" u="none" kern="1200" baseline="0" dirty="0">
                          <a:solidFill>
                            <a:schemeClr val="tx1"/>
                          </a:solidFill>
                          <a:effectLst/>
                          <a:latin typeface="+mn-lt"/>
                          <a:ea typeface="Times New Roman" panose="02020603050405020304" pitchFamily="18" charset="0"/>
                          <a:cs typeface="+mn-cs"/>
                        </a:rPr>
                        <a:t> </a:t>
                      </a:r>
                      <a:r>
                        <a:rPr lang="fr-FR" sz="900" b="0" i="1" u="none" kern="1200" baseline="0" dirty="0">
                          <a:solidFill>
                            <a:schemeClr val="tx1"/>
                          </a:solidFill>
                          <a:effectLst/>
                          <a:latin typeface="+mn-lt"/>
                          <a:cs typeface="+mn-cs"/>
                        </a:rPr>
                        <a:t>A compléter par le groupe </a:t>
                      </a:r>
                      <a:r>
                        <a:rPr lang="fr-FR" sz="900" b="0" i="1" u="none" kern="1200" baseline="0" dirty="0" err="1">
                          <a:solidFill>
                            <a:schemeClr val="tx1"/>
                          </a:solidFill>
                          <a:effectLst/>
                          <a:latin typeface="+mn-lt"/>
                          <a:cs typeface="+mn-cs"/>
                        </a:rPr>
                        <a:t>PAREF</a:t>
                      </a:r>
                      <a:endParaRPr lang="fr-FR" sz="900" b="0" u="none" kern="1200" baseline="0" dirty="0">
                        <a:solidFill>
                          <a:schemeClr val="tx1"/>
                        </a:solidFill>
                        <a:effectLst/>
                        <a:latin typeface="+mn-lt"/>
                        <a:cs typeface="+mn-cs"/>
                      </a:endParaRPr>
                    </a:p>
                    <a:p>
                      <a:pPr marL="0" marR="0" lvl="0" indent="0" algn="just">
                        <a:lnSpc>
                          <a:spcPct val="100000"/>
                        </a:lnSpc>
                        <a:spcBef>
                          <a:spcPts val="0"/>
                        </a:spcBef>
                        <a:spcAft>
                          <a:spcPts val="600"/>
                        </a:spcAft>
                        <a:buNone/>
                      </a:pPr>
                      <a:endParaRPr lang="fr-FR" sz="900" b="0" i="0" u="none" strike="noStrike" cap="none" noProof="0" dirty="0">
                        <a:solidFill>
                          <a:schemeClr val="tx1"/>
                        </a:solidFill>
                        <a:latin typeface="Arial"/>
                      </a:endParaRPr>
                    </a:p>
                  </a:txBody>
                  <a:tcPr marL="44450" marR="44450" marT="3600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marL="0" marR="0" lvl="1" indent="0" algn="just" defTabSz="914400" rtl="0" eaLnBrk="1" fontAlgn="auto" latinLnBrk="0" hangingPunct="1">
                        <a:lnSpc>
                          <a:spcPct val="100000"/>
                        </a:lnSpc>
                        <a:spcBef>
                          <a:spcPts val="0"/>
                        </a:spcBef>
                        <a:spcAft>
                          <a:spcPts val="600"/>
                        </a:spcAft>
                        <a:buClr>
                          <a:srgbClr val="000000"/>
                        </a:buClr>
                        <a:buSzTx/>
                        <a:buFont typeface="Arial" panose="020B0604020202020204" pitchFamily="34" charset="0"/>
                        <a:buNone/>
                        <a:tabLst/>
                        <a:defRPr/>
                      </a:pPr>
                      <a:r>
                        <a:rPr lang="fr-FR" sz="900" b="0" u="none" kern="1200" baseline="0" noProof="0">
                          <a:solidFill>
                            <a:schemeClr val="tx1"/>
                          </a:solidFill>
                          <a:effectLst/>
                          <a:latin typeface="+mn-lt"/>
                          <a:ea typeface="Times New Roman" panose="02020603050405020304" pitchFamily="18" charset="0"/>
                          <a:cs typeface="Arial"/>
                        </a:rPr>
                        <a:t>Renforcer le paramétrage des mots de passe du compte « admin » disposant d’accès à l’application Sage 1000.</a:t>
                      </a:r>
                    </a:p>
                    <a:p>
                      <a:pPr marL="0" marR="0" lvl="1" indent="0" algn="just" defTabSz="914400" rtl="0" eaLnBrk="1" fontAlgn="auto" latinLnBrk="0" hangingPunct="1">
                        <a:lnSpc>
                          <a:spcPct val="100000"/>
                        </a:lnSpc>
                        <a:spcBef>
                          <a:spcPts val="0"/>
                        </a:spcBef>
                        <a:spcAft>
                          <a:spcPts val="600"/>
                        </a:spcAft>
                        <a:buClr>
                          <a:srgbClr val="000000"/>
                        </a:buClr>
                        <a:buSzTx/>
                        <a:buFont typeface="Arial" panose="020B0604020202020204" pitchFamily="34" charset="0"/>
                        <a:buNone/>
                        <a:tabLst/>
                        <a:defRPr/>
                      </a:pPr>
                      <a:r>
                        <a:rPr lang="fr-FR" sz="900" b="0" i="0" u="none" strike="noStrike" kern="1200" baseline="0" noProof="0">
                          <a:solidFill>
                            <a:schemeClr val="tx1"/>
                          </a:solidFill>
                          <a:effectLst/>
                          <a:latin typeface="Arial"/>
                          <a:cs typeface="Arial"/>
                        </a:rPr>
                        <a:t>Aligner ce paramétrage avec les bonnes pratiques en matière de sécurité des mots de passe.</a:t>
                      </a:r>
                      <a:endParaRPr lang="fr-FR" sz="900" b="0" i="0" u="none" strike="noStrike" kern="1200" baseline="0" noProof="0">
                        <a:solidFill>
                          <a:schemeClr val="tx1"/>
                        </a:solidFill>
                        <a:effectLst/>
                        <a:latin typeface="+mn-lt"/>
                        <a:cs typeface="Arial"/>
                      </a:endParaRPr>
                    </a:p>
                  </a:txBody>
                  <a:tcPr marL="44450" marR="44450" marT="3600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srgbClr val="F06A00"/>
                          </a:solidFill>
                          <a:effectLst/>
                          <a:uLnTx/>
                          <a:uFillTx/>
                          <a:latin typeface="Georgia" panose="02040502050405020303" pitchFamily="18" charset="0"/>
                          <a:ea typeface="+mn-ea"/>
                          <a:cs typeface="+mn-cs"/>
                          <a:sym typeface="Wingdings" panose="05000000000000000000" pitchFamily="2" charset="2"/>
                        </a:rPr>
                        <a:t></a:t>
                      </a:r>
                      <a:endParaRPr kumimoji="0" lang="fr-FR" sz="1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600"/>
                        </a:spcAft>
                        <a:buClr>
                          <a:srgbClr val="F06A00"/>
                        </a:buClr>
                        <a:buSzPts val="1600"/>
                        <a:buFont typeface="Georgia"/>
                        <a:buNone/>
                        <a:tabLst/>
                        <a:defRPr/>
                      </a:pPr>
                      <a:endParaRPr kumimoji="0" lang="fr-FR" sz="900" b="0" i="0" u="none" strike="noStrike" kern="0" cap="none" spc="0" normalizeH="0" baseline="0" noProof="0" dirty="0">
                        <a:ln>
                          <a:noFill/>
                        </a:ln>
                        <a:solidFill>
                          <a:schemeClr val="accent4"/>
                        </a:solidFill>
                        <a:effectLst/>
                        <a:uLnTx/>
                        <a:uFillTx/>
                        <a:latin typeface="Arial"/>
                        <a:ea typeface="Arial"/>
                        <a:cs typeface="Arial"/>
                        <a:sym typeface="Arial"/>
                      </a:endParaRPr>
                    </a:p>
                  </a:txBody>
                  <a:tcPr marL="91450" marR="91450" marT="36000" marB="457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marL="0" marR="0" lvl="0" indent="0" algn="ctr" defTabSz="914400" rtl="0" eaLnBrk="1" fontAlgn="auto" latinLnBrk="0" hangingPunct="1">
                        <a:lnSpc>
                          <a:spcPct val="100000"/>
                        </a:lnSpc>
                        <a:spcBef>
                          <a:spcPts val="0"/>
                        </a:spcBef>
                        <a:spcAft>
                          <a:spcPts val="600"/>
                        </a:spcAft>
                        <a:buClr>
                          <a:schemeClr val="dk1"/>
                        </a:buClr>
                        <a:buSzPts val="800"/>
                        <a:buFont typeface="Arial"/>
                        <a:buNone/>
                        <a:tabLst/>
                        <a:defRPr/>
                      </a:pPr>
                      <a:r>
                        <a:rPr lang="fr-FR" sz="900" kern="1200" baseline="0">
                          <a:solidFill>
                            <a:schemeClr val="tx1"/>
                          </a:solidFill>
                          <a:effectLst/>
                          <a:latin typeface="+mn-lt"/>
                          <a:ea typeface="Times New Roman" panose="02020603050405020304" pitchFamily="18" charset="0"/>
                          <a:cs typeface="+mn-cs"/>
                        </a:rPr>
                        <a:t>Sage 1000</a:t>
                      </a:r>
                    </a:p>
                    <a:p>
                      <a:pPr marL="0" marR="0" lvl="0" indent="0" algn="ctr" defTabSz="914400" rtl="0" eaLnBrk="1" fontAlgn="auto" latinLnBrk="0" hangingPunct="1">
                        <a:lnSpc>
                          <a:spcPct val="100000"/>
                        </a:lnSpc>
                        <a:spcBef>
                          <a:spcPts val="0"/>
                        </a:spcBef>
                        <a:spcAft>
                          <a:spcPts val="600"/>
                        </a:spcAft>
                        <a:buClr>
                          <a:schemeClr val="dk1"/>
                        </a:buClr>
                        <a:buSzPts val="800"/>
                        <a:buFont typeface="Arial"/>
                        <a:buNone/>
                        <a:tabLst/>
                        <a:defRPr/>
                      </a:pPr>
                      <a:endParaRPr lang="fr-FR" sz="900" kern="1200" baseline="0">
                        <a:solidFill>
                          <a:schemeClr val="tx1"/>
                        </a:solidFill>
                        <a:effectLst/>
                        <a:latin typeface="+mn-lt"/>
                        <a:ea typeface="Times New Roman" panose="02020603050405020304" pitchFamily="18" charset="0"/>
                        <a:cs typeface="+mn-cs"/>
                      </a:endParaRPr>
                    </a:p>
                    <a:p>
                      <a:pPr marL="0" marR="0" lvl="0" indent="0" algn="ctr" defTabSz="914400" rtl="0" eaLnBrk="1" fontAlgn="auto" latinLnBrk="0" hangingPunct="1">
                        <a:lnSpc>
                          <a:spcPct val="100000"/>
                        </a:lnSpc>
                        <a:spcBef>
                          <a:spcPts val="0"/>
                        </a:spcBef>
                        <a:spcAft>
                          <a:spcPts val="600"/>
                        </a:spcAft>
                        <a:buClr>
                          <a:schemeClr val="dk1"/>
                        </a:buClr>
                        <a:buSzPts val="800"/>
                        <a:buFont typeface="Arial"/>
                        <a:buNone/>
                        <a:tabLst/>
                        <a:defRPr/>
                      </a:pPr>
                      <a:endParaRPr lang="fr-FR" sz="900" u="none" strike="noStrike" cap="none">
                        <a:solidFill>
                          <a:schemeClr val="dk1"/>
                        </a:solidFill>
                        <a:latin typeface="Arial"/>
                        <a:ea typeface="Arial"/>
                        <a:cs typeface="Arial"/>
                        <a:sym typeface="Arial"/>
                      </a:endParaRPr>
                    </a:p>
                  </a:txBody>
                  <a:tcPr marL="91450" marR="91450" marT="36000" marB="457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marL="0" marR="0" lvl="0" indent="0" algn="ctr" defTabSz="914400" rtl="0" eaLnBrk="1" fontAlgn="auto" latinLnBrk="0" hangingPunct="1">
                        <a:lnSpc>
                          <a:spcPct val="100000"/>
                        </a:lnSpc>
                        <a:spcBef>
                          <a:spcPts val="0"/>
                        </a:spcBef>
                        <a:spcAft>
                          <a:spcPts val="600"/>
                        </a:spcAft>
                        <a:buClr>
                          <a:schemeClr val="dk1"/>
                        </a:buClr>
                        <a:buSzPts val="800"/>
                        <a:buFont typeface="Arial"/>
                        <a:buNone/>
                        <a:tabLst/>
                        <a:defRPr/>
                      </a:pPr>
                      <a:r>
                        <a:rPr lang="fr-FR" sz="900" u="none" strike="noStrike" cap="none" dirty="0">
                          <a:solidFill>
                            <a:schemeClr val="dk1"/>
                          </a:solidFill>
                          <a:latin typeface="Arial"/>
                          <a:ea typeface="Arial"/>
                          <a:cs typeface="Arial"/>
                          <a:sym typeface="Arial"/>
                        </a:rPr>
                        <a:t>DSI</a:t>
                      </a:r>
                    </a:p>
                    <a:p>
                      <a:pPr marL="0" marR="0" lvl="0" indent="0" algn="ctr" defTabSz="914400" rtl="0" eaLnBrk="1" fontAlgn="auto" latinLnBrk="0" hangingPunct="1">
                        <a:lnSpc>
                          <a:spcPct val="100000"/>
                        </a:lnSpc>
                        <a:spcBef>
                          <a:spcPts val="0"/>
                        </a:spcBef>
                        <a:spcAft>
                          <a:spcPts val="600"/>
                        </a:spcAft>
                        <a:buClr>
                          <a:schemeClr val="dk1"/>
                        </a:buClr>
                        <a:buSzPts val="800"/>
                        <a:buFont typeface="Arial"/>
                        <a:buNone/>
                        <a:tabLst/>
                        <a:defRPr/>
                      </a:pPr>
                      <a:endParaRPr lang="fr-FR" sz="900" u="none" strike="noStrike" cap="none" dirty="0">
                        <a:solidFill>
                          <a:schemeClr val="dk1"/>
                        </a:solidFill>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600"/>
                        </a:spcAft>
                        <a:buClr>
                          <a:schemeClr val="dk1"/>
                        </a:buClr>
                        <a:buSzPts val="800"/>
                        <a:buFont typeface="Arial"/>
                        <a:buNone/>
                        <a:tabLst/>
                        <a:defRPr/>
                      </a:pPr>
                      <a:endParaRPr lang="fr-FR" sz="900" u="none" strike="noStrike" cap="none" dirty="0">
                        <a:solidFill>
                          <a:schemeClr val="dk1"/>
                        </a:solidFill>
                        <a:latin typeface="Arial"/>
                        <a:ea typeface="Arial"/>
                        <a:cs typeface="Arial"/>
                        <a:sym typeface="Arial"/>
                      </a:endParaRPr>
                    </a:p>
                  </a:txBody>
                  <a:tcPr marL="91450" marR="91450" marT="36000" marB="457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bl>
          </a:graphicData>
        </a:graphic>
      </p:graphicFrame>
      <p:sp>
        <p:nvSpPr>
          <p:cNvPr id="2" name="Google Shape;477;p3">
            <a:extLst>
              <a:ext uri="{FF2B5EF4-FFF2-40B4-BE49-F238E27FC236}">
                <a16:creationId xmlns:a16="http://schemas.microsoft.com/office/drawing/2014/main" id="{0AFEE451-414B-0250-C6F2-170956B815EF}"/>
              </a:ext>
            </a:extLst>
          </p:cNvPr>
          <p:cNvSpPr txBox="1">
            <a:spLocks/>
          </p:cNvSpPr>
          <p:nvPr/>
        </p:nvSpPr>
        <p:spPr>
          <a:xfrm>
            <a:off x="10180321" y="6511290"/>
            <a:ext cx="1280160" cy="13716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fld id="{00000000-1234-1234-1234-123412341234}" type="slidenum">
              <a:rPr lang="fr" smtClean="0"/>
              <a:pPr/>
              <a:t>11</a:t>
            </a:fld>
            <a:endParaRPr lang="fr"/>
          </a:p>
        </p:txBody>
      </p:sp>
      <p:sp>
        <p:nvSpPr>
          <p:cNvPr id="3" name="Google Shape;478;p3">
            <a:extLst>
              <a:ext uri="{FF2B5EF4-FFF2-40B4-BE49-F238E27FC236}">
                <a16:creationId xmlns:a16="http://schemas.microsoft.com/office/drawing/2014/main" id="{B64A8115-5DCA-1D71-3416-721871CB03BE}"/>
              </a:ext>
            </a:extLst>
          </p:cNvPr>
          <p:cNvSpPr txBox="1">
            <a:spLocks/>
          </p:cNvSpPr>
          <p:nvPr/>
        </p:nvSpPr>
        <p:spPr>
          <a:xfrm>
            <a:off x="561705" y="431080"/>
            <a:ext cx="6248670" cy="41365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chemeClr val="dk1"/>
              </a:buClr>
              <a:buSzPts val="2800"/>
              <a:buFont typeface="Georgia"/>
              <a:buNone/>
              <a:defRPr sz="28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fr-FR" sz="2000" b="1">
                <a:latin typeface="Georgia" panose="02040502050405020303" pitchFamily="18" charset="0"/>
              </a:rPr>
              <a:t>Recommandations émises en 2025 </a:t>
            </a:r>
            <a:r>
              <a:rPr lang="fr-FR" sz="1200" b="1">
                <a:latin typeface="Georgia" panose="02040502050405020303" pitchFamily="18" charset="0"/>
              </a:rPr>
              <a:t>(2/2)</a:t>
            </a:r>
            <a:endParaRPr lang="fr-FR" sz="2000" b="1">
              <a:latin typeface="Georgia" panose="02040502050405020303" pitchFamily="18" charset="0"/>
            </a:endParaRPr>
          </a:p>
        </p:txBody>
      </p:sp>
    </p:spTree>
    <p:extLst>
      <p:ext uri="{BB962C8B-B14F-4D97-AF65-F5344CB8AC3E}">
        <p14:creationId xmlns:p14="http://schemas.microsoft.com/office/powerpoint/2010/main" val="3812144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CEE9E-944B-7BF6-3B73-8D277BE58907}"/>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27D3F507-182A-B55A-BEDF-74BCF667924F}"/>
              </a:ext>
            </a:extLst>
          </p:cNvPr>
          <p:cNvSpPr>
            <a:spLocks noGrp="1"/>
          </p:cNvSpPr>
          <p:nvPr>
            <p:ph type="title"/>
          </p:nvPr>
        </p:nvSpPr>
        <p:spPr>
          <a:xfrm>
            <a:off x="397772" y="3459958"/>
            <a:ext cx="5645841" cy="2593275"/>
          </a:xfrm>
        </p:spPr>
        <p:txBody>
          <a:bodyPr/>
          <a:lstStyle/>
          <a:p>
            <a:r>
              <a:rPr lang="da-DK"/>
              <a:t>Suivi des recommandations antérieures</a:t>
            </a:r>
          </a:p>
        </p:txBody>
      </p:sp>
      <p:sp>
        <p:nvSpPr>
          <p:cNvPr id="13" name="Text Placeholder 12">
            <a:extLst>
              <a:ext uri="{FF2B5EF4-FFF2-40B4-BE49-F238E27FC236}">
                <a16:creationId xmlns:a16="http://schemas.microsoft.com/office/drawing/2014/main" id="{99C519C2-54A7-FD1C-6166-092E5120EF00}"/>
              </a:ext>
            </a:extLst>
          </p:cNvPr>
          <p:cNvSpPr>
            <a:spLocks noGrp="1"/>
          </p:cNvSpPr>
          <p:nvPr>
            <p:ph type="body" idx="1"/>
          </p:nvPr>
        </p:nvSpPr>
        <p:spPr>
          <a:xfrm>
            <a:off x="8193823" y="572408"/>
            <a:ext cx="3462095" cy="4308872"/>
          </a:xfrm>
        </p:spPr>
        <p:txBody>
          <a:bodyPr/>
          <a:lstStyle/>
          <a:p>
            <a:r>
              <a:rPr lang="en-GB"/>
              <a:t>4</a:t>
            </a:r>
            <a:endParaRPr lang="en-GB" noProof="0"/>
          </a:p>
        </p:txBody>
      </p:sp>
      <p:sp>
        <p:nvSpPr>
          <p:cNvPr id="3" name="Slide Number Placeholder 2">
            <a:extLst>
              <a:ext uri="{FF2B5EF4-FFF2-40B4-BE49-F238E27FC236}">
                <a16:creationId xmlns:a16="http://schemas.microsoft.com/office/drawing/2014/main" id="{C7794AF2-E346-86A1-D969-568C6CBF7195}"/>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12</a:t>
            </a:fld>
            <a:endParaRPr lang="en-US"/>
          </a:p>
        </p:txBody>
      </p:sp>
      <p:sp>
        <p:nvSpPr>
          <p:cNvPr id="2" name="Footer Placeholder 1">
            <a:extLst>
              <a:ext uri="{FF2B5EF4-FFF2-40B4-BE49-F238E27FC236}">
                <a16:creationId xmlns:a16="http://schemas.microsoft.com/office/drawing/2014/main" id="{BE3FBE41-8D3C-4227-657D-EB397C62AF57}"/>
              </a:ext>
            </a:extLst>
          </p:cNvPr>
          <p:cNvSpPr>
            <a:spLocks noGrp="1"/>
          </p:cNvSpPr>
          <p:nvPr>
            <p:ph type="ftr" sz="quarter" idx="3"/>
          </p:nvPr>
        </p:nvSpPr>
        <p:spPr>
          <a:xfrm>
            <a:off x="1066800" y="6497441"/>
            <a:ext cx="8814816" cy="161583"/>
          </a:xfrm>
        </p:spPr>
        <p:txBody>
          <a:bodyPr/>
          <a:lstStyle/>
          <a:p>
            <a:r>
              <a:rPr lang="fr-FR" dirty="0"/>
              <a:t>Groupe </a:t>
            </a:r>
            <a:r>
              <a:rPr lang="fr-FR" dirty="0" err="1"/>
              <a:t>PAREF</a:t>
            </a:r>
            <a:r>
              <a:rPr lang="fr-FR" dirty="0"/>
              <a:t> |   Rapport de l'audit IT au titre de l'exercice 2025</a:t>
            </a:r>
            <a:endParaRPr lang="en-US" dirty="0"/>
          </a:p>
        </p:txBody>
      </p:sp>
    </p:spTree>
    <p:extLst>
      <p:ext uri="{BB962C8B-B14F-4D97-AF65-F5344CB8AC3E}">
        <p14:creationId xmlns:p14="http://schemas.microsoft.com/office/powerpoint/2010/main" val="1259077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1"/>
          </p:nvPr>
        </p:nvSpPr>
        <p:spPr>
          <a:xfrm>
            <a:off x="9875520" y="6492240"/>
            <a:ext cx="1706880" cy="137160"/>
          </a:xfrm>
          <a:prstGeom prst="rect">
            <a:avLst/>
          </a:prstGeom>
        </p:spPr>
        <p:txBody>
          <a:bodyPr vert="horz" lIns="0" tIns="0" rIns="0" bIns="0" rtlCol="0" anchor="b" anchorCtr="0">
            <a:noAutofit/>
          </a:bodyPr>
          <a:lstStyle>
            <a:defPPr>
              <a:defRPr lang="en-US"/>
            </a:defPPr>
            <a:lvl1pPr marL="0" algn="r"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870704B-CE94-48CC-AF30-84932A1262A7}" type="slidenum">
              <a:rPr lang="en-GB" smtClean="0"/>
              <a:pPr/>
              <a:t>13</a:t>
            </a:fld>
            <a:endParaRPr lang="en-GB"/>
          </a:p>
        </p:txBody>
      </p:sp>
      <p:graphicFrame>
        <p:nvGraphicFramePr>
          <p:cNvPr id="8" name="Tableau 7"/>
          <p:cNvGraphicFramePr>
            <a:graphicFrameLocks noGrp="1"/>
          </p:cNvGraphicFramePr>
          <p:nvPr>
            <p:custDataLst>
              <p:tags r:id="rId1"/>
            </p:custDataLst>
            <p:extLst>
              <p:ext uri="{D42A27DB-BD31-4B8C-83A1-F6EECF244321}">
                <p14:modId xmlns:p14="http://schemas.microsoft.com/office/powerpoint/2010/main" val="1857109058"/>
              </p:ext>
            </p:extLst>
          </p:nvPr>
        </p:nvGraphicFramePr>
        <p:xfrm>
          <a:off x="594626" y="836712"/>
          <a:ext cx="10959908" cy="5479504"/>
        </p:xfrm>
        <a:graphic>
          <a:graphicData uri="http://schemas.openxmlformats.org/drawingml/2006/table">
            <a:tbl>
              <a:tblPr firstRow="1" firstCol="1" bandRow="1">
                <a:tableStyleId>{5C22544A-7EE6-4342-B048-85BDC9FD1C3A}</a:tableStyleId>
              </a:tblPr>
              <a:tblGrid>
                <a:gridCol w="561600">
                  <a:extLst>
                    <a:ext uri="{9D8B030D-6E8A-4147-A177-3AD203B41FA5}">
                      <a16:colId xmlns:a16="http://schemas.microsoft.com/office/drawing/2014/main" val="20000"/>
                    </a:ext>
                  </a:extLst>
                </a:gridCol>
                <a:gridCol w="1544400">
                  <a:extLst>
                    <a:ext uri="{9D8B030D-6E8A-4147-A177-3AD203B41FA5}">
                      <a16:colId xmlns:a16="http://schemas.microsoft.com/office/drawing/2014/main" val="20001"/>
                    </a:ext>
                  </a:extLst>
                </a:gridCol>
                <a:gridCol w="4979550">
                  <a:extLst>
                    <a:ext uri="{9D8B030D-6E8A-4147-A177-3AD203B41FA5}">
                      <a16:colId xmlns:a16="http://schemas.microsoft.com/office/drawing/2014/main" val="1043793053"/>
                    </a:ext>
                  </a:extLst>
                </a:gridCol>
                <a:gridCol w="1540050">
                  <a:extLst>
                    <a:ext uri="{9D8B030D-6E8A-4147-A177-3AD203B41FA5}">
                      <a16:colId xmlns:a16="http://schemas.microsoft.com/office/drawing/2014/main" val="103772449"/>
                    </a:ext>
                  </a:extLst>
                </a:gridCol>
                <a:gridCol w="766801">
                  <a:extLst>
                    <a:ext uri="{9D8B030D-6E8A-4147-A177-3AD203B41FA5}">
                      <a16:colId xmlns:a16="http://schemas.microsoft.com/office/drawing/2014/main" val="1668828099"/>
                    </a:ext>
                  </a:extLst>
                </a:gridCol>
                <a:gridCol w="806399">
                  <a:extLst>
                    <a:ext uri="{9D8B030D-6E8A-4147-A177-3AD203B41FA5}">
                      <a16:colId xmlns:a16="http://schemas.microsoft.com/office/drawing/2014/main" val="1739476114"/>
                    </a:ext>
                  </a:extLst>
                </a:gridCol>
                <a:gridCol w="761108">
                  <a:extLst>
                    <a:ext uri="{9D8B030D-6E8A-4147-A177-3AD203B41FA5}">
                      <a16:colId xmlns:a16="http://schemas.microsoft.com/office/drawing/2014/main" val="3981805410"/>
                    </a:ext>
                  </a:extLst>
                </a:gridCol>
              </a:tblGrid>
              <a:tr h="237900">
                <a:tc>
                  <a:txBody>
                    <a:bodyPr/>
                    <a:lstStyle/>
                    <a:p>
                      <a:pPr algn="ctr"/>
                      <a:r>
                        <a:rPr lang="fr-FR" sz="900" dirty="0">
                          <a:solidFill>
                            <a:schemeClr val="bg1"/>
                          </a:solidFill>
                          <a:latin typeface="+mn-lt"/>
                        </a:rPr>
                        <a:t>Réf.</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957796" rtl="0" eaLnBrk="1" latinLnBrk="0" hangingPunct="1"/>
                      <a:r>
                        <a:rPr lang="fr-FR" sz="900" b="1" kern="1200">
                          <a:solidFill>
                            <a:schemeClr val="bg1"/>
                          </a:solidFill>
                          <a:latin typeface="+mn-lt"/>
                          <a:ea typeface="+mn-ea"/>
                          <a:cs typeface="+mn-cs"/>
                        </a:rPr>
                        <a:t>Description</a:t>
                      </a:r>
                      <a:r>
                        <a:rPr lang="fr-FR" sz="900" b="1" kern="1200" baseline="0">
                          <a:solidFill>
                            <a:schemeClr val="bg1"/>
                          </a:solidFill>
                          <a:latin typeface="+mn-lt"/>
                          <a:ea typeface="+mn-ea"/>
                          <a:cs typeface="+mn-cs"/>
                        </a:rPr>
                        <a:t> du contrôle</a:t>
                      </a:r>
                      <a:endParaRPr lang="fr-FR" sz="900" b="1" kern="1200">
                        <a:solidFill>
                          <a:schemeClr val="bg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957796" rtl="0" eaLnBrk="1" latinLnBrk="0" hangingPunct="1"/>
                      <a:r>
                        <a:rPr lang="fr-FR" sz="900" b="1" kern="1200">
                          <a:solidFill>
                            <a:schemeClr val="bg1"/>
                          </a:solidFill>
                          <a:latin typeface="+mn-lt"/>
                          <a:ea typeface="+mn-ea"/>
                          <a:cs typeface="+mn-cs"/>
                        </a:rPr>
                        <a:t>Observation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algn="ctr"/>
                      <a:r>
                        <a:rPr lang="fr-FR" sz="900">
                          <a:solidFill>
                            <a:schemeClr val="bg1"/>
                          </a:solidFill>
                          <a:latin typeface="+mn-lt"/>
                        </a:rPr>
                        <a:t>Recommandations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685800" rtl="0" eaLnBrk="1" latinLnBrk="0" hangingPunct="1"/>
                      <a:r>
                        <a:rPr lang="fr-FR" sz="900" b="1" kern="1200">
                          <a:solidFill>
                            <a:schemeClr val="bg1"/>
                          </a:solidFill>
                          <a:latin typeface="+mn-lt"/>
                          <a:ea typeface="+mn-ea"/>
                          <a:cs typeface="+mn-cs"/>
                        </a:rPr>
                        <a:t>Priorité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685800" rtl="0" eaLnBrk="1" latinLnBrk="0" hangingPunct="1"/>
                      <a:r>
                        <a:rPr lang="fr-FR" sz="900" b="1" kern="1200">
                          <a:solidFill>
                            <a:schemeClr val="bg1"/>
                          </a:solidFill>
                          <a:latin typeface="+mn-lt"/>
                          <a:ea typeface="+mn-ea"/>
                          <a:cs typeface="+mn-cs"/>
                        </a:rPr>
                        <a:t>Application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685800" rtl="0" eaLnBrk="1" latinLnBrk="0" hangingPunct="1"/>
                      <a:r>
                        <a:rPr lang="fr-FR" sz="900" b="1" kern="1200">
                          <a:solidFill>
                            <a:schemeClr val="bg1"/>
                          </a:solidFill>
                          <a:latin typeface="+mn-lt"/>
                          <a:ea typeface="+mn-ea"/>
                          <a:cs typeface="+mn-cs"/>
                        </a:rPr>
                        <a:t>Acteurs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extLst>
                  <a:ext uri="{0D108BD9-81ED-4DB2-BD59-A6C34878D82A}">
                    <a16:rowId xmlns:a16="http://schemas.microsoft.com/office/drawing/2014/main" val="10000"/>
                  </a:ext>
                </a:extLst>
              </a:tr>
              <a:tr h="237900">
                <a:tc gridSpan="7">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a:solidFill>
                            <a:schemeClr val="bg1"/>
                          </a:solidFill>
                          <a:latin typeface="+mn-lt"/>
                        </a:rPr>
                        <a:t>Gestion des accès</a:t>
                      </a:r>
                      <a:r>
                        <a:rPr lang="fr-FR" sz="900" baseline="0">
                          <a:solidFill>
                            <a:schemeClr val="bg1"/>
                          </a:solidFill>
                          <a:latin typeface="+mn-lt"/>
                        </a:rPr>
                        <a:t> aux données et aux programmes</a:t>
                      </a:r>
                      <a:endParaRPr lang="fr-FR" sz="900">
                        <a:solidFill>
                          <a:schemeClr val="bg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lumOff val="25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lnT w="38100" cmpd="sng">
                      <a:noFill/>
                    </a:lnT>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800">
                        <a:solidFill>
                          <a:schemeClr val="tx1"/>
                        </a:solidFill>
                        <a:latin typeface="+mn-lt"/>
                      </a:endParaRPr>
                    </a:p>
                  </a:txBody>
                  <a:tcPr anchor="ctr">
                    <a:solidFill>
                      <a:schemeClr val="bg1">
                        <a:lumMod val="75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lnT w="12700" cap="flat" cmpd="sng" algn="ctr">
                      <a:solidFill>
                        <a:schemeClr val="bg1"/>
                      </a:solidFill>
                      <a:prstDash val="solid"/>
                      <a:round/>
                      <a:headEnd type="none" w="med" len="med"/>
                      <a:tailEnd type="none" w="med" len="med"/>
                    </a:lnT>
                    <a:solidFill>
                      <a:schemeClr val="bg1">
                        <a:lumMod val="65000"/>
                      </a:schemeClr>
                    </a:solidFill>
                  </a:tcPr>
                </a:tc>
                <a:extLst>
                  <a:ext uri="{0D108BD9-81ED-4DB2-BD59-A6C34878D82A}">
                    <a16:rowId xmlns:a16="http://schemas.microsoft.com/office/drawing/2014/main" val="10001"/>
                  </a:ext>
                </a:extLst>
              </a:tr>
              <a:tr h="5003704">
                <a:tc>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a:solidFill>
                            <a:schemeClr val="tx1"/>
                          </a:solidFill>
                          <a:latin typeface="+mn-lt"/>
                          <a:ea typeface="+mn-ea"/>
                          <a:cs typeface="+mn-cs"/>
                        </a:rPr>
                        <a:t>APD</a:t>
                      </a:r>
                      <a:br>
                        <a:rPr lang="fr-FR" sz="900" b="1" kern="1200">
                          <a:solidFill>
                            <a:schemeClr val="tx1"/>
                          </a:solidFill>
                          <a:latin typeface="+mn-lt"/>
                          <a:ea typeface="+mn-ea"/>
                          <a:cs typeface="+mn-cs"/>
                        </a:rPr>
                      </a:br>
                      <a:r>
                        <a:rPr lang="fr-FR" sz="900" b="1" kern="1200">
                          <a:solidFill>
                            <a:schemeClr val="tx1"/>
                          </a:solidFill>
                          <a:latin typeface="+mn-lt"/>
                          <a:ea typeface="+mn-ea"/>
                          <a:cs typeface="+mn-cs"/>
                        </a:rPr>
                        <a:t>03</a:t>
                      </a: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a:solidFill>
                          <a:schemeClr val="tx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0" kern="1200">
                          <a:solidFill>
                            <a:schemeClr val="tx1"/>
                          </a:solidFill>
                          <a:latin typeface="+mn-lt"/>
                          <a:ea typeface="+mn-ea"/>
                          <a:cs typeface="+mn-cs"/>
                        </a:rPr>
                        <a:t>(1/2)</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a:effectLst/>
                          <a:latin typeface="+mn-lt"/>
                          <a:ea typeface="Times New Roman" panose="02020603050405020304" pitchFamily="18" charset="0"/>
                        </a:rPr>
                        <a:t>Les transactions sensibles réalisées à partir des comptes Administrateur et des comptes génériques font l’objet d’un suivi périodique. </a:t>
                      </a:r>
                      <a:endParaRPr lang="fr-FR" sz="900" kern="1200" baseline="0">
                        <a:solidFill>
                          <a:schemeClr val="tx1"/>
                        </a:solidFill>
                        <a:effectLst/>
                        <a:highlight>
                          <a:srgbClr val="FFFF00"/>
                        </a:highligh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u="sng" kern="1200" baseline="0" dirty="0">
                          <a:solidFill>
                            <a:schemeClr val="tx1"/>
                          </a:solidFill>
                          <a:effectLst/>
                          <a:latin typeface="+mn-lt"/>
                          <a:ea typeface="Times New Roman" panose="02020603050405020304" pitchFamily="18" charset="0"/>
                          <a:cs typeface="+mn-cs"/>
                        </a:rPr>
                        <a:t>Constat 2024 :</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0" kern="1200" baseline="0" dirty="0">
                          <a:solidFill>
                            <a:schemeClr val="tx1"/>
                          </a:solidFill>
                          <a:effectLst/>
                          <a:latin typeface="+mn-lt"/>
                          <a:ea typeface="Times New Roman" panose="02020603050405020304" pitchFamily="18" charset="0"/>
                          <a:cs typeface="+mn-cs"/>
                        </a:rPr>
                        <a:t>En 2024, nous avions noté l’absence d’une procédure de gestion des comptes à droits étendus et génériques sur les applications Altaïx, Sage 1000, et </a:t>
                      </a:r>
                      <a:r>
                        <a:rPr lang="fr-FR" sz="900" b="0" kern="1200" baseline="0" dirty="0" err="1">
                          <a:solidFill>
                            <a:schemeClr val="tx1"/>
                          </a:solidFill>
                          <a:effectLst/>
                          <a:latin typeface="+mn-lt"/>
                          <a:ea typeface="Times New Roman" panose="02020603050405020304" pitchFamily="18" charset="0"/>
                          <a:cs typeface="+mn-cs"/>
                        </a:rPr>
                        <a:t>Unicia</a:t>
                      </a:r>
                      <a:r>
                        <a:rPr lang="fr-FR" sz="900" b="0" kern="1200" baseline="0" dirty="0">
                          <a:solidFill>
                            <a:schemeClr val="tx1"/>
                          </a:solidFill>
                          <a:effectLst/>
                          <a:latin typeface="+mn-lt"/>
                          <a:ea typeface="Times New Roman" panose="02020603050405020304" pitchFamily="18" charset="0"/>
                          <a:cs typeface="+mn-cs"/>
                        </a:rPr>
                        <a:t>.</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0" kern="1200" baseline="0" dirty="0">
                          <a:solidFill>
                            <a:schemeClr val="tx1"/>
                          </a:solidFill>
                          <a:effectLst/>
                          <a:latin typeface="+mn-lt"/>
                          <a:ea typeface="Times New Roman" panose="02020603050405020304" pitchFamily="18" charset="0"/>
                          <a:cs typeface="+mn-cs"/>
                        </a:rPr>
                        <a:t>Notre revue des habilitations réalisée en 2024 avait mis en évidence l’existence des comptes suivants : </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kern="1200" baseline="0" dirty="0" err="1">
                          <a:solidFill>
                            <a:schemeClr val="tx1"/>
                          </a:solidFill>
                          <a:effectLst/>
                          <a:latin typeface="+mn-lt"/>
                          <a:ea typeface="Times New Roman" panose="02020603050405020304" pitchFamily="18" charset="0"/>
                          <a:cs typeface="+mn-cs"/>
                        </a:rPr>
                        <a:t>Altaix</a:t>
                      </a:r>
                      <a:r>
                        <a:rPr lang="fr-FR" sz="900" b="1" kern="1200" baseline="0" dirty="0">
                          <a:solidFill>
                            <a:schemeClr val="tx1"/>
                          </a:solidFill>
                          <a:effectLst/>
                          <a:latin typeface="+mn-lt"/>
                          <a:ea typeface="Times New Roman" panose="02020603050405020304" pitchFamily="18" charset="0"/>
                          <a:cs typeface="+mn-cs"/>
                        </a:rPr>
                        <a:t> :</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500" b="1" kern="1200" baseline="0" dirty="0">
                        <a:solidFill>
                          <a:schemeClr val="tx1"/>
                        </a:solidFill>
                        <a:effectLst/>
                        <a:latin typeface="+mn-lt"/>
                        <a:ea typeface="Times New Roman" panose="02020603050405020304" pitchFamily="18" charset="0"/>
                        <a:cs typeface="+mn-cs"/>
                      </a:endParaRPr>
                    </a:p>
                    <a:p>
                      <a:pPr marL="171450" marR="0" lvl="0" indent="-17145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900" b="0" kern="1200" baseline="0" dirty="0">
                          <a:solidFill>
                            <a:schemeClr val="tx1"/>
                          </a:solidFill>
                          <a:effectLst/>
                          <a:latin typeface="+mn-lt"/>
                          <a:ea typeface="Times New Roman" panose="02020603050405020304" pitchFamily="18" charset="0"/>
                          <a:cs typeface="+mn-cs"/>
                        </a:rPr>
                        <a:t>1 compte générique « Exploitant DBA » utilisé par le prestataire Sopra Steria pour interagir avec la base de données sous-jacente à l’application.</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1"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kern="1200" baseline="0" dirty="0">
                          <a:solidFill>
                            <a:schemeClr val="tx1"/>
                          </a:solidFill>
                          <a:effectLst/>
                          <a:latin typeface="+mn-lt"/>
                          <a:ea typeface="Times New Roman" panose="02020603050405020304" pitchFamily="18" charset="0"/>
                          <a:cs typeface="+mn-cs"/>
                        </a:rPr>
                        <a:t>Sage 1000 : </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500" b="1" kern="1200" baseline="0" dirty="0">
                        <a:solidFill>
                          <a:schemeClr val="tx1"/>
                        </a:solidFill>
                        <a:effectLst/>
                        <a:latin typeface="+mn-lt"/>
                        <a:ea typeface="Times New Roman" panose="02020603050405020304" pitchFamily="18" charset="0"/>
                        <a:cs typeface="+mn-cs"/>
                      </a:endParaRPr>
                    </a:p>
                    <a:p>
                      <a:pPr marL="171450" marR="0" lvl="0" indent="-171450" algn="l" defTabSz="6858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900" b="0" kern="1200" baseline="0" dirty="0">
                          <a:solidFill>
                            <a:schemeClr val="tx1"/>
                          </a:solidFill>
                          <a:effectLst/>
                          <a:latin typeface="+mn-lt"/>
                          <a:ea typeface="Times New Roman" panose="02020603050405020304" pitchFamily="18" charset="0"/>
                          <a:cs typeface="+mn-cs"/>
                        </a:rPr>
                        <a:t>1 compte générique « admin » utilisé par le responsable informatique de </a:t>
                      </a:r>
                      <a:r>
                        <a:rPr lang="fr-FR" sz="900" b="0" kern="1200" baseline="0" dirty="0" err="1">
                          <a:solidFill>
                            <a:schemeClr val="tx1"/>
                          </a:solidFill>
                          <a:effectLst/>
                          <a:latin typeface="+mn-lt"/>
                          <a:ea typeface="Times New Roman" panose="02020603050405020304" pitchFamily="18" charset="0"/>
                          <a:cs typeface="+mn-cs"/>
                        </a:rPr>
                        <a:t>PAREF</a:t>
                      </a:r>
                      <a:r>
                        <a:rPr lang="fr-FR" sz="900" b="0" kern="1200" baseline="0" dirty="0">
                          <a:solidFill>
                            <a:schemeClr val="tx1"/>
                          </a:solidFill>
                          <a:effectLst/>
                          <a:latin typeface="+mn-lt"/>
                          <a:ea typeface="Times New Roman" panose="02020603050405020304" pitchFamily="18" charset="0"/>
                          <a:cs typeface="+mn-cs"/>
                        </a:rPr>
                        <a:t> pour des actions d'administration telles que la gestion des habilitations.</a:t>
                      </a:r>
                      <a:br>
                        <a:rPr lang="fr-FR" sz="900" b="0" kern="1200" baseline="0" dirty="0">
                          <a:solidFill>
                            <a:schemeClr val="tx1"/>
                          </a:solidFill>
                          <a:effectLst/>
                          <a:latin typeface="+mn-lt"/>
                          <a:ea typeface="Times New Roman" panose="02020603050405020304" pitchFamily="18" charset="0"/>
                          <a:cs typeface="+mn-cs"/>
                        </a:rPr>
                      </a:br>
                      <a:endParaRPr lang="fr-FR" sz="900" b="0" kern="1200" baseline="0" dirty="0">
                        <a:solidFill>
                          <a:schemeClr val="tx1"/>
                        </a:solidFill>
                        <a:effectLst/>
                        <a:latin typeface="+mn-lt"/>
                        <a:ea typeface="Times New Roman" panose="02020603050405020304" pitchFamily="18" charset="0"/>
                        <a:cs typeface="+mn-cs"/>
                      </a:endParaRPr>
                    </a:p>
                    <a:p>
                      <a:pPr marL="171450" marR="0" lvl="0" indent="-17145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900" b="0" kern="1200" baseline="0" dirty="0">
                          <a:solidFill>
                            <a:schemeClr val="tx1"/>
                          </a:solidFill>
                          <a:effectLst/>
                          <a:latin typeface="+mn-lt"/>
                          <a:ea typeface="Times New Roman" panose="02020603050405020304" pitchFamily="18" charset="0"/>
                          <a:cs typeface="+mn-cs"/>
                        </a:rPr>
                        <a:t>2 comptes génériques « </a:t>
                      </a:r>
                      <a:r>
                        <a:rPr lang="fr-FR" sz="900" b="0" kern="1200" baseline="0" dirty="0" err="1">
                          <a:solidFill>
                            <a:schemeClr val="tx1"/>
                          </a:solidFill>
                          <a:effectLst/>
                          <a:latin typeface="+mn-lt"/>
                          <a:ea typeface="Times New Roman" panose="02020603050405020304" pitchFamily="18" charset="0"/>
                          <a:cs typeface="+mn-cs"/>
                        </a:rPr>
                        <a:t>absys</a:t>
                      </a:r>
                      <a:r>
                        <a:rPr lang="fr-FR" sz="900" b="0" kern="1200" baseline="0" dirty="0">
                          <a:solidFill>
                            <a:schemeClr val="tx1"/>
                          </a:solidFill>
                          <a:effectLst/>
                          <a:latin typeface="+mn-lt"/>
                          <a:ea typeface="Times New Roman" panose="02020603050405020304" pitchFamily="18" charset="0"/>
                          <a:cs typeface="+mn-cs"/>
                        </a:rPr>
                        <a:t> » et « absys2 » utilisés par l’intégrateur </a:t>
                      </a:r>
                      <a:r>
                        <a:rPr lang="fr-FR" sz="900" b="0" kern="1200" baseline="0" dirty="0" err="1">
                          <a:solidFill>
                            <a:schemeClr val="tx1"/>
                          </a:solidFill>
                          <a:effectLst/>
                          <a:latin typeface="+mn-lt"/>
                          <a:ea typeface="Times New Roman" panose="02020603050405020304" pitchFamily="18" charset="0"/>
                          <a:cs typeface="+mn-cs"/>
                        </a:rPr>
                        <a:t>Absys</a:t>
                      </a:r>
                      <a:r>
                        <a:rPr lang="fr-FR" sz="900" b="0" kern="1200" baseline="0" dirty="0">
                          <a:solidFill>
                            <a:schemeClr val="tx1"/>
                          </a:solidFill>
                          <a:effectLst/>
                          <a:latin typeface="+mn-lt"/>
                          <a:ea typeface="Times New Roman" panose="02020603050405020304" pitchFamily="18" charset="0"/>
                          <a:cs typeface="+mn-cs"/>
                        </a:rPr>
                        <a:t> Cyborg.</a:t>
                      </a:r>
                    </a:p>
                    <a:p>
                      <a:pPr marL="0" marR="0" lvl="0" indent="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endParaRPr lang="fr-FR" sz="900" b="1"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kern="1200" baseline="0" dirty="0" err="1">
                          <a:solidFill>
                            <a:schemeClr val="tx1"/>
                          </a:solidFill>
                          <a:effectLst/>
                          <a:latin typeface="+mn-lt"/>
                          <a:ea typeface="Times New Roman" panose="02020603050405020304" pitchFamily="18" charset="0"/>
                          <a:cs typeface="+mn-cs"/>
                        </a:rPr>
                        <a:t>Unicia</a:t>
                      </a:r>
                      <a:r>
                        <a:rPr lang="fr-FR" sz="900" b="1" kern="1200" baseline="0" dirty="0">
                          <a:solidFill>
                            <a:schemeClr val="tx1"/>
                          </a:solidFill>
                          <a:effectLst/>
                          <a:latin typeface="+mn-lt"/>
                          <a:ea typeface="Times New Roman" panose="02020603050405020304" pitchFamily="18" charset="0"/>
                          <a:cs typeface="+mn-cs"/>
                        </a:rPr>
                        <a:t> : ​</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500" b="0" kern="1200" baseline="0" dirty="0">
                        <a:solidFill>
                          <a:schemeClr val="tx1"/>
                        </a:solidFill>
                        <a:effectLst/>
                        <a:latin typeface="+mn-lt"/>
                        <a:ea typeface="Times New Roman" panose="02020603050405020304" pitchFamily="18" charset="0"/>
                        <a:cs typeface="+mn-cs"/>
                      </a:endParaRPr>
                    </a:p>
                    <a:p>
                      <a:pPr marL="171450" marR="0" lvl="0" indent="-171450" algn="l" defTabSz="6858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900" b="0" kern="1200" baseline="0" dirty="0">
                          <a:solidFill>
                            <a:schemeClr val="tx1"/>
                          </a:solidFill>
                          <a:effectLst/>
                          <a:latin typeface="+mn-lt"/>
                          <a:ea typeface="Times New Roman" panose="02020603050405020304" pitchFamily="18" charset="0"/>
                          <a:cs typeface="+mn-cs"/>
                        </a:rPr>
                        <a:t>1 compte générique « admin » utilisé par le responsable informatique de </a:t>
                      </a:r>
                      <a:r>
                        <a:rPr lang="fr-FR" sz="900" b="0" kern="1200" baseline="0" dirty="0" err="1">
                          <a:solidFill>
                            <a:schemeClr val="tx1"/>
                          </a:solidFill>
                          <a:effectLst/>
                          <a:latin typeface="+mn-lt"/>
                          <a:ea typeface="Times New Roman" panose="02020603050405020304" pitchFamily="18" charset="0"/>
                          <a:cs typeface="+mn-cs"/>
                        </a:rPr>
                        <a:t>PAREF</a:t>
                      </a:r>
                      <a:r>
                        <a:rPr lang="fr-FR" sz="900" b="0" kern="1200" baseline="0" dirty="0">
                          <a:solidFill>
                            <a:schemeClr val="tx1"/>
                          </a:solidFill>
                          <a:effectLst/>
                          <a:latin typeface="+mn-lt"/>
                          <a:ea typeface="Times New Roman" panose="02020603050405020304" pitchFamily="18" charset="0"/>
                          <a:cs typeface="+mn-cs"/>
                        </a:rPr>
                        <a:t> pour des actions d'administration telles que la gestion des habilitations.</a:t>
                      </a:r>
                      <a:br>
                        <a:rPr lang="fr-FR" sz="900" b="0" kern="1200" baseline="0" dirty="0">
                          <a:solidFill>
                            <a:schemeClr val="tx1"/>
                          </a:solidFill>
                          <a:effectLst/>
                          <a:latin typeface="+mn-lt"/>
                          <a:ea typeface="Times New Roman" panose="02020603050405020304" pitchFamily="18" charset="0"/>
                          <a:cs typeface="+mn-cs"/>
                        </a:rPr>
                      </a:br>
                      <a:br>
                        <a:rPr lang="fr-FR" sz="900" b="0" kern="1200" baseline="0" dirty="0">
                          <a:solidFill>
                            <a:schemeClr val="tx1"/>
                          </a:solidFill>
                          <a:effectLst/>
                          <a:latin typeface="+mn-lt"/>
                          <a:ea typeface="Times New Roman" panose="02020603050405020304" pitchFamily="18" charset="0"/>
                          <a:cs typeface="+mn-cs"/>
                        </a:rPr>
                      </a:br>
                      <a:r>
                        <a:rPr lang="fr-FR" sz="900" b="0" kern="1200" baseline="0" dirty="0">
                          <a:solidFill>
                            <a:schemeClr val="tx1"/>
                          </a:solidFill>
                          <a:effectLst/>
                          <a:latin typeface="+mn-lt"/>
                          <a:ea typeface="Times New Roman" panose="02020603050405020304" pitchFamily="18" charset="0"/>
                          <a:cs typeface="+mn-cs"/>
                        </a:rPr>
                        <a:t>Le compte générique de secours « </a:t>
                      </a:r>
                      <a:r>
                        <a:rPr lang="fr-FR" sz="900" b="0" kern="1200" baseline="0" dirty="0" err="1">
                          <a:solidFill>
                            <a:schemeClr val="tx1"/>
                          </a:solidFill>
                          <a:effectLst/>
                          <a:latin typeface="+mn-lt"/>
                          <a:ea typeface="Times New Roman" panose="02020603050405020304" pitchFamily="18" charset="0"/>
                          <a:cs typeface="+mn-cs"/>
                        </a:rPr>
                        <a:t>taliance_admin</a:t>
                      </a:r>
                      <a:r>
                        <a:rPr lang="fr-FR" sz="900" b="0" kern="1200" baseline="0" dirty="0">
                          <a:solidFill>
                            <a:schemeClr val="tx1"/>
                          </a:solidFill>
                          <a:effectLst/>
                          <a:latin typeface="+mn-lt"/>
                          <a:ea typeface="Times New Roman" panose="02020603050405020304" pitchFamily="18" charset="0"/>
                          <a:cs typeface="+mn-cs"/>
                        </a:rPr>
                        <a:t> » a été désactivé depuis notre précédente intervention, pour n’être utilisé qu’à titre temporaire au besoin.</a:t>
                      </a:r>
                      <a:br>
                        <a:rPr lang="fr-FR" sz="900" b="0" kern="1200" baseline="0" dirty="0">
                          <a:solidFill>
                            <a:schemeClr val="tx1"/>
                          </a:solidFill>
                          <a:effectLst/>
                          <a:latin typeface="+mn-lt"/>
                          <a:ea typeface="Times New Roman" panose="02020603050405020304" pitchFamily="18" charset="0"/>
                          <a:cs typeface="+mn-cs"/>
                        </a:rPr>
                      </a:b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0" kern="1200" baseline="0" dirty="0">
                          <a:solidFill>
                            <a:schemeClr val="tx1"/>
                          </a:solidFill>
                          <a:effectLst/>
                          <a:latin typeface="+mn-lt"/>
                          <a:ea typeface="+mn-ea"/>
                          <a:cs typeface="+mn-cs"/>
                        </a:rPr>
                        <a:t>Or, nous n’avions pas noté de contrôle sur l’activité de ces comptes en 2024 chez </a:t>
                      </a:r>
                      <a:r>
                        <a:rPr lang="fr-FR" sz="900" b="0" kern="1200" baseline="0" dirty="0" err="1">
                          <a:solidFill>
                            <a:schemeClr val="tx1"/>
                          </a:solidFill>
                          <a:effectLst/>
                          <a:latin typeface="+mn-lt"/>
                          <a:ea typeface="+mn-ea"/>
                          <a:cs typeface="+mn-cs"/>
                        </a:rPr>
                        <a:t>PAREF</a:t>
                      </a:r>
                      <a:r>
                        <a:rPr lang="fr-FR" sz="900" b="0" kern="1200" baseline="0" dirty="0">
                          <a:solidFill>
                            <a:schemeClr val="tx1"/>
                          </a:solidFill>
                          <a:effectLst/>
                          <a:latin typeface="+mn-lt"/>
                          <a:ea typeface="+mn-ea"/>
                          <a:cs typeface="+mn-cs"/>
                        </a:rPr>
                        <a:t>.</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mn-ea"/>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Times New Roman" panose="02020603050405020304" pitchFamily="18" charset="0"/>
                        <a:cs typeface="+mn-cs"/>
                      </a:endParaRPr>
                    </a:p>
                    <a:p>
                      <a:pPr marL="0" marR="0" lvl="0" indent="0" algn="l"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br>
                        <a:rPr lang="fr-FR" sz="900" b="0" u="none" kern="1200" baseline="0" dirty="0">
                          <a:solidFill>
                            <a:schemeClr val="tx1"/>
                          </a:solidFill>
                          <a:effectLst/>
                          <a:latin typeface="+mn-lt"/>
                          <a:ea typeface="Times New Roman" panose="02020603050405020304" pitchFamily="18" charset="0"/>
                          <a:cs typeface="+mn-cs"/>
                        </a:rPr>
                      </a:br>
                      <a:endParaRPr lang="fr-FR" sz="900" b="0" u="none" kern="1200" baseline="0" dirty="0">
                        <a:solidFill>
                          <a:schemeClr val="tx1"/>
                        </a:solidFill>
                        <a:effectLst/>
                        <a:latin typeface="+mn-lt"/>
                        <a:cs typeface="+mn-cs"/>
                      </a:endParaRPr>
                    </a:p>
                    <a:p>
                      <a:pPr marL="0" indent="0" algn="just">
                        <a:buClr>
                          <a:schemeClr val="tx2"/>
                        </a:buClr>
                        <a:buFont typeface="Wingdings" panose="05000000000000000000" pitchFamily="2" charset="2"/>
                        <a:buNone/>
                      </a:pPr>
                      <a:endParaRPr lang="fr-FR" sz="900" b="0" kern="1200" baseline="0" dirty="0">
                        <a:solidFill>
                          <a:schemeClr val="tx1"/>
                        </a:solidFill>
                        <a:effectLst/>
                        <a:highlight>
                          <a:srgbClr val="FFFF00"/>
                        </a:highligh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u="none" kern="1200" dirty="0">
                          <a:solidFill>
                            <a:schemeClr val="dk1"/>
                          </a:solidFill>
                          <a:effectLst/>
                          <a:latin typeface="+mn-lt"/>
                          <a:ea typeface="Times New Roman" panose="02020603050405020304" pitchFamily="18" charset="0"/>
                          <a:cs typeface="Arial" panose="020B0604020202020204" pitchFamily="34" charset="0"/>
                        </a:rPr>
                        <a:t>Remplacer, dans la mesure du possible, les comptes génériques par des comptes nominatifs</a:t>
                      </a:r>
                    </a:p>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u="none" kern="1200" dirty="0">
                        <a:solidFill>
                          <a:schemeClr val="dk1"/>
                        </a:solidFill>
                        <a:effectLst/>
                        <a:latin typeface="+mn-lt"/>
                        <a:ea typeface="Times New Roman" panose="02020603050405020304" pitchFamily="18" charset="0"/>
                        <a:cs typeface="Arial" panose="020B0604020202020204" pitchFamily="34" charset="0"/>
                      </a:endParaRPr>
                    </a:p>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u="none" kern="1200" dirty="0">
                          <a:solidFill>
                            <a:schemeClr val="dk1"/>
                          </a:solidFill>
                          <a:effectLst/>
                          <a:latin typeface="+mn-lt"/>
                          <a:ea typeface="Times New Roman" panose="02020603050405020304" pitchFamily="18" charset="0"/>
                          <a:cs typeface="Arial" panose="020B0604020202020204" pitchFamily="34" charset="0"/>
                        </a:rPr>
                        <a:t>Mettre en place une procédure formelle pour la supervision des transactions sensibles réalisées dans les applications Altaïx, Sage 1000, et </a:t>
                      </a:r>
                      <a:r>
                        <a:rPr lang="fr-FR" sz="900" u="none" kern="1200" dirty="0" err="1">
                          <a:solidFill>
                            <a:schemeClr val="dk1"/>
                          </a:solidFill>
                          <a:effectLst/>
                          <a:latin typeface="+mn-lt"/>
                          <a:ea typeface="Times New Roman" panose="02020603050405020304" pitchFamily="18" charset="0"/>
                          <a:cs typeface="Arial" panose="020B0604020202020204" pitchFamily="34" charset="0"/>
                        </a:rPr>
                        <a:t>Unicia</a:t>
                      </a:r>
                      <a:r>
                        <a:rPr lang="fr-FR" sz="900" u="none" kern="1200" dirty="0">
                          <a:solidFill>
                            <a:schemeClr val="dk1"/>
                          </a:solidFill>
                          <a:effectLst/>
                          <a:latin typeface="+mn-lt"/>
                          <a:ea typeface="Times New Roman" panose="02020603050405020304" pitchFamily="18" charset="0"/>
                          <a:cs typeface="Arial" panose="020B0604020202020204" pitchFamily="34" charset="0"/>
                        </a:rPr>
                        <a:t>.</a:t>
                      </a:r>
                      <a:endParaRPr lang="fr-FR" altLang="en-US" sz="900" b="0" kern="1200" baseline="0" dirty="0">
                        <a:solidFill>
                          <a:schemeClr val="tx1"/>
                        </a:solidFill>
                        <a:latin typeface="+mn-lt"/>
                        <a:ea typeface="+mn-ea"/>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1800" kern="1200">
                          <a:solidFill>
                            <a:srgbClr val="F06A00"/>
                          </a:solidFill>
                          <a:latin typeface="Georgia" panose="02040502050405020303" pitchFamily="18" charset="0"/>
                          <a:ea typeface="+mn-ea"/>
                          <a:cs typeface="+mn-cs"/>
                          <a:sym typeface="Wingdings" panose="05000000000000000000" pitchFamily="2" charset="2"/>
                        </a:rPr>
                        <a:t></a:t>
                      </a:r>
                      <a:endParaRPr lang="fr-FR" sz="18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Altaïx</a:t>
                      </a:r>
                    </a:p>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Sage 1000</a:t>
                      </a:r>
                    </a:p>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err="1">
                          <a:solidFill>
                            <a:schemeClr val="tx1"/>
                          </a:solidFill>
                          <a:effectLst/>
                          <a:latin typeface="+mn-lt"/>
                          <a:ea typeface="Times New Roman" panose="02020603050405020304" pitchFamily="18" charset="0"/>
                          <a:cs typeface="+mn-cs"/>
                        </a:rPr>
                        <a:t>Unicia</a:t>
                      </a:r>
                      <a:endParaRPr lang="fr-FR" sz="900" kern="1200" baseline="0">
                        <a:solidFill>
                          <a:schemeClr val="tx1"/>
                        </a:solidFill>
                        <a:effectLs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600"/>
                        </a:spcAft>
                        <a:buClr>
                          <a:schemeClr val="dk1"/>
                        </a:buClr>
                        <a:buSzPts val="800"/>
                        <a:buFont typeface="Arial"/>
                        <a:buNone/>
                        <a:tabLst/>
                        <a:defRPr/>
                      </a:pPr>
                      <a:r>
                        <a:rPr lang="fr-FR" sz="900" u="none" strike="noStrike" cap="none" dirty="0">
                          <a:solidFill>
                            <a:schemeClr val="dk1"/>
                          </a:solidFill>
                          <a:latin typeface="+mn-lt"/>
                          <a:ea typeface="Arial"/>
                          <a:cs typeface="Arial"/>
                          <a:sym typeface="Arial"/>
                        </a:rPr>
                        <a:t>DSI</a:t>
                      </a:r>
                      <a:br>
                        <a:rPr lang="fr-FR" sz="900" u="none" strike="noStrike" cap="none" dirty="0">
                          <a:solidFill>
                            <a:schemeClr val="dk1"/>
                          </a:solidFill>
                          <a:latin typeface="+mn-lt"/>
                          <a:ea typeface="Arial"/>
                          <a:cs typeface="Arial"/>
                          <a:sym typeface="Arial"/>
                        </a:rPr>
                      </a:br>
                      <a:r>
                        <a:rPr lang="fr-FR" sz="900" kern="1200" baseline="0" dirty="0">
                          <a:solidFill>
                            <a:schemeClr val="tx1"/>
                          </a:solidFill>
                          <a:effectLst/>
                          <a:latin typeface="+mn-lt"/>
                          <a:ea typeface="Times New Roman" panose="02020603050405020304" pitchFamily="18" charset="0"/>
                          <a:cs typeface="+mn-cs"/>
                        </a:rPr>
                        <a:t>/</a:t>
                      </a:r>
                      <a:br>
                        <a:rPr lang="fr-FR" sz="900" kern="1200" baseline="0" dirty="0">
                          <a:solidFill>
                            <a:schemeClr val="tx1"/>
                          </a:solidFill>
                          <a:effectLst/>
                          <a:latin typeface="+mn-lt"/>
                          <a:ea typeface="Times New Roman" panose="02020603050405020304" pitchFamily="18" charset="0"/>
                          <a:cs typeface="+mn-cs"/>
                        </a:rPr>
                      </a:br>
                      <a:r>
                        <a:rPr lang="fr-FR" sz="900" kern="1200" baseline="0" dirty="0">
                          <a:solidFill>
                            <a:schemeClr val="tx1"/>
                          </a:solidFill>
                          <a:effectLst/>
                          <a:latin typeface="+mn-lt"/>
                          <a:ea typeface="Times New Roman" panose="02020603050405020304" pitchFamily="18" charset="0"/>
                          <a:cs typeface="+mn-cs"/>
                        </a:rPr>
                        <a:t>Directions métiers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7" name="Google Shape;478;p3">
            <a:extLst>
              <a:ext uri="{FF2B5EF4-FFF2-40B4-BE49-F238E27FC236}">
                <a16:creationId xmlns:a16="http://schemas.microsoft.com/office/drawing/2014/main" id="{13D2DD8C-8D4E-0C0F-BA3F-1FB9506AD422}"/>
              </a:ext>
            </a:extLst>
          </p:cNvPr>
          <p:cNvSpPr txBox="1">
            <a:spLocks/>
          </p:cNvSpPr>
          <p:nvPr/>
        </p:nvSpPr>
        <p:spPr>
          <a:xfrm>
            <a:off x="597296" y="332656"/>
            <a:ext cx="10682654" cy="41365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chemeClr val="dk1"/>
              </a:buClr>
              <a:buSzPts val="2800"/>
              <a:buFont typeface="Georgia"/>
              <a:buNone/>
              <a:defRPr sz="28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lang="fr-FR" sz="3200">
              <a:latin typeface="+mj-lt"/>
            </a:endParaRPr>
          </a:p>
        </p:txBody>
      </p:sp>
      <p:sp>
        <p:nvSpPr>
          <p:cNvPr id="2" name="Google Shape;478;p3">
            <a:extLst>
              <a:ext uri="{FF2B5EF4-FFF2-40B4-BE49-F238E27FC236}">
                <a16:creationId xmlns:a16="http://schemas.microsoft.com/office/drawing/2014/main" id="{8D3C0938-39BB-DB88-3D1B-2C2306DBB950}"/>
              </a:ext>
            </a:extLst>
          </p:cNvPr>
          <p:cNvSpPr txBox="1">
            <a:spLocks/>
          </p:cNvSpPr>
          <p:nvPr/>
        </p:nvSpPr>
        <p:spPr>
          <a:xfrm>
            <a:off x="561705" y="431080"/>
            <a:ext cx="6248670" cy="41365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chemeClr val="dk1"/>
              </a:buClr>
              <a:buSzPts val="2800"/>
              <a:buFont typeface="Georgia"/>
              <a:buNone/>
              <a:defRPr sz="28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fr-FR" sz="2000" b="1">
                <a:latin typeface="Georgia" panose="02040502050405020303" pitchFamily="18" charset="0"/>
              </a:rPr>
              <a:t>Suivi</a:t>
            </a:r>
            <a:r>
              <a:rPr lang="fr-FR" sz="2000"/>
              <a:t> </a:t>
            </a:r>
            <a:r>
              <a:rPr lang="fr-FR" sz="2000" b="1">
                <a:latin typeface="Georgia" panose="02040502050405020303" pitchFamily="18" charset="0"/>
              </a:rPr>
              <a:t>des recommandations antérieures </a:t>
            </a:r>
            <a:r>
              <a:rPr lang="fr" sz="1200" b="1">
                <a:latin typeface="Georgia" panose="02040502050405020303" pitchFamily="18" charset="0"/>
              </a:rPr>
              <a:t>(1/4)</a:t>
            </a:r>
            <a:endParaRPr lang="fr-FR" sz="1000" b="1">
              <a:latin typeface="Georgia" panose="02040502050405020303" pitchFamily="18" charset="0"/>
            </a:endParaRPr>
          </a:p>
        </p:txBody>
      </p:sp>
    </p:spTree>
    <p:extLst>
      <p:ext uri="{BB962C8B-B14F-4D97-AF65-F5344CB8AC3E}">
        <p14:creationId xmlns:p14="http://schemas.microsoft.com/office/powerpoint/2010/main" val="2320777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1"/>
          </p:nvPr>
        </p:nvSpPr>
        <p:spPr>
          <a:xfrm>
            <a:off x="9875520" y="6492240"/>
            <a:ext cx="1706880" cy="137160"/>
          </a:xfrm>
          <a:prstGeom prst="rect">
            <a:avLst/>
          </a:prstGeom>
        </p:spPr>
        <p:txBody>
          <a:bodyPr vert="horz" lIns="0" tIns="0" rIns="0" bIns="0" rtlCol="0" anchor="b" anchorCtr="0">
            <a:noAutofit/>
          </a:bodyPr>
          <a:lstStyle>
            <a:defPPr>
              <a:defRPr lang="en-US"/>
            </a:defPPr>
            <a:lvl1pPr marL="0" algn="r"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870704B-CE94-48CC-AF30-84932A1262A7}" type="slidenum">
              <a:rPr lang="en-GB" smtClean="0"/>
              <a:pPr/>
              <a:t>14</a:t>
            </a:fld>
            <a:endParaRPr lang="en-GB"/>
          </a:p>
        </p:txBody>
      </p:sp>
      <p:graphicFrame>
        <p:nvGraphicFramePr>
          <p:cNvPr id="8" name="Tableau 7"/>
          <p:cNvGraphicFramePr>
            <a:graphicFrameLocks noGrp="1"/>
          </p:cNvGraphicFramePr>
          <p:nvPr>
            <p:custDataLst>
              <p:tags r:id="rId1"/>
            </p:custDataLst>
            <p:extLst>
              <p:ext uri="{D42A27DB-BD31-4B8C-83A1-F6EECF244321}">
                <p14:modId xmlns:p14="http://schemas.microsoft.com/office/powerpoint/2010/main" val="951994543"/>
              </p:ext>
            </p:extLst>
          </p:nvPr>
        </p:nvGraphicFramePr>
        <p:xfrm>
          <a:off x="588783" y="836712"/>
          <a:ext cx="10959908" cy="5381208"/>
        </p:xfrm>
        <a:graphic>
          <a:graphicData uri="http://schemas.openxmlformats.org/drawingml/2006/table">
            <a:tbl>
              <a:tblPr firstRow="1" firstCol="1" bandRow="1">
                <a:tableStyleId>{5C22544A-7EE6-4342-B048-85BDC9FD1C3A}</a:tableStyleId>
              </a:tblPr>
              <a:tblGrid>
                <a:gridCol w="561600">
                  <a:extLst>
                    <a:ext uri="{9D8B030D-6E8A-4147-A177-3AD203B41FA5}">
                      <a16:colId xmlns:a16="http://schemas.microsoft.com/office/drawing/2014/main" val="20000"/>
                    </a:ext>
                  </a:extLst>
                </a:gridCol>
                <a:gridCol w="1544400">
                  <a:extLst>
                    <a:ext uri="{9D8B030D-6E8A-4147-A177-3AD203B41FA5}">
                      <a16:colId xmlns:a16="http://schemas.microsoft.com/office/drawing/2014/main" val="20001"/>
                    </a:ext>
                  </a:extLst>
                </a:gridCol>
                <a:gridCol w="4978800">
                  <a:extLst>
                    <a:ext uri="{9D8B030D-6E8A-4147-A177-3AD203B41FA5}">
                      <a16:colId xmlns:a16="http://schemas.microsoft.com/office/drawing/2014/main" val="1043793053"/>
                    </a:ext>
                  </a:extLst>
                </a:gridCol>
                <a:gridCol w="1540800">
                  <a:extLst>
                    <a:ext uri="{9D8B030D-6E8A-4147-A177-3AD203B41FA5}">
                      <a16:colId xmlns:a16="http://schemas.microsoft.com/office/drawing/2014/main" val="2930834031"/>
                    </a:ext>
                  </a:extLst>
                </a:gridCol>
                <a:gridCol w="766800">
                  <a:extLst>
                    <a:ext uri="{9D8B030D-6E8A-4147-A177-3AD203B41FA5}">
                      <a16:colId xmlns:a16="http://schemas.microsoft.com/office/drawing/2014/main" val="1668828099"/>
                    </a:ext>
                  </a:extLst>
                </a:gridCol>
                <a:gridCol w="806400">
                  <a:extLst>
                    <a:ext uri="{9D8B030D-6E8A-4147-A177-3AD203B41FA5}">
                      <a16:colId xmlns:a16="http://schemas.microsoft.com/office/drawing/2014/main" val="1739476114"/>
                    </a:ext>
                  </a:extLst>
                </a:gridCol>
                <a:gridCol w="761108">
                  <a:extLst>
                    <a:ext uri="{9D8B030D-6E8A-4147-A177-3AD203B41FA5}">
                      <a16:colId xmlns:a16="http://schemas.microsoft.com/office/drawing/2014/main" val="770323310"/>
                    </a:ext>
                  </a:extLst>
                </a:gridCol>
              </a:tblGrid>
              <a:tr h="233002">
                <a:tc>
                  <a:txBody>
                    <a:bodyPr/>
                    <a:lstStyle/>
                    <a:p>
                      <a:pPr algn="ctr"/>
                      <a:r>
                        <a:rPr lang="fr-FR" sz="900" dirty="0">
                          <a:solidFill>
                            <a:schemeClr val="bg1"/>
                          </a:solidFill>
                          <a:latin typeface="+mn-lt"/>
                        </a:rPr>
                        <a:t>Réf.</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957796" rtl="0" eaLnBrk="1" latinLnBrk="0" hangingPunct="1"/>
                      <a:r>
                        <a:rPr lang="fr-FR" sz="900" b="1" kern="1200">
                          <a:solidFill>
                            <a:schemeClr val="bg1"/>
                          </a:solidFill>
                          <a:latin typeface="+mn-lt"/>
                          <a:ea typeface="+mn-ea"/>
                          <a:cs typeface="+mn-cs"/>
                        </a:rPr>
                        <a:t>Description</a:t>
                      </a:r>
                      <a:r>
                        <a:rPr lang="fr-FR" sz="900" b="1" kern="1200" baseline="0">
                          <a:solidFill>
                            <a:schemeClr val="bg1"/>
                          </a:solidFill>
                          <a:latin typeface="+mn-lt"/>
                          <a:ea typeface="+mn-ea"/>
                          <a:cs typeface="+mn-cs"/>
                        </a:rPr>
                        <a:t> du contrôle</a:t>
                      </a:r>
                      <a:endParaRPr lang="fr-FR" sz="900" b="1" kern="1200">
                        <a:solidFill>
                          <a:schemeClr val="bg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957796" rtl="0" eaLnBrk="1" latinLnBrk="0" hangingPunct="1"/>
                      <a:r>
                        <a:rPr lang="fr-FR" sz="900" b="1" kern="1200">
                          <a:solidFill>
                            <a:schemeClr val="bg1"/>
                          </a:solidFill>
                          <a:latin typeface="+mn-lt"/>
                          <a:ea typeface="+mn-ea"/>
                          <a:cs typeface="+mn-cs"/>
                        </a:rPr>
                        <a:t>Observation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algn="ctr"/>
                      <a:r>
                        <a:rPr lang="fr-FR" sz="900">
                          <a:solidFill>
                            <a:schemeClr val="bg1"/>
                          </a:solidFill>
                          <a:latin typeface="+mn-lt"/>
                        </a:rPr>
                        <a:t>Recommandations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685800" rtl="0" eaLnBrk="1" latinLnBrk="0" hangingPunct="1"/>
                      <a:r>
                        <a:rPr lang="fr-FR" sz="900" b="1" kern="1200">
                          <a:solidFill>
                            <a:schemeClr val="bg1"/>
                          </a:solidFill>
                          <a:latin typeface="+mn-lt"/>
                          <a:ea typeface="+mn-ea"/>
                          <a:cs typeface="+mn-cs"/>
                        </a:rPr>
                        <a:t>Priorité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b="1" kern="1200">
                          <a:solidFill>
                            <a:schemeClr val="bg1"/>
                          </a:solidFill>
                          <a:latin typeface="+mn-lt"/>
                          <a:ea typeface="+mn-ea"/>
                          <a:cs typeface="+mn-cs"/>
                        </a:rPr>
                        <a:t>Application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b="1" kern="1200">
                          <a:solidFill>
                            <a:schemeClr val="bg1"/>
                          </a:solidFill>
                          <a:latin typeface="+mn-lt"/>
                          <a:ea typeface="+mn-ea"/>
                          <a:cs typeface="+mn-cs"/>
                        </a:rPr>
                        <a:t>Acteurs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extLst>
                  <a:ext uri="{0D108BD9-81ED-4DB2-BD59-A6C34878D82A}">
                    <a16:rowId xmlns:a16="http://schemas.microsoft.com/office/drawing/2014/main" val="10000"/>
                  </a:ext>
                </a:extLst>
              </a:tr>
              <a:tr h="233002">
                <a:tc gridSpan="7">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a:solidFill>
                            <a:schemeClr val="bg1"/>
                          </a:solidFill>
                          <a:latin typeface="+mn-lt"/>
                        </a:rPr>
                        <a:t>Gestion des accès</a:t>
                      </a:r>
                      <a:r>
                        <a:rPr lang="fr-FR" sz="900" baseline="0">
                          <a:solidFill>
                            <a:schemeClr val="bg1"/>
                          </a:solidFill>
                          <a:latin typeface="+mn-lt"/>
                        </a:rPr>
                        <a:t> aux données et aux programmes</a:t>
                      </a:r>
                      <a:endParaRPr lang="fr-FR" sz="900">
                        <a:solidFill>
                          <a:schemeClr val="bg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lumOff val="25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800">
                        <a:solidFill>
                          <a:schemeClr val="tx1"/>
                        </a:solidFill>
                        <a:latin typeface="+mn-lt"/>
                      </a:endParaRPr>
                    </a:p>
                  </a:txBody>
                  <a:tcPr anchor="ctr">
                    <a:solidFill>
                      <a:schemeClr val="bg1">
                        <a:lumMod val="75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lnT w="12700" cap="flat" cmpd="sng" algn="ctr">
                      <a:solidFill>
                        <a:schemeClr val="bg1"/>
                      </a:solidFill>
                      <a:prstDash val="solid"/>
                      <a:round/>
                      <a:headEnd type="none" w="med" len="med"/>
                      <a:tailEnd type="none" w="med" len="med"/>
                    </a:lnT>
                    <a:solidFill>
                      <a:schemeClr val="bg1">
                        <a:lumMod val="65000"/>
                      </a:schemeClr>
                    </a:solidFill>
                  </a:tcPr>
                </a:tc>
                <a:extLst>
                  <a:ext uri="{0D108BD9-81ED-4DB2-BD59-A6C34878D82A}">
                    <a16:rowId xmlns:a16="http://schemas.microsoft.com/office/drawing/2014/main" val="10001"/>
                  </a:ext>
                </a:extLst>
              </a:tr>
              <a:tr h="4915204">
                <a:tc>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a:solidFill>
                            <a:schemeClr val="tx1"/>
                          </a:solidFill>
                          <a:latin typeface="+mn-lt"/>
                          <a:ea typeface="+mn-ea"/>
                          <a:cs typeface="+mn-cs"/>
                        </a:rPr>
                        <a:t>APD</a:t>
                      </a:r>
                      <a:br>
                        <a:rPr lang="fr-FR" sz="900" b="1" kern="1200">
                          <a:solidFill>
                            <a:schemeClr val="tx1"/>
                          </a:solidFill>
                          <a:latin typeface="+mn-lt"/>
                          <a:ea typeface="+mn-ea"/>
                          <a:cs typeface="+mn-cs"/>
                        </a:rPr>
                      </a:br>
                      <a:r>
                        <a:rPr lang="fr-FR" sz="900" b="1" kern="1200">
                          <a:solidFill>
                            <a:schemeClr val="tx1"/>
                          </a:solidFill>
                          <a:latin typeface="+mn-lt"/>
                          <a:ea typeface="+mn-ea"/>
                          <a:cs typeface="+mn-cs"/>
                        </a:rPr>
                        <a:t>03</a:t>
                      </a: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0" kern="1200">
                        <a:solidFill>
                          <a:schemeClr val="tx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0" kern="1200">
                          <a:solidFill>
                            <a:schemeClr val="tx1"/>
                          </a:solidFill>
                          <a:latin typeface="+mn-lt"/>
                          <a:ea typeface="+mn-ea"/>
                          <a:cs typeface="+mn-cs"/>
                        </a:rPr>
                        <a:t>(2/2)</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a:effectLst/>
                          <a:latin typeface="+mn-lt"/>
                          <a:ea typeface="Times New Roman" panose="02020603050405020304" pitchFamily="18" charset="0"/>
                        </a:rPr>
                        <a:t>Les transactions sensibles réalisées à partir des comptes Administrateur et des comptes génériques font l’objet d’un suivi périodique. </a:t>
                      </a:r>
                      <a:endParaRPr lang="fr-FR" sz="900" kern="1200" baseline="0">
                        <a:solidFill>
                          <a:schemeClr val="tx1"/>
                        </a:solidFill>
                        <a:effectLst/>
                        <a:highlight>
                          <a:srgbClr val="FFFF00"/>
                        </a:highligh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just" defTabSz="685800" rtl="0" eaLnBrk="1" fontAlgn="auto" latinLnBrk="0" hangingPunct="1">
                        <a:lnSpc>
                          <a:spcPct val="100000"/>
                        </a:lnSpc>
                        <a:spcBef>
                          <a:spcPts val="0"/>
                        </a:spcBef>
                        <a:spcAft>
                          <a:spcPts val="300"/>
                        </a:spcAft>
                        <a:buClrTx/>
                        <a:buSzTx/>
                        <a:buFontTx/>
                        <a:buNone/>
                        <a:tabLst/>
                        <a:defRPr/>
                      </a:pPr>
                      <a:r>
                        <a:rPr lang="fr-FR" sz="900" b="1" i="0" u="sng" strike="noStrike" kern="1200" noProof="0" dirty="0">
                          <a:solidFill>
                            <a:srgbClr val="000000"/>
                          </a:solidFill>
                          <a:effectLst/>
                          <a:latin typeface="Arial" panose="020B0604020202020204" pitchFamily="34" charset="0"/>
                          <a:ea typeface="+mn-ea"/>
                          <a:cs typeface="Arial" panose="020B0604020202020204" pitchFamily="34" charset="0"/>
                        </a:rPr>
                        <a:t>Statut </a:t>
                      </a:r>
                      <a:r>
                        <a:rPr lang="fr-FR" sz="900" b="1" i="0" u="sng" strike="noStrike" kern="1200" noProof="0" dirty="0">
                          <a:solidFill>
                            <a:schemeClr val="tx2"/>
                          </a:solidFill>
                          <a:effectLst/>
                          <a:latin typeface="Arial" panose="020B0604020202020204" pitchFamily="34" charset="0"/>
                          <a:ea typeface="+mn-ea"/>
                          <a:cs typeface="Arial" panose="020B0604020202020204" pitchFamily="34" charset="0"/>
                        </a:rPr>
                        <a:t>2025 :</a:t>
                      </a:r>
                      <a:r>
                        <a:rPr lang="fr-FR" sz="900" b="0" i="0" u="none" strike="noStrike" kern="1200" noProof="0" dirty="0">
                          <a:solidFill>
                            <a:schemeClr val="tx2"/>
                          </a:solidFill>
                          <a:effectLst/>
                          <a:latin typeface="Arial" panose="020B0604020202020204" pitchFamily="34" charset="0"/>
                          <a:ea typeface="+mn-ea"/>
                          <a:cs typeface="Arial" panose="020B0604020202020204" pitchFamily="34" charset="0"/>
                        </a:rPr>
                        <a:t> </a:t>
                      </a:r>
                      <a:r>
                        <a:rPr lang="fr-FR" sz="900" b="1" i="0" u="none" strike="noStrike" kern="1200" noProof="0" dirty="0">
                          <a:solidFill>
                            <a:srgbClr val="C00000"/>
                          </a:solidFill>
                          <a:effectLst/>
                          <a:latin typeface="Arial" panose="020B0604020202020204" pitchFamily="34" charset="0"/>
                          <a:ea typeface="+mn-ea"/>
                          <a:cs typeface="Arial" panose="020B0604020202020204" pitchFamily="34" charset="0"/>
                        </a:rPr>
                        <a:t>Non résolu</a:t>
                      </a:r>
                      <a:endParaRPr lang="fr-FR" sz="900" b="1" i="0" u="sng" strike="noStrike" kern="1200" noProof="0" dirty="0">
                        <a:solidFill>
                          <a:schemeClr val="tx2"/>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0" kern="1200" baseline="0" dirty="0">
                          <a:solidFill>
                            <a:schemeClr val="tx1"/>
                          </a:solidFill>
                          <a:effectLst/>
                          <a:latin typeface="+mn-lt"/>
                          <a:ea typeface="Times New Roman" panose="02020603050405020304" pitchFamily="18" charset="0"/>
                          <a:cs typeface="+mn-cs"/>
                        </a:rPr>
                        <a:t>En 2025, nous notons toujours l’absence d’une procédure de gestion des comptes à droits étendus et génériques sur les applications Altaïx, Sage 1000, et </a:t>
                      </a:r>
                      <a:r>
                        <a:rPr lang="fr-FR" sz="900" b="0" kern="1200" baseline="0" dirty="0" err="1">
                          <a:solidFill>
                            <a:schemeClr val="tx1"/>
                          </a:solidFill>
                          <a:effectLst/>
                          <a:latin typeface="+mn-lt"/>
                          <a:ea typeface="Times New Roman" panose="02020603050405020304" pitchFamily="18" charset="0"/>
                          <a:cs typeface="+mn-cs"/>
                        </a:rPr>
                        <a:t>Unicia</a:t>
                      </a:r>
                      <a:r>
                        <a:rPr lang="fr-FR" sz="900" b="0" kern="1200" baseline="0" dirty="0">
                          <a:solidFill>
                            <a:schemeClr val="tx1"/>
                          </a:solidFill>
                          <a:effectLst/>
                          <a:latin typeface="+mn-lt"/>
                          <a:ea typeface="Times New Roman" panose="02020603050405020304" pitchFamily="18" charset="0"/>
                          <a:cs typeface="+mn-cs"/>
                        </a:rPr>
                        <a:t>.</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0" kern="1200" baseline="0" dirty="0">
                          <a:solidFill>
                            <a:schemeClr val="tx1"/>
                          </a:solidFill>
                          <a:effectLst/>
                          <a:latin typeface="+mn-lt"/>
                          <a:ea typeface="Times New Roman" panose="02020603050405020304" pitchFamily="18" charset="0"/>
                          <a:cs typeface="+mn-cs"/>
                        </a:rPr>
                        <a:t>Notre revue des habilitations réalisée en 2025 continue de mettre en évidence l’existence des comptes suivants : </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kern="1200" baseline="0" dirty="0" err="1">
                          <a:solidFill>
                            <a:schemeClr val="tx1"/>
                          </a:solidFill>
                          <a:effectLst/>
                          <a:latin typeface="+mn-lt"/>
                          <a:ea typeface="Times New Roman" panose="02020603050405020304" pitchFamily="18" charset="0"/>
                          <a:cs typeface="+mn-cs"/>
                        </a:rPr>
                        <a:t>Altaix</a:t>
                      </a:r>
                      <a:r>
                        <a:rPr lang="fr-FR" sz="900" b="1" kern="1200" baseline="0" dirty="0">
                          <a:solidFill>
                            <a:schemeClr val="tx1"/>
                          </a:solidFill>
                          <a:effectLst/>
                          <a:latin typeface="+mn-lt"/>
                          <a:ea typeface="Times New Roman" panose="02020603050405020304" pitchFamily="18" charset="0"/>
                          <a:cs typeface="+mn-cs"/>
                        </a:rPr>
                        <a:t> :</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500" b="1" kern="1200" baseline="0" dirty="0">
                        <a:solidFill>
                          <a:schemeClr val="tx1"/>
                        </a:solidFill>
                        <a:effectLst/>
                        <a:latin typeface="+mn-lt"/>
                        <a:ea typeface="Times New Roman" panose="02020603050405020304" pitchFamily="18" charset="0"/>
                        <a:cs typeface="+mn-cs"/>
                      </a:endParaRPr>
                    </a:p>
                    <a:p>
                      <a:pPr marL="171450" marR="0" lvl="0" indent="-17145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900" b="0" kern="1200" baseline="0" dirty="0">
                          <a:solidFill>
                            <a:schemeClr val="tx1"/>
                          </a:solidFill>
                          <a:effectLst/>
                          <a:latin typeface="+mn-lt"/>
                          <a:ea typeface="Times New Roman" panose="02020603050405020304" pitchFamily="18" charset="0"/>
                          <a:cs typeface="+mn-cs"/>
                        </a:rPr>
                        <a:t>1 compte générique « Exploitant DBA » utilisé par le prestataire Sopra Steria pour interagir avec la base de données sous-jacente à l’application.</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1"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kern="1200" baseline="0" dirty="0">
                          <a:solidFill>
                            <a:schemeClr val="tx1"/>
                          </a:solidFill>
                          <a:effectLst/>
                          <a:latin typeface="+mn-lt"/>
                          <a:ea typeface="Times New Roman" panose="02020603050405020304" pitchFamily="18" charset="0"/>
                          <a:cs typeface="+mn-cs"/>
                        </a:rPr>
                        <a:t>Sage 1000 : </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500" b="1" kern="1200" baseline="0" dirty="0">
                        <a:solidFill>
                          <a:schemeClr val="tx1"/>
                        </a:solidFill>
                        <a:effectLst/>
                        <a:latin typeface="+mn-lt"/>
                        <a:ea typeface="Times New Roman" panose="02020603050405020304" pitchFamily="18" charset="0"/>
                        <a:cs typeface="+mn-cs"/>
                      </a:endParaRPr>
                    </a:p>
                    <a:p>
                      <a:pPr marL="171450" marR="0" lvl="0" indent="-171450" algn="l" defTabSz="6858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900" b="0" kern="1200" baseline="0" dirty="0">
                          <a:solidFill>
                            <a:schemeClr val="tx1"/>
                          </a:solidFill>
                          <a:effectLst/>
                          <a:latin typeface="+mn-lt"/>
                          <a:ea typeface="Times New Roman" panose="02020603050405020304" pitchFamily="18" charset="0"/>
                          <a:cs typeface="+mn-cs"/>
                        </a:rPr>
                        <a:t>1 compte générique « admin » utilisé par le responsable informatique de </a:t>
                      </a:r>
                      <a:r>
                        <a:rPr lang="fr-FR" sz="900" b="0" kern="1200" baseline="0" dirty="0" err="1">
                          <a:solidFill>
                            <a:schemeClr val="tx1"/>
                          </a:solidFill>
                          <a:effectLst/>
                          <a:latin typeface="+mn-lt"/>
                          <a:ea typeface="Times New Roman" panose="02020603050405020304" pitchFamily="18" charset="0"/>
                          <a:cs typeface="+mn-cs"/>
                        </a:rPr>
                        <a:t>PAREF</a:t>
                      </a:r>
                      <a:r>
                        <a:rPr lang="fr-FR" sz="900" b="0" kern="1200" baseline="0" dirty="0">
                          <a:solidFill>
                            <a:schemeClr val="tx1"/>
                          </a:solidFill>
                          <a:effectLst/>
                          <a:latin typeface="+mn-lt"/>
                          <a:ea typeface="Times New Roman" panose="02020603050405020304" pitchFamily="18" charset="0"/>
                          <a:cs typeface="+mn-cs"/>
                        </a:rPr>
                        <a:t> pour des actions d'administration telles que la gestion des habilitations.</a:t>
                      </a:r>
                      <a:br>
                        <a:rPr lang="fr-FR" sz="900" b="0" kern="1200" baseline="0" dirty="0">
                          <a:solidFill>
                            <a:schemeClr val="tx1"/>
                          </a:solidFill>
                          <a:effectLst/>
                          <a:latin typeface="+mn-lt"/>
                          <a:ea typeface="Times New Roman" panose="02020603050405020304" pitchFamily="18" charset="0"/>
                          <a:cs typeface="+mn-cs"/>
                        </a:rPr>
                      </a:br>
                      <a:endParaRPr lang="fr-FR" sz="900" b="0" kern="1200" baseline="0" dirty="0">
                        <a:solidFill>
                          <a:schemeClr val="tx1"/>
                        </a:solidFill>
                        <a:effectLst/>
                        <a:latin typeface="+mn-lt"/>
                        <a:ea typeface="Times New Roman" panose="02020603050405020304" pitchFamily="18" charset="0"/>
                        <a:cs typeface="+mn-cs"/>
                      </a:endParaRPr>
                    </a:p>
                    <a:p>
                      <a:pPr marL="171450" marR="0" lvl="0" indent="-17145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900" b="0" kern="1200" baseline="0" dirty="0">
                          <a:solidFill>
                            <a:schemeClr val="tx1"/>
                          </a:solidFill>
                          <a:effectLst/>
                          <a:latin typeface="+mn-lt"/>
                          <a:ea typeface="Times New Roman" panose="02020603050405020304" pitchFamily="18" charset="0"/>
                          <a:cs typeface="+mn-cs"/>
                        </a:rPr>
                        <a:t>2 comptes génériques « </a:t>
                      </a:r>
                      <a:r>
                        <a:rPr lang="fr-FR" sz="900" b="0" kern="1200" baseline="0" dirty="0" err="1">
                          <a:solidFill>
                            <a:schemeClr val="tx1"/>
                          </a:solidFill>
                          <a:effectLst/>
                          <a:latin typeface="+mn-lt"/>
                          <a:ea typeface="Times New Roman" panose="02020603050405020304" pitchFamily="18" charset="0"/>
                          <a:cs typeface="+mn-cs"/>
                        </a:rPr>
                        <a:t>absys</a:t>
                      </a:r>
                      <a:r>
                        <a:rPr lang="fr-FR" sz="900" b="0" kern="1200" baseline="0" dirty="0">
                          <a:solidFill>
                            <a:schemeClr val="tx1"/>
                          </a:solidFill>
                          <a:effectLst/>
                          <a:latin typeface="+mn-lt"/>
                          <a:ea typeface="Times New Roman" panose="02020603050405020304" pitchFamily="18" charset="0"/>
                          <a:cs typeface="+mn-cs"/>
                        </a:rPr>
                        <a:t> » et « absys2 » utilisés par l’intégrateur </a:t>
                      </a:r>
                      <a:r>
                        <a:rPr lang="fr-FR" sz="900" b="0" kern="1200" baseline="0" dirty="0" err="1">
                          <a:solidFill>
                            <a:schemeClr val="tx1"/>
                          </a:solidFill>
                          <a:effectLst/>
                          <a:latin typeface="+mn-lt"/>
                          <a:ea typeface="Times New Roman" panose="02020603050405020304" pitchFamily="18" charset="0"/>
                          <a:cs typeface="+mn-cs"/>
                        </a:rPr>
                        <a:t>Absys</a:t>
                      </a:r>
                      <a:r>
                        <a:rPr lang="fr-FR" sz="900" b="0" kern="1200" baseline="0" dirty="0">
                          <a:solidFill>
                            <a:schemeClr val="tx1"/>
                          </a:solidFill>
                          <a:effectLst/>
                          <a:latin typeface="+mn-lt"/>
                          <a:ea typeface="Times New Roman" panose="02020603050405020304" pitchFamily="18" charset="0"/>
                          <a:cs typeface="+mn-cs"/>
                        </a:rPr>
                        <a:t> Cyborg.</a:t>
                      </a:r>
                    </a:p>
                    <a:p>
                      <a:pPr marL="0" marR="0" lvl="0" indent="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endParaRPr lang="fr-FR" sz="900" b="1"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kern="1200" baseline="0" dirty="0" err="1">
                          <a:solidFill>
                            <a:schemeClr val="tx1"/>
                          </a:solidFill>
                          <a:effectLst/>
                          <a:latin typeface="+mn-lt"/>
                          <a:ea typeface="Times New Roman" panose="02020603050405020304" pitchFamily="18" charset="0"/>
                          <a:cs typeface="+mn-cs"/>
                        </a:rPr>
                        <a:t>Unicia</a:t>
                      </a:r>
                      <a:r>
                        <a:rPr lang="fr-FR" sz="900" b="1" kern="1200" baseline="0" dirty="0">
                          <a:solidFill>
                            <a:schemeClr val="tx1"/>
                          </a:solidFill>
                          <a:effectLst/>
                          <a:latin typeface="+mn-lt"/>
                          <a:ea typeface="Times New Roman" panose="02020603050405020304" pitchFamily="18" charset="0"/>
                          <a:cs typeface="+mn-cs"/>
                        </a:rPr>
                        <a:t> : ​</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500" b="0" kern="1200" baseline="0" dirty="0">
                        <a:solidFill>
                          <a:schemeClr val="tx1"/>
                        </a:solidFill>
                        <a:effectLst/>
                        <a:latin typeface="+mn-lt"/>
                        <a:ea typeface="Times New Roman" panose="02020603050405020304" pitchFamily="18" charset="0"/>
                        <a:cs typeface="+mn-cs"/>
                      </a:endParaRPr>
                    </a:p>
                    <a:p>
                      <a:pPr marL="171450" marR="0" lvl="0" indent="-171450" algn="l" defTabSz="6858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900" b="0" kern="1200" baseline="0" dirty="0">
                          <a:solidFill>
                            <a:schemeClr val="tx1"/>
                          </a:solidFill>
                          <a:effectLst/>
                          <a:latin typeface="+mn-lt"/>
                          <a:ea typeface="Times New Roman" panose="02020603050405020304" pitchFamily="18" charset="0"/>
                          <a:cs typeface="+mn-cs"/>
                        </a:rPr>
                        <a:t>1 compte générique « admin » utilisé par le responsable informatique de </a:t>
                      </a:r>
                      <a:r>
                        <a:rPr lang="fr-FR" sz="900" b="0" kern="1200" baseline="0" dirty="0" err="1">
                          <a:solidFill>
                            <a:schemeClr val="tx1"/>
                          </a:solidFill>
                          <a:effectLst/>
                          <a:latin typeface="+mn-lt"/>
                          <a:ea typeface="Times New Roman" panose="02020603050405020304" pitchFamily="18" charset="0"/>
                          <a:cs typeface="+mn-cs"/>
                        </a:rPr>
                        <a:t>PAREF</a:t>
                      </a:r>
                      <a:r>
                        <a:rPr lang="fr-FR" sz="900" b="0" kern="1200" baseline="0" dirty="0">
                          <a:solidFill>
                            <a:schemeClr val="tx1"/>
                          </a:solidFill>
                          <a:effectLst/>
                          <a:latin typeface="+mn-lt"/>
                          <a:ea typeface="Times New Roman" panose="02020603050405020304" pitchFamily="18" charset="0"/>
                          <a:cs typeface="+mn-cs"/>
                        </a:rPr>
                        <a:t> pour des actions d'administration telles que la gestion des habilitations.</a:t>
                      </a:r>
                      <a:br>
                        <a:rPr lang="fr-FR" sz="900" b="0" kern="1200" baseline="0" dirty="0">
                          <a:solidFill>
                            <a:schemeClr val="tx1"/>
                          </a:solidFill>
                          <a:effectLst/>
                          <a:latin typeface="+mn-lt"/>
                          <a:ea typeface="Times New Roman" panose="02020603050405020304" pitchFamily="18" charset="0"/>
                          <a:cs typeface="+mn-cs"/>
                        </a:rPr>
                      </a:b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0" kern="1200" baseline="0" dirty="0">
                          <a:solidFill>
                            <a:schemeClr val="tx1"/>
                          </a:solidFill>
                          <a:effectLst/>
                          <a:latin typeface="+mn-lt"/>
                          <a:ea typeface="+mn-ea"/>
                          <a:cs typeface="+mn-cs"/>
                        </a:rPr>
                        <a:t>Il s’agit des mêmes comptes qu’en 2024.</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0" kern="1200" baseline="0" dirty="0">
                          <a:solidFill>
                            <a:schemeClr val="tx1"/>
                          </a:solidFill>
                          <a:effectLst/>
                          <a:latin typeface="+mn-lt"/>
                          <a:ea typeface="+mn-ea"/>
                          <a:cs typeface="+mn-cs"/>
                        </a:rPr>
                        <a:t>Or, nous n’avons pas noté de contrôle sur l’activité de ces comptes en 2025 chez </a:t>
                      </a:r>
                      <a:r>
                        <a:rPr lang="fr-FR" sz="900" b="0" kern="1200" baseline="0" dirty="0" err="1">
                          <a:solidFill>
                            <a:schemeClr val="tx1"/>
                          </a:solidFill>
                          <a:effectLst/>
                          <a:latin typeface="+mn-lt"/>
                          <a:ea typeface="+mn-ea"/>
                          <a:cs typeface="+mn-cs"/>
                        </a:rPr>
                        <a:t>PAREF</a:t>
                      </a:r>
                      <a:r>
                        <a:rPr lang="fr-FR" sz="900" b="0" kern="1200" baseline="0" dirty="0">
                          <a:solidFill>
                            <a:schemeClr val="tx1"/>
                          </a:solidFill>
                          <a:effectLst/>
                          <a:latin typeface="+mn-lt"/>
                          <a:ea typeface="+mn-ea"/>
                          <a:cs typeface="+mn-cs"/>
                        </a:rPr>
                        <a:t>.</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mn-ea"/>
                        <a:cs typeface="+mn-cs"/>
                      </a:endParaRPr>
                    </a:p>
                    <a:p>
                      <a:pPr marL="182563"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u="sng" kern="1200" baseline="0" dirty="0">
                          <a:solidFill>
                            <a:schemeClr val="tx1"/>
                          </a:solidFill>
                          <a:effectLst/>
                          <a:latin typeface="+mn-lt"/>
                          <a:ea typeface="Times New Roman" panose="02020603050405020304" pitchFamily="18" charset="0"/>
                          <a:cs typeface="+mn-cs"/>
                        </a:rPr>
                        <a:t>Procédure compensatoire :</a:t>
                      </a:r>
                      <a:r>
                        <a:rPr lang="fr-FR" sz="900" b="1" u="none" kern="1200" baseline="0" dirty="0">
                          <a:solidFill>
                            <a:schemeClr val="tx1"/>
                          </a:solidFill>
                          <a:effectLst/>
                          <a:latin typeface="+mn-lt"/>
                          <a:ea typeface="Times New Roman" panose="02020603050405020304" pitchFamily="18" charset="0"/>
                          <a:cs typeface="+mn-cs"/>
                        </a:rPr>
                        <a:t> </a:t>
                      </a:r>
                      <a:r>
                        <a:rPr lang="fr-FR" sz="900" b="0" u="none" kern="1200" baseline="0" dirty="0">
                          <a:solidFill>
                            <a:schemeClr val="tx1"/>
                          </a:solidFill>
                          <a:effectLst/>
                          <a:latin typeface="+mn-lt"/>
                          <a:ea typeface="Times New Roman" panose="02020603050405020304" pitchFamily="18" charset="0"/>
                          <a:cs typeface="+mn-cs"/>
                        </a:rPr>
                        <a:t>nous nous sommes assurés que la légitimité d’utilisation des comptes à droits étendus et génériques actifs a bien été justifiée lors des campagnes de recertification d’accès.</a:t>
                      </a: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u="sng" kern="1200" baseline="0" dirty="0">
                          <a:solidFill>
                            <a:schemeClr val="tx1"/>
                          </a:solidFill>
                          <a:effectLst/>
                          <a:latin typeface="+mn-lt"/>
                          <a:ea typeface="Times New Roman" panose="02020603050405020304" pitchFamily="18" charset="0"/>
                          <a:cs typeface="+mn-cs"/>
                        </a:rPr>
                        <a:t>Réponse du management 2025 :</a:t>
                      </a:r>
                      <a:r>
                        <a:rPr lang="fr-FR" sz="900" b="1" u="none" kern="1200" baseline="0" dirty="0">
                          <a:solidFill>
                            <a:schemeClr val="tx1"/>
                          </a:solidFill>
                          <a:effectLst/>
                          <a:latin typeface="+mn-lt"/>
                          <a:ea typeface="Times New Roman" panose="02020603050405020304" pitchFamily="18" charset="0"/>
                          <a:cs typeface="+mn-cs"/>
                        </a:rPr>
                        <a:t> </a:t>
                      </a:r>
                      <a:r>
                        <a:rPr lang="fr-FR" sz="900" b="0" i="1" u="none" kern="1200" baseline="0" dirty="0">
                          <a:solidFill>
                            <a:schemeClr val="tx1"/>
                          </a:solidFill>
                          <a:effectLst/>
                          <a:latin typeface="+mn-lt"/>
                          <a:cs typeface="+mn-cs"/>
                        </a:rPr>
                        <a:t>A compléter par le groupe </a:t>
                      </a:r>
                      <a:r>
                        <a:rPr lang="fr-FR" sz="900" b="0" i="1" u="none" kern="1200" baseline="0" dirty="0" err="1">
                          <a:solidFill>
                            <a:schemeClr val="tx1"/>
                          </a:solidFill>
                          <a:effectLst/>
                          <a:latin typeface="+mn-lt"/>
                          <a:cs typeface="+mn-cs"/>
                        </a:rPr>
                        <a:t>PAREF</a:t>
                      </a:r>
                      <a:endParaRPr lang="fr-FR" sz="900" b="0" u="none" kern="1200" baseline="0" dirty="0">
                        <a:solidFill>
                          <a:schemeClr val="tx1"/>
                        </a:solidFill>
                        <a:effectLst/>
                        <a:latin typeface="+mn-lt"/>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u="none" kern="1200" baseline="0" dirty="0">
                        <a:solidFill>
                          <a:schemeClr val="tx1"/>
                        </a:solidFill>
                        <a:effectLst/>
                        <a:latin typeface="+mn-lt"/>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u="none" kern="1200" dirty="0">
                          <a:solidFill>
                            <a:schemeClr val="dk1"/>
                          </a:solidFill>
                          <a:effectLst/>
                          <a:latin typeface="+mn-lt"/>
                          <a:ea typeface="Times New Roman" panose="02020603050405020304" pitchFamily="18" charset="0"/>
                          <a:cs typeface="Arial" panose="020B0604020202020204" pitchFamily="34" charset="0"/>
                        </a:rPr>
                        <a:t>Remplacer, dans la mesure du possible, les comptes génériques par des comptes nominatifs</a:t>
                      </a:r>
                    </a:p>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u="none" kern="1200" dirty="0">
                        <a:solidFill>
                          <a:schemeClr val="dk1"/>
                        </a:solidFill>
                        <a:effectLst/>
                        <a:latin typeface="+mn-lt"/>
                        <a:ea typeface="Times New Roman" panose="02020603050405020304" pitchFamily="18" charset="0"/>
                        <a:cs typeface="Arial" panose="020B0604020202020204" pitchFamily="34" charset="0"/>
                      </a:endParaRPr>
                    </a:p>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u="none" kern="1200" dirty="0">
                          <a:solidFill>
                            <a:schemeClr val="dk1"/>
                          </a:solidFill>
                          <a:effectLst/>
                          <a:latin typeface="+mn-lt"/>
                          <a:ea typeface="Times New Roman" panose="02020603050405020304" pitchFamily="18" charset="0"/>
                          <a:cs typeface="Arial" panose="020B0604020202020204" pitchFamily="34" charset="0"/>
                        </a:rPr>
                        <a:t>Mettre en place une procédure formelle pour la supervision des transactions sensibles réalisées dans les applications Altaïx, Sage 1000, et </a:t>
                      </a:r>
                      <a:r>
                        <a:rPr lang="fr-FR" sz="900" u="none" kern="1200" dirty="0" err="1">
                          <a:solidFill>
                            <a:schemeClr val="dk1"/>
                          </a:solidFill>
                          <a:effectLst/>
                          <a:latin typeface="+mn-lt"/>
                          <a:ea typeface="Times New Roman" panose="02020603050405020304" pitchFamily="18" charset="0"/>
                          <a:cs typeface="Arial" panose="020B0604020202020204" pitchFamily="34" charset="0"/>
                        </a:rPr>
                        <a:t>Unicia</a:t>
                      </a:r>
                      <a:r>
                        <a:rPr lang="fr-FR" sz="900" u="none" kern="1200" dirty="0">
                          <a:solidFill>
                            <a:schemeClr val="dk1"/>
                          </a:solidFill>
                          <a:effectLst/>
                          <a:latin typeface="+mn-lt"/>
                          <a:ea typeface="Times New Roman" panose="02020603050405020304" pitchFamily="18" charset="0"/>
                          <a:cs typeface="Arial" panose="020B0604020202020204" pitchFamily="34" charset="0"/>
                        </a:rPr>
                        <a:t>.</a:t>
                      </a:r>
                      <a:endParaRPr lang="fr-FR" altLang="en-US" sz="900" b="0" kern="1200" baseline="0" dirty="0">
                        <a:solidFill>
                          <a:schemeClr val="tx1"/>
                        </a:solidFill>
                        <a:latin typeface="+mn-lt"/>
                        <a:ea typeface="+mn-ea"/>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1800" kern="1200">
                          <a:solidFill>
                            <a:srgbClr val="F06A00"/>
                          </a:solidFill>
                          <a:latin typeface="Georgia" panose="02040502050405020303" pitchFamily="18" charset="0"/>
                          <a:ea typeface="+mn-ea"/>
                          <a:cs typeface="+mn-cs"/>
                          <a:sym typeface="Wingdings" panose="05000000000000000000" pitchFamily="2" charset="2"/>
                        </a:rPr>
                        <a:t></a:t>
                      </a:r>
                      <a:endParaRPr lang="fr-FR" sz="18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Altaïx</a:t>
                      </a:r>
                    </a:p>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Sage 1000</a:t>
                      </a:r>
                    </a:p>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err="1">
                          <a:solidFill>
                            <a:schemeClr val="tx1"/>
                          </a:solidFill>
                          <a:effectLst/>
                          <a:latin typeface="+mn-lt"/>
                          <a:ea typeface="Times New Roman" panose="02020603050405020304" pitchFamily="18" charset="0"/>
                          <a:cs typeface="+mn-cs"/>
                        </a:rPr>
                        <a:t>Unicia</a:t>
                      </a:r>
                      <a:endParaRPr lang="fr-FR" sz="900" kern="1200" baseline="0">
                        <a:solidFill>
                          <a:schemeClr val="tx1"/>
                        </a:solidFill>
                        <a:effectLs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dirty="0">
                          <a:solidFill>
                            <a:schemeClr val="tx1"/>
                          </a:solidFill>
                          <a:effectLst/>
                          <a:latin typeface="+mn-lt"/>
                          <a:ea typeface="Times New Roman" panose="02020603050405020304" pitchFamily="18" charset="0"/>
                          <a:cs typeface="+mn-cs"/>
                        </a:rPr>
                        <a:t>DSI</a:t>
                      </a:r>
                    </a:p>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dirty="0">
                          <a:solidFill>
                            <a:schemeClr val="tx1"/>
                          </a:solidFill>
                          <a:effectLst/>
                          <a:latin typeface="+mn-lt"/>
                          <a:ea typeface="Times New Roman" panose="02020603050405020304" pitchFamily="18" charset="0"/>
                          <a:cs typeface="+mn-cs"/>
                        </a:rPr>
                        <a:t>/</a:t>
                      </a:r>
                    </a:p>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dirty="0">
                          <a:solidFill>
                            <a:schemeClr val="tx1"/>
                          </a:solidFill>
                          <a:effectLst/>
                          <a:latin typeface="+mn-lt"/>
                          <a:ea typeface="Times New Roman" panose="02020603050405020304" pitchFamily="18" charset="0"/>
                          <a:cs typeface="+mn-cs"/>
                        </a:rPr>
                        <a:t>Directions métiers</a:t>
                      </a:r>
                    </a:p>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dirty="0">
                        <a:solidFill>
                          <a:schemeClr val="tx1"/>
                        </a:solidFill>
                        <a:effectLs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2" name="Google Shape;478;p3">
            <a:extLst>
              <a:ext uri="{FF2B5EF4-FFF2-40B4-BE49-F238E27FC236}">
                <a16:creationId xmlns:a16="http://schemas.microsoft.com/office/drawing/2014/main" id="{66554ABE-B8EB-D8F2-65DE-E7436BA91CA0}"/>
              </a:ext>
            </a:extLst>
          </p:cNvPr>
          <p:cNvSpPr txBox="1">
            <a:spLocks/>
          </p:cNvSpPr>
          <p:nvPr/>
        </p:nvSpPr>
        <p:spPr>
          <a:xfrm>
            <a:off x="561705" y="431080"/>
            <a:ext cx="6248670" cy="41365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chemeClr val="dk1"/>
              </a:buClr>
              <a:buSzPts val="2800"/>
              <a:buFont typeface="Georgia"/>
              <a:buNone/>
              <a:defRPr sz="28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fr-FR" sz="2000" b="1">
                <a:latin typeface="Georgia" panose="02040502050405020303" pitchFamily="18" charset="0"/>
              </a:rPr>
              <a:t>Suivi</a:t>
            </a:r>
            <a:r>
              <a:rPr lang="fr-FR" sz="2000"/>
              <a:t> </a:t>
            </a:r>
            <a:r>
              <a:rPr lang="fr-FR" sz="2000" b="1">
                <a:latin typeface="Georgia" panose="02040502050405020303" pitchFamily="18" charset="0"/>
              </a:rPr>
              <a:t>des recommandations antérieures </a:t>
            </a:r>
            <a:r>
              <a:rPr lang="fr-FR" sz="1200" b="1">
                <a:latin typeface="Georgia" panose="02040502050405020303" pitchFamily="18" charset="0"/>
              </a:rPr>
              <a:t>(2/4)</a:t>
            </a:r>
          </a:p>
          <a:p>
            <a:endParaRPr lang="fr-FR" sz="2000" b="1">
              <a:latin typeface="Georgia" panose="02040502050405020303" pitchFamily="18" charset="0"/>
            </a:endParaRPr>
          </a:p>
        </p:txBody>
      </p:sp>
    </p:spTree>
    <p:extLst>
      <p:ext uri="{BB962C8B-B14F-4D97-AF65-F5344CB8AC3E}">
        <p14:creationId xmlns:p14="http://schemas.microsoft.com/office/powerpoint/2010/main" val="3811023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1"/>
          </p:nvPr>
        </p:nvSpPr>
        <p:spPr>
          <a:xfrm>
            <a:off x="9875520" y="6492240"/>
            <a:ext cx="1706880" cy="137160"/>
          </a:xfrm>
          <a:prstGeom prst="rect">
            <a:avLst/>
          </a:prstGeom>
        </p:spPr>
        <p:txBody>
          <a:bodyPr vert="horz" lIns="0" tIns="0" rIns="0" bIns="0" rtlCol="0" anchor="b" anchorCtr="0">
            <a:noAutofit/>
          </a:bodyPr>
          <a:lstStyle>
            <a:defPPr>
              <a:defRPr lang="en-US"/>
            </a:defPPr>
            <a:lvl1pPr marL="0" algn="r"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870704B-CE94-48CC-AF30-84932A1262A7}" type="slidenum">
              <a:rPr lang="en-GB" smtClean="0"/>
              <a:pPr/>
              <a:t>15</a:t>
            </a:fld>
            <a:endParaRPr lang="en-GB"/>
          </a:p>
        </p:txBody>
      </p:sp>
      <p:graphicFrame>
        <p:nvGraphicFramePr>
          <p:cNvPr id="8" name="Tableau 7"/>
          <p:cNvGraphicFramePr>
            <a:graphicFrameLocks noGrp="1"/>
          </p:cNvGraphicFramePr>
          <p:nvPr>
            <p:custDataLst>
              <p:tags r:id="rId1"/>
            </p:custDataLst>
            <p:extLst>
              <p:ext uri="{D42A27DB-BD31-4B8C-83A1-F6EECF244321}">
                <p14:modId xmlns:p14="http://schemas.microsoft.com/office/powerpoint/2010/main" val="137165572"/>
              </p:ext>
            </p:extLst>
          </p:nvPr>
        </p:nvGraphicFramePr>
        <p:xfrm>
          <a:off x="594352" y="829817"/>
          <a:ext cx="10959856" cy="5479503"/>
        </p:xfrm>
        <a:graphic>
          <a:graphicData uri="http://schemas.openxmlformats.org/drawingml/2006/table">
            <a:tbl>
              <a:tblPr firstRow="1" firstCol="1" bandRow="1">
                <a:tableStyleId>{5C22544A-7EE6-4342-B048-85BDC9FD1C3A}</a:tableStyleId>
              </a:tblPr>
              <a:tblGrid>
                <a:gridCol w="561600">
                  <a:extLst>
                    <a:ext uri="{9D8B030D-6E8A-4147-A177-3AD203B41FA5}">
                      <a16:colId xmlns:a16="http://schemas.microsoft.com/office/drawing/2014/main" val="20000"/>
                    </a:ext>
                  </a:extLst>
                </a:gridCol>
                <a:gridCol w="1544400">
                  <a:extLst>
                    <a:ext uri="{9D8B030D-6E8A-4147-A177-3AD203B41FA5}">
                      <a16:colId xmlns:a16="http://schemas.microsoft.com/office/drawing/2014/main" val="20001"/>
                    </a:ext>
                  </a:extLst>
                </a:gridCol>
                <a:gridCol w="4978800">
                  <a:extLst>
                    <a:ext uri="{9D8B030D-6E8A-4147-A177-3AD203B41FA5}">
                      <a16:colId xmlns:a16="http://schemas.microsoft.com/office/drawing/2014/main" val="4009986533"/>
                    </a:ext>
                  </a:extLst>
                </a:gridCol>
                <a:gridCol w="1540800">
                  <a:extLst>
                    <a:ext uri="{9D8B030D-6E8A-4147-A177-3AD203B41FA5}">
                      <a16:colId xmlns:a16="http://schemas.microsoft.com/office/drawing/2014/main" val="597146932"/>
                    </a:ext>
                  </a:extLst>
                </a:gridCol>
                <a:gridCol w="766800">
                  <a:extLst>
                    <a:ext uri="{9D8B030D-6E8A-4147-A177-3AD203B41FA5}">
                      <a16:colId xmlns:a16="http://schemas.microsoft.com/office/drawing/2014/main" val="20004"/>
                    </a:ext>
                  </a:extLst>
                </a:gridCol>
                <a:gridCol w="806400">
                  <a:extLst>
                    <a:ext uri="{9D8B030D-6E8A-4147-A177-3AD203B41FA5}">
                      <a16:colId xmlns:a16="http://schemas.microsoft.com/office/drawing/2014/main" val="20005"/>
                    </a:ext>
                  </a:extLst>
                </a:gridCol>
                <a:gridCol w="761056">
                  <a:extLst>
                    <a:ext uri="{9D8B030D-6E8A-4147-A177-3AD203B41FA5}">
                      <a16:colId xmlns:a16="http://schemas.microsoft.com/office/drawing/2014/main" val="648270537"/>
                    </a:ext>
                  </a:extLst>
                </a:gridCol>
              </a:tblGrid>
              <a:tr h="236832">
                <a:tc>
                  <a:txBody>
                    <a:bodyPr/>
                    <a:lstStyle/>
                    <a:p>
                      <a:pPr algn="ctr"/>
                      <a:r>
                        <a:rPr lang="fr-FR" sz="900" dirty="0">
                          <a:solidFill>
                            <a:schemeClr val="bg1"/>
                          </a:solidFill>
                          <a:latin typeface="+mn-lt"/>
                        </a:rPr>
                        <a:t>Réf.</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957796" rtl="0" eaLnBrk="1" latinLnBrk="0" hangingPunct="1"/>
                      <a:r>
                        <a:rPr lang="fr-FR" sz="900" b="1" kern="1200">
                          <a:solidFill>
                            <a:schemeClr val="bg1"/>
                          </a:solidFill>
                          <a:latin typeface="+mn-lt"/>
                          <a:ea typeface="+mn-ea"/>
                          <a:cs typeface="+mn-cs"/>
                        </a:rPr>
                        <a:t>Description</a:t>
                      </a:r>
                      <a:r>
                        <a:rPr lang="fr-FR" sz="900" b="1" kern="1200" baseline="0">
                          <a:solidFill>
                            <a:schemeClr val="bg1"/>
                          </a:solidFill>
                          <a:latin typeface="+mn-lt"/>
                          <a:ea typeface="+mn-ea"/>
                          <a:cs typeface="+mn-cs"/>
                        </a:rPr>
                        <a:t> du contrôle</a:t>
                      </a:r>
                      <a:endParaRPr lang="fr-FR" sz="900" b="1" kern="1200">
                        <a:solidFill>
                          <a:schemeClr val="bg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957796" rtl="0" eaLnBrk="1" latinLnBrk="0" hangingPunct="1"/>
                      <a:r>
                        <a:rPr lang="fr-FR" sz="900" b="1" kern="1200">
                          <a:solidFill>
                            <a:schemeClr val="bg1"/>
                          </a:solidFill>
                          <a:latin typeface="+mn-lt"/>
                          <a:ea typeface="+mn-ea"/>
                          <a:cs typeface="+mn-cs"/>
                        </a:rPr>
                        <a:t>Observation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algn="ctr"/>
                      <a:r>
                        <a:rPr lang="fr-FR" sz="900">
                          <a:solidFill>
                            <a:schemeClr val="bg1"/>
                          </a:solidFill>
                          <a:latin typeface="+mn-lt"/>
                        </a:rPr>
                        <a:t>Recommandation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685800" rtl="0" eaLnBrk="1" latinLnBrk="0" hangingPunct="1"/>
                      <a:r>
                        <a:rPr lang="fr-FR" sz="900" b="1" kern="1200">
                          <a:solidFill>
                            <a:schemeClr val="bg1"/>
                          </a:solidFill>
                          <a:latin typeface="+mn-lt"/>
                          <a:ea typeface="+mn-ea"/>
                          <a:cs typeface="+mn-cs"/>
                        </a:rPr>
                        <a:t>Priorité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b="1" kern="1200">
                          <a:solidFill>
                            <a:schemeClr val="bg1"/>
                          </a:solidFill>
                          <a:latin typeface="+mn-lt"/>
                          <a:ea typeface="+mn-ea"/>
                          <a:cs typeface="+mn-cs"/>
                        </a:rPr>
                        <a:t>Application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b="1" kern="1200">
                          <a:solidFill>
                            <a:schemeClr val="bg1"/>
                          </a:solidFill>
                          <a:latin typeface="+mn-lt"/>
                          <a:ea typeface="+mn-ea"/>
                          <a:cs typeface="+mn-cs"/>
                        </a:rPr>
                        <a:t>Acteur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extLst>
                  <a:ext uri="{0D108BD9-81ED-4DB2-BD59-A6C34878D82A}">
                    <a16:rowId xmlns:a16="http://schemas.microsoft.com/office/drawing/2014/main" val="10000"/>
                  </a:ext>
                </a:extLst>
              </a:tr>
              <a:tr h="238303">
                <a:tc gridSpan="7">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a:solidFill>
                            <a:schemeClr val="bg1"/>
                          </a:solidFill>
                          <a:latin typeface="+mn-lt"/>
                        </a:rPr>
                        <a:t>Gestion des accès</a:t>
                      </a:r>
                      <a:r>
                        <a:rPr lang="fr-FR" sz="900" baseline="0">
                          <a:solidFill>
                            <a:schemeClr val="bg1"/>
                          </a:solidFill>
                          <a:latin typeface="+mn-lt"/>
                        </a:rPr>
                        <a:t> aux données et aux programmes</a:t>
                      </a:r>
                      <a:endParaRPr lang="fr-FR" sz="900">
                        <a:solidFill>
                          <a:schemeClr val="bg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lumOff val="25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pPr algn="ctr"/>
                      <a:endParaRPr lang="fr-FR" sz="800">
                        <a:solidFill>
                          <a:schemeClr val="tx1"/>
                        </a:solidFill>
                        <a:latin typeface="+mj-lt"/>
                      </a:endParaRPr>
                    </a:p>
                  </a:txBody>
                  <a:tcPr anchor="ctr">
                    <a:solidFill>
                      <a:schemeClr val="bg2">
                        <a:lumMod val="95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bg1">
                        <a:lumMod val="65000"/>
                      </a:schemeClr>
                    </a:solidFill>
                  </a:tcPr>
                </a:tc>
                <a:extLst>
                  <a:ext uri="{0D108BD9-81ED-4DB2-BD59-A6C34878D82A}">
                    <a16:rowId xmlns:a16="http://schemas.microsoft.com/office/drawing/2014/main" val="10001"/>
                  </a:ext>
                </a:extLst>
              </a:tr>
              <a:tr h="5004368">
                <a:tc>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a:solidFill>
                            <a:schemeClr val="tx1"/>
                          </a:solidFill>
                          <a:latin typeface="+mn-lt"/>
                          <a:ea typeface="+mn-ea"/>
                          <a:cs typeface="+mn-cs"/>
                        </a:rPr>
                        <a:t>APD</a:t>
                      </a:r>
                      <a:br>
                        <a:rPr lang="fr-FR" sz="900" b="1" kern="1200">
                          <a:solidFill>
                            <a:schemeClr val="tx1"/>
                          </a:solidFill>
                          <a:latin typeface="+mn-lt"/>
                          <a:ea typeface="+mn-ea"/>
                          <a:cs typeface="+mn-cs"/>
                        </a:rPr>
                      </a:br>
                      <a:r>
                        <a:rPr lang="fr-FR" sz="900" b="1" kern="1200">
                          <a:solidFill>
                            <a:schemeClr val="tx1"/>
                          </a:solidFill>
                          <a:latin typeface="+mn-lt"/>
                          <a:ea typeface="+mn-ea"/>
                          <a:cs typeface="+mn-cs"/>
                        </a:rPr>
                        <a:t>05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just"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La PSSI est conforme aux bonnes pratiques en matière de sécurité logique.</a:t>
                      </a:r>
                    </a:p>
                    <a:p>
                      <a:pPr marL="0" marR="0" lvl="1" indent="0" algn="just"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a:solidFill>
                          <a:schemeClr val="tx1"/>
                        </a:solidFill>
                        <a:effectLst/>
                        <a:latin typeface="+mn-lt"/>
                        <a:ea typeface="Times New Roman" panose="02020603050405020304" pitchFamily="18" charset="0"/>
                        <a:cs typeface="+mn-cs"/>
                      </a:endParaRPr>
                    </a:p>
                    <a:p>
                      <a:pPr marL="0" marR="0" lvl="1" indent="0" algn="just"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La configuration des mots de passe d’accès aux applications et infrastructures du système d’information est conforme à la PSSI.</a:t>
                      </a:r>
                    </a:p>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a:solidFill>
                          <a:schemeClr val="tx1"/>
                        </a:solidFill>
                        <a:effectLst/>
                        <a:highlight>
                          <a:srgbClr val="FFFF00"/>
                        </a:highligh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u="sng" kern="1200" baseline="0" dirty="0">
                          <a:solidFill>
                            <a:schemeClr val="tx1"/>
                          </a:solidFill>
                          <a:effectLst/>
                          <a:latin typeface="+mn-lt"/>
                          <a:ea typeface="Times New Roman" panose="02020603050405020304" pitchFamily="18" charset="0"/>
                          <a:cs typeface="+mn-cs"/>
                        </a:rPr>
                        <a:t>Constat 2024 :</a:t>
                      </a:r>
                    </a:p>
                    <a:p>
                      <a:pPr marL="0" indent="0" algn="just">
                        <a:buClr>
                          <a:schemeClr val="tx2"/>
                        </a:buClr>
                        <a:buFont typeface="Wingdings" panose="05000000000000000000" pitchFamily="2" charset="2"/>
                        <a:buNone/>
                      </a:pPr>
                      <a:endParaRPr lang="fr-FR" sz="7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r>
                        <a:rPr lang="fr-FR" sz="900" b="0" kern="1200" baseline="0" dirty="0">
                          <a:solidFill>
                            <a:schemeClr val="tx1"/>
                          </a:solidFill>
                          <a:effectLst/>
                          <a:latin typeface="+mn-lt"/>
                          <a:ea typeface="Times New Roman" panose="02020603050405020304" pitchFamily="18" charset="0"/>
                          <a:cs typeface="+mn-cs"/>
                        </a:rPr>
                        <a:t>En 2024, nous constatons que le critère imposant un nombre de tentatives de connexion infructueuses </a:t>
                      </a:r>
                      <a:r>
                        <a:rPr lang="fr-FR" sz="900" b="0" kern="1200" baseline="0" dirty="0">
                          <a:solidFill>
                            <a:schemeClr val="tx2"/>
                          </a:solidFill>
                          <a:effectLst/>
                          <a:latin typeface="+mn-lt"/>
                          <a:ea typeface="Times New Roman" panose="02020603050405020304" pitchFamily="18" charset="0"/>
                          <a:cs typeface="+mn-cs"/>
                        </a:rPr>
                        <a:t>avant le blocage du compte sur Altaïx est inactivé.</a:t>
                      </a:r>
                    </a:p>
                    <a:p>
                      <a:pPr marL="0" indent="0" algn="just">
                        <a:buClr>
                          <a:schemeClr val="tx2"/>
                        </a:buClr>
                        <a:buFont typeface="Arial" panose="020B0604020202020204" pitchFamily="34" charset="0"/>
                        <a:buNone/>
                      </a:pPr>
                      <a:endParaRPr lang="fr-FR" sz="900" b="0" kern="1200" baseline="0" dirty="0">
                        <a:solidFill>
                          <a:schemeClr val="tx2"/>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300"/>
                        </a:spcAft>
                        <a:buClrTx/>
                        <a:buSzTx/>
                        <a:buFontTx/>
                        <a:buNone/>
                        <a:tabLst/>
                        <a:defRPr/>
                      </a:pPr>
                      <a:r>
                        <a:rPr lang="fr-FR" sz="900" b="1" i="0" u="sng" strike="noStrike" kern="1200" dirty="0">
                          <a:solidFill>
                            <a:schemeClr val="tx2"/>
                          </a:solidFill>
                          <a:effectLst/>
                          <a:latin typeface="+mn-lt"/>
                          <a:ea typeface="+mn-ea"/>
                          <a:cs typeface="+mn-cs"/>
                        </a:rPr>
                        <a:t>Statut 2025 :</a:t>
                      </a:r>
                      <a:r>
                        <a:rPr lang="fr-FR" sz="900" b="1" i="0" u="none" strike="noStrike" kern="1200" dirty="0">
                          <a:solidFill>
                            <a:schemeClr val="tx2"/>
                          </a:solidFill>
                          <a:effectLst/>
                          <a:latin typeface="+mn-lt"/>
                          <a:ea typeface="+mn-ea"/>
                          <a:cs typeface="+mn-cs"/>
                        </a:rPr>
                        <a:t> </a:t>
                      </a:r>
                      <a:r>
                        <a:rPr lang="fr-FR" sz="900" b="1" i="0" u="none" strike="noStrike" kern="1200" noProof="0" dirty="0">
                          <a:solidFill>
                            <a:srgbClr val="C00000"/>
                          </a:solidFill>
                          <a:effectLst/>
                          <a:latin typeface="Arial" panose="020B0604020202020204" pitchFamily="34" charset="0"/>
                          <a:ea typeface="+mn-ea"/>
                          <a:cs typeface="Arial" panose="020B0604020202020204" pitchFamily="34" charset="0"/>
                        </a:rPr>
                        <a:t>Non résolu</a:t>
                      </a:r>
                      <a:endParaRPr lang="fr-FR" sz="900" b="1" i="0" u="sng" strike="noStrike" kern="1200" baseline="0" noProof="0" dirty="0">
                        <a:solidFill>
                          <a:srgbClr val="C00000"/>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0" hangingPunct="1">
                        <a:lnSpc>
                          <a:spcPct val="100000"/>
                        </a:lnSpc>
                        <a:spcBef>
                          <a:spcPts val="0"/>
                        </a:spcBef>
                        <a:spcAft>
                          <a:spcPts val="300"/>
                        </a:spcAft>
                        <a:buClrTx/>
                        <a:buSzTx/>
                        <a:buFontTx/>
                        <a:buNone/>
                        <a:tabLst/>
                        <a:defRPr/>
                      </a:pPr>
                      <a:br>
                        <a:rPr lang="fr-FR" sz="900" b="1" i="0" u="sng" strike="noStrike" kern="1200" baseline="0" noProof="0" dirty="0">
                          <a:solidFill>
                            <a:srgbClr val="C00000"/>
                          </a:solidFill>
                          <a:effectLst/>
                          <a:latin typeface="Arial" panose="020B0604020202020204" pitchFamily="34" charset="0"/>
                          <a:ea typeface="+mn-ea"/>
                          <a:cs typeface="Arial" panose="020B0604020202020204" pitchFamily="34" charset="0"/>
                        </a:rPr>
                      </a:br>
                      <a:r>
                        <a:rPr lang="fr-FR" sz="900" b="0" kern="1200" baseline="0" dirty="0">
                          <a:solidFill>
                            <a:schemeClr val="tx1"/>
                          </a:solidFill>
                          <a:effectLst/>
                          <a:latin typeface="+mn-lt"/>
                          <a:ea typeface="Times New Roman" panose="02020603050405020304" pitchFamily="18" charset="0"/>
                          <a:cs typeface="+mn-cs"/>
                        </a:rPr>
                        <a:t>En 2025, nous n’avons pas noté d’évolution s’agissant du paramétrage des mots de passe configuré sur l’application Altaïx, plus particulièrement pour l’absence d’un paramètre limitant le nombre de tentatives de connexions infructueuses avant le blocage du compte.</a:t>
                      </a:r>
                    </a:p>
                    <a:p>
                      <a:pPr marL="0" marR="0" lvl="0" indent="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endParaRPr lang="fr-FR" sz="900" b="0" kern="1200" baseline="0" dirty="0">
                        <a:solidFill>
                          <a:schemeClr val="tx1"/>
                        </a:solidFill>
                        <a:effectLst/>
                        <a:latin typeface="+mn-lt"/>
                        <a:ea typeface="Times New Roman" panose="02020603050405020304" pitchFamily="18" charset="0"/>
                        <a:cs typeface="+mn-cs"/>
                      </a:endParaRPr>
                    </a:p>
                    <a:p>
                      <a:pPr marL="179388" marR="0" lvl="0" indent="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r>
                        <a:rPr lang="fr-FR" sz="900" b="1" u="sng" kern="1200" baseline="0" dirty="0">
                          <a:solidFill>
                            <a:schemeClr val="tx1"/>
                          </a:solidFill>
                          <a:effectLst/>
                          <a:latin typeface="+mn-lt"/>
                          <a:ea typeface="Times New Roman" panose="02020603050405020304" pitchFamily="18" charset="0"/>
                          <a:cs typeface="+mn-cs"/>
                        </a:rPr>
                        <a:t>Procédure compensatoire :</a:t>
                      </a:r>
                      <a:r>
                        <a:rPr lang="fr-FR" sz="900" b="1" u="none" kern="1200" baseline="0" dirty="0">
                          <a:solidFill>
                            <a:schemeClr val="tx1"/>
                          </a:solidFill>
                          <a:effectLst/>
                          <a:latin typeface="+mn-lt"/>
                          <a:ea typeface="Times New Roman" panose="02020603050405020304" pitchFamily="18" charset="0"/>
                          <a:cs typeface="+mn-cs"/>
                        </a:rPr>
                        <a:t> </a:t>
                      </a:r>
                      <a:r>
                        <a:rPr lang="fr-FR" sz="900" b="0" u="none" kern="1200" baseline="0" dirty="0">
                          <a:solidFill>
                            <a:schemeClr val="tx1"/>
                          </a:solidFill>
                          <a:effectLst/>
                          <a:latin typeface="+mn-lt"/>
                          <a:ea typeface="Times New Roman" panose="02020603050405020304" pitchFamily="18" charset="0"/>
                          <a:cs typeface="+mn-cs"/>
                        </a:rPr>
                        <a:t>au regard de l’ensemble des critères de mots de passe déjà implémentés sur l’application Altaïx (longueur minimale, durée de vie, historisation et complexité), nous pouvons mitiger les risques liés à la sécurité logique.</a:t>
                      </a: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r>
                        <a:rPr lang="fr-FR" sz="900" b="0" kern="1200" baseline="0" dirty="0">
                          <a:solidFill>
                            <a:schemeClr val="tx1"/>
                          </a:solidFill>
                          <a:effectLst/>
                          <a:latin typeface="+mn-lt"/>
                          <a:ea typeface="Times New Roman" panose="02020603050405020304" pitchFamily="18" charset="0"/>
                          <a:cs typeface="+mn-cs"/>
                        </a:rPr>
                        <a:t> </a:t>
                      </a:r>
                      <a:br>
                        <a:rPr lang="fr-FR" sz="900" b="0" kern="1200" baseline="0" dirty="0">
                          <a:solidFill>
                            <a:schemeClr val="tx1"/>
                          </a:solidFill>
                          <a:effectLst/>
                          <a:latin typeface="+mn-lt"/>
                          <a:ea typeface="Times New Roman" panose="02020603050405020304" pitchFamily="18" charset="0"/>
                          <a:cs typeface="+mn-cs"/>
                        </a:rPr>
                      </a:br>
                      <a:br>
                        <a:rPr lang="fr-FR" sz="900" b="0" kern="1200" baseline="0" dirty="0">
                          <a:solidFill>
                            <a:schemeClr val="tx1"/>
                          </a:solidFill>
                          <a:effectLst/>
                          <a:latin typeface="+mn-lt"/>
                          <a:ea typeface="Times New Roman" panose="02020603050405020304" pitchFamily="18" charset="0"/>
                          <a:cs typeface="+mn-cs"/>
                        </a:rPr>
                      </a:br>
                      <a:r>
                        <a:rPr lang="fr-FR" sz="900" b="1" u="sng" kern="1200" baseline="0" dirty="0">
                          <a:solidFill>
                            <a:schemeClr val="tx1"/>
                          </a:solidFill>
                          <a:effectLst/>
                          <a:latin typeface="+mn-lt"/>
                          <a:ea typeface="Times New Roman" panose="02020603050405020304" pitchFamily="18" charset="0"/>
                          <a:cs typeface="+mn-cs"/>
                        </a:rPr>
                        <a:t>Réponse du management 2025 :</a:t>
                      </a:r>
                      <a:r>
                        <a:rPr lang="fr-FR" sz="900" b="1" u="none" kern="1200" baseline="0" dirty="0">
                          <a:solidFill>
                            <a:schemeClr val="tx1"/>
                          </a:solidFill>
                          <a:effectLst/>
                          <a:latin typeface="+mn-lt"/>
                          <a:ea typeface="Times New Roman" panose="02020603050405020304" pitchFamily="18" charset="0"/>
                          <a:cs typeface="+mn-cs"/>
                        </a:rPr>
                        <a:t> </a:t>
                      </a:r>
                      <a:r>
                        <a:rPr lang="fr-FR" sz="900" b="0" i="1" u="none" kern="1200" baseline="0" dirty="0">
                          <a:solidFill>
                            <a:schemeClr val="tx1"/>
                          </a:solidFill>
                          <a:effectLst/>
                          <a:latin typeface="+mn-lt"/>
                          <a:cs typeface="+mn-cs"/>
                        </a:rPr>
                        <a:t>A compléter par le groupe </a:t>
                      </a:r>
                      <a:r>
                        <a:rPr lang="fr-FR" sz="900" b="0" i="1" u="none" kern="1200" baseline="0" dirty="0" err="1">
                          <a:solidFill>
                            <a:schemeClr val="tx1"/>
                          </a:solidFill>
                          <a:effectLst/>
                          <a:latin typeface="+mn-lt"/>
                          <a:cs typeface="+mn-cs"/>
                        </a:rPr>
                        <a:t>PAREF</a:t>
                      </a:r>
                      <a:endParaRPr lang="fr-FR" sz="900" b="0" u="none" kern="1200" baseline="0" dirty="0">
                        <a:solidFill>
                          <a:schemeClr val="tx1"/>
                        </a:solidFill>
                        <a:effectLst/>
                        <a:latin typeface="+mn-lt"/>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endParaRPr lang="fr-FR" sz="900" b="1" u="sng" kern="1200" baseline="0" dirty="0">
                        <a:solidFill>
                          <a:schemeClr val="tx1"/>
                        </a:solidFill>
                        <a:effectLst/>
                        <a:latin typeface="+mn-lt"/>
                        <a:ea typeface="Times New Roman" panose="02020603050405020304" pitchFamily="18" charset="0"/>
                        <a:cs typeface="+mn-cs"/>
                      </a:endParaRPr>
                    </a:p>
                    <a:p>
                      <a:pPr marL="0" indent="0" algn="just">
                        <a:buClr>
                          <a:schemeClr val="tx2"/>
                        </a:buClr>
                        <a:buFontTx/>
                        <a:buNone/>
                      </a:pPr>
                      <a:endParaRPr lang="fr-FR" sz="900" b="0" kern="1200" baseline="0" dirty="0">
                        <a:solidFill>
                          <a:schemeClr val="tx1"/>
                        </a:solidFill>
                        <a:effectLs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l" rtl="0" eaLnBrk="1" fontAlgn="base" latinLnBrk="0" hangingPunct="1">
                        <a:lnSpc>
                          <a:spcPct val="100000"/>
                        </a:lnSpc>
                        <a:spcBef>
                          <a:spcPct val="0"/>
                        </a:spcBef>
                        <a:spcAft>
                          <a:spcPts val="0"/>
                        </a:spcAft>
                        <a:buClrTx/>
                        <a:buSzTx/>
                        <a:buFont typeface="Arial" panose="020B0604020202020204" pitchFamily="34" charset="0"/>
                        <a:buNone/>
                      </a:pPr>
                      <a:r>
                        <a:rPr lang="fr-FR" sz="900" b="0" u="none" kern="1200" baseline="0" noProof="0">
                          <a:solidFill>
                            <a:schemeClr val="tx1"/>
                          </a:solidFill>
                          <a:effectLst/>
                          <a:latin typeface="+mn-lt"/>
                          <a:ea typeface="Times New Roman" panose="02020603050405020304" pitchFamily="18" charset="0"/>
                          <a:cs typeface="Arial"/>
                        </a:rPr>
                        <a:t>Renforcer la configuration des mots de passe sur l’application Altaïx.</a:t>
                      </a:r>
                      <a:endParaRPr lang="fr-FR" sz="900" kern="1200" baseline="0">
                        <a:solidFill>
                          <a:schemeClr val="tx1"/>
                        </a:solidFill>
                        <a:effectLs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1800">
                          <a:solidFill>
                            <a:srgbClr val="00B050"/>
                          </a:solidFill>
                          <a:latin typeface="Georgia" panose="02040502050405020303" pitchFamily="18" charset="0"/>
                          <a:ea typeface="SimHei" panose="02010609060101010101" pitchFamily="49" charset="-122"/>
                          <a:cs typeface="Times New Roman" panose="02020603050405020304" pitchFamily="18" charset="0"/>
                          <a:sym typeface="Wingdings" panose="05000000000000000000" pitchFamily="2" charset="2"/>
                        </a:rPr>
                        <a:t></a:t>
                      </a:r>
                      <a:endParaRPr lang="fr-FR" sz="1800"/>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1800">
                        <a:highlight>
                          <a:srgbClr val="FFFF00"/>
                        </a:highlight>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a:highlight>
                          <a:srgbClr val="FFFF00"/>
                        </a:highligh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Altaïx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DSI</a:t>
                      </a:r>
                    </a:p>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a:solidFill>
                          <a:schemeClr val="tx1"/>
                        </a:solidFill>
                        <a:effectLs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2" name="Google Shape;478;p3">
            <a:extLst>
              <a:ext uri="{FF2B5EF4-FFF2-40B4-BE49-F238E27FC236}">
                <a16:creationId xmlns:a16="http://schemas.microsoft.com/office/drawing/2014/main" id="{CCBC21C0-9461-8D13-93A0-756815240A9A}"/>
              </a:ext>
            </a:extLst>
          </p:cNvPr>
          <p:cNvSpPr txBox="1">
            <a:spLocks/>
          </p:cNvSpPr>
          <p:nvPr/>
        </p:nvSpPr>
        <p:spPr>
          <a:xfrm>
            <a:off x="561705" y="431080"/>
            <a:ext cx="6248670" cy="41365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chemeClr val="dk1"/>
              </a:buClr>
              <a:buSzPts val="2800"/>
              <a:buFont typeface="Georgia"/>
              <a:buNone/>
              <a:defRPr sz="28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fr-FR" sz="2000" b="1">
                <a:latin typeface="Georgia" panose="02040502050405020303" pitchFamily="18" charset="0"/>
              </a:rPr>
              <a:t>Suivi</a:t>
            </a:r>
            <a:r>
              <a:rPr lang="fr-FR" sz="2000"/>
              <a:t> </a:t>
            </a:r>
            <a:r>
              <a:rPr lang="fr-FR" sz="2000" b="1">
                <a:latin typeface="Georgia" panose="02040502050405020303" pitchFamily="18" charset="0"/>
              </a:rPr>
              <a:t>des recommandations antérieures </a:t>
            </a:r>
            <a:r>
              <a:rPr lang="fr-FR" sz="1200" b="1">
                <a:latin typeface="Georgia" panose="02040502050405020303" pitchFamily="18" charset="0"/>
              </a:rPr>
              <a:t>(3/4)</a:t>
            </a:r>
          </a:p>
          <a:p>
            <a:endParaRPr lang="fr-FR" sz="2000" b="1">
              <a:latin typeface="Georgia" panose="02040502050405020303" pitchFamily="18" charset="0"/>
            </a:endParaRPr>
          </a:p>
        </p:txBody>
      </p:sp>
    </p:spTree>
    <p:extLst>
      <p:ext uri="{BB962C8B-B14F-4D97-AF65-F5344CB8AC3E}">
        <p14:creationId xmlns:p14="http://schemas.microsoft.com/office/powerpoint/2010/main" val="360990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1"/>
          </p:nvPr>
        </p:nvSpPr>
        <p:spPr>
          <a:xfrm>
            <a:off x="9875520" y="6492240"/>
            <a:ext cx="1706880" cy="137160"/>
          </a:xfrm>
          <a:prstGeom prst="rect">
            <a:avLst/>
          </a:prstGeom>
        </p:spPr>
        <p:txBody>
          <a:bodyPr vert="horz" lIns="0" tIns="0" rIns="0" bIns="0" rtlCol="0" anchor="b" anchorCtr="0">
            <a:noAutofit/>
          </a:bodyPr>
          <a:lstStyle>
            <a:defPPr>
              <a:defRPr lang="en-US"/>
            </a:defPPr>
            <a:lvl1pPr marL="0" algn="r"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870704B-CE94-48CC-AF30-84932A1262A7}" type="slidenum">
              <a:rPr lang="en-GB" smtClean="0"/>
              <a:pPr/>
              <a:t>16</a:t>
            </a:fld>
            <a:endParaRPr lang="en-GB"/>
          </a:p>
        </p:txBody>
      </p:sp>
      <p:graphicFrame>
        <p:nvGraphicFramePr>
          <p:cNvPr id="8" name="Tableau 7"/>
          <p:cNvGraphicFramePr>
            <a:graphicFrameLocks noGrp="1"/>
          </p:cNvGraphicFramePr>
          <p:nvPr>
            <p:custDataLst>
              <p:tags r:id="rId1"/>
            </p:custDataLst>
            <p:extLst>
              <p:ext uri="{D42A27DB-BD31-4B8C-83A1-F6EECF244321}">
                <p14:modId xmlns:p14="http://schemas.microsoft.com/office/powerpoint/2010/main" val="2597384679"/>
              </p:ext>
            </p:extLst>
          </p:nvPr>
        </p:nvGraphicFramePr>
        <p:xfrm>
          <a:off x="595145" y="836712"/>
          <a:ext cx="10959063" cy="5478888"/>
        </p:xfrm>
        <a:graphic>
          <a:graphicData uri="http://schemas.openxmlformats.org/drawingml/2006/table">
            <a:tbl>
              <a:tblPr firstRow="1" firstCol="1" bandRow="1">
                <a:tableStyleId>{5C22544A-7EE6-4342-B048-85BDC9FD1C3A}</a:tableStyleId>
              </a:tblPr>
              <a:tblGrid>
                <a:gridCol w="562263">
                  <a:extLst>
                    <a:ext uri="{9D8B030D-6E8A-4147-A177-3AD203B41FA5}">
                      <a16:colId xmlns:a16="http://schemas.microsoft.com/office/drawing/2014/main" val="20000"/>
                    </a:ext>
                  </a:extLst>
                </a:gridCol>
                <a:gridCol w="1544400">
                  <a:extLst>
                    <a:ext uri="{9D8B030D-6E8A-4147-A177-3AD203B41FA5}">
                      <a16:colId xmlns:a16="http://schemas.microsoft.com/office/drawing/2014/main" val="20001"/>
                    </a:ext>
                  </a:extLst>
                </a:gridCol>
                <a:gridCol w="4978800">
                  <a:extLst>
                    <a:ext uri="{9D8B030D-6E8A-4147-A177-3AD203B41FA5}">
                      <a16:colId xmlns:a16="http://schemas.microsoft.com/office/drawing/2014/main" val="4009986533"/>
                    </a:ext>
                  </a:extLst>
                </a:gridCol>
                <a:gridCol w="1540800">
                  <a:extLst>
                    <a:ext uri="{9D8B030D-6E8A-4147-A177-3AD203B41FA5}">
                      <a16:colId xmlns:a16="http://schemas.microsoft.com/office/drawing/2014/main" val="597146932"/>
                    </a:ext>
                  </a:extLst>
                </a:gridCol>
                <a:gridCol w="766800">
                  <a:extLst>
                    <a:ext uri="{9D8B030D-6E8A-4147-A177-3AD203B41FA5}">
                      <a16:colId xmlns:a16="http://schemas.microsoft.com/office/drawing/2014/main" val="1535363264"/>
                    </a:ext>
                  </a:extLst>
                </a:gridCol>
                <a:gridCol w="806400">
                  <a:extLst>
                    <a:ext uri="{9D8B030D-6E8A-4147-A177-3AD203B41FA5}">
                      <a16:colId xmlns:a16="http://schemas.microsoft.com/office/drawing/2014/main" val="1735758316"/>
                    </a:ext>
                  </a:extLst>
                </a:gridCol>
                <a:gridCol w="759600">
                  <a:extLst>
                    <a:ext uri="{9D8B030D-6E8A-4147-A177-3AD203B41FA5}">
                      <a16:colId xmlns:a16="http://schemas.microsoft.com/office/drawing/2014/main" val="2853028272"/>
                    </a:ext>
                  </a:extLst>
                </a:gridCol>
              </a:tblGrid>
              <a:tr h="238059">
                <a:tc>
                  <a:txBody>
                    <a:bodyPr/>
                    <a:lstStyle/>
                    <a:p>
                      <a:pPr algn="ctr"/>
                      <a:r>
                        <a:rPr lang="fr-FR" sz="900" dirty="0">
                          <a:solidFill>
                            <a:schemeClr val="bg1"/>
                          </a:solidFill>
                          <a:latin typeface="+mn-lt"/>
                        </a:rPr>
                        <a:t>Réf.</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957796" rtl="0" eaLnBrk="1" latinLnBrk="0" hangingPunct="1"/>
                      <a:r>
                        <a:rPr lang="fr-FR" sz="900" b="1" kern="1200">
                          <a:solidFill>
                            <a:schemeClr val="bg1"/>
                          </a:solidFill>
                          <a:latin typeface="+mn-lt"/>
                          <a:ea typeface="+mn-ea"/>
                          <a:cs typeface="+mn-cs"/>
                        </a:rPr>
                        <a:t>Description</a:t>
                      </a:r>
                      <a:r>
                        <a:rPr lang="fr-FR" sz="900" b="1" kern="1200" baseline="0">
                          <a:solidFill>
                            <a:schemeClr val="bg1"/>
                          </a:solidFill>
                          <a:latin typeface="+mn-lt"/>
                          <a:ea typeface="+mn-ea"/>
                          <a:cs typeface="+mn-cs"/>
                        </a:rPr>
                        <a:t> du contrôle</a:t>
                      </a:r>
                      <a:endParaRPr lang="fr-FR" sz="900" b="1" kern="1200">
                        <a:solidFill>
                          <a:schemeClr val="bg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957796" rtl="0" eaLnBrk="1" latinLnBrk="0" hangingPunct="1"/>
                      <a:r>
                        <a:rPr lang="fr-FR" sz="900" b="1" kern="1200">
                          <a:solidFill>
                            <a:schemeClr val="bg1"/>
                          </a:solidFill>
                          <a:latin typeface="+mn-lt"/>
                          <a:ea typeface="+mn-ea"/>
                          <a:cs typeface="+mn-cs"/>
                        </a:rPr>
                        <a:t>Observation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algn="ctr"/>
                      <a:r>
                        <a:rPr lang="fr-FR" sz="900">
                          <a:solidFill>
                            <a:schemeClr val="bg1"/>
                          </a:solidFill>
                          <a:latin typeface="+mn-lt"/>
                        </a:rPr>
                        <a:t>Recommandation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685800" rtl="0" eaLnBrk="1" latinLnBrk="0" hangingPunct="1"/>
                      <a:r>
                        <a:rPr lang="fr-FR" sz="900" b="1" kern="1200">
                          <a:solidFill>
                            <a:schemeClr val="bg1"/>
                          </a:solidFill>
                          <a:latin typeface="+mn-lt"/>
                          <a:ea typeface="+mn-ea"/>
                          <a:cs typeface="+mn-cs"/>
                        </a:rPr>
                        <a:t>Priorité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685800" rtl="0" eaLnBrk="1" latinLnBrk="0" hangingPunct="1"/>
                      <a:r>
                        <a:rPr lang="fr-FR" sz="900" b="1" kern="1200">
                          <a:solidFill>
                            <a:schemeClr val="bg1"/>
                          </a:solidFill>
                          <a:latin typeface="+mn-lt"/>
                          <a:ea typeface="+mn-ea"/>
                          <a:cs typeface="+mn-cs"/>
                        </a:rPr>
                        <a:t>Application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685800" rtl="0" eaLnBrk="1" latinLnBrk="0" hangingPunct="1"/>
                      <a:r>
                        <a:rPr lang="fr-FR" sz="900" b="1" kern="1200">
                          <a:solidFill>
                            <a:schemeClr val="bg1"/>
                          </a:solidFill>
                          <a:latin typeface="+mn-lt"/>
                          <a:ea typeface="+mn-ea"/>
                          <a:cs typeface="+mn-cs"/>
                        </a:rPr>
                        <a:t>Acteur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extLst>
                  <a:ext uri="{0D108BD9-81ED-4DB2-BD59-A6C34878D82A}">
                    <a16:rowId xmlns:a16="http://schemas.microsoft.com/office/drawing/2014/main" val="10000"/>
                  </a:ext>
                </a:extLst>
              </a:tr>
              <a:tr h="238059">
                <a:tc gridSpan="7">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r>
                        <a:rPr kumimoji="0" lang="fr-FR" sz="900" b="1" i="0" u="none" strike="noStrike" kern="1200" cap="none" spc="0" normalizeH="0" baseline="0">
                          <a:ln>
                            <a:noFill/>
                          </a:ln>
                          <a:solidFill>
                            <a:srgbClr val="FFFFFF"/>
                          </a:solidFill>
                          <a:effectLst/>
                          <a:uLnTx/>
                          <a:uFillTx/>
                          <a:latin typeface="+mn-lt"/>
                          <a:ea typeface="+mn-ea"/>
                          <a:cs typeface="Calibri" panose="020F0502020204030204" pitchFamily="34" charset="0"/>
                        </a:rPr>
                        <a:t>Gestion des prestations informatiques externalisées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lumOff val="25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800">
                        <a:solidFill>
                          <a:schemeClr val="tx1"/>
                        </a:solidFill>
                        <a:latin typeface="+mn-lt"/>
                      </a:endParaRPr>
                    </a:p>
                  </a:txBody>
                  <a:tcPr anchor="ctr">
                    <a:solidFill>
                      <a:schemeClr val="bg1">
                        <a:lumMod val="75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bg1">
                        <a:lumMod val="65000"/>
                      </a:schemeClr>
                    </a:solidFill>
                  </a:tcPr>
                </a:tc>
                <a:extLst>
                  <a:ext uri="{0D108BD9-81ED-4DB2-BD59-A6C34878D82A}">
                    <a16:rowId xmlns:a16="http://schemas.microsoft.com/office/drawing/2014/main" val="10001"/>
                  </a:ext>
                </a:extLst>
              </a:tr>
              <a:tr h="5002770">
                <a:tc>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a:solidFill>
                            <a:schemeClr val="tx1"/>
                          </a:solidFill>
                          <a:latin typeface="+mn-lt"/>
                          <a:ea typeface="+mn-ea"/>
                          <a:cs typeface="+mn-cs"/>
                        </a:rPr>
                        <a:t>CO-03</a:t>
                      </a: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0" kern="1200">
                        <a:solidFill>
                          <a:schemeClr val="tx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0" kern="120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b="0" kern="1200">
                          <a:solidFill>
                            <a:schemeClr val="tx1"/>
                          </a:solidFill>
                          <a:effectLst/>
                          <a:latin typeface="+mn-lt"/>
                          <a:ea typeface="Times New Roman" panose="02020603050405020304" pitchFamily="18" charset="0"/>
                          <a:cs typeface="Arial" panose="020B0604020202020204" pitchFamily="34" charset="0"/>
                        </a:rPr>
                        <a:t>Les processus et applications externalisées font l’objet d’un suivi régulier et des contrôles de second niveau existent. </a:t>
                      </a:r>
                    </a:p>
                    <a:p>
                      <a:pPr marL="0" marR="0" lvl="1" indent="0" algn="just"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a:solidFill>
                          <a:schemeClr val="tx1"/>
                        </a:solidFill>
                        <a:effectLst/>
                        <a:highlight>
                          <a:srgbClr val="FFFF00"/>
                        </a:highligh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u="sng" kern="1200" baseline="0" dirty="0">
                          <a:solidFill>
                            <a:schemeClr val="tx1"/>
                          </a:solidFill>
                          <a:effectLst/>
                          <a:latin typeface="+mn-lt"/>
                          <a:ea typeface="Times New Roman" panose="02020603050405020304" pitchFamily="18" charset="0"/>
                          <a:cs typeface="+mn-cs"/>
                        </a:rPr>
                        <a:t>Constat 2024 :</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kern="1200" baseline="0" dirty="0">
                          <a:solidFill>
                            <a:schemeClr val="tx1"/>
                          </a:solidFill>
                          <a:effectLst/>
                          <a:latin typeface="+mn-lt"/>
                          <a:ea typeface="Times New Roman" panose="02020603050405020304" pitchFamily="18" charset="0"/>
                          <a:cs typeface="+mn-cs"/>
                        </a:rPr>
                        <a:t> </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0" kern="1200" baseline="0" dirty="0">
                          <a:solidFill>
                            <a:schemeClr val="tx1"/>
                          </a:solidFill>
                          <a:effectLst/>
                          <a:latin typeface="+mn-lt"/>
                          <a:ea typeface="Times New Roman" panose="02020603050405020304" pitchFamily="18" charset="0"/>
                          <a:cs typeface="+mn-cs"/>
                        </a:rPr>
                        <a:t>Notre revue des prestations externalisées en 2024 avait mis en évidence l’absence de rapport </a:t>
                      </a:r>
                      <a:r>
                        <a:rPr lang="fr-FR" sz="900" b="0" kern="1200" baseline="0" dirty="0" err="1">
                          <a:solidFill>
                            <a:schemeClr val="tx1"/>
                          </a:solidFill>
                          <a:effectLst/>
                          <a:latin typeface="+mn-lt"/>
                          <a:ea typeface="Times New Roman" panose="02020603050405020304" pitchFamily="18" charset="0"/>
                          <a:cs typeface="+mn-cs"/>
                        </a:rPr>
                        <a:t>ISAE</a:t>
                      </a:r>
                      <a:r>
                        <a:rPr lang="fr-FR" sz="900" b="0" kern="1200" baseline="0" dirty="0">
                          <a:solidFill>
                            <a:schemeClr val="tx1"/>
                          </a:solidFill>
                          <a:effectLst/>
                          <a:latin typeface="+mn-lt"/>
                          <a:ea typeface="Times New Roman" panose="02020603050405020304" pitchFamily="18" charset="0"/>
                          <a:cs typeface="+mn-cs"/>
                        </a:rPr>
                        <a:t> 3402 type 2 par le prestataire </a:t>
                      </a:r>
                      <a:r>
                        <a:rPr lang="fr-FR" sz="900" b="0" kern="1200" baseline="0" dirty="0" err="1">
                          <a:solidFill>
                            <a:schemeClr val="tx1"/>
                          </a:solidFill>
                          <a:effectLst/>
                          <a:latin typeface="+mn-lt"/>
                          <a:ea typeface="Times New Roman" panose="02020603050405020304" pitchFamily="18" charset="0"/>
                          <a:cs typeface="+mn-cs"/>
                        </a:rPr>
                        <a:t>Upinfo</a:t>
                      </a:r>
                      <a:r>
                        <a:rPr lang="fr-FR" sz="900" b="0" kern="1200" baseline="0" dirty="0">
                          <a:solidFill>
                            <a:schemeClr val="tx1"/>
                          </a:solidFill>
                          <a:effectLst/>
                          <a:latin typeface="+mn-lt"/>
                          <a:ea typeface="Times New Roman" panose="02020603050405020304" pitchFamily="18" charset="0"/>
                          <a:cs typeface="+mn-cs"/>
                        </a:rPr>
                        <a:t> pour les applications Sage 1000 et </a:t>
                      </a:r>
                      <a:r>
                        <a:rPr lang="fr-FR" sz="900" b="0" kern="1200" baseline="0" dirty="0" err="1">
                          <a:solidFill>
                            <a:schemeClr val="tx1"/>
                          </a:solidFill>
                          <a:effectLst/>
                          <a:latin typeface="+mn-lt"/>
                          <a:ea typeface="Times New Roman" panose="02020603050405020304" pitchFamily="18" charset="0"/>
                          <a:cs typeface="+mn-cs"/>
                        </a:rPr>
                        <a:t>Unicia</a:t>
                      </a:r>
                      <a:r>
                        <a:rPr lang="fr-FR" sz="900" b="0" kern="1200" baseline="0" dirty="0">
                          <a:solidFill>
                            <a:schemeClr val="tx1"/>
                          </a:solidFill>
                          <a:effectLst/>
                          <a:latin typeface="+mn-lt"/>
                          <a:ea typeface="Times New Roman" panose="02020603050405020304" pitchFamily="18" charset="0"/>
                          <a:cs typeface="+mn-cs"/>
                        </a:rPr>
                        <a:t>, ainsi que de contrôles de second niveau réalisés par le groupe </a:t>
                      </a:r>
                      <a:r>
                        <a:rPr lang="fr-FR" sz="900" b="0" kern="1200" baseline="0" dirty="0" err="1">
                          <a:solidFill>
                            <a:schemeClr val="tx1"/>
                          </a:solidFill>
                          <a:effectLst/>
                          <a:latin typeface="+mn-lt"/>
                          <a:ea typeface="Times New Roman" panose="02020603050405020304" pitchFamily="18" charset="0"/>
                          <a:cs typeface="+mn-cs"/>
                        </a:rPr>
                        <a:t>PAREF</a:t>
                      </a:r>
                      <a:r>
                        <a:rPr lang="fr-FR" sz="900" b="0" kern="1200" baseline="0" dirty="0">
                          <a:solidFill>
                            <a:schemeClr val="tx1"/>
                          </a:solidFill>
                          <a:effectLst/>
                          <a:latin typeface="+mn-lt"/>
                          <a:ea typeface="Times New Roman" panose="02020603050405020304" pitchFamily="18" charset="0"/>
                          <a:cs typeface="+mn-cs"/>
                        </a:rPr>
                        <a:t>.</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1" u="sng" kern="1200" dirty="0">
                        <a:solidFill>
                          <a:srgbClr val="AA2417"/>
                        </a:solidFill>
                        <a:effectLst/>
                        <a:latin typeface="+mn-lt"/>
                        <a:ea typeface="+mn-ea"/>
                        <a:cs typeface="+mn-cs"/>
                      </a:endParaRPr>
                    </a:p>
                    <a:p>
                      <a:pPr marL="182563" marR="0" lvl="0" indent="-182563"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i="0" u="sng" strike="noStrike" kern="1200" dirty="0">
                          <a:solidFill>
                            <a:schemeClr val="tx1"/>
                          </a:solidFill>
                          <a:effectLst/>
                          <a:latin typeface="+mn-lt"/>
                          <a:ea typeface="+mn-ea"/>
                          <a:cs typeface="+mn-cs"/>
                        </a:rPr>
                        <a:t>Statut 2025 :</a:t>
                      </a:r>
                      <a:r>
                        <a:rPr lang="fr-FR" sz="900" b="1" i="0" u="none" strike="noStrike" kern="1200" dirty="0">
                          <a:solidFill>
                            <a:schemeClr val="tx1"/>
                          </a:solidFill>
                          <a:effectLst/>
                          <a:latin typeface="+mn-lt"/>
                          <a:ea typeface="+mn-ea"/>
                          <a:cs typeface="+mn-cs"/>
                        </a:rPr>
                        <a:t> </a:t>
                      </a:r>
                      <a:r>
                        <a:rPr lang="fr-FR" sz="900" b="1" i="0" u="none" strike="noStrike" kern="1200" noProof="0" dirty="0">
                          <a:solidFill>
                            <a:srgbClr val="C00000"/>
                          </a:solidFill>
                          <a:effectLst/>
                          <a:latin typeface="Arial" panose="020B0604020202020204" pitchFamily="34" charset="0"/>
                          <a:ea typeface="+mn-ea"/>
                          <a:cs typeface="Arial" panose="020B0604020202020204" pitchFamily="34" charset="0"/>
                        </a:rPr>
                        <a:t>Non résolu</a:t>
                      </a:r>
                      <a:endParaRPr lang="fr-FR" sz="900" b="1" i="0" u="none" strike="noStrike" kern="1200" noProof="0" dirty="0">
                        <a:solidFill>
                          <a:schemeClr val="tx2"/>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1" u="sng" kern="1200" dirty="0">
                        <a:solidFill>
                          <a:srgbClr val="AA2417"/>
                        </a:solidFill>
                        <a:effectLst/>
                        <a:latin typeface="+mn-lt"/>
                        <a:ea typeface="+mn-ea"/>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0" kern="1200" baseline="0" dirty="0">
                          <a:solidFill>
                            <a:schemeClr val="tx1"/>
                          </a:solidFill>
                          <a:effectLst/>
                          <a:latin typeface="+mn-lt"/>
                          <a:ea typeface="Times New Roman" panose="02020603050405020304" pitchFamily="18" charset="0"/>
                          <a:cs typeface="+mn-cs"/>
                        </a:rPr>
                        <a:t>Notre revue des prestations externalisées en 2025 continue de mettre en évidence l’absence de rapport </a:t>
                      </a:r>
                      <a:r>
                        <a:rPr lang="fr-FR" sz="900" b="0" kern="1200" baseline="0" dirty="0" err="1">
                          <a:solidFill>
                            <a:schemeClr val="tx1"/>
                          </a:solidFill>
                          <a:effectLst/>
                          <a:latin typeface="+mn-lt"/>
                          <a:ea typeface="Times New Roman" panose="02020603050405020304" pitchFamily="18" charset="0"/>
                          <a:cs typeface="+mn-cs"/>
                        </a:rPr>
                        <a:t>ISAE</a:t>
                      </a:r>
                      <a:r>
                        <a:rPr lang="fr-FR" sz="900" b="0" kern="1200" baseline="0" dirty="0">
                          <a:solidFill>
                            <a:schemeClr val="tx1"/>
                          </a:solidFill>
                          <a:effectLst/>
                          <a:latin typeface="+mn-lt"/>
                          <a:ea typeface="Times New Roman" panose="02020603050405020304" pitchFamily="18" charset="0"/>
                          <a:cs typeface="+mn-cs"/>
                        </a:rPr>
                        <a:t> 3402 type 2 par le prestataire </a:t>
                      </a:r>
                      <a:r>
                        <a:rPr lang="fr-FR" sz="900" dirty="0" err="1">
                          <a:solidFill>
                            <a:schemeClr val="tx1"/>
                          </a:solidFill>
                        </a:rPr>
                        <a:t>Héliaq</a:t>
                      </a:r>
                      <a:r>
                        <a:rPr lang="fr-FR" sz="900" dirty="0">
                          <a:solidFill>
                            <a:schemeClr val="tx1"/>
                          </a:solidFill>
                        </a:rPr>
                        <a:t> Solutions (anciennement </a:t>
                      </a:r>
                      <a:r>
                        <a:rPr lang="fr-FR" sz="900" dirty="0" err="1">
                          <a:solidFill>
                            <a:schemeClr val="tx1"/>
                          </a:solidFill>
                        </a:rPr>
                        <a:t>Upinfo</a:t>
                      </a:r>
                      <a:r>
                        <a:rPr lang="fr-FR" sz="900" dirty="0">
                          <a:solidFill>
                            <a:schemeClr val="tx1"/>
                          </a:solidFill>
                        </a:rPr>
                        <a:t>)</a:t>
                      </a:r>
                      <a:r>
                        <a:rPr lang="fr-FR" sz="900" b="0" kern="1200" baseline="0" dirty="0">
                          <a:solidFill>
                            <a:schemeClr val="tx1"/>
                          </a:solidFill>
                          <a:effectLst/>
                          <a:latin typeface="+mn-lt"/>
                          <a:ea typeface="Times New Roman" panose="02020603050405020304" pitchFamily="18" charset="0"/>
                          <a:cs typeface="+mn-cs"/>
                        </a:rPr>
                        <a:t> pour les applications Sage 1000 et </a:t>
                      </a:r>
                      <a:r>
                        <a:rPr lang="fr-FR" sz="900" b="0" kern="1200" baseline="0" dirty="0" err="1">
                          <a:solidFill>
                            <a:schemeClr val="tx1"/>
                          </a:solidFill>
                          <a:effectLst/>
                          <a:latin typeface="+mn-lt"/>
                          <a:ea typeface="Times New Roman" panose="02020603050405020304" pitchFamily="18" charset="0"/>
                          <a:cs typeface="+mn-cs"/>
                        </a:rPr>
                        <a:t>Unicia</a:t>
                      </a:r>
                      <a:r>
                        <a:rPr lang="fr-FR" sz="900" b="0" kern="1200" baseline="0" dirty="0">
                          <a:solidFill>
                            <a:schemeClr val="tx1"/>
                          </a:solidFill>
                          <a:effectLst/>
                          <a:latin typeface="+mn-lt"/>
                          <a:ea typeface="Times New Roman" panose="02020603050405020304" pitchFamily="18" charset="0"/>
                          <a:cs typeface="+mn-cs"/>
                        </a:rPr>
                        <a:t>, ne permettant pas d’attester de l’efficacité opérationnelle des contrôles mis en place.</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0" kern="1200" baseline="0" dirty="0">
                          <a:solidFill>
                            <a:schemeClr val="tx1"/>
                          </a:solidFill>
                          <a:effectLst/>
                          <a:latin typeface="+mn-lt"/>
                          <a:ea typeface="Times New Roman" panose="02020603050405020304" pitchFamily="18" charset="0"/>
                          <a:cs typeface="+mn-cs"/>
                        </a:rPr>
                        <a:t>De plus, nous n’avons toujours pas noté la présence de contrôles de second niveau réalisés par le groupe </a:t>
                      </a:r>
                      <a:r>
                        <a:rPr lang="fr-FR" sz="900" b="0" kern="1200" baseline="0" dirty="0" err="1">
                          <a:solidFill>
                            <a:schemeClr val="tx1"/>
                          </a:solidFill>
                          <a:effectLst/>
                          <a:latin typeface="+mn-lt"/>
                          <a:ea typeface="Times New Roman" panose="02020603050405020304" pitchFamily="18" charset="0"/>
                          <a:cs typeface="+mn-cs"/>
                        </a:rPr>
                        <a:t>PAREF</a:t>
                      </a:r>
                      <a:r>
                        <a:rPr lang="fr-FR" sz="900" b="0" kern="1200" baseline="0" dirty="0">
                          <a:solidFill>
                            <a:schemeClr val="tx1"/>
                          </a:solidFill>
                          <a:effectLst/>
                          <a:latin typeface="+mn-lt"/>
                          <a:ea typeface="Times New Roman" panose="02020603050405020304" pitchFamily="18" charset="0"/>
                          <a:cs typeface="+mn-cs"/>
                        </a:rPr>
                        <a:t> afin de mitiger les risques relatifs à l’ensemble des processus informatiques externalisés.</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0" kern="1200" baseline="0" dirty="0">
                          <a:solidFill>
                            <a:schemeClr val="tx1"/>
                          </a:solidFill>
                          <a:effectLst/>
                          <a:latin typeface="+mn-lt"/>
                          <a:ea typeface="Times New Roman" panose="02020603050405020304" pitchFamily="18" charset="0"/>
                          <a:cs typeface="+mn-cs"/>
                        </a:rPr>
                        <a:t>Nous comprenons toutefois que le prestataire </a:t>
                      </a:r>
                      <a:r>
                        <a:rPr lang="fr-FR" sz="900" b="0" kern="1200" baseline="0" dirty="0" err="1">
                          <a:solidFill>
                            <a:schemeClr val="tx1"/>
                          </a:solidFill>
                          <a:effectLst/>
                          <a:latin typeface="+mn-lt"/>
                          <a:ea typeface="Times New Roman" panose="02020603050405020304" pitchFamily="18" charset="0"/>
                          <a:cs typeface="+mn-cs"/>
                        </a:rPr>
                        <a:t>Héliaq</a:t>
                      </a:r>
                      <a:r>
                        <a:rPr lang="fr-FR" sz="900" b="0" kern="1200" baseline="0" dirty="0">
                          <a:solidFill>
                            <a:schemeClr val="tx1"/>
                          </a:solidFill>
                          <a:effectLst/>
                          <a:latin typeface="+mn-lt"/>
                          <a:ea typeface="Times New Roman" panose="02020603050405020304" pitchFamily="18" charset="0"/>
                          <a:cs typeface="+mn-cs"/>
                        </a:rPr>
                        <a:t> Solutions </a:t>
                      </a:r>
                      <a:r>
                        <a:rPr lang="fr-FR" sz="900" b="0" kern="1200" baseline="0" dirty="0">
                          <a:solidFill>
                            <a:schemeClr val="tx1"/>
                          </a:solidFill>
                          <a:effectLst/>
                          <a:latin typeface="+mn-lt"/>
                          <a:ea typeface="+mn-ea"/>
                          <a:cs typeface="+mn-cs"/>
                        </a:rPr>
                        <a:t>a engagé la mise en œuvre d’un rapport ISAE3402 type 2 visant à couvrir l’exercice 2026.</a:t>
                      </a:r>
                      <a:endParaRPr lang="fr-FR" sz="900" b="0" kern="1200" baseline="0" dirty="0">
                        <a:solidFill>
                          <a:schemeClr val="tx1"/>
                        </a:solidFill>
                        <a:effectLst/>
                        <a:highlight>
                          <a:srgbClr val="FFFF00"/>
                        </a:highligh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Times New Roman" panose="02020603050405020304" pitchFamily="18" charset="0"/>
                        <a:cs typeface="+mn-cs"/>
                      </a:endParaRPr>
                    </a:p>
                    <a:p>
                      <a:pPr marL="179388"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u="sng" kern="1200" baseline="0" dirty="0">
                          <a:solidFill>
                            <a:schemeClr val="tx1"/>
                          </a:solidFill>
                          <a:effectLst/>
                          <a:latin typeface="+mn-lt"/>
                          <a:ea typeface="Times New Roman" panose="02020603050405020304" pitchFamily="18" charset="0"/>
                          <a:cs typeface="+mn-cs"/>
                        </a:rPr>
                        <a:t>Procédure compensatoire :</a:t>
                      </a:r>
                      <a:r>
                        <a:rPr lang="fr-FR" sz="900" b="1" u="none" kern="1200" baseline="0" dirty="0">
                          <a:solidFill>
                            <a:schemeClr val="tx1"/>
                          </a:solidFill>
                          <a:effectLst/>
                          <a:latin typeface="+mn-lt"/>
                          <a:ea typeface="Times New Roman" panose="02020603050405020304" pitchFamily="18" charset="0"/>
                          <a:cs typeface="+mn-cs"/>
                        </a:rPr>
                        <a:t> </a:t>
                      </a:r>
                      <a:r>
                        <a:rPr lang="fr-FR" sz="900" b="0" u="none" kern="1200" baseline="0" dirty="0">
                          <a:solidFill>
                            <a:schemeClr val="tx1"/>
                          </a:solidFill>
                          <a:effectLst/>
                          <a:latin typeface="+mn-lt"/>
                          <a:ea typeface="Times New Roman" panose="02020603050405020304" pitchFamily="18" charset="0"/>
                          <a:cs typeface="+mn-cs"/>
                        </a:rPr>
                        <a:t>afin d’évaluer la maîtrise des risques liés aux processus externalisés des applications Sage 1000 et </a:t>
                      </a:r>
                      <a:r>
                        <a:rPr lang="fr-FR" sz="900" b="0" u="none" kern="1200" baseline="0" dirty="0" err="1">
                          <a:solidFill>
                            <a:schemeClr val="tx1"/>
                          </a:solidFill>
                          <a:effectLst/>
                          <a:latin typeface="+mn-lt"/>
                          <a:ea typeface="Times New Roman" panose="02020603050405020304" pitchFamily="18" charset="0"/>
                          <a:cs typeface="+mn-cs"/>
                        </a:rPr>
                        <a:t>Unicia</a:t>
                      </a:r>
                      <a:r>
                        <a:rPr lang="fr-FR" sz="900" b="0" u="none" kern="1200" baseline="0" dirty="0">
                          <a:solidFill>
                            <a:schemeClr val="tx1"/>
                          </a:solidFill>
                          <a:effectLst/>
                          <a:latin typeface="+mn-lt"/>
                          <a:ea typeface="Times New Roman" panose="02020603050405020304" pitchFamily="18" charset="0"/>
                          <a:cs typeface="+mn-cs"/>
                        </a:rPr>
                        <a:t>, nous avons réalisé des tests complémentaires portant sur la gestion des changements mis en production, la séparation des activités et des tâches entre développements et production, la gestion des incidents de production, ainsi que la gestion des sauvegardes et restaurations, sans relever d’anomalie. Par ailleurs, les travaux réalisés autour des dépendances informatiques sont satisfaisants</a:t>
                      </a:r>
                      <a:r>
                        <a:rPr lang="fr-FR" sz="900" b="0" u="none" kern="1200" baseline="0" dirty="0">
                          <a:solidFill>
                            <a:srgbClr val="FF0000"/>
                          </a:solidFill>
                          <a:effectLst/>
                          <a:latin typeface="+mn-lt"/>
                          <a:ea typeface="Times New Roman" panose="02020603050405020304" pitchFamily="18" charset="0"/>
                          <a:cs typeface="+mn-cs"/>
                        </a:rPr>
                        <a:t>. </a:t>
                      </a:r>
                      <a:br>
                        <a:rPr lang="fr-FR" sz="900" b="1" kern="1200" baseline="0" dirty="0">
                          <a:solidFill>
                            <a:schemeClr val="tx1"/>
                          </a:solidFill>
                          <a:effectLst/>
                          <a:latin typeface="+mn-lt"/>
                          <a:ea typeface="Times New Roman" panose="02020603050405020304" pitchFamily="18" charset="0"/>
                          <a:cs typeface="+mn-cs"/>
                        </a:rPr>
                      </a:br>
                      <a:br>
                        <a:rPr lang="fr-FR" sz="900" b="1" kern="1200" baseline="0" dirty="0">
                          <a:solidFill>
                            <a:schemeClr val="tx1"/>
                          </a:solidFill>
                          <a:effectLst/>
                          <a:latin typeface="+mn-lt"/>
                          <a:ea typeface="Times New Roman" panose="02020603050405020304" pitchFamily="18" charset="0"/>
                          <a:cs typeface="+mn-cs"/>
                        </a:rPr>
                      </a:b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u="sng" kern="1200" baseline="0" dirty="0">
                          <a:solidFill>
                            <a:schemeClr val="tx1"/>
                          </a:solidFill>
                          <a:effectLst/>
                          <a:latin typeface="+mn-lt"/>
                          <a:ea typeface="Times New Roman" panose="02020603050405020304" pitchFamily="18" charset="0"/>
                          <a:cs typeface="+mn-cs"/>
                        </a:rPr>
                        <a:t>Réponse du management 2025 :</a:t>
                      </a:r>
                      <a:r>
                        <a:rPr lang="fr-FR" sz="900" b="1" u="none" kern="1200" baseline="0" dirty="0">
                          <a:solidFill>
                            <a:schemeClr val="tx1"/>
                          </a:solidFill>
                          <a:effectLst/>
                          <a:latin typeface="+mn-lt"/>
                          <a:ea typeface="Times New Roman" panose="02020603050405020304" pitchFamily="18" charset="0"/>
                          <a:cs typeface="+mn-cs"/>
                        </a:rPr>
                        <a:t> </a:t>
                      </a:r>
                      <a:r>
                        <a:rPr lang="fr-FR" sz="900" b="0" i="1" u="none" kern="1200" baseline="0" dirty="0">
                          <a:solidFill>
                            <a:schemeClr val="tx1"/>
                          </a:solidFill>
                          <a:effectLst/>
                          <a:latin typeface="+mn-lt"/>
                          <a:cs typeface="+mn-cs"/>
                        </a:rPr>
                        <a:t>A compléter par le groupe </a:t>
                      </a:r>
                      <a:r>
                        <a:rPr lang="fr-FR" sz="900" b="0" i="1" u="none" kern="1200" baseline="0" dirty="0" err="1">
                          <a:solidFill>
                            <a:schemeClr val="tx1"/>
                          </a:solidFill>
                          <a:effectLst/>
                          <a:latin typeface="+mn-lt"/>
                          <a:cs typeface="+mn-cs"/>
                        </a:rPr>
                        <a:t>PAREF</a:t>
                      </a:r>
                      <a:endParaRPr lang="fr-FR" sz="900" b="0" u="none" kern="1200" baseline="0" dirty="0">
                        <a:solidFill>
                          <a:schemeClr val="tx1"/>
                        </a:solidFill>
                        <a:effectLst/>
                        <a:latin typeface="+mn-lt"/>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1" kern="1200" baseline="0" dirty="0">
                        <a:solidFill>
                          <a:schemeClr val="tx1"/>
                        </a:solidFill>
                        <a:effectLs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b="0" u="none" kern="1200" baseline="0" noProof="0">
                          <a:solidFill>
                            <a:schemeClr val="tx1"/>
                          </a:solidFill>
                          <a:effectLst/>
                          <a:latin typeface="+mn-lt"/>
                          <a:ea typeface="Times New Roman" panose="02020603050405020304" pitchFamily="18" charset="0"/>
                          <a:cs typeface="Arial" panose="020B0604020202020204" pitchFamily="34" charset="0"/>
                        </a:rPr>
                        <a:t>Obtenir un rapport de contrôle interne auprès du prestataire </a:t>
                      </a:r>
                      <a:r>
                        <a:rPr lang="fr-FR" sz="900" b="0" kern="1200" baseline="0" err="1">
                          <a:solidFill>
                            <a:schemeClr val="tx1"/>
                          </a:solidFill>
                          <a:effectLst/>
                          <a:latin typeface="+mn-lt"/>
                          <a:ea typeface="Times New Roman" panose="02020603050405020304" pitchFamily="18" charset="0"/>
                          <a:cs typeface="+mn-cs"/>
                        </a:rPr>
                        <a:t>Héliaq</a:t>
                      </a:r>
                      <a:r>
                        <a:rPr lang="fr-FR" sz="900" b="0" kern="1200" baseline="0">
                          <a:solidFill>
                            <a:schemeClr val="tx1"/>
                          </a:solidFill>
                          <a:effectLst/>
                          <a:latin typeface="+mn-lt"/>
                          <a:ea typeface="Times New Roman" panose="02020603050405020304" pitchFamily="18" charset="0"/>
                          <a:cs typeface="+mn-cs"/>
                        </a:rPr>
                        <a:t> Solutions </a:t>
                      </a:r>
                      <a:r>
                        <a:rPr lang="fr-FR" sz="900" b="0" u="none" kern="1200" baseline="0" noProof="0">
                          <a:solidFill>
                            <a:schemeClr val="tx1"/>
                          </a:solidFill>
                          <a:effectLst/>
                          <a:latin typeface="+mn-lt"/>
                          <a:ea typeface="Times New Roman" panose="02020603050405020304" pitchFamily="18" charset="0"/>
                          <a:cs typeface="Arial" panose="020B0604020202020204" pitchFamily="34" charset="0"/>
                        </a:rPr>
                        <a:t> (</a:t>
                      </a:r>
                      <a:r>
                        <a:rPr lang="fr-FR" sz="900" b="0" u="none" kern="1200" baseline="0" noProof="0">
                          <a:solidFill>
                            <a:schemeClr val="tx1"/>
                          </a:solidFill>
                          <a:effectLst/>
                          <a:latin typeface="+mn-lt"/>
                          <a:ea typeface="+mn-ea"/>
                          <a:cs typeface="+mn-cs"/>
                        </a:rPr>
                        <a:t>r</a:t>
                      </a:r>
                      <a:r>
                        <a:rPr lang="fr-FR" sz="900" kern="1200">
                          <a:solidFill>
                            <a:schemeClr val="tx1"/>
                          </a:solidFill>
                          <a:latin typeface="+mn-lt"/>
                          <a:ea typeface="+mn-ea"/>
                          <a:cs typeface="+mn-cs"/>
                        </a:rPr>
                        <a:t>apport ISAE 3402 Type 2) </a:t>
                      </a:r>
                      <a:r>
                        <a:rPr lang="fr-FR" sz="900" b="0" u="none" kern="1200" baseline="0" noProof="0">
                          <a:solidFill>
                            <a:schemeClr val="tx1"/>
                          </a:solidFill>
                          <a:effectLst/>
                          <a:latin typeface="+mn-lt"/>
                          <a:ea typeface="Times New Roman" panose="02020603050405020304" pitchFamily="18" charset="0"/>
                          <a:cs typeface="Arial" panose="020B0604020202020204" pitchFamily="34" charset="0"/>
                        </a:rPr>
                        <a:t>pour les activités externalisées des applications Sage 1000 et </a:t>
                      </a:r>
                      <a:r>
                        <a:rPr lang="fr-FR" sz="900" b="0" u="none" kern="1200" baseline="0" noProof="0" err="1">
                          <a:solidFill>
                            <a:schemeClr val="tx1"/>
                          </a:solidFill>
                          <a:effectLst/>
                          <a:latin typeface="+mn-lt"/>
                          <a:ea typeface="Times New Roman" panose="02020603050405020304" pitchFamily="18" charset="0"/>
                          <a:cs typeface="Arial" panose="020B0604020202020204" pitchFamily="34" charset="0"/>
                        </a:rPr>
                        <a:t>Unicia</a:t>
                      </a:r>
                      <a:r>
                        <a:rPr lang="fr-FR" sz="900" b="0" u="none" kern="1200" baseline="0" noProof="0">
                          <a:solidFill>
                            <a:schemeClr val="tx1"/>
                          </a:solidFill>
                          <a:effectLst/>
                          <a:latin typeface="+mn-lt"/>
                          <a:ea typeface="Times New Roman" panose="02020603050405020304" pitchFamily="18" charset="0"/>
                          <a:cs typeface="Arial" panose="020B0604020202020204" pitchFamily="34" charset="0"/>
                        </a:rPr>
                        <a:t> et/ou assurer</a:t>
                      </a:r>
                      <a:r>
                        <a:rPr lang="fr-FR" sz="900" kern="1200" baseline="0">
                          <a:solidFill>
                            <a:schemeClr val="tx1"/>
                          </a:solidFill>
                          <a:effectLst/>
                          <a:latin typeface="+mn-lt"/>
                          <a:ea typeface="Times New Roman" panose="02020603050405020304" pitchFamily="18" charset="0"/>
                          <a:cs typeface="+mn-cs"/>
                        </a:rPr>
                        <a:t> un suivi régulier et formel de la prestation.</a:t>
                      </a:r>
                    </a:p>
                    <a:p>
                      <a:pPr marL="0" marR="0" lvl="1" indent="0" algn="just"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a:solidFill>
                          <a:schemeClr val="tx1"/>
                        </a:solidFill>
                        <a:effectLst/>
                        <a:latin typeface="+mn-lt"/>
                        <a:ea typeface="Times New Roman" panose="02020603050405020304" pitchFamily="18" charset="0"/>
                        <a:cs typeface="+mn-cs"/>
                      </a:endParaRPr>
                    </a:p>
                    <a:p>
                      <a:pPr marL="0" marR="0" lvl="1" indent="0" algn="just"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a:solidFill>
                          <a:schemeClr val="tx1"/>
                        </a:solidFill>
                        <a:effectLs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1800">
                          <a:solidFill>
                            <a:srgbClr val="F06A00"/>
                          </a:solidFill>
                          <a:latin typeface="Wingdings"/>
                          <a:sym typeface="Wingdings"/>
                        </a:rPr>
                        <a:t></a:t>
                      </a:r>
                      <a:endParaRPr lang="fr-FR" sz="18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Sage 1000</a:t>
                      </a:r>
                    </a:p>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err="1">
                          <a:solidFill>
                            <a:schemeClr val="tx1"/>
                          </a:solidFill>
                          <a:effectLst/>
                          <a:latin typeface="+mn-lt"/>
                          <a:ea typeface="Times New Roman" panose="02020603050405020304" pitchFamily="18" charset="0"/>
                          <a:cs typeface="+mn-cs"/>
                        </a:rPr>
                        <a:t>Unicia</a:t>
                      </a:r>
                      <a:endParaRPr lang="fr-FR" sz="900" kern="1200" baseline="0">
                        <a:solidFill>
                          <a:schemeClr val="tx1"/>
                        </a:solidFill>
                        <a:effectLs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DSI</a:t>
                      </a:r>
                    </a:p>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a:solidFill>
                          <a:schemeClr val="tx1"/>
                        </a:solidFill>
                        <a:effectLs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2" name="Google Shape;478;p3">
            <a:extLst>
              <a:ext uri="{FF2B5EF4-FFF2-40B4-BE49-F238E27FC236}">
                <a16:creationId xmlns:a16="http://schemas.microsoft.com/office/drawing/2014/main" id="{EE8C5923-B40B-9B73-1C1C-60BA586E6AA1}"/>
              </a:ext>
            </a:extLst>
          </p:cNvPr>
          <p:cNvSpPr txBox="1">
            <a:spLocks/>
          </p:cNvSpPr>
          <p:nvPr/>
        </p:nvSpPr>
        <p:spPr>
          <a:xfrm>
            <a:off x="561705" y="431080"/>
            <a:ext cx="6248670" cy="41365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chemeClr val="dk1"/>
              </a:buClr>
              <a:buSzPts val="2800"/>
              <a:buFont typeface="Georgia"/>
              <a:buNone/>
              <a:defRPr sz="28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fr-FR" sz="2000" b="1">
                <a:latin typeface="Georgia" panose="02040502050405020303" pitchFamily="18" charset="0"/>
              </a:rPr>
              <a:t>Suivi</a:t>
            </a:r>
            <a:r>
              <a:rPr lang="fr-FR" sz="2000"/>
              <a:t> </a:t>
            </a:r>
            <a:r>
              <a:rPr lang="fr-FR" sz="2000" b="1">
                <a:latin typeface="Georgia" panose="02040502050405020303" pitchFamily="18" charset="0"/>
              </a:rPr>
              <a:t>des recommandations antérieures </a:t>
            </a:r>
            <a:r>
              <a:rPr lang="fr-FR" sz="1200" b="1">
                <a:latin typeface="Georgia" panose="02040502050405020303" pitchFamily="18" charset="0"/>
              </a:rPr>
              <a:t>(4/4)</a:t>
            </a:r>
          </a:p>
          <a:p>
            <a:endParaRPr lang="fr-FR" sz="2000" b="1">
              <a:latin typeface="Georgia" panose="02040502050405020303" pitchFamily="18" charset="0"/>
            </a:endParaRPr>
          </a:p>
        </p:txBody>
      </p:sp>
    </p:spTree>
    <p:extLst>
      <p:ext uri="{BB962C8B-B14F-4D97-AF65-F5344CB8AC3E}">
        <p14:creationId xmlns:p14="http://schemas.microsoft.com/office/powerpoint/2010/main" val="2677326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A7456-2948-CC49-8AD6-52C684B188C8}"/>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5AD07695-4C5B-0FC1-BE96-C2F1B0D62B2C}"/>
              </a:ext>
            </a:extLst>
          </p:cNvPr>
          <p:cNvSpPr>
            <a:spLocks noGrp="1"/>
          </p:cNvSpPr>
          <p:nvPr>
            <p:ph type="title"/>
          </p:nvPr>
        </p:nvSpPr>
        <p:spPr>
          <a:xfrm>
            <a:off x="397772" y="3459958"/>
            <a:ext cx="5645841" cy="2593275"/>
          </a:xfrm>
        </p:spPr>
        <p:txBody>
          <a:bodyPr/>
          <a:lstStyle/>
          <a:p>
            <a:r>
              <a:rPr lang="fr-FR" dirty="0"/>
              <a:t>Recommandation clôturée</a:t>
            </a:r>
            <a:endParaRPr lang="da-DK" dirty="0"/>
          </a:p>
        </p:txBody>
      </p:sp>
      <p:sp>
        <p:nvSpPr>
          <p:cNvPr id="13" name="Text Placeholder 12">
            <a:extLst>
              <a:ext uri="{FF2B5EF4-FFF2-40B4-BE49-F238E27FC236}">
                <a16:creationId xmlns:a16="http://schemas.microsoft.com/office/drawing/2014/main" id="{7CA9F962-4D91-2476-80F8-BDA281290900}"/>
              </a:ext>
            </a:extLst>
          </p:cNvPr>
          <p:cNvSpPr>
            <a:spLocks noGrp="1"/>
          </p:cNvSpPr>
          <p:nvPr>
            <p:ph type="body" idx="1"/>
          </p:nvPr>
        </p:nvSpPr>
        <p:spPr>
          <a:xfrm>
            <a:off x="8193823" y="572408"/>
            <a:ext cx="3462095" cy="4308872"/>
          </a:xfrm>
        </p:spPr>
        <p:txBody>
          <a:bodyPr/>
          <a:lstStyle/>
          <a:p>
            <a:r>
              <a:rPr lang="en-GB" noProof="0"/>
              <a:t>5</a:t>
            </a:r>
          </a:p>
        </p:txBody>
      </p:sp>
      <p:sp>
        <p:nvSpPr>
          <p:cNvPr id="3" name="Slide Number Placeholder 2">
            <a:extLst>
              <a:ext uri="{FF2B5EF4-FFF2-40B4-BE49-F238E27FC236}">
                <a16:creationId xmlns:a16="http://schemas.microsoft.com/office/drawing/2014/main" id="{08077E3D-7C4D-33A4-A4E3-2DC5776AB45A}"/>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17</a:t>
            </a:fld>
            <a:endParaRPr lang="en-US"/>
          </a:p>
        </p:txBody>
      </p:sp>
      <p:sp>
        <p:nvSpPr>
          <p:cNvPr id="2" name="Footer Placeholder 1">
            <a:extLst>
              <a:ext uri="{FF2B5EF4-FFF2-40B4-BE49-F238E27FC236}">
                <a16:creationId xmlns:a16="http://schemas.microsoft.com/office/drawing/2014/main" id="{E76A2B67-ADBF-8AAC-07F6-FAB72C044C9C}"/>
              </a:ext>
            </a:extLst>
          </p:cNvPr>
          <p:cNvSpPr>
            <a:spLocks noGrp="1"/>
          </p:cNvSpPr>
          <p:nvPr>
            <p:ph type="ftr" sz="quarter" idx="3"/>
          </p:nvPr>
        </p:nvSpPr>
        <p:spPr>
          <a:xfrm>
            <a:off x="1066800" y="6497441"/>
            <a:ext cx="8814816" cy="161583"/>
          </a:xfrm>
        </p:spPr>
        <p:txBody>
          <a:bodyPr/>
          <a:lstStyle/>
          <a:p>
            <a:r>
              <a:rPr lang="fr-FR" dirty="0"/>
              <a:t>Groupe </a:t>
            </a:r>
            <a:r>
              <a:rPr lang="fr-FR" dirty="0" err="1"/>
              <a:t>PAREF</a:t>
            </a:r>
            <a:r>
              <a:rPr lang="fr-FR" dirty="0"/>
              <a:t> |   Rapport de l'audit IT au titre de l'exercice 2025</a:t>
            </a:r>
            <a:endParaRPr lang="en-US" dirty="0"/>
          </a:p>
        </p:txBody>
      </p:sp>
    </p:spTree>
    <p:extLst>
      <p:ext uri="{BB962C8B-B14F-4D97-AF65-F5344CB8AC3E}">
        <p14:creationId xmlns:p14="http://schemas.microsoft.com/office/powerpoint/2010/main" val="20278178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1"/>
          </p:nvPr>
        </p:nvSpPr>
        <p:spPr>
          <a:xfrm>
            <a:off x="9875520" y="6492240"/>
            <a:ext cx="1706880" cy="137160"/>
          </a:xfrm>
          <a:prstGeom prst="rect">
            <a:avLst/>
          </a:prstGeom>
        </p:spPr>
        <p:txBody>
          <a:bodyPr vert="horz" lIns="0" tIns="0" rIns="0" bIns="0" rtlCol="0" anchor="b" anchorCtr="0">
            <a:noAutofit/>
          </a:bodyPr>
          <a:lstStyle>
            <a:defPPr>
              <a:defRPr lang="en-US"/>
            </a:defPPr>
            <a:lvl1pPr marL="0" algn="r"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870704B-CE94-48CC-AF30-84932A1262A7}" type="slidenum">
              <a:rPr lang="en-GB" smtClean="0"/>
              <a:pPr/>
              <a:t>18</a:t>
            </a:fld>
            <a:endParaRPr lang="en-GB"/>
          </a:p>
        </p:txBody>
      </p:sp>
      <p:graphicFrame>
        <p:nvGraphicFramePr>
          <p:cNvPr id="8" name="Tableau 7"/>
          <p:cNvGraphicFramePr>
            <a:graphicFrameLocks noGrp="1"/>
          </p:cNvGraphicFramePr>
          <p:nvPr>
            <p:custDataLst>
              <p:tags r:id="rId1"/>
            </p:custDataLst>
            <p:extLst>
              <p:ext uri="{D42A27DB-BD31-4B8C-83A1-F6EECF244321}">
                <p14:modId xmlns:p14="http://schemas.microsoft.com/office/powerpoint/2010/main" val="2018884587"/>
              </p:ext>
            </p:extLst>
          </p:nvPr>
        </p:nvGraphicFramePr>
        <p:xfrm>
          <a:off x="595804" y="839706"/>
          <a:ext cx="10958404" cy="5470505"/>
        </p:xfrm>
        <a:graphic>
          <a:graphicData uri="http://schemas.openxmlformats.org/drawingml/2006/table">
            <a:tbl>
              <a:tblPr firstRow="1" firstCol="1" bandRow="1">
                <a:tableStyleId>{5C22544A-7EE6-4342-B048-85BDC9FD1C3A}</a:tableStyleId>
              </a:tblPr>
              <a:tblGrid>
                <a:gridCol w="561600">
                  <a:extLst>
                    <a:ext uri="{9D8B030D-6E8A-4147-A177-3AD203B41FA5}">
                      <a16:colId xmlns:a16="http://schemas.microsoft.com/office/drawing/2014/main" val="20000"/>
                    </a:ext>
                  </a:extLst>
                </a:gridCol>
                <a:gridCol w="1544400">
                  <a:extLst>
                    <a:ext uri="{9D8B030D-6E8A-4147-A177-3AD203B41FA5}">
                      <a16:colId xmlns:a16="http://schemas.microsoft.com/office/drawing/2014/main" val="20001"/>
                    </a:ext>
                  </a:extLst>
                </a:gridCol>
                <a:gridCol w="4978800">
                  <a:extLst>
                    <a:ext uri="{9D8B030D-6E8A-4147-A177-3AD203B41FA5}">
                      <a16:colId xmlns:a16="http://schemas.microsoft.com/office/drawing/2014/main" val="4009986533"/>
                    </a:ext>
                  </a:extLst>
                </a:gridCol>
                <a:gridCol w="1540800">
                  <a:extLst>
                    <a:ext uri="{9D8B030D-6E8A-4147-A177-3AD203B41FA5}">
                      <a16:colId xmlns:a16="http://schemas.microsoft.com/office/drawing/2014/main" val="597146932"/>
                    </a:ext>
                  </a:extLst>
                </a:gridCol>
                <a:gridCol w="766804">
                  <a:extLst>
                    <a:ext uri="{9D8B030D-6E8A-4147-A177-3AD203B41FA5}">
                      <a16:colId xmlns:a16="http://schemas.microsoft.com/office/drawing/2014/main" val="2916870476"/>
                    </a:ext>
                  </a:extLst>
                </a:gridCol>
                <a:gridCol w="806400">
                  <a:extLst>
                    <a:ext uri="{9D8B030D-6E8A-4147-A177-3AD203B41FA5}">
                      <a16:colId xmlns:a16="http://schemas.microsoft.com/office/drawing/2014/main" val="20005"/>
                    </a:ext>
                  </a:extLst>
                </a:gridCol>
                <a:gridCol w="759600">
                  <a:extLst>
                    <a:ext uri="{9D8B030D-6E8A-4147-A177-3AD203B41FA5}">
                      <a16:colId xmlns:a16="http://schemas.microsoft.com/office/drawing/2014/main" val="3584456168"/>
                    </a:ext>
                  </a:extLst>
                </a:gridCol>
              </a:tblGrid>
              <a:tr h="0">
                <a:tc>
                  <a:txBody>
                    <a:bodyPr/>
                    <a:lstStyle/>
                    <a:p>
                      <a:pPr algn="ctr"/>
                      <a:r>
                        <a:rPr lang="fr-FR" sz="900" dirty="0">
                          <a:solidFill>
                            <a:schemeClr val="bg1"/>
                          </a:solidFill>
                          <a:latin typeface="+mn-lt"/>
                        </a:rPr>
                        <a:t>Réf.</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957796" rtl="0" eaLnBrk="1" latinLnBrk="0" hangingPunct="1"/>
                      <a:r>
                        <a:rPr lang="fr-FR" sz="900" b="1" kern="1200">
                          <a:solidFill>
                            <a:schemeClr val="bg1"/>
                          </a:solidFill>
                          <a:latin typeface="+mn-lt"/>
                          <a:ea typeface="+mn-ea"/>
                          <a:cs typeface="+mn-cs"/>
                        </a:rPr>
                        <a:t>Description</a:t>
                      </a:r>
                      <a:r>
                        <a:rPr lang="fr-FR" sz="900" b="1" kern="1200" baseline="0">
                          <a:solidFill>
                            <a:schemeClr val="bg1"/>
                          </a:solidFill>
                          <a:latin typeface="+mn-lt"/>
                          <a:ea typeface="+mn-ea"/>
                          <a:cs typeface="+mn-cs"/>
                        </a:rPr>
                        <a:t> du contrôle</a:t>
                      </a:r>
                      <a:endParaRPr lang="fr-FR" sz="900" b="1" kern="1200">
                        <a:solidFill>
                          <a:schemeClr val="bg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957796" rtl="0" eaLnBrk="1" latinLnBrk="0" hangingPunct="1"/>
                      <a:r>
                        <a:rPr lang="fr-FR" sz="900" b="1" kern="1200">
                          <a:solidFill>
                            <a:schemeClr val="bg1"/>
                          </a:solidFill>
                          <a:latin typeface="+mn-lt"/>
                          <a:ea typeface="+mn-ea"/>
                          <a:cs typeface="+mn-cs"/>
                        </a:rPr>
                        <a:t>Observation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algn="ctr"/>
                      <a:r>
                        <a:rPr lang="fr-FR" sz="900">
                          <a:solidFill>
                            <a:schemeClr val="bg1"/>
                          </a:solidFill>
                          <a:latin typeface="+mn-lt"/>
                        </a:rPr>
                        <a:t>Recommandation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algn="ctr"/>
                      <a:r>
                        <a:rPr lang="fr-FR" sz="900" b="1" kern="1200">
                          <a:solidFill>
                            <a:schemeClr val="bg1"/>
                          </a:solidFill>
                          <a:latin typeface="+mn-lt"/>
                          <a:ea typeface="+mn-ea"/>
                          <a:cs typeface="+mn-cs"/>
                        </a:rPr>
                        <a:t>Priorité</a:t>
                      </a:r>
                      <a:endParaRPr lang="fr-FR" sz="900">
                        <a:solidFill>
                          <a:schemeClr val="bg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685800" rtl="0" eaLnBrk="1" latinLnBrk="0" hangingPunct="1"/>
                      <a:r>
                        <a:rPr lang="fr-FR" sz="900" b="1" kern="1200">
                          <a:solidFill>
                            <a:schemeClr val="bg1"/>
                          </a:solidFill>
                          <a:latin typeface="+mn-lt"/>
                          <a:ea typeface="+mn-ea"/>
                          <a:cs typeface="+mn-cs"/>
                        </a:rPr>
                        <a:t>Application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tc>
                  <a:txBody>
                    <a:bodyPr/>
                    <a:lstStyle/>
                    <a:p>
                      <a:pPr marL="0" algn="ctr" defTabSz="685800" rtl="0" eaLnBrk="1" latinLnBrk="0" hangingPunct="1"/>
                      <a:r>
                        <a:rPr lang="fr-FR" sz="900" b="1" kern="1200">
                          <a:solidFill>
                            <a:schemeClr val="bg1"/>
                          </a:solidFill>
                          <a:latin typeface="+mn-lt"/>
                          <a:ea typeface="+mn-ea"/>
                          <a:cs typeface="+mn-cs"/>
                        </a:rPr>
                        <a:t>Acteur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C5207"/>
                    </a:solidFill>
                  </a:tcPr>
                </a:tc>
                <a:extLst>
                  <a:ext uri="{0D108BD9-81ED-4DB2-BD59-A6C34878D82A}">
                    <a16:rowId xmlns:a16="http://schemas.microsoft.com/office/drawing/2014/main" val="10000"/>
                  </a:ext>
                </a:extLst>
              </a:tr>
              <a:tr h="237600">
                <a:tc gridSpan="7">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a:solidFill>
                            <a:schemeClr val="bg1"/>
                          </a:solidFill>
                          <a:latin typeface="+mn-lt"/>
                        </a:rPr>
                        <a:t>Gestion de l’exploitation informatique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lumOff val="25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pPr algn="ctr"/>
                      <a:endParaRPr lang="fr-FR" sz="800">
                        <a:solidFill>
                          <a:schemeClr val="tx1"/>
                        </a:solidFill>
                        <a:latin typeface="+mj-lt"/>
                      </a:endParaRPr>
                    </a:p>
                  </a:txBody>
                  <a:tcPr anchor="ctr">
                    <a:solidFill>
                      <a:schemeClr val="bg2">
                        <a:lumMod val="95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bg1">
                        <a:lumMod val="65000"/>
                      </a:schemeClr>
                    </a:solidFill>
                  </a:tcPr>
                </a:tc>
                <a:extLst>
                  <a:ext uri="{0D108BD9-81ED-4DB2-BD59-A6C34878D82A}">
                    <a16:rowId xmlns:a16="http://schemas.microsoft.com/office/drawing/2014/main" val="10001"/>
                  </a:ext>
                </a:extLst>
              </a:tr>
              <a:tr h="5004305">
                <a:tc>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a:solidFill>
                            <a:schemeClr val="tx1"/>
                          </a:solidFill>
                          <a:latin typeface="+mn-lt"/>
                          <a:ea typeface="+mn-ea"/>
                          <a:cs typeface="+mn-cs"/>
                        </a:rPr>
                        <a:t>CO-02</a:t>
                      </a: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0" kern="120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b="0" kern="1200">
                          <a:solidFill>
                            <a:schemeClr val="tx1"/>
                          </a:solidFill>
                          <a:effectLst/>
                          <a:latin typeface="+mn-lt"/>
                          <a:ea typeface="Times New Roman" panose="02020603050405020304" pitchFamily="18" charset="0"/>
                          <a:cs typeface="Arial" panose="020B0604020202020204" pitchFamily="34" charset="0"/>
                        </a:rPr>
                        <a:t>Les incidents de production sont tracés et résolus dans des délais raisonnables.</a:t>
                      </a:r>
                    </a:p>
                    <a:p>
                      <a:pPr marL="0" marR="0" lvl="1" indent="0" algn="just"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a:solidFill>
                          <a:schemeClr val="tx1"/>
                        </a:solidFill>
                        <a:effectLst/>
                        <a:highlight>
                          <a:srgbClr val="FFFF00"/>
                        </a:highligh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u="sng" kern="1200" baseline="0" dirty="0">
                          <a:solidFill>
                            <a:schemeClr val="tx1"/>
                          </a:solidFill>
                          <a:effectLst/>
                          <a:latin typeface="+mn-lt"/>
                          <a:ea typeface="Times New Roman" panose="02020603050405020304" pitchFamily="18" charset="0"/>
                          <a:cs typeface="+mn-cs"/>
                        </a:rPr>
                        <a:t>Constat 2024 :</a:t>
                      </a:r>
                    </a:p>
                    <a:p>
                      <a:pPr marL="0"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r>
                        <a:rPr lang="fr-FR" sz="900" b="0" i="0" u="none" strike="noStrike" kern="1200" noProof="0" dirty="0">
                          <a:solidFill>
                            <a:schemeClr val="tx1"/>
                          </a:solidFill>
                          <a:effectLst/>
                          <a:latin typeface="Arial" panose="020B0604020202020204" pitchFamily="34" charset="0"/>
                          <a:ea typeface="+mn-ea"/>
                          <a:cs typeface="Arial" panose="020B0604020202020204" pitchFamily="34" charset="0"/>
                        </a:rPr>
                        <a:t>Notre revue de la gestion des incidents de production en 2024 n’avait toujours pas mis en évidence l’existence d’une procédure formalisée, ainsi que la mise en place d’une définition de temps de résolution des incidents informatiques entre les prestataires </a:t>
                      </a:r>
                      <a:r>
                        <a:rPr lang="fr-FR" sz="900" b="0" i="0" u="none" strike="noStrike" kern="1200" noProof="0" dirty="0" err="1">
                          <a:solidFill>
                            <a:schemeClr val="tx1"/>
                          </a:solidFill>
                          <a:effectLst/>
                          <a:latin typeface="Arial" panose="020B0604020202020204" pitchFamily="34" charset="0"/>
                          <a:ea typeface="+mn-ea"/>
                          <a:cs typeface="Arial" panose="020B0604020202020204" pitchFamily="34" charset="0"/>
                        </a:rPr>
                        <a:t>Absys</a:t>
                      </a:r>
                      <a:r>
                        <a:rPr lang="fr-FR" sz="900" b="0" i="0" u="none" strike="noStrike" kern="1200" noProof="0" dirty="0">
                          <a:solidFill>
                            <a:schemeClr val="tx1"/>
                          </a:solidFill>
                          <a:effectLst/>
                          <a:latin typeface="Arial" panose="020B0604020202020204" pitchFamily="34" charset="0"/>
                          <a:ea typeface="+mn-ea"/>
                          <a:cs typeface="Arial" panose="020B0604020202020204" pitchFamily="34" charset="0"/>
                        </a:rPr>
                        <a:t> Cyborg (Sage 1000) ainsi que Sopra Steria Gestion (</a:t>
                      </a:r>
                      <a:r>
                        <a:rPr lang="fr-FR" sz="900" b="0" i="0" u="none" strike="noStrike" kern="1200" noProof="0" dirty="0" err="1">
                          <a:solidFill>
                            <a:schemeClr val="tx1"/>
                          </a:solidFill>
                          <a:effectLst/>
                          <a:latin typeface="Arial" panose="020B0604020202020204" pitchFamily="34" charset="0"/>
                          <a:ea typeface="+mn-ea"/>
                          <a:cs typeface="Arial" panose="020B0604020202020204" pitchFamily="34" charset="0"/>
                        </a:rPr>
                        <a:t>Altaix</a:t>
                      </a:r>
                      <a:r>
                        <a:rPr lang="fr-FR" sz="900" b="0" i="0" u="none" strike="noStrike" kern="1200" noProof="0" dirty="0">
                          <a:solidFill>
                            <a:schemeClr val="tx1"/>
                          </a:solidFill>
                          <a:effectLst/>
                          <a:latin typeface="Arial" panose="020B0604020202020204" pitchFamily="34" charset="0"/>
                          <a:ea typeface="+mn-ea"/>
                          <a:cs typeface="Arial" panose="020B0604020202020204" pitchFamily="34" charset="0"/>
                        </a:rPr>
                        <a:t> et </a:t>
                      </a:r>
                      <a:r>
                        <a:rPr lang="fr-FR" sz="900" b="0" i="0" u="none" strike="noStrike" kern="1200" noProof="0" dirty="0" err="1">
                          <a:solidFill>
                            <a:schemeClr val="tx1"/>
                          </a:solidFill>
                          <a:effectLst/>
                          <a:latin typeface="Arial" panose="020B0604020202020204" pitchFamily="34" charset="0"/>
                          <a:ea typeface="+mn-ea"/>
                          <a:cs typeface="Arial" panose="020B0604020202020204" pitchFamily="34" charset="0"/>
                        </a:rPr>
                        <a:t>Unicia</a:t>
                      </a:r>
                      <a:r>
                        <a:rPr lang="fr-FR" sz="900" b="0" i="0" u="none" strike="noStrike" kern="1200" noProof="0" dirty="0">
                          <a:solidFill>
                            <a:schemeClr val="tx1"/>
                          </a:solidFill>
                          <a:effectLst/>
                          <a:latin typeface="Arial" panose="020B0604020202020204" pitchFamily="34" charset="0"/>
                          <a:ea typeface="+mn-ea"/>
                          <a:cs typeface="Arial" panose="020B0604020202020204" pitchFamily="34" charset="0"/>
                        </a:rPr>
                        <a:t>), avec le groupe </a:t>
                      </a:r>
                      <a:r>
                        <a:rPr lang="fr-FR" sz="900" b="0" i="0" u="none" strike="noStrike" kern="1200" noProof="0" dirty="0" err="1">
                          <a:solidFill>
                            <a:schemeClr val="tx1"/>
                          </a:solidFill>
                          <a:effectLst/>
                          <a:latin typeface="Arial" panose="020B0604020202020204" pitchFamily="34" charset="0"/>
                          <a:ea typeface="+mn-ea"/>
                          <a:cs typeface="Arial" panose="020B0604020202020204" pitchFamily="34" charset="0"/>
                        </a:rPr>
                        <a:t>PAREF</a:t>
                      </a:r>
                      <a:r>
                        <a:rPr lang="fr-FR" sz="900" b="0" i="0" u="none" strike="noStrike" kern="1200" noProof="0" dirty="0">
                          <a:solidFill>
                            <a:schemeClr val="tx1"/>
                          </a:solidFill>
                          <a:effectLst/>
                          <a:latin typeface="Arial" panose="020B0604020202020204" pitchFamily="34" charset="0"/>
                          <a:ea typeface="+mn-ea"/>
                          <a:cs typeface="Arial" panose="020B0604020202020204" pitchFamily="34" charset="0"/>
                        </a:rPr>
                        <a:t>.</a:t>
                      </a:r>
                    </a:p>
                    <a:p>
                      <a:pPr marL="0" marR="0" lvl="0" indent="0" algn="l"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kern="1200" baseline="0" dirty="0">
                        <a:solidFill>
                          <a:schemeClr val="tx1"/>
                        </a:solidFill>
                        <a:effectLst/>
                        <a:latin typeface="+mn-lt"/>
                        <a:ea typeface="Times New Roman" panose="02020603050405020304" pitchFamily="18" charset="0"/>
                        <a:cs typeface="+mn-cs"/>
                      </a:endParaRPr>
                    </a:p>
                    <a:p>
                      <a:pPr marL="180975" marR="0" lvl="0" indent="0"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0" i="0" u="sng" strike="noStrike" kern="1200" baseline="0" dirty="0">
                        <a:solidFill>
                          <a:schemeClr val="tx1"/>
                        </a:solidFill>
                        <a:effectLst/>
                        <a:latin typeface="+mn-lt"/>
                        <a:ea typeface="+mn-ea"/>
                        <a:cs typeface="+mn-cs"/>
                      </a:endParaRPr>
                    </a:p>
                    <a:p>
                      <a:pPr marL="182563" marR="0" lvl="0" indent="-182563" algn="just"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fr-FR" sz="900" b="1" i="0" u="sng" strike="noStrike" kern="1200" dirty="0">
                          <a:solidFill>
                            <a:schemeClr val="tx1"/>
                          </a:solidFill>
                          <a:effectLst/>
                          <a:latin typeface="+mn-lt"/>
                          <a:ea typeface="+mn-ea"/>
                          <a:cs typeface="+mn-cs"/>
                        </a:rPr>
                        <a:t>Statut 2025 :</a:t>
                      </a:r>
                      <a:r>
                        <a:rPr lang="fr-FR" sz="900" b="1" i="0" u="none" strike="noStrike" kern="1200" dirty="0">
                          <a:solidFill>
                            <a:schemeClr val="tx1"/>
                          </a:solidFill>
                          <a:effectLst/>
                          <a:latin typeface="+mn-lt"/>
                          <a:ea typeface="+mn-ea"/>
                          <a:cs typeface="+mn-cs"/>
                        </a:rPr>
                        <a:t> </a:t>
                      </a:r>
                      <a:r>
                        <a:rPr lang="fr-FR" sz="900" b="1" i="0" u="none" strike="noStrike" kern="1200" noProof="0" dirty="0">
                          <a:solidFill>
                            <a:srgbClr val="00B050"/>
                          </a:solidFill>
                          <a:effectLst/>
                          <a:latin typeface="Arial" panose="020B0604020202020204" pitchFamily="34" charset="0"/>
                          <a:ea typeface="+mn-ea"/>
                          <a:cs typeface="Arial" panose="020B0604020202020204" pitchFamily="34" charset="0"/>
                        </a:rPr>
                        <a:t>Résolu</a:t>
                      </a:r>
                    </a:p>
                    <a:p>
                      <a:pPr marL="0" marR="0" lvl="0" indent="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endParaRPr lang="fr-FR" sz="900" b="0" kern="1200" baseline="0" dirty="0">
                        <a:solidFill>
                          <a:schemeClr val="tx1"/>
                        </a:solidFill>
                        <a:effectLst/>
                        <a:latin typeface="+mn-lt"/>
                        <a:ea typeface="Times New Roman" panose="02020603050405020304" pitchFamily="18" charset="0"/>
                        <a:cs typeface="+mn-cs"/>
                      </a:endParaRPr>
                    </a:p>
                    <a:p>
                      <a:pPr marL="0" marR="0" lvl="0" indent="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r>
                        <a:rPr lang="fr-FR" sz="900" b="0" i="0" u="none" strike="noStrike" kern="1200" noProof="0" dirty="0">
                          <a:solidFill>
                            <a:schemeClr val="tx1"/>
                          </a:solidFill>
                          <a:effectLst/>
                          <a:latin typeface="Arial" panose="020B0604020202020204" pitchFamily="34" charset="0"/>
                          <a:ea typeface="+mn-ea"/>
                          <a:cs typeface="Arial" panose="020B0604020202020204" pitchFamily="34" charset="0"/>
                        </a:rPr>
                        <a:t>A la suite de l’entrée en application du règlement DORA le 17 janvier 2025, une procédure de gestion des incidents a été documentée par le groupe PAREF, incluant des indicateurs de résolution des incidents.</a:t>
                      </a:r>
                    </a:p>
                    <a:p>
                      <a:pPr marL="0" marR="0" lvl="0" indent="0" algn="just" defTabSz="6858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endParaRPr lang="fr-FR" sz="900" b="0" i="0" u="none" strike="noStrike" kern="1200" noProof="0" dirty="0">
                        <a:solidFill>
                          <a:schemeClr val="tx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0" hangingPunct="1">
                        <a:lnSpc>
                          <a:spcPct val="100000"/>
                        </a:lnSpc>
                        <a:spcBef>
                          <a:spcPts val="0"/>
                        </a:spcBef>
                        <a:spcAft>
                          <a:spcPts val="300"/>
                        </a:spcAft>
                        <a:buClrTx/>
                        <a:buSzTx/>
                        <a:buFontTx/>
                        <a:buNone/>
                        <a:tabLst/>
                        <a:defRPr/>
                      </a:pPr>
                      <a:r>
                        <a:rPr lang="fr-FR" sz="900" b="0" i="0" u="none" strike="noStrike" kern="1200" dirty="0">
                          <a:solidFill>
                            <a:schemeClr val="tx1"/>
                          </a:solidFill>
                          <a:effectLst/>
                          <a:latin typeface="Arial" panose="020B0604020202020204" pitchFamily="34" charset="0"/>
                          <a:ea typeface="+mn-ea"/>
                          <a:cs typeface="Arial" panose="020B0604020202020204" pitchFamily="34" charset="0"/>
                        </a:rPr>
                        <a:t>Par ailleurs, notre analyse des incidents survenus en environnement de production au cours de l’exercice 2025 n’a pas relevé d’anomalie, tous ayant été résolus dans </a:t>
                      </a:r>
                      <a:r>
                        <a:rPr lang="fr-FR" sz="900" b="0" u="none" kern="1200" baseline="0" dirty="0">
                          <a:solidFill>
                            <a:schemeClr val="tx1"/>
                          </a:solidFill>
                          <a:effectLst/>
                          <a:latin typeface="+mn-lt"/>
                          <a:ea typeface="Times New Roman" panose="02020603050405020304" pitchFamily="18" charset="0"/>
                          <a:cs typeface="+mn-cs"/>
                        </a:rPr>
                        <a:t>des délais raisonnables (sans impact sur les données financières le cas échéant).</a:t>
                      </a:r>
                    </a:p>
                    <a:p>
                      <a:pPr marL="0" marR="0" lvl="0" indent="0" algn="l" defTabSz="6858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endParaRPr lang="fr-FR" sz="900" b="1" u="sng" kern="1200" baseline="0" dirty="0">
                        <a:solidFill>
                          <a:schemeClr val="tx1"/>
                        </a:solidFill>
                        <a:effectLs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just"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Mettre en place une procédure formelle de gestion des incidents informatiques.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1800">
                          <a:solidFill>
                            <a:srgbClr val="00B050"/>
                          </a:solidFill>
                          <a:latin typeface="Georgia" panose="02040502050405020303" pitchFamily="18" charset="0"/>
                          <a:ea typeface="SimHei" panose="02010609060101010101" pitchFamily="49" charset="-122"/>
                          <a:cs typeface="Times New Roman" panose="02020603050405020304" pitchFamily="18" charset="0"/>
                          <a:sym typeface="Wingdings" panose="05000000000000000000" pitchFamily="2" charset="2"/>
                        </a:rPr>
                        <a:t></a:t>
                      </a:r>
                      <a:endParaRPr lang="fr-FR" sz="1800"/>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a:highlight>
                          <a:srgbClr val="FFFF00"/>
                        </a:highligh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Altaïx</a:t>
                      </a:r>
                    </a:p>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a:solidFill>
                            <a:schemeClr val="tx1"/>
                          </a:solidFill>
                          <a:effectLst/>
                          <a:latin typeface="+mn-lt"/>
                          <a:ea typeface="Times New Roman" panose="02020603050405020304" pitchFamily="18" charset="0"/>
                          <a:cs typeface="+mn-cs"/>
                        </a:rPr>
                        <a:t>Sage 1000</a:t>
                      </a:r>
                    </a:p>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err="1">
                          <a:solidFill>
                            <a:schemeClr val="tx1"/>
                          </a:solidFill>
                          <a:effectLst/>
                          <a:latin typeface="+mn-lt"/>
                          <a:ea typeface="Times New Roman" panose="02020603050405020304" pitchFamily="18" charset="0"/>
                          <a:cs typeface="+mn-cs"/>
                        </a:rPr>
                        <a:t>Unicia</a:t>
                      </a:r>
                      <a:endParaRPr lang="fr-FR" sz="900" kern="1200" baseline="0">
                        <a:solidFill>
                          <a:schemeClr val="tx1"/>
                        </a:solidFill>
                        <a:effectLst/>
                        <a:latin typeface="+mn-lt"/>
                        <a:ea typeface="Times New Roman" panose="02020603050405020304" pitchFamily="18" charset="0"/>
                        <a:cs typeface="+mn-cs"/>
                      </a:endParaRPr>
                    </a:p>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a:solidFill>
                          <a:schemeClr val="tx1"/>
                        </a:solidFill>
                        <a:effectLst/>
                        <a:latin typeface="+mn-lt"/>
                        <a:ea typeface="Times New Roman" panose="02020603050405020304" pitchFamily="18"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dirty="0">
                          <a:solidFill>
                            <a:schemeClr val="tx1"/>
                          </a:solidFill>
                          <a:effectLst/>
                          <a:latin typeface="+mn-lt"/>
                          <a:ea typeface="Times New Roman" panose="02020603050405020304" pitchFamily="18" charset="0"/>
                          <a:cs typeface="+mn-cs"/>
                        </a:rPr>
                        <a:t>DSI</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2" name="Google Shape;478;p3">
            <a:extLst>
              <a:ext uri="{FF2B5EF4-FFF2-40B4-BE49-F238E27FC236}">
                <a16:creationId xmlns:a16="http://schemas.microsoft.com/office/drawing/2014/main" id="{E1AE3B8C-E00D-8A05-B3F0-3A98A4DF700F}"/>
              </a:ext>
            </a:extLst>
          </p:cNvPr>
          <p:cNvSpPr txBox="1">
            <a:spLocks/>
          </p:cNvSpPr>
          <p:nvPr/>
        </p:nvSpPr>
        <p:spPr>
          <a:xfrm>
            <a:off x="561705" y="431080"/>
            <a:ext cx="6248670" cy="41365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chemeClr val="dk1"/>
              </a:buClr>
              <a:buSzPts val="2800"/>
              <a:buFont typeface="Georgia"/>
              <a:buNone/>
              <a:defRPr sz="28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fr-FR" sz="2000" b="1">
                <a:latin typeface="Georgia" panose="02040502050405020303" pitchFamily="18" charset="0"/>
              </a:rPr>
              <a:t>Recommandation antérieure clôturée</a:t>
            </a:r>
          </a:p>
          <a:p>
            <a:endParaRPr lang="fr-FR" sz="2000" b="1">
              <a:latin typeface="Georgia" panose="02040502050405020303" pitchFamily="18" charset="0"/>
            </a:endParaRPr>
          </a:p>
        </p:txBody>
      </p:sp>
    </p:spTree>
    <p:extLst>
      <p:ext uri="{BB962C8B-B14F-4D97-AF65-F5344CB8AC3E}">
        <p14:creationId xmlns:p14="http://schemas.microsoft.com/office/powerpoint/2010/main" val="966875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AA39F-4A68-3134-7953-B97D2F082CA6}"/>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A0C8DB59-67A6-A1E3-9444-50C6006100B6}"/>
              </a:ext>
            </a:extLst>
          </p:cNvPr>
          <p:cNvSpPr>
            <a:spLocks noGrp="1"/>
          </p:cNvSpPr>
          <p:nvPr>
            <p:ph type="title"/>
          </p:nvPr>
        </p:nvSpPr>
        <p:spPr>
          <a:xfrm>
            <a:off x="397772" y="3459958"/>
            <a:ext cx="5645841" cy="2593275"/>
          </a:xfrm>
        </p:spPr>
        <p:txBody>
          <a:bodyPr/>
          <a:lstStyle/>
          <a:p>
            <a:r>
              <a:rPr lang="fr-FR"/>
              <a:t>Annexes</a:t>
            </a:r>
            <a:endParaRPr lang="da-DK"/>
          </a:p>
        </p:txBody>
      </p:sp>
      <p:sp>
        <p:nvSpPr>
          <p:cNvPr id="13" name="Text Placeholder 12">
            <a:extLst>
              <a:ext uri="{FF2B5EF4-FFF2-40B4-BE49-F238E27FC236}">
                <a16:creationId xmlns:a16="http://schemas.microsoft.com/office/drawing/2014/main" id="{DC195121-55F9-244E-4EC6-78481232D8CE}"/>
              </a:ext>
            </a:extLst>
          </p:cNvPr>
          <p:cNvSpPr>
            <a:spLocks noGrp="1"/>
          </p:cNvSpPr>
          <p:nvPr>
            <p:ph type="body" idx="1"/>
          </p:nvPr>
        </p:nvSpPr>
        <p:spPr>
          <a:xfrm>
            <a:off x="8193823" y="572408"/>
            <a:ext cx="3462095" cy="4308872"/>
          </a:xfrm>
        </p:spPr>
        <p:txBody>
          <a:bodyPr/>
          <a:lstStyle/>
          <a:p>
            <a:r>
              <a:rPr lang="en-GB"/>
              <a:t>6</a:t>
            </a:r>
            <a:endParaRPr lang="en-GB" noProof="0"/>
          </a:p>
        </p:txBody>
      </p:sp>
      <p:sp>
        <p:nvSpPr>
          <p:cNvPr id="3" name="Slide Number Placeholder 2">
            <a:extLst>
              <a:ext uri="{FF2B5EF4-FFF2-40B4-BE49-F238E27FC236}">
                <a16:creationId xmlns:a16="http://schemas.microsoft.com/office/drawing/2014/main" id="{E4005308-EF1B-BA3C-CD15-6C31EAB55EF2}"/>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19</a:t>
            </a:fld>
            <a:endParaRPr lang="en-US"/>
          </a:p>
        </p:txBody>
      </p:sp>
      <p:sp>
        <p:nvSpPr>
          <p:cNvPr id="2" name="Footer Placeholder 1">
            <a:extLst>
              <a:ext uri="{FF2B5EF4-FFF2-40B4-BE49-F238E27FC236}">
                <a16:creationId xmlns:a16="http://schemas.microsoft.com/office/drawing/2014/main" id="{025018A1-B557-E73A-A349-85C36A0243AF}"/>
              </a:ext>
            </a:extLst>
          </p:cNvPr>
          <p:cNvSpPr>
            <a:spLocks noGrp="1"/>
          </p:cNvSpPr>
          <p:nvPr>
            <p:ph type="ftr" sz="quarter" idx="3"/>
          </p:nvPr>
        </p:nvSpPr>
        <p:spPr>
          <a:xfrm>
            <a:off x="1066800" y="6497441"/>
            <a:ext cx="8814816" cy="161583"/>
          </a:xfrm>
        </p:spPr>
        <p:txBody>
          <a:bodyPr/>
          <a:lstStyle/>
          <a:p>
            <a:r>
              <a:rPr lang="fr-FR" dirty="0"/>
              <a:t>Groupe </a:t>
            </a:r>
            <a:r>
              <a:rPr lang="fr-FR" dirty="0" err="1"/>
              <a:t>PAREF</a:t>
            </a:r>
            <a:r>
              <a:rPr lang="fr-FR" dirty="0"/>
              <a:t> |   Rapport de l'audit IT au titre de l'exercice 2025</a:t>
            </a:r>
            <a:endParaRPr lang="en-US" dirty="0"/>
          </a:p>
        </p:txBody>
      </p:sp>
    </p:spTree>
    <p:extLst>
      <p:ext uri="{BB962C8B-B14F-4D97-AF65-F5344CB8AC3E}">
        <p14:creationId xmlns:p14="http://schemas.microsoft.com/office/powerpoint/2010/main" val="2268056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1"/>
          </p:nvPr>
        </p:nvSpPr>
        <p:spPr>
          <a:xfrm>
            <a:off x="9951720" y="6492240"/>
            <a:ext cx="1706880" cy="137160"/>
          </a:xfrm>
        </p:spPr>
        <p:txBody>
          <a:bodyPr/>
          <a:lstStyle/>
          <a:p>
            <a:fld id="{7870704B-CE94-48CC-AF30-84932A1262A7}" type="slidenum">
              <a:rPr lang="en-GB" smtClean="0"/>
              <a:pPr/>
              <a:t>20</a:t>
            </a:fld>
            <a:endParaRPr lang="en-GB"/>
          </a:p>
        </p:txBody>
      </p:sp>
      <p:graphicFrame>
        <p:nvGraphicFramePr>
          <p:cNvPr id="7" name="Tableau 6"/>
          <p:cNvGraphicFramePr>
            <a:graphicFrameLocks noGrp="1"/>
          </p:cNvGraphicFramePr>
          <p:nvPr>
            <p:custDataLst>
              <p:tags r:id="rId1"/>
            </p:custDataLst>
            <p:extLst>
              <p:ext uri="{D42A27DB-BD31-4B8C-83A1-F6EECF244321}">
                <p14:modId xmlns:p14="http://schemas.microsoft.com/office/powerpoint/2010/main" val="3528289304"/>
              </p:ext>
            </p:extLst>
          </p:nvPr>
        </p:nvGraphicFramePr>
        <p:xfrm>
          <a:off x="561705" y="764704"/>
          <a:ext cx="11020696" cy="5582183"/>
        </p:xfrm>
        <a:graphic>
          <a:graphicData uri="http://schemas.openxmlformats.org/drawingml/2006/table">
            <a:tbl>
              <a:tblPr firstRow="1" firstCol="1" bandRow="1"/>
              <a:tblGrid>
                <a:gridCol w="1051393">
                  <a:extLst>
                    <a:ext uri="{9D8B030D-6E8A-4147-A177-3AD203B41FA5}">
                      <a16:colId xmlns:a16="http://schemas.microsoft.com/office/drawing/2014/main" val="20000"/>
                    </a:ext>
                  </a:extLst>
                </a:gridCol>
                <a:gridCol w="4465417">
                  <a:extLst>
                    <a:ext uri="{9D8B030D-6E8A-4147-A177-3AD203B41FA5}">
                      <a16:colId xmlns:a16="http://schemas.microsoft.com/office/drawing/2014/main" val="20001"/>
                    </a:ext>
                  </a:extLst>
                </a:gridCol>
                <a:gridCol w="5503886">
                  <a:extLst>
                    <a:ext uri="{9D8B030D-6E8A-4147-A177-3AD203B41FA5}">
                      <a16:colId xmlns:a16="http://schemas.microsoft.com/office/drawing/2014/main" val="20002"/>
                    </a:ext>
                  </a:extLst>
                </a:gridCol>
              </a:tblGrid>
              <a:tr h="248719">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900" dirty="0">
                          <a:solidFill>
                            <a:schemeClr val="bg1"/>
                          </a:solidFill>
                          <a:latin typeface="+mn-lt"/>
                        </a:rPr>
                        <a:t>Réf.</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C5207"/>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900">
                          <a:solidFill>
                            <a:schemeClr val="bg1"/>
                          </a:solidFill>
                          <a:latin typeface="+mn-lt"/>
                        </a:rPr>
                        <a:t>Description</a:t>
                      </a:r>
                      <a:r>
                        <a:rPr lang="fr-FR" sz="900" baseline="0">
                          <a:solidFill>
                            <a:schemeClr val="bg1"/>
                          </a:solidFill>
                          <a:latin typeface="+mn-lt"/>
                        </a:rPr>
                        <a:t> du contrôle</a:t>
                      </a:r>
                      <a:endParaRPr lang="fr-FR" sz="900">
                        <a:solidFill>
                          <a:schemeClr val="bg1"/>
                        </a:solidFill>
                        <a:latin typeface="+mn-lt"/>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C5207"/>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900">
                          <a:solidFill>
                            <a:schemeClr val="bg1"/>
                          </a:solidFill>
                          <a:latin typeface="+mn-lt"/>
                        </a:rPr>
                        <a:t>Procédure de test</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C5207"/>
                    </a:solidFill>
                  </a:tcPr>
                </a:tc>
                <a:extLst>
                  <a:ext uri="{0D108BD9-81ED-4DB2-BD59-A6C34878D82A}">
                    <a16:rowId xmlns:a16="http://schemas.microsoft.com/office/drawing/2014/main" val="10000"/>
                  </a:ext>
                </a:extLst>
              </a:tr>
              <a:tr h="247416">
                <a:tc gridSpan="3">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900">
                          <a:solidFill>
                            <a:schemeClr val="bg1"/>
                          </a:solidFill>
                          <a:latin typeface="+mn-lt"/>
                        </a:rPr>
                        <a:t>Gestion des accès aux données et aux programmes</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tx1">
                        <a:lumMod val="65000"/>
                        <a:lumOff val="35000"/>
                      </a:schemeClr>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1307771">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900" b="1">
                          <a:solidFill>
                            <a:schemeClr val="tx1"/>
                          </a:solidFill>
                          <a:latin typeface="+mn-lt"/>
                        </a:rPr>
                        <a:t>APD-01</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algn="just">
                        <a:lnSpc>
                          <a:spcPct val="115000"/>
                        </a:lnSpc>
                        <a:spcAft>
                          <a:spcPts val="0"/>
                        </a:spcAft>
                      </a:pPr>
                      <a:r>
                        <a:rPr lang="fr-FR" sz="900">
                          <a:solidFill>
                            <a:schemeClr val="tx1"/>
                          </a:solidFill>
                          <a:effectLst/>
                          <a:latin typeface="+mn-lt"/>
                          <a:ea typeface="Times New Roman" panose="02020603050405020304" pitchFamily="18" charset="0"/>
                        </a:rPr>
                        <a:t>Les demandes d’accès aux applications du système d’information sont autorisées et validées par le supérieur hiérarchique de l’utilisateur.</a:t>
                      </a: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342900" lvl="0" indent="-342900" algn="just">
                        <a:lnSpc>
                          <a:spcPct val="100000"/>
                        </a:lnSpc>
                        <a:spcBef>
                          <a:spcPts val="0"/>
                        </a:spcBef>
                        <a:spcAft>
                          <a:spcPts val="300"/>
                        </a:spcAft>
                        <a:buFont typeface="+mj-lt"/>
                        <a:buAutoNum type="alphaUcPeriod"/>
                      </a:pPr>
                      <a:r>
                        <a:rPr lang="fr-FR" sz="900">
                          <a:solidFill>
                            <a:schemeClr val="tx1"/>
                          </a:solidFill>
                          <a:effectLst/>
                          <a:latin typeface="+mn-lt"/>
                          <a:ea typeface="Times New Roman" panose="02020603050405020304" pitchFamily="18" charset="0"/>
                        </a:rPr>
                        <a:t>Prendre connaissance du processus de gestion des accès.</a:t>
                      </a:r>
                    </a:p>
                    <a:p>
                      <a:pPr marL="342900" lvl="0" indent="-342900" algn="just">
                        <a:lnSpc>
                          <a:spcPct val="100000"/>
                        </a:lnSpc>
                        <a:spcBef>
                          <a:spcPts val="0"/>
                        </a:spcBef>
                        <a:spcAft>
                          <a:spcPts val="300"/>
                        </a:spcAft>
                        <a:buFont typeface="+mj-lt"/>
                        <a:buAutoNum type="alphaUcPeriod"/>
                      </a:pPr>
                      <a:r>
                        <a:rPr lang="fr-FR" sz="900">
                          <a:solidFill>
                            <a:schemeClr val="tx1"/>
                          </a:solidFill>
                          <a:effectLst/>
                          <a:latin typeface="+mn-lt"/>
                          <a:ea typeface="Times New Roman" panose="02020603050405020304" pitchFamily="18" charset="0"/>
                        </a:rPr>
                        <a:t>Obtenir l’extraction des utilisateurs des applications et des couches basses, et la liste des arrivées/mobilités du personnel au sein de l’entité en 2025.</a:t>
                      </a:r>
                    </a:p>
                    <a:p>
                      <a:pPr marL="342900" lvl="0" indent="-342900" algn="just">
                        <a:lnSpc>
                          <a:spcPct val="100000"/>
                        </a:lnSpc>
                        <a:spcBef>
                          <a:spcPts val="0"/>
                        </a:spcBef>
                        <a:spcAft>
                          <a:spcPts val="300"/>
                        </a:spcAft>
                        <a:buFont typeface="+mj-lt"/>
                        <a:buAutoNum type="alphaUcPeriod"/>
                      </a:pPr>
                      <a:r>
                        <a:rPr lang="fr-FR" sz="900">
                          <a:solidFill>
                            <a:schemeClr val="tx1"/>
                          </a:solidFill>
                          <a:effectLst/>
                          <a:latin typeface="+mn-lt"/>
                          <a:ea typeface="Times New Roman" panose="02020603050405020304" pitchFamily="18" charset="0"/>
                        </a:rPr>
                        <a:t>Vérifier que les créations et les modifications d’accès ont fait l’objet d’une validation</a:t>
                      </a:r>
                      <a:r>
                        <a:rPr lang="fr-FR" sz="900" baseline="0">
                          <a:solidFill>
                            <a:schemeClr val="tx1"/>
                          </a:solidFill>
                          <a:effectLst/>
                          <a:latin typeface="+mn-lt"/>
                          <a:ea typeface="Times New Roman" panose="02020603050405020304" pitchFamily="18" charset="0"/>
                        </a:rPr>
                        <a:t> </a:t>
                      </a:r>
                      <a:r>
                        <a:rPr lang="fr-FR" sz="900">
                          <a:solidFill>
                            <a:schemeClr val="tx1"/>
                          </a:solidFill>
                          <a:effectLst/>
                          <a:latin typeface="+mn-lt"/>
                          <a:ea typeface="Times New Roman" panose="02020603050405020304" pitchFamily="18" charset="0"/>
                        </a:rPr>
                        <a:t>préalable par le supérieur hiérarchique du collaborateur.</a:t>
                      </a:r>
                    </a:p>
                    <a:p>
                      <a:pPr marL="342900" lvl="0" indent="-342900" algn="just">
                        <a:lnSpc>
                          <a:spcPct val="100000"/>
                        </a:lnSpc>
                        <a:spcBef>
                          <a:spcPts val="0"/>
                        </a:spcBef>
                        <a:spcAft>
                          <a:spcPts val="300"/>
                        </a:spcAft>
                        <a:buFont typeface="+mj-lt"/>
                        <a:buAutoNum type="alphaUcPeriod"/>
                      </a:pPr>
                      <a:r>
                        <a:rPr lang="fr-FR" sz="900">
                          <a:solidFill>
                            <a:schemeClr val="tx1"/>
                          </a:solidFill>
                          <a:effectLst/>
                          <a:latin typeface="+mn-lt"/>
                          <a:ea typeface="Times New Roman" panose="02020603050405020304" pitchFamily="18" charset="0"/>
                        </a:rPr>
                        <a:t>Vérifier que les droits implémentés dans le système correspondent à ceux validés par le supérieur hiérarchique.</a:t>
                      </a: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980828">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900" b="1">
                          <a:solidFill>
                            <a:schemeClr val="tx1"/>
                          </a:solidFill>
                          <a:latin typeface="+mn-lt"/>
                        </a:rPr>
                        <a:t>APD-02</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algn="just">
                        <a:lnSpc>
                          <a:spcPct val="115000"/>
                        </a:lnSpc>
                        <a:spcAft>
                          <a:spcPts val="0"/>
                        </a:spcAft>
                      </a:pPr>
                      <a:r>
                        <a:rPr lang="fr-FR" sz="900">
                          <a:solidFill>
                            <a:schemeClr val="tx1"/>
                          </a:solidFill>
                          <a:effectLst/>
                          <a:latin typeface="+mn-lt"/>
                          <a:ea typeface="Times New Roman" panose="02020603050405020304" pitchFamily="18" charset="0"/>
                        </a:rPr>
                        <a:t>Les droits d’accès aux applications du système d’information sont désactivés à la suite du départ / de la mobilité d’un collaborateur.</a:t>
                      </a:r>
                    </a:p>
                    <a:p>
                      <a:pPr algn="just">
                        <a:lnSpc>
                          <a:spcPct val="115000"/>
                        </a:lnSpc>
                        <a:spcAft>
                          <a:spcPts val="0"/>
                        </a:spcAft>
                      </a:pPr>
                      <a:endParaRPr lang="fr-FR" sz="900">
                        <a:solidFill>
                          <a:srgbClr val="FF0000"/>
                        </a:solidFill>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342900" lvl="0" indent="-342900" algn="just">
                        <a:lnSpc>
                          <a:spcPct val="100000"/>
                        </a:lnSpc>
                        <a:spcBef>
                          <a:spcPts val="0"/>
                        </a:spcBef>
                        <a:spcAft>
                          <a:spcPts val="300"/>
                        </a:spcAft>
                        <a:buFont typeface="+mj-lt"/>
                        <a:buAutoNum type="alphaUcPeriod"/>
                      </a:pPr>
                      <a:r>
                        <a:rPr lang="fr-FR" sz="900">
                          <a:solidFill>
                            <a:schemeClr val="tx1"/>
                          </a:solidFill>
                          <a:effectLst/>
                          <a:latin typeface="+mn-lt"/>
                          <a:ea typeface="Times New Roman" panose="02020603050405020304" pitchFamily="18" charset="0"/>
                        </a:rPr>
                        <a:t>Prendre connaissance du processus de gestion des accès.</a:t>
                      </a:r>
                    </a:p>
                    <a:p>
                      <a:pPr marL="342900" lvl="0" indent="-342900" algn="just">
                        <a:lnSpc>
                          <a:spcPct val="100000"/>
                        </a:lnSpc>
                        <a:spcBef>
                          <a:spcPts val="0"/>
                        </a:spcBef>
                        <a:spcAft>
                          <a:spcPts val="300"/>
                        </a:spcAft>
                        <a:buFont typeface="+mj-lt"/>
                        <a:buAutoNum type="alphaUcPeriod"/>
                      </a:pPr>
                      <a:r>
                        <a:rPr lang="fr-FR" sz="900">
                          <a:solidFill>
                            <a:schemeClr val="tx1"/>
                          </a:solidFill>
                          <a:effectLst/>
                          <a:latin typeface="+mn-lt"/>
                          <a:ea typeface="Times New Roman" panose="02020603050405020304" pitchFamily="18" charset="0"/>
                        </a:rPr>
                        <a:t>Obtenir l’extraction des utilisateurs des applications et la liste des départs/mobilités du personnel au sein de l’entité en 2025.</a:t>
                      </a:r>
                    </a:p>
                    <a:p>
                      <a:pPr marL="342900" lvl="0" indent="-342900" algn="just">
                        <a:lnSpc>
                          <a:spcPct val="100000"/>
                        </a:lnSpc>
                        <a:spcBef>
                          <a:spcPts val="0"/>
                        </a:spcBef>
                        <a:spcAft>
                          <a:spcPts val="300"/>
                        </a:spcAft>
                        <a:buFont typeface="+mj-lt"/>
                        <a:buAutoNum type="alphaUcPeriod"/>
                      </a:pPr>
                      <a:r>
                        <a:rPr lang="fr-FR" sz="900">
                          <a:solidFill>
                            <a:schemeClr val="tx1"/>
                          </a:solidFill>
                          <a:effectLst/>
                          <a:latin typeface="+mn-lt"/>
                          <a:ea typeface="Times New Roman" panose="02020603050405020304" pitchFamily="18" charset="0"/>
                        </a:rPr>
                        <a:t>Vérifier que les comptes des utilisateurs appartenant à des collaborateurs ayant quitté l’entité en 2024 ont été désactivés.</a:t>
                      </a: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893831">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900" b="1">
                          <a:solidFill>
                            <a:schemeClr val="tx1"/>
                          </a:solidFill>
                          <a:latin typeface="+mn-lt"/>
                        </a:rPr>
                        <a:t>APD-03</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algn="just">
                        <a:lnSpc>
                          <a:spcPct val="115000"/>
                        </a:lnSpc>
                        <a:spcAft>
                          <a:spcPts val="0"/>
                        </a:spcAft>
                      </a:pPr>
                      <a:r>
                        <a:rPr lang="fr-FR" sz="900">
                          <a:effectLst/>
                          <a:latin typeface="+mn-lt"/>
                          <a:ea typeface="Times New Roman" panose="02020603050405020304" pitchFamily="18" charset="0"/>
                        </a:rPr>
                        <a:t>Les transactions sensibles réalisées à partir des comptes à droits étendus et des comptes génériques font l’objet d’un suivi périodique.</a:t>
                      </a: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342900" lvl="0" indent="-342900" algn="just">
                        <a:lnSpc>
                          <a:spcPct val="100000"/>
                        </a:lnSpc>
                        <a:spcBef>
                          <a:spcPts val="0"/>
                        </a:spcBef>
                        <a:spcAft>
                          <a:spcPts val="300"/>
                        </a:spcAft>
                        <a:buFont typeface="+mj-lt"/>
                        <a:buAutoNum type="alphaUcPeriod"/>
                      </a:pPr>
                      <a:r>
                        <a:rPr lang="fr-FR" sz="900">
                          <a:solidFill>
                            <a:srgbClr val="000000"/>
                          </a:solidFill>
                          <a:effectLst/>
                          <a:latin typeface="+mn-lt"/>
                          <a:ea typeface="Times New Roman" panose="02020603050405020304" pitchFamily="18" charset="0"/>
                        </a:rPr>
                        <a:t>Obtenir l’extraction des utilisateurs des applications et des couches basses.</a:t>
                      </a:r>
                      <a:endParaRPr lang="fr-FR" sz="900">
                        <a:effectLst/>
                        <a:latin typeface="+mn-lt"/>
                        <a:ea typeface="Times New Roman" panose="02020603050405020304" pitchFamily="18" charset="0"/>
                      </a:endParaRPr>
                    </a:p>
                    <a:p>
                      <a:pPr marL="342900" lvl="0" indent="-342900" algn="just">
                        <a:lnSpc>
                          <a:spcPct val="100000"/>
                        </a:lnSpc>
                        <a:spcBef>
                          <a:spcPts val="0"/>
                        </a:spcBef>
                        <a:spcAft>
                          <a:spcPts val="300"/>
                        </a:spcAft>
                        <a:buFont typeface="+mj-lt"/>
                        <a:buAutoNum type="alphaUcPeriod"/>
                      </a:pPr>
                      <a:r>
                        <a:rPr lang="fr-FR" sz="900">
                          <a:solidFill>
                            <a:srgbClr val="000000"/>
                          </a:solidFill>
                          <a:effectLst/>
                          <a:latin typeface="+mn-lt"/>
                          <a:ea typeface="Times New Roman" panose="02020603050405020304" pitchFamily="18" charset="0"/>
                        </a:rPr>
                        <a:t>Identifier les comptes Administrateur et les comptes génériques sensibles au</a:t>
                      </a:r>
                      <a:r>
                        <a:rPr lang="fr-FR" sz="900" baseline="0">
                          <a:solidFill>
                            <a:srgbClr val="000000"/>
                          </a:solidFill>
                          <a:effectLst/>
                          <a:latin typeface="+mn-lt"/>
                          <a:ea typeface="Times New Roman" panose="02020603050405020304" pitchFamily="18" charset="0"/>
                        </a:rPr>
                        <a:t> niveau des applications et des couches basses</a:t>
                      </a:r>
                      <a:r>
                        <a:rPr lang="fr-FR" sz="900">
                          <a:solidFill>
                            <a:srgbClr val="000000"/>
                          </a:solidFill>
                          <a:effectLst/>
                          <a:latin typeface="+mn-lt"/>
                          <a:ea typeface="Times New Roman" panose="02020603050405020304" pitchFamily="18" charset="0"/>
                        </a:rPr>
                        <a:t>.</a:t>
                      </a:r>
                      <a:endParaRPr lang="fr-FR" sz="900">
                        <a:effectLst/>
                        <a:latin typeface="+mn-lt"/>
                        <a:ea typeface="Times New Roman" panose="02020603050405020304" pitchFamily="18" charset="0"/>
                      </a:endParaRPr>
                    </a:p>
                    <a:p>
                      <a:pPr marL="342900" lvl="0" indent="-342900" algn="just">
                        <a:lnSpc>
                          <a:spcPct val="100000"/>
                        </a:lnSpc>
                        <a:spcBef>
                          <a:spcPts val="0"/>
                        </a:spcBef>
                        <a:spcAft>
                          <a:spcPts val="300"/>
                        </a:spcAft>
                        <a:buFont typeface="+mj-lt"/>
                        <a:buAutoNum type="alphaUcPeriod"/>
                      </a:pPr>
                      <a:r>
                        <a:rPr lang="fr-FR" sz="900">
                          <a:solidFill>
                            <a:srgbClr val="000000"/>
                          </a:solidFill>
                          <a:effectLst/>
                          <a:latin typeface="+mn-lt"/>
                          <a:ea typeface="Times New Roman" panose="02020603050405020304" pitchFamily="18" charset="0"/>
                        </a:rPr>
                        <a:t>Vérifier que les transactions sensibles réalisées à partir de ces comptes sont supervisées.</a:t>
                      </a:r>
                      <a:endParaRPr lang="fr-FR" sz="900">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4"/>
                  </a:ext>
                </a:extLst>
              </a:tr>
              <a:tr h="893831">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900" b="1">
                          <a:solidFill>
                            <a:schemeClr val="tx1"/>
                          </a:solidFill>
                          <a:latin typeface="+mn-lt"/>
                        </a:rPr>
                        <a:t>APD-04</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algn="just">
                        <a:lnSpc>
                          <a:spcPct val="115000"/>
                        </a:lnSpc>
                        <a:spcAft>
                          <a:spcPts val="0"/>
                        </a:spcAft>
                      </a:pPr>
                      <a:r>
                        <a:rPr lang="fr-FR" sz="900" dirty="0">
                          <a:effectLst/>
                          <a:latin typeface="+mn-lt"/>
                          <a:ea typeface="Times New Roman" panose="02020603050405020304" pitchFamily="18" charset="0"/>
                        </a:rPr>
                        <a:t>Les droits d’accès aux applications du système d’information font l’objet d’une recertification périodique (vérification de l’adéquation du profil de l’utilisateur par rapport à la fonction qu’il occupe au sein de </a:t>
                      </a:r>
                      <a:r>
                        <a:rPr lang="fr-FR" sz="900" dirty="0" err="1">
                          <a:effectLst/>
                          <a:latin typeface="+mn-lt"/>
                          <a:ea typeface="Times New Roman" panose="02020603050405020304" pitchFamily="18" charset="0"/>
                        </a:rPr>
                        <a:t>PAREF</a:t>
                      </a:r>
                      <a:r>
                        <a:rPr lang="fr-FR" sz="900" dirty="0">
                          <a:effectLst/>
                          <a:latin typeface="+mn-lt"/>
                          <a:ea typeface="Times New Roman" panose="02020603050405020304" pitchFamily="18" charset="0"/>
                        </a:rPr>
                        <a:t>).</a:t>
                      </a: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342900" lvl="0" indent="-342900" algn="just">
                        <a:lnSpc>
                          <a:spcPct val="100000"/>
                        </a:lnSpc>
                        <a:spcBef>
                          <a:spcPts val="0"/>
                        </a:spcBef>
                        <a:spcAft>
                          <a:spcPts val="300"/>
                        </a:spcAft>
                        <a:buFont typeface="+mj-lt"/>
                        <a:buAutoNum type="alphaUcPeriod"/>
                      </a:pPr>
                      <a:r>
                        <a:rPr lang="fr-FR" sz="900">
                          <a:solidFill>
                            <a:srgbClr val="000000"/>
                          </a:solidFill>
                          <a:effectLst/>
                          <a:latin typeface="+mn-lt"/>
                          <a:ea typeface="Times New Roman" panose="02020603050405020304" pitchFamily="18" charset="0"/>
                        </a:rPr>
                        <a:t>Obtenir la revue des droits d’accès aux applications et aux couches basses.</a:t>
                      </a:r>
                      <a:endParaRPr lang="fr-FR" sz="900">
                        <a:effectLst/>
                        <a:latin typeface="+mn-lt"/>
                        <a:ea typeface="Times New Roman" panose="02020603050405020304" pitchFamily="18" charset="0"/>
                      </a:endParaRPr>
                    </a:p>
                    <a:p>
                      <a:pPr marL="342900" lvl="0" indent="-342900" algn="just">
                        <a:lnSpc>
                          <a:spcPct val="100000"/>
                        </a:lnSpc>
                        <a:spcBef>
                          <a:spcPts val="0"/>
                        </a:spcBef>
                        <a:spcAft>
                          <a:spcPts val="300"/>
                        </a:spcAft>
                        <a:buFont typeface="+mj-lt"/>
                        <a:buAutoNum type="alphaUcPeriod"/>
                      </a:pPr>
                      <a:r>
                        <a:rPr lang="fr-FR" sz="900">
                          <a:solidFill>
                            <a:srgbClr val="000000"/>
                          </a:solidFill>
                          <a:effectLst/>
                          <a:latin typeface="+mn-lt"/>
                          <a:ea typeface="Times New Roman" panose="02020603050405020304" pitchFamily="18" charset="0"/>
                        </a:rPr>
                        <a:t>Vérifier que les droits des utilisateurs ont été recertifiés par les supérieurs hiérarchiques.</a:t>
                      </a:r>
                      <a:endParaRPr lang="fr-FR" sz="900">
                        <a:effectLst/>
                        <a:latin typeface="+mn-lt"/>
                        <a:ea typeface="Times New Roman" panose="02020603050405020304" pitchFamily="18" charset="0"/>
                      </a:endParaRPr>
                    </a:p>
                    <a:p>
                      <a:pPr marL="342900" lvl="0" indent="-342900" algn="just">
                        <a:lnSpc>
                          <a:spcPct val="100000"/>
                        </a:lnSpc>
                        <a:spcBef>
                          <a:spcPts val="0"/>
                        </a:spcBef>
                        <a:spcAft>
                          <a:spcPts val="300"/>
                        </a:spcAft>
                        <a:buFont typeface="+mj-lt"/>
                        <a:buAutoNum type="alphaUcPeriod"/>
                      </a:pPr>
                      <a:r>
                        <a:rPr lang="fr-FR" sz="900">
                          <a:solidFill>
                            <a:srgbClr val="000000"/>
                          </a:solidFill>
                          <a:effectLst/>
                          <a:latin typeface="+mn-lt"/>
                          <a:ea typeface="Times New Roman" panose="02020603050405020304" pitchFamily="18" charset="0"/>
                        </a:rPr>
                        <a:t>Vérifier que les plans d’action identifiés lors de la revue ont été mis en œuvre (modification ou désactivation du compte).</a:t>
                      </a:r>
                      <a:endParaRPr lang="fr-FR" sz="900">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1009787">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900" b="1">
                          <a:solidFill>
                            <a:schemeClr val="tx1"/>
                          </a:solidFill>
                          <a:latin typeface="+mn-lt"/>
                        </a:rPr>
                        <a:t>APD-05</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algn="just">
                        <a:lnSpc>
                          <a:spcPct val="115000"/>
                        </a:lnSpc>
                        <a:spcAft>
                          <a:spcPts val="0"/>
                        </a:spcAft>
                      </a:pPr>
                      <a:r>
                        <a:rPr lang="fr-FR" sz="900">
                          <a:effectLst/>
                          <a:latin typeface="+mn-lt"/>
                          <a:ea typeface="Times New Roman" panose="02020603050405020304" pitchFamily="18" charset="0"/>
                        </a:rPr>
                        <a:t>La PSSI est conforme aux bonnes pratiques en matière de sécurité logique.</a:t>
                      </a:r>
                    </a:p>
                    <a:p>
                      <a:pPr algn="just">
                        <a:lnSpc>
                          <a:spcPct val="115000"/>
                        </a:lnSpc>
                        <a:spcAft>
                          <a:spcPts val="0"/>
                        </a:spcAft>
                      </a:pPr>
                      <a:r>
                        <a:rPr lang="fr-FR" sz="900">
                          <a:effectLst/>
                          <a:latin typeface="+mn-lt"/>
                          <a:ea typeface="Times New Roman" panose="02020603050405020304" pitchFamily="18" charset="0"/>
                        </a:rPr>
                        <a:t> </a:t>
                      </a:r>
                    </a:p>
                    <a:p>
                      <a:pPr algn="just">
                        <a:lnSpc>
                          <a:spcPct val="115000"/>
                        </a:lnSpc>
                        <a:spcAft>
                          <a:spcPts val="0"/>
                        </a:spcAft>
                      </a:pPr>
                      <a:r>
                        <a:rPr lang="fr-FR" sz="900">
                          <a:effectLst/>
                          <a:latin typeface="+mn-lt"/>
                          <a:ea typeface="Times New Roman" panose="02020603050405020304" pitchFamily="18" charset="0"/>
                        </a:rPr>
                        <a:t>La configuration des mots de passe d’accès aux applications système d’information est conforme à la PSSI.</a:t>
                      </a: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342900" lvl="0" indent="-342900" algn="just">
                        <a:lnSpc>
                          <a:spcPct val="100000"/>
                        </a:lnSpc>
                        <a:spcBef>
                          <a:spcPts val="0"/>
                        </a:spcBef>
                        <a:spcAft>
                          <a:spcPts val="300"/>
                        </a:spcAft>
                        <a:buFont typeface="+mj-lt"/>
                        <a:buAutoNum type="alphaUcPeriod"/>
                      </a:pPr>
                      <a:r>
                        <a:rPr lang="fr-FR" sz="900">
                          <a:solidFill>
                            <a:srgbClr val="000000"/>
                          </a:solidFill>
                          <a:effectLst/>
                          <a:latin typeface="+mn-lt"/>
                          <a:ea typeface="Times New Roman" panose="02020603050405020304" pitchFamily="18" charset="0"/>
                        </a:rPr>
                        <a:t>Obtenir la Politique de gestion des mots de passe et vérifier qu’elle respecte les bonnes pratiques en matière de sécurité logique.</a:t>
                      </a:r>
                      <a:endParaRPr lang="fr-FR" sz="900">
                        <a:effectLst/>
                        <a:latin typeface="+mn-lt"/>
                        <a:ea typeface="Times New Roman" panose="02020603050405020304" pitchFamily="18" charset="0"/>
                      </a:endParaRPr>
                    </a:p>
                    <a:p>
                      <a:pPr marL="342900" lvl="0" indent="-342900" algn="just">
                        <a:lnSpc>
                          <a:spcPct val="100000"/>
                        </a:lnSpc>
                        <a:spcBef>
                          <a:spcPts val="0"/>
                        </a:spcBef>
                        <a:spcAft>
                          <a:spcPts val="300"/>
                        </a:spcAft>
                        <a:buFont typeface="+mj-lt"/>
                        <a:buAutoNum type="alphaUcPeriod"/>
                      </a:pPr>
                      <a:r>
                        <a:rPr lang="fr-FR" sz="900">
                          <a:solidFill>
                            <a:srgbClr val="000000"/>
                          </a:solidFill>
                          <a:effectLst/>
                          <a:latin typeface="+mn-lt"/>
                          <a:ea typeface="Times New Roman" panose="02020603050405020304" pitchFamily="18" charset="0"/>
                        </a:rPr>
                        <a:t>Obtenir l’extraction de la configuration des mots de passe d’accès aux applications.</a:t>
                      </a:r>
                      <a:endParaRPr lang="fr-FR" sz="900">
                        <a:effectLst/>
                        <a:latin typeface="+mn-lt"/>
                        <a:ea typeface="Times New Roman" panose="02020603050405020304" pitchFamily="18" charset="0"/>
                      </a:endParaRPr>
                    </a:p>
                    <a:p>
                      <a:pPr marL="342900" lvl="0" indent="-342900" algn="just">
                        <a:lnSpc>
                          <a:spcPct val="100000"/>
                        </a:lnSpc>
                        <a:spcBef>
                          <a:spcPts val="0"/>
                        </a:spcBef>
                        <a:spcAft>
                          <a:spcPts val="300"/>
                        </a:spcAft>
                        <a:buFont typeface="+mj-lt"/>
                        <a:buAutoNum type="alphaUcPeriod"/>
                      </a:pPr>
                      <a:r>
                        <a:rPr lang="fr-FR" sz="900">
                          <a:solidFill>
                            <a:srgbClr val="000000"/>
                          </a:solidFill>
                          <a:effectLst/>
                          <a:latin typeface="+mn-lt"/>
                          <a:ea typeface="Times New Roman" panose="02020603050405020304" pitchFamily="18" charset="0"/>
                        </a:rPr>
                        <a:t>Vérifier que la configuration des mots de passe dans les systèmes respecte la Politique de mots de passe.</a:t>
                      </a:r>
                      <a:endParaRPr lang="fr-FR" sz="900">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bl>
          </a:graphicData>
        </a:graphic>
      </p:graphicFrame>
      <p:sp>
        <p:nvSpPr>
          <p:cNvPr id="2" name="Google Shape;478;p3">
            <a:extLst>
              <a:ext uri="{FF2B5EF4-FFF2-40B4-BE49-F238E27FC236}">
                <a16:creationId xmlns:a16="http://schemas.microsoft.com/office/drawing/2014/main" id="{93BEA4B7-D4FC-4F8E-3A68-839951C3E927}"/>
              </a:ext>
            </a:extLst>
          </p:cNvPr>
          <p:cNvSpPr txBox="1">
            <a:spLocks noGrp="1"/>
          </p:cNvSpPr>
          <p:nvPr>
            <p:ph type="title"/>
          </p:nvPr>
        </p:nvSpPr>
        <p:spPr>
          <a:xfrm>
            <a:off x="561705" y="431080"/>
            <a:ext cx="8229600" cy="413657"/>
          </a:xfrm>
          <a:prstGeom prst="rect">
            <a:avLst/>
          </a:prstGeom>
          <a:noFill/>
          <a:ln>
            <a:noFill/>
          </a:ln>
        </p:spPr>
        <p:txBody>
          <a:bodyPr spcFirstLastPara="1" wrap="square" lIns="0" tIns="0" rIns="0" bIns="0" anchor="t" anchorCtr="0">
            <a:normAutofit/>
          </a:bodyPr>
          <a:lstStyle/>
          <a:p>
            <a:r>
              <a:rPr lang="fr" sz="2000" b="1">
                <a:latin typeface="Georgia" panose="02040502050405020303" pitchFamily="18" charset="0"/>
              </a:rPr>
              <a:t>Liste des contrôles couverts </a:t>
            </a:r>
            <a:r>
              <a:rPr lang="fr" sz="1200" b="1">
                <a:latin typeface="Georgia" panose="02040502050405020303" pitchFamily="18" charset="0"/>
              </a:rPr>
              <a:t>(1/2)</a:t>
            </a:r>
            <a:endParaRPr sz="2000" b="1">
              <a:latin typeface="Georgia" panose="02040502050405020303" pitchFamily="18" charset="0"/>
            </a:endParaRPr>
          </a:p>
        </p:txBody>
      </p:sp>
    </p:spTree>
    <p:extLst>
      <p:ext uri="{BB962C8B-B14F-4D97-AF65-F5344CB8AC3E}">
        <p14:creationId xmlns:p14="http://schemas.microsoft.com/office/powerpoint/2010/main" val="2391827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1"/>
          </p:nvPr>
        </p:nvSpPr>
        <p:spPr>
          <a:xfrm>
            <a:off x="9951720" y="6492240"/>
            <a:ext cx="1706880" cy="137160"/>
          </a:xfrm>
        </p:spPr>
        <p:txBody>
          <a:bodyPr/>
          <a:lstStyle/>
          <a:p>
            <a:fld id="{7870704B-CE94-48CC-AF30-84932A1262A7}" type="slidenum">
              <a:rPr lang="en-GB" smtClean="0"/>
              <a:pPr/>
              <a:t>21</a:t>
            </a:fld>
            <a:endParaRPr lang="en-GB"/>
          </a:p>
        </p:txBody>
      </p:sp>
      <p:graphicFrame>
        <p:nvGraphicFramePr>
          <p:cNvPr id="9" name="Tableau 8"/>
          <p:cNvGraphicFramePr>
            <a:graphicFrameLocks noGrp="1"/>
          </p:cNvGraphicFramePr>
          <p:nvPr>
            <p:custDataLst>
              <p:tags r:id="rId1"/>
            </p:custDataLst>
            <p:extLst>
              <p:ext uri="{D42A27DB-BD31-4B8C-83A1-F6EECF244321}">
                <p14:modId xmlns:p14="http://schemas.microsoft.com/office/powerpoint/2010/main" val="1641036242"/>
              </p:ext>
            </p:extLst>
          </p:nvPr>
        </p:nvGraphicFramePr>
        <p:xfrm>
          <a:off x="561705" y="764704"/>
          <a:ext cx="11017370" cy="2307836"/>
        </p:xfrm>
        <a:graphic>
          <a:graphicData uri="http://schemas.openxmlformats.org/drawingml/2006/table">
            <a:tbl>
              <a:tblPr firstRow="1" firstCol="1" bandRow="1"/>
              <a:tblGrid>
                <a:gridCol w="1051076">
                  <a:extLst>
                    <a:ext uri="{9D8B030D-6E8A-4147-A177-3AD203B41FA5}">
                      <a16:colId xmlns:a16="http://schemas.microsoft.com/office/drawing/2014/main" val="20000"/>
                    </a:ext>
                  </a:extLst>
                </a:gridCol>
                <a:gridCol w="4464069">
                  <a:extLst>
                    <a:ext uri="{9D8B030D-6E8A-4147-A177-3AD203B41FA5}">
                      <a16:colId xmlns:a16="http://schemas.microsoft.com/office/drawing/2014/main" val="20001"/>
                    </a:ext>
                  </a:extLst>
                </a:gridCol>
                <a:gridCol w="5502225">
                  <a:extLst>
                    <a:ext uri="{9D8B030D-6E8A-4147-A177-3AD203B41FA5}">
                      <a16:colId xmlns:a16="http://schemas.microsoft.com/office/drawing/2014/main" val="20002"/>
                    </a:ext>
                  </a:extLst>
                </a:gridCol>
              </a:tblGrid>
              <a:tr h="241200">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900">
                          <a:solidFill>
                            <a:schemeClr val="bg1"/>
                          </a:solidFill>
                          <a:latin typeface="+mn-lt"/>
                        </a:rPr>
                        <a:t>Réf.</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C5207"/>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900">
                          <a:solidFill>
                            <a:schemeClr val="bg1"/>
                          </a:solidFill>
                          <a:latin typeface="+mn-lt"/>
                        </a:rPr>
                        <a:t>Description</a:t>
                      </a:r>
                      <a:r>
                        <a:rPr lang="fr-FR" sz="900" baseline="0">
                          <a:solidFill>
                            <a:schemeClr val="bg1"/>
                          </a:solidFill>
                          <a:latin typeface="+mn-lt"/>
                        </a:rPr>
                        <a:t> du contrôle</a:t>
                      </a:r>
                      <a:endParaRPr lang="fr-FR" sz="900">
                        <a:solidFill>
                          <a:schemeClr val="bg1"/>
                        </a:solidFill>
                        <a:latin typeface="+mn-lt"/>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C5207"/>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900">
                          <a:solidFill>
                            <a:schemeClr val="bg1"/>
                          </a:solidFill>
                          <a:latin typeface="+mn-lt"/>
                        </a:rPr>
                        <a:t>Procédure de test</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C5207"/>
                    </a:solidFill>
                  </a:tcPr>
                </a:tc>
                <a:extLst>
                  <a:ext uri="{0D108BD9-81ED-4DB2-BD59-A6C34878D82A}">
                    <a16:rowId xmlns:a16="http://schemas.microsoft.com/office/drawing/2014/main" val="10000"/>
                  </a:ext>
                </a:extLst>
              </a:tr>
              <a:tr h="248400">
                <a:tc gridSpan="3">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900">
                          <a:solidFill>
                            <a:schemeClr val="bg1"/>
                          </a:solidFill>
                          <a:latin typeface="+mn-lt"/>
                        </a:rPr>
                        <a:t>Gestion des changements et développements</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tx1">
                        <a:lumMod val="65000"/>
                        <a:lumOff val="35000"/>
                      </a:schemeClr>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909118">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900" b="1">
                          <a:solidFill>
                            <a:schemeClr val="tx1"/>
                          </a:solidFill>
                          <a:latin typeface="+mn-lt"/>
                        </a:rPr>
                        <a:t>PC-01</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algn="just">
                        <a:lnSpc>
                          <a:spcPct val="115000"/>
                        </a:lnSpc>
                        <a:spcAft>
                          <a:spcPts val="0"/>
                        </a:spcAft>
                      </a:pPr>
                      <a:r>
                        <a:rPr lang="fr-FR" sz="900" b="0">
                          <a:solidFill>
                            <a:schemeClr val="tx1"/>
                          </a:solidFill>
                          <a:effectLst/>
                          <a:latin typeface="+mn-lt"/>
                          <a:ea typeface="Times New Roman" panose="02020603050405020304" pitchFamily="18" charset="0"/>
                          <a:cs typeface="Arial" panose="020B0604020202020204" pitchFamily="34" charset="0"/>
                        </a:rPr>
                        <a:t>Les changements au niveau applicatif</a:t>
                      </a:r>
                      <a:r>
                        <a:rPr lang="fr-FR" sz="900" b="0" baseline="0">
                          <a:solidFill>
                            <a:schemeClr val="tx1"/>
                          </a:solidFill>
                          <a:effectLst/>
                          <a:latin typeface="+mn-lt"/>
                          <a:ea typeface="Times New Roman" panose="02020603050405020304" pitchFamily="18" charset="0"/>
                          <a:cs typeface="Arial" panose="020B0604020202020204" pitchFamily="34" charset="0"/>
                        </a:rPr>
                        <a:t> </a:t>
                      </a:r>
                      <a:r>
                        <a:rPr lang="fr-FR" sz="900" b="0">
                          <a:solidFill>
                            <a:schemeClr val="tx1"/>
                          </a:solidFill>
                          <a:effectLst/>
                          <a:latin typeface="+mn-lt"/>
                          <a:ea typeface="Times New Roman" panose="02020603050405020304" pitchFamily="18" charset="0"/>
                          <a:cs typeface="Arial" panose="020B0604020202020204" pitchFamily="34" charset="0"/>
                        </a:rPr>
                        <a:t>sont testés et validés par les utilisateurs finaux avant toute mise en production.</a:t>
                      </a:r>
                      <a:endParaRPr lang="fr-FR" sz="900" b="0">
                        <a:solidFill>
                          <a:schemeClr val="tx1"/>
                        </a:solidFill>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342900" lvl="0" indent="-342900" algn="just">
                        <a:lnSpc>
                          <a:spcPct val="100000"/>
                        </a:lnSpc>
                        <a:spcAft>
                          <a:spcPts val="300"/>
                        </a:spcAft>
                        <a:buFont typeface="+mj-lt"/>
                        <a:buAutoNum type="alphaUcPeriod"/>
                      </a:pPr>
                      <a:r>
                        <a:rPr lang="fr-FR" sz="900" b="0">
                          <a:solidFill>
                            <a:schemeClr val="tx1"/>
                          </a:solidFill>
                          <a:effectLst/>
                          <a:latin typeface="+mn-lt"/>
                          <a:ea typeface="Times New Roman" panose="02020603050405020304" pitchFamily="18" charset="0"/>
                          <a:cs typeface="Arial" panose="020B0604020202020204" pitchFamily="34" charset="0"/>
                        </a:rPr>
                        <a:t>Prendre connaissance du processus de gestion des changements.</a:t>
                      </a:r>
                      <a:endParaRPr lang="fr-FR" sz="900" b="0">
                        <a:solidFill>
                          <a:schemeClr val="tx1"/>
                        </a:solidFill>
                        <a:effectLst/>
                        <a:latin typeface="+mn-lt"/>
                        <a:ea typeface="Times New Roman" panose="02020603050405020304" pitchFamily="18" charset="0"/>
                      </a:endParaRPr>
                    </a:p>
                    <a:p>
                      <a:pPr marL="342900" lvl="0" indent="-342900" algn="just">
                        <a:lnSpc>
                          <a:spcPct val="100000"/>
                        </a:lnSpc>
                        <a:spcAft>
                          <a:spcPts val="300"/>
                        </a:spcAft>
                        <a:buFont typeface="+mj-lt"/>
                        <a:buAutoNum type="alphaUcPeriod"/>
                      </a:pPr>
                      <a:r>
                        <a:rPr lang="fr-FR" sz="900" b="0">
                          <a:solidFill>
                            <a:schemeClr val="tx1"/>
                          </a:solidFill>
                          <a:effectLst/>
                          <a:latin typeface="+mn-lt"/>
                          <a:ea typeface="Times New Roman" panose="02020603050405020304" pitchFamily="18" charset="0"/>
                          <a:cs typeface="Arial" panose="020B0604020202020204" pitchFamily="34" charset="0"/>
                        </a:rPr>
                        <a:t>Obtenir la liste des changements</a:t>
                      </a:r>
                      <a:r>
                        <a:rPr lang="fr-FR" sz="900" b="0" baseline="0">
                          <a:solidFill>
                            <a:schemeClr val="tx1"/>
                          </a:solidFill>
                          <a:effectLst/>
                          <a:latin typeface="+mn-lt"/>
                          <a:ea typeface="Times New Roman" panose="02020603050405020304" pitchFamily="18" charset="0"/>
                          <a:cs typeface="Arial" panose="020B0604020202020204" pitchFamily="34" charset="0"/>
                        </a:rPr>
                        <a:t> </a:t>
                      </a:r>
                      <a:r>
                        <a:rPr lang="fr-FR" sz="900" b="0">
                          <a:solidFill>
                            <a:schemeClr val="tx1"/>
                          </a:solidFill>
                          <a:effectLst/>
                          <a:latin typeface="+mn-lt"/>
                          <a:ea typeface="Times New Roman" panose="02020603050405020304" pitchFamily="18" charset="0"/>
                          <a:cs typeface="Arial" panose="020B0604020202020204" pitchFamily="34" charset="0"/>
                        </a:rPr>
                        <a:t>mis en production au niveau</a:t>
                      </a:r>
                      <a:r>
                        <a:rPr lang="fr-FR" sz="900" b="0" baseline="0">
                          <a:solidFill>
                            <a:schemeClr val="tx1"/>
                          </a:solidFill>
                          <a:effectLst/>
                          <a:latin typeface="+mn-lt"/>
                          <a:ea typeface="Times New Roman" panose="02020603050405020304" pitchFamily="18" charset="0"/>
                          <a:cs typeface="Arial" panose="020B0604020202020204" pitchFamily="34" charset="0"/>
                        </a:rPr>
                        <a:t> applicatif </a:t>
                      </a:r>
                      <a:r>
                        <a:rPr lang="fr-FR" sz="900" b="0">
                          <a:solidFill>
                            <a:schemeClr val="tx1"/>
                          </a:solidFill>
                          <a:effectLst/>
                          <a:latin typeface="+mn-lt"/>
                          <a:ea typeface="Times New Roman" panose="02020603050405020304" pitchFamily="18" charset="0"/>
                          <a:cs typeface="Arial" panose="020B0604020202020204" pitchFamily="34" charset="0"/>
                        </a:rPr>
                        <a:t>en 2025.</a:t>
                      </a:r>
                      <a:endParaRPr lang="fr-FR" sz="900" b="0">
                        <a:solidFill>
                          <a:schemeClr val="tx1"/>
                        </a:solidFill>
                        <a:effectLst/>
                        <a:latin typeface="+mn-lt"/>
                        <a:ea typeface="Times New Roman" panose="02020603050405020304" pitchFamily="18" charset="0"/>
                      </a:endParaRPr>
                    </a:p>
                    <a:p>
                      <a:pPr marL="342900" lvl="0" indent="-342900" algn="just">
                        <a:lnSpc>
                          <a:spcPct val="100000"/>
                        </a:lnSpc>
                        <a:spcAft>
                          <a:spcPts val="300"/>
                        </a:spcAft>
                        <a:buFont typeface="+mj-lt"/>
                        <a:buAutoNum type="alphaUcPeriod"/>
                      </a:pPr>
                      <a:r>
                        <a:rPr lang="fr-FR" sz="900" b="0">
                          <a:solidFill>
                            <a:schemeClr val="tx1"/>
                          </a:solidFill>
                          <a:effectLst/>
                          <a:latin typeface="+mn-lt"/>
                          <a:ea typeface="Times New Roman" panose="02020603050405020304" pitchFamily="18" charset="0"/>
                          <a:cs typeface="Arial" panose="020B0604020202020204" pitchFamily="34" charset="0"/>
                        </a:rPr>
                        <a:t>Vérifier que les changements font l’objet de tests et d’une validation par les utilisateurs finaux avant toute mise en production.</a:t>
                      </a:r>
                      <a:endParaRPr lang="fr-FR" sz="900" b="0">
                        <a:solidFill>
                          <a:schemeClr val="tx1"/>
                        </a:solidFill>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909118">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900" b="1">
                          <a:solidFill>
                            <a:schemeClr val="tx1"/>
                          </a:solidFill>
                          <a:latin typeface="+mn-lt"/>
                        </a:rPr>
                        <a:t>PC-02</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algn="just">
                        <a:lnSpc>
                          <a:spcPct val="115000"/>
                        </a:lnSpc>
                        <a:spcAft>
                          <a:spcPts val="0"/>
                        </a:spcAft>
                      </a:pPr>
                      <a:r>
                        <a:rPr lang="fr-FR" sz="900" b="0" i="0" u="none" strike="noStrike" kern="1200" cap="none">
                          <a:solidFill>
                            <a:schemeClr val="tx1"/>
                          </a:solidFill>
                          <a:effectLst/>
                          <a:latin typeface="Arial"/>
                          <a:ea typeface="Times New Roman" panose="02020603050405020304" pitchFamily="18" charset="0"/>
                          <a:cs typeface="Arial" panose="020B0604020202020204" pitchFamily="34" charset="0"/>
                          <a:sym typeface="Arial"/>
                        </a:rPr>
                        <a:t>Les activités de développements, de tests, et de production sont réalisées sur des environnements séparés, garantissant une séparation adéquate des tâches.</a:t>
                      </a:r>
                      <a:endParaRPr lang="fr-FR" sz="900" b="0" i="0" u="none" strike="noStrike" kern="1200" cap="none">
                        <a:solidFill>
                          <a:schemeClr val="tx1"/>
                        </a:solidFill>
                        <a:effectLst/>
                        <a:latin typeface="Arial"/>
                        <a:ea typeface="Times New Roman" panose="02020603050405020304" pitchFamily="18" charset="0"/>
                        <a:cs typeface="+mn-cs"/>
                        <a:sym typeface="Arial"/>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342900" lvl="0" indent="-342900" algn="just">
                        <a:lnSpc>
                          <a:spcPct val="100000"/>
                        </a:lnSpc>
                        <a:spcAft>
                          <a:spcPts val="300"/>
                        </a:spcAft>
                        <a:buFont typeface="+mj-lt"/>
                        <a:buAutoNum type="alphaUcPeriod"/>
                      </a:pPr>
                      <a:r>
                        <a:rPr lang="fr-FR" sz="900" b="0">
                          <a:solidFill>
                            <a:schemeClr val="tx1"/>
                          </a:solidFill>
                          <a:effectLst/>
                          <a:latin typeface="+mn-lt"/>
                          <a:ea typeface="Times New Roman" panose="02020603050405020304" pitchFamily="18" charset="0"/>
                          <a:cs typeface="Arial" panose="020B0604020202020204" pitchFamily="34" charset="0"/>
                        </a:rPr>
                        <a:t>Vérifier l’existence d’environnements distincts de développements, de tests et de production et obtenir une copie d’écran des différents environnements des applications du périmètre.</a:t>
                      </a:r>
                      <a:endParaRPr lang="fr-FR" sz="900" b="0">
                        <a:solidFill>
                          <a:schemeClr val="tx1"/>
                        </a:solidFill>
                        <a:effectLst/>
                        <a:latin typeface="+mn-lt"/>
                        <a:ea typeface="Times New Roman" panose="02020603050405020304" pitchFamily="18" charset="0"/>
                      </a:endParaRPr>
                    </a:p>
                    <a:p>
                      <a:pPr marL="342900" lvl="0" indent="-342900" algn="just">
                        <a:lnSpc>
                          <a:spcPct val="100000"/>
                        </a:lnSpc>
                        <a:spcAft>
                          <a:spcPts val="300"/>
                        </a:spcAft>
                        <a:buFont typeface="+mj-lt"/>
                        <a:buAutoNum type="alphaUcPeriod"/>
                      </a:pPr>
                      <a:r>
                        <a:rPr lang="fr-FR" sz="900" b="0">
                          <a:solidFill>
                            <a:schemeClr val="tx1"/>
                          </a:solidFill>
                          <a:effectLst/>
                          <a:latin typeface="+mn-lt"/>
                          <a:ea typeface="Times New Roman" panose="02020603050405020304" pitchFamily="18" charset="0"/>
                          <a:cs typeface="Arial" panose="020B0604020202020204" pitchFamily="34" charset="0"/>
                        </a:rPr>
                        <a:t>Obtenir la liste des développeurs et l’extraction des utilisateurs en production de l’application.</a:t>
                      </a:r>
                      <a:endParaRPr lang="fr-FR" sz="900" b="0">
                        <a:solidFill>
                          <a:schemeClr val="tx1"/>
                        </a:solidFill>
                        <a:effectLst/>
                        <a:latin typeface="+mn-lt"/>
                        <a:ea typeface="Times New Roman" panose="02020603050405020304" pitchFamily="18" charset="0"/>
                      </a:endParaRPr>
                    </a:p>
                    <a:p>
                      <a:pPr marL="342900" lvl="0" indent="-342900" algn="just">
                        <a:lnSpc>
                          <a:spcPct val="100000"/>
                        </a:lnSpc>
                        <a:spcAft>
                          <a:spcPts val="300"/>
                        </a:spcAft>
                        <a:buFont typeface="+mj-lt"/>
                        <a:buAutoNum type="alphaUcPeriod"/>
                      </a:pPr>
                      <a:r>
                        <a:rPr lang="fr-FR" sz="900" b="0">
                          <a:solidFill>
                            <a:schemeClr val="tx1"/>
                          </a:solidFill>
                          <a:effectLst/>
                          <a:latin typeface="+mn-lt"/>
                          <a:ea typeface="Times New Roman" panose="02020603050405020304" pitchFamily="18" charset="0"/>
                          <a:cs typeface="Arial" panose="020B0604020202020204" pitchFamily="34" charset="0"/>
                        </a:rPr>
                        <a:t>Vérifier que les développeurs n’ont pas d’accès en écriture à l’environnement de production.</a:t>
                      </a: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bl>
          </a:graphicData>
        </a:graphic>
      </p:graphicFrame>
      <p:graphicFrame>
        <p:nvGraphicFramePr>
          <p:cNvPr id="7" name="Tableau 6"/>
          <p:cNvGraphicFramePr>
            <a:graphicFrameLocks noGrp="1"/>
          </p:cNvGraphicFramePr>
          <p:nvPr>
            <p:custDataLst>
              <p:tags r:id="rId2"/>
            </p:custDataLst>
            <p:extLst>
              <p:ext uri="{D42A27DB-BD31-4B8C-83A1-F6EECF244321}">
                <p14:modId xmlns:p14="http://schemas.microsoft.com/office/powerpoint/2010/main" val="747416404"/>
              </p:ext>
            </p:extLst>
          </p:nvPr>
        </p:nvGraphicFramePr>
        <p:xfrm>
          <a:off x="561705" y="3061909"/>
          <a:ext cx="11017370" cy="3243012"/>
        </p:xfrm>
        <a:graphic>
          <a:graphicData uri="http://schemas.openxmlformats.org/drawingml/2006/table">
            <a:tbl>
              <a:tblPr firstRow="1" firstCol="1" bandRow="1"/>
              <a:tblGrid>
                <a:gridCol w="1051076">
                  <a:extLst>
                    <a:ext uri="{9D8B030D-6E8A-4147-A177-3AD203B41FA5}">
                      <a16:colId xmlns:a16="http://schemas.microsoft.com/office/drawing/2014/main" val="20000"/>
                    </a:ext>
                  </a:extLst>
                </a:gridCol>
                <a:gridCol w="4464069">
                  <a:extLst>
                    <a:ext uri="{9D8B030D-6E8A-4147-A177-3AD203B41FA5}">
                      <a16:colId xmlns:a16="http://schemas.microsoft.com/office/drawing/2014/main" val="20001"/>
                    </a:ext>
                  </a:extLst>
                </a:gridCol>
                <a:gridCol w="5502225">
                  <a:extLst>
                    <a:ext uri="{9D8B030D-6E8A-4147-A177-3AD203B41FA5}">
                      <a16:colId xmlns:a16="http://schemas.microsoft.com/office/drawing/2014/main" val="20002"/>
                    </a:ext>
                  </a:extLst>
                </a:gridCol>
              </a:tblGrid>
              <a:tr h="252306">
                <a:tc gridSpan="3">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r>
                        <a:rPr kumimoji="0" lang="fr-FR" sz="900" b="1" i="0" u="none" strike="noStrike" kern="1200" cap="none" spc="0" normalizeH="0" baseline="0">
                          <a:ln>
                            <a:noFill/>
                          </a:ln>
                          <a:solidFill>
                            <a:srgbClr val="FFFFFF"/>
                          </a:solidFill>
                          <a:effectLst/>
                          <a:uLnTx/>
                          <a:uFillTx/>
                          <a:latin typeface="Arial"/>
                          <a:ea typeface="+mn-ea"/>
                          <a:cs typeface="Calibri" panose="020F0502020204030204" pitchFamily="34" charset="0"/>
                          <a:sym typeface="Arial"/>
                        </a:rPr>
                        <a:t>Gestion de l’exploitation et des prestations informatiques externalisées</a:t>
                      </a:r>
                    </a:p>
                  </a:txBody>
                  <a:tcPr anchor="ctr">
                    <a:lnL w="12700" cmpd="sng">
                      <a:solidFill>
                        <a:srgbClr val="FFFFFF"/>
                      </a:solidFill>
                    </a:lnL>
                    <a:lnR w="12700" cmpd="sng">
                      <a:solidFill>
                        <a:srgbClr val="FFFFFF"/>
                      </a:solidFill>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1115276">
                <a:tc>
                  <a:txBody>
                    <a:bodyPr/>
                    <a:lstStyle/>
                    <a:p>
                      <a:pPr marL="0" lvl="0" indent="0" algn="ctr" defTabSz="685800" rtl="0" eaLnBrk="1" latinLnBrk="0" hangingPunct="1">
                        <a:lnSpc>
                          <a:spcPct val="100000"/>
                        </a:lnSpc>
                        <a:spcAft>
                          <a:spcPts val="300"/>
                        </a:spcAft>
                        <a:buFont typeface="+mj-lt"/>
                        <a:buNone/>
                      </a:pPr>
                      <a:r>
                        <a:rPr lang="fr-FR" sz="900" b="1" kern="1200">
                          <a:solidFill>
                            <a:schemeClr val="tx1"/>
                          </a:solidFill>
                          <a:effectLst/>
                          <a:latin typeface="+mn-lt"/>
                          <a:ea typeface="Times New Roman" panose="02020603050405020304" pitchFamily="18" charset="0"/>
                          <a:cs typeface="Arial" panose="020B0604020202020204" pitchFamily="34" charset="0"/>
                        </a:rPr>
                        <a:t>CO-01</a:t>
                      </a: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lgn="just" defTabSz="685800" rtl="0" eaLnBrk="1" latinLnBrk="0" hangingPunct="1">
                        <a:lnSpc>
                          <a:spcPct val="100000"/>
                        </a:lnSpc>
                        <a:spcAft>
                          <a:spcPts val="300"/>
                        </a:spcAft>
                        <a:buFont typeface="+mj-lt"/>
                        <a:buNone/>
                      </a:pPr>
                      <a:r>
                        <a:rPr lang="fr-FR" sz="900" b="0" kern="1200">
                          <a:solidFill>
                            <a:schemeClr val="tx1"/>
                          </a:solidFill>
                          <a:effectLst/>
                          <a:latin typeface="+mn-lt"/>
                          <a:ea typeface="Times New Roman" panose="02020603050405020304" pitchFamily="18" charset="0"/>
                          <a:cs typeface="Arial" panose="020B0604020202020204" pitchFamily="34" charset="0"/>
                        </a:rPr>
                        <a:t>Les données sont correctement sauvegardées selon la politique de sauvegarde en place.</a:t>
                      </a:r>
                    </a:p>
                    <a:p>
                      <a:pPr marL="0" lvl="0" indent="0" algn="just" defTabSz="685800" rtl="0" eaLnBrk="1" latinLnBrk="0" hangingPunct="1">
                        <a:lnSpc>
                          <a:spcPct val="100000"/>
                        </a:lnSpc>
                        <a:spcAft>
                          <a:spcPts val="300"/>
                        </a:spcAft>
                        <a:buFont typeface="+mj-lt"/>
                        <a:buNone/>
                      </a:pPr>
                      <a:endParaRPr lang="fr-FR" sz="900" b="0" kern="1200">
                        <a:solidFill>
                          <a:schemeClr val="tx1"/>
                        </a:solidFill>
                        <a:effectLst/>
                        <a:latin typeface="+mn-lt"/>
                        <a:ea typeface="Times New Roman" panose="02020603050405020304" pitchFamily="18" charset="0"/>
                        <a:cs typeface="Arial" panose="020B0604020202020204" pitchFamily="34" charset="0"/>
                      </a:endParaRPr>
                    </a:p>
                    <a:p>
                      <a:pPr marL="0" lvl="0" indent="0" algn="just" defTabSz="685800" rtl="0" eaLnBrk="1" latinLnBrk="0" hangingPunct="1">
                        <a:lnSpc>
                          <a:spcPct val="100000"/>
                        </a:lnSpc>
                        <a:spcAft>
                          <a:spcPts val="300"/>
                        </a:spcAft>
                        <a:buFont typeface="+mj-lt"/>
                        <a:buNone/>
                      </a:pPr>
                      <a:r>
                        <a:rPr lang="fr-FR" sz="900" b="0" kern="1200">
                          <a:solidFill>
                            <a:schemeClr val="tx1"/>
                          </a:solidFill>
                          <a:effectLst/>
                          <a:latin typeface="+mn-lt"/>
                          <a:ea typeface="Times New Roman" panose="02020603050405020304" pitchFamily="18" charset="0"/>
                          <a:cs typeface="Arial" panose="020B0604020202020204" pitchFamily="34" charset="0"/>
                        </a:rPr>
                        <a:t>Le Plan de Secours Informatique a été défini et fait l’objet de tests réguliers.</a:t>
                      </a:r>
                    </a:p>
                  </a:txBody>
                  <a:tcPr marL="44450" marR="44450"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342900" lvl="0" indent="-342900" algn="just" defTabSz="685800" rtl="0" eaLnBrk="1" latinLnBrk="0" hangingPunct="1">
                        <a:lnSpc>
                          <a:spcPct val="100000"/>
                        </a:lnSpc>
                        <a:spcAft>
                          <a:spcPts val="300"/>
                        </a:spcAft>
                        <a:buFont typeface="+mj-lt"/>
                        <a:buAutoNum type="alphaUcPeriod"/>
                      </a:pPr>
                      <a:r>
                        <a:rPr lang="fr-FR" sz="900" b="0" kern="1200">
                          <a:solidFill>
                            <a:schemeClr val="tx1"/>
                          </a:solidFill>
                          <a:effectLst/>
                          <a:latin typeface="+mn-lt"/>
                          <a:ea typeface="Times New Roman" panose="02020603050405020304" pitchFamily="18" charset="0"/>
                          <a:cs typeface="Arial" panose="020B0604020202020204" pitchFamily="34" charset="0"/>
                        </a:rPr>
                        <a:t>Obtenir la politique de sauvegarde Groupe et vérifier que les sauvegardes ont été réalisées sur l’exercice conformément à cette politique.</a:t>
                      </a:r>
                    </a:p>
                    <a:p>
                      <a:pPr marL="342900" lvl="0" indent="-342900" algn="just" defTabSz="685800" rtl="0" eaLnBrk="1" latinLnBrk="0" hangingPunct="1">
                        <a:lnSpc>
                          <a:spcPct val="100000"/>
                        </a:lnSpc>
                        <a:spcAft>
                          <a:spcPts val="300"/>
                        </a:spcAft>
                        <a:buFont typeface="+mj-lt"/>
                        <a:buAutoNum type="alphaUcPeriod"/>
                      </a:pPr>
                      <a:r>
                        <a:rPr lang="fr-FR" sz="900" b="0" kern="1200">
                          <a:solidFill>
                            <a:schemeClr val="tx1"/>
                          </a:solidFill>
                          <a:effectLst/>
                          <a:latin typeface="+mn-lt"/>
                          <a:ea typeface="Times New Roman" panose="02020603050405020304" pitchFamily="18" charset="0"/>
                          <a:cs typeface="Arial" panose="020B0604020202020204" pitchFamily="34" charset="0"/>
                        </a:rPr>
                        <a:t>Vérifier que des tests du Plan de Secours Informatique ont été réalisés sur le périmètre des applications auditées.</a:t>
                      </a:r>
                    </a:p>
                  </a:txBody>
                  <a:tcPr marL="44450" marR="44450"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1260000">
                <a:tc>
                  <a:txBody>
                    <a:bodyPr/>
                    <a:lstStyle/>
                    <a:p>
                      <a:pPr marL="0" lvl="0" indent="0" algn="ctr" defTabSz="685800" rtl="0" eaLnBrk="1" latinLnBrk="0" hangingPunct="1">
                        <a:lnSpc>
                          <a:spcPct val="100000"/>
                        </a:lnSpc>
                        <a:spcAft>
                          <a:spcPts val="300"/>
                        </a:spcAft>
                        <a:buFont typeface="+mj-lt"/>
                        <a:buNone/>
                      </a:pPr>
                      <a:r>
                        <a:rPr lang="fr-FR" sz="900" b="1" kern="1200">
                          <a:solidFill>
                            <a:schemeClr val="tx1"/>
                          </a:solidFill>
                          <a:effectLst/>
                          <a:latin typeface="+mn-lt"/>
                          <a:ea typeface="Times New Roman" panose="02020603050405020304" pitchFamily="18" charset="0"/>
                          <a:cs typeface="Arial" panose="020B0604020202020204" pitchFamily="34" charset="0"/>
                        </a:rPr>
                        <a:t>CO-02</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just" defTabSz="957796" rtl="0" eaLnBrk="1" fontAlgn="auto" latinLnBrk="0" hangingPunct="1">
                        <a:lnSpc>
                          <a:spcPct val="115000"/>
                        </a:lnSpc>
                        <a:spcBef>
                          <a:spcPts val="0"/>
                        </a:spcBef>
                        <a:spcAft>
                          <a:spcPts val="0"/>
                        </a:spcAft>
                        <a:buClrTx/>
                        <a:buSzTx/>
                        <a:buFontTx/>
                        <a:buNone/>
                        <a:tabLst/>
                        <a:defRPr/>
                      </a:pPr>
                      <a:r>
                        <a:rPr lang="fr-FR" sz="900" b="0" kern="1200">
                          <a:solidFill>
                            <a:schemeClr val="tx1"/>
                          </a:solidFill>
                          <a:effectLst/>
                          <a:latin typeface="+mn-lt"/>
                          <a:ea typeface="Times New Roman" panose="02020603050405020304" pitchFamily="18" charset="0"/>
                          <a:cs typeface="Arial" panose="020B0604020202020204" pitchFamily="34" charset="0"/>
                        </a:rPr>
                        <a:t>Les incidents de production sont tracés et résolus dans des délais raisonnables.</a:t>
                      </a: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342900" lvl="0" indent="-342900" algn="just" defTabSz="685800" rtl="0" eaLnBrk="1" latinLnBrk="0" hangingPunct="1">
                        <a:lnSpc>
                          <a:spcPct val="100000"/>
                        </a:lnSpc>
                        <a:spcAft>
                          <a:spcPts val="300"/>
                        </a:spcAft>
                        <a:buFont typeface="+mj-lt"/>
                        <a:buAutoNum type="alphaUcPeriod"/>
                      </a:pPr>
                      <a:r>
                        <a:rPr lang="fr-FR" sz="900" b="0" kern="1200">
                          <a:solidFill>
                            <a:schemeClr val="tx1"/>
                          </a:solidFill>
                          <a:effectLst/>
                          <a:latin typeface="+mn-lt"/>
                          <a:ea typeface="Times New Roman" panose="02020603050405020304" pitchFamily="18" charset="0"/>
                          <a:cs typeface="Arial" panose="020B0604020202020204" pitchFamily="34" charset="0"/>
                        </a:rPr>
                        <a:t>Prendre connaissance du processus de gestion des incidents.</a:t>
                      </a:r>
                    </a:p>
                    <a:p>
                      <a:pPr marL="342900" lvl="0" indent="-342900" algn="just" defTabSz="685800" rtl="0" eaLnBrk="1" latinLnBrk="0" hangingPunct="1">
                        <a:lnSpc>
                          <a:spcPct val="100000"/>
                        </a:lnSpc>
                        <a:spcAft>
                          <a:spcPts val="300"/>
                        </a:spcAft>
                        <a:buFont typeface="+mj-lt"/>
                        <a:buAutoNum type="alphaUcPeriod"/>
                      </a:pPr>
                      <a:r>
                        <a:rPr lang="fr-FR" sz="900" b="0" kern="1200">
                          <a:solidFill>
                            <a:schemeClr val="tx1"/>
                          </a:solidFill>
                          <a:effectLst/>
                          <a:latin typeface="+mn-lt"/>
                          <a:ea typeface="Times New Roman" panose="02020603050405020304" pitchFamily="18" charset="0"/>
                          <a:cs typeface="Arial" panose="020B0604020202020204" pitchFamily="34" charset="0"/>
                        </a:rPr>
                        <a:t>Vérifier que les incidents survenus sur les traitements automatiques (</a:t>
                      </a:r>
                      <a:r>
                        <a:rPr lang="fr-FR" sz="900" b="0" kern="1200" err="1">
                          <a:solidFill>
                            <a:schemeClr val="tx1"/>
                          </a:solidFill>
                          <a:effectLst/>
                          <a:latin typeface="+mn-lt"/>
                          <a:ea typeface="Times New Roman" panose="02020603050405020304" pitchFamily="18" charset="0"/>
                          <a:cs typeface="Arial" panose="020B0604020202020204" pitchFamily="34" charset="0"/>
                        </a:rPr>
                        <a:t>batchs</a:t>
                      </a:r>
                      <a:r>
                        <a:rPr lang="fr-FR" sz="900" b="0" kern="1200">
                          <a:solidFill>
                            <a:schemeClr val="tx1"/>
                          </a:solidFill>
                          <a:effectLst/>
                          <a:latin typeface="+mn-lt"/>
                          <a:ea typeface="Times New Roman" panose="02020603050405020304" pitchFamily="18" charset="0"/>
                          <a:cs typeface="Arial" panose="020B0604020202020204" pitchFamily="34" charset="0"/>
                        </a:rPr>
                        <a:t>) sont suivis.</a:t>
                      </a:r>
                    </a:p>
                    <a:p>
                      <a:pPr marL="342900" lvl="0" indent="-342900" algn="just" defTabSz="685800" rtl="0" eaLnBrk="1" latinLnBrk="0" hangingPunct="1">
                        <a:lnSpc>
                          <a:spcPct val="100000"/>
                        </a:lnSpc>
                        <a:spcAft>
                          <a:spcPts val="300"/>
                        </a:spcAft>
                        <a:buFont typeface="+mj-lt"/>
                        <a:buAutoNum type="alphaUcPeriod"/>
                      </a:pPr>
                      <a:r>
                        <a:rPr lang="fr-FR" sz="900" b="0" kern="1200">
                          <a:solidFill>
                            <a:schemeClr val="tx1"/>
                          </a:solidFill>
                          <a:effectLst/>
                          <a:latin typeface="+mn-lt"/>
                          <a:ea typeface="Times New Roman" panose="02020603050405020304" pitchFamily="18" charset="0"/>
                          <a:cs typeface="Arial" panose="020B0604020202020204" pitchFamily="34" charset="0"/>
                        </a:rPr>
                        <a:t>Obtenir l’extraction des incidents de production survenus sur la période.</a:t>
                      </a:r>
                    </a:p>
                    <a:p>
                      <a:pPr marL="342900" lvl="0" indent="-342900" algn="just" defTabSz="685800" rtl="0" eaLnBrk="1" latinLnBrk="0" hangingPunct="1">
                        <a:lnSpc>
                          <a:spcPct val="100000"/>
                        </a:lnSpc>
                        <a:spcAft>
                          <a:spcPts val="300"/>
                        </a:spcAft>
                        <a:buFont typeface="+mj-lt"/>
                        <a:buAutoNum type="alphaUcPeriod"/>
                      </a:pPr>
                      <a:r>
                        <a:rPr lang="fr-FR" sz="900" b="0" kern="1200">
                          <a:solidFill>
                            <a:schemeClr val="tx1"/>
                          </a:solidFill>
                          <a:effectLst/>
                          <a:latin typeface="+mn-lt"/>
                          <a:ea typeface="Times New Roman" panose="02020603050405020304" pitchFamily="18" charset="0"/>
                          <a:cs typeface="Arial" panose="020B0604020202020204" pitchFamily="34" charset="0"/>
                        </a:rPr>
                        <a:t>Vérifier que les incidents sont résolus dans des délais raisonnables.</a:t>
                      </a:r>
                    </a:p>
                    <a:p>
                      <a:pPr marL="342900" lvl="0" indent="-342900" algn="just" defTabSz="685800" rtl="0" eaLnBrk="1" latinLnBrk="0" hangingPunct="1">
                        <a:lnSpc>
                          <a:spcPct val="100000"/>
                        </a:lnSpc>
                        <a:spcAft>
                          <a:spcPts val="300"/>
                        </a:spcAft>
                        <a:buFont typeface="+mj-lt"/>
                        <a:buAutoNum type="alphaUcPeriod"/>
                      </a:pPr>
                      <a:r>
                        <a:rPr lang="fr-FR" sz="900" b="0" kern="1200">
                          <a:solidFill>
                            <a:schemeClr val="tx1"/>
                          </a:solidFill>
                          <a:effectLst/>
                          <a:latin typeface="+mn-lt"/>
                          <a:ea typeface="Times New Roman" panose="02020603050405020304" pitchFamily="18" charset="0"/>
                          <a:cs typeface="Arial" panose="020B0604020202020204" pitchFamily="34" charset="0"/>
                        </a:rPr>
                        <a:t>Vérifier que les incidents font l’objet d’un plan de remédiation formalisé.</a:t>
                      </a:r>
                    </a:p>
                  </a:txBody>
                  <a:tcPr marL="44450" marR="44450" marT="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32476032"/>
                  </a:ext>
                </a:extLst>
              </a:tr>
              <a:tr h="615430">
                <a:tc>
                  <a:txBody>
                    <a:bodyPr/>
                    <a:lstStyle/>
                    <a:p>
                      <a:pPr marL="0" lvl="0" indent="0" algn="ctr" defTabSz="685800" rtl="0" eaLnBrk="1" latinLnBrk="0" hangingPunct="1">
                        <a:lnSpc>
                          <a:spcPct val="100000"/>
                        </a:lnSpc>
                        <a:spcAft>
                          <a:spcPts val="300"/>
                        </a:spcAft>
                        <a:buFont typeface="+mj-lt"/>
                        <a:buNone/>
                      </a:pPr>
                      <a:r>
                        <a:rPr lang="fr-FR" sz="900" b="1" kern="1200">
                          <a:solidFill>
                            <a:schemeClr val="tx1"/>
                          </a:solidFill>
                          <a:effectLst/>
                          <a:latin typeface="+mn-lt"/>
                          <a:ea typeface="Times New Roman" panose="02020603050405020304" pitchFamily="18" charset="0"/>
                          <a:cs typeface="Arial" panose="020B0604020202020204" pitchFamily="34" charset="0"/>
                        </a:rPr>
                        <a:t>CO-03</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p>
                      <a:pPr marL="0" marR="0" lvl="0" indent="0" algn="just" defTabSz="957796" rtl="0" eaLnBrk="1" fontAlgn="auto" latinLnBrk="0" hangingPunct="1">
                        <a:lnSpc>
                          <a:spcPct val="115000"/>
                        </a:lnSpc>
                        <a:spcBef>
                          <a:spcPts val="0"/>
                        </a:spcBef>
                        <a:spcAft>
                          <a:spcPts val="0"/>
                        </a:spcAft>
                        <a:buClrTx/>
                        <a:buSzTx/>
                        <a:buFontTx/>
                        <a:buNone/>
                        <a:tabLst/>
                        <a:defRPr/>
                      </a:pPr>
                      <a:r>
                        <a:rPr lang="fr-FR" sz="900" b="0" kern="1200">
                          <a:solidFill>
                            <a:schemeClr val="tx1"/>
                          </a:solidFill>
                          <a:effectLst/>
                          <a:latin typeface="+mn-lt"/>
                          <a:ea typeface="Times New Roman" panose="02020603050405020304" pitchFamily="18" charset="0"/>
                          <a:cs typeface="Arial" panose="020B0604020202020204" pitchFamily="34" charset="0"/>
                        </a:rPr>
                        <a:t>Les processus et applications externalisées font l’objet d’un suivi régulier et des contrôles de second niveau existent. </a:t>
                      </a: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p>
                      <a:pPr marL="342900" lvl="0" indent="-342900" algn="just" defTabSz="685800" rtl="0" eaLnBrk="1" latinLnBrk="0" hangingPunct="1">
                        <a:lnSpc>
                          <a:spcPct val="100000"/>
                        </a:lnSpc>
                        <a:spcAft>
                          <a:spcPts val="300"/>
                        </a:spcAft>
                        <a:buFont typeface="+mj-lt"/>
                        <a:buAutoNum type="alphaUcPeriod"/>
                      </a:pPr>
                      <a:r>
                        <a:rPr lang="fr-FR" sz="900" b="0" kern="1200">
                          <a:solidFill>
                            <a:schemeClr val="tx1"/>
                          </a:solidFill>
                          <a:effectLst/>
                          <a:latin typeface="+mn-lt"/>
                          <a:ea typeface="Times New Roman" panose="02020603050405020304" pitchFamily="18" charset="0"/>
                          <a:cs typeface="Arial" panose="020B0604020202020204" pitchFamily="34" charset="0"/>
                        </a:rPr>
                        <a:t>Obtenir le rapport de contrôle interne afin d’obtenir une assurance sur le niveau de contrôle interne lié aux activités externalisées</a:t>
                      </a:r>
                    </a:p>
                  </a:txBody>
                  <a:tcPr marL="44450" marR="44450" marT="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2996247"/>
                  </a:ext>
                </a:extLst>
              </a:tr>
            </a:tbl>
          </a:graphicData>
        </a:graphic>
      </p:graphicFrame>
      <p:sp>
        <p:nvSpPr>
          <p:cNvPr id="2" name="Google Shape;478;p3">
            <a:extLst>
              <a:ext uri="{FF2B5EF4-FFF2-40B4-BE49-F238E27FC236}">
                <a16:creationId xmlns:a16="http://schemas.microsoft.com/office/drawing/2014/main" id="{6F19CEA9-BD94-D94A-71E7-92593B575D31}"/>
              </a:ext>
            </a:extLst>
          </p:cNvPr>
          <p:cNvSpPr txBox="1">
            <a:spLocks noGrp="1"/>
          </p:cNvSpPr>
          <p:nvPr>
            <p:ph type="title"/>
          </p:nvPr>
        </p:nvSpPr>
        <p:spPr>
          <a:xfrm>
            <a:off x="561705" y="431080"/>
            <a:ext cx="8229600" cy="413657"/>
          </a:xfrm>
          <a:prstGeom prst="rect">
            <a:avLst/>
          </a:prstGeom>
          <a:noFill/>
          <a:ln>
            <a:noFill/>
          </a:ln>
        </p:spPr>
        <p:txBody>
          <a:bodyPr spcFirstLastPara="1" wrap="square" lIns="0" tIns="0" rIns="0" bIns="0" anchor="t" anchorCtr="0">
            <a:normAutofit/>
          </a:bodyPr>
          <a:lstStyle/>
          <a:p>
            <a:r>
              <a:rPr lang="fr" sz="2000" b="1">
                <a:latin typeface="Georgia" panose="02040502050405020303" pitchFamily="18" charset="0"/>
              </a:rPr>
              <a:t>Liste des contrôles couverts </a:t>
            </a:r>
            <a:r>
              <a:rPr lang="fr" sz="1200" b="1">
                <a:latin typeface="Georgia" panose="02040502050405020303" pitchFamily="18" charset="0"/>
              </a:rPr>
              <a:t>(2/2)</a:t>
            </a:r>
            <a:endParaRPr sz="2000" b="1">
              <a:latin typeface="Georgia" panose="02040502050405020303" pitchFamily="18" charset="0"/>
            </a:endParaRPr>
          </a:p>
        </p:txBody>
      </p:sp>
    </p:spTree>
    <p:extLst>
      <p:ext uri="{BB962C8B-B14F-4D97-AF65-F5344CB8AC3E}">
        <p14:creationId xmlns:p14="http://schemas.microsoft.com/office/powerpoint/2010/main" val="2439152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24"/>
          <p:cNvSpPr txBox="1">
            <a:spLocks noGrp="1"/>
          </p:cNvSpPr>
          <p:nvPr>
            <p:ph type="body" idx="1"/>
          </p:nvPr>
        </p:nvSpPr>
        <p:spPr>
          <a:xfrm>
            <a:off x="561705" y="988415"/>
            <a:ext cx="3991246" cy="4068762"/>
          </a:xfrm>
          <a:prstGeom prst="rect">
            <a:avLst/>
          </a:prstGeom>
          <a:noFill/>
          <a:ln>
            <a:noFill/>
          </a:ln>
        </p:spPr>
        <p:txBody>
          <a:bodyPr spcFirstLastPara="1" wrap="square" lIns="0" tIns="0" rIns="0" bIns="0" anchor="t" anchorCtr="0">
            <a:noAutofit/>
          </a:bodyPr>
          <a:lstStyle/>
          <a:p>
            <a:pPr marL="0" indent="0" algn="just">
              <a:spcAft>
                <a:spcPts val="1200"/>
              </a:spcAft>
              <a:buSzPts val="1400"/>
            </a:pPr>
            <a:r>
              <a:rPr lang="fr" sz="1200" dirty="0">
                <a:solidFill>
                  <a:srgbClr val="FC5207"/>
                </a:solidFill>
              </a:rPr>
              <a:t>Nos entretiens ont été menés au sein des équipes de </a:t>
            </a:r>
            <a:r>
              <a:rPr lang="fr-FR" sz="1200" dirty="0" err="1">
                <a:solidFill>
                  <a:srgbClr val="FC5207"/>
                </a:solidFill>
              </a:rPr>
              <a:t>PAREF</a:t>
            </a:r>
            <a:r>
              <a:rPr lang="fr" sz="1200" dirty="0">
                <a:solidFill>
                  <a:srgbClr val="FC5207"/>
                </a:solidFill>
              </a:rPr>
              <a:t>, que nous tenons à remercier pour leur disponibilité :</a:t>
            </a:r>
            <a:endParaRPr sz="1200" dirty="0">
              <a:solidFill>
                <a:srgbClr val="FC5207"/>
              </a:solidFill>
            </a:endParaRPr>
          </a:p>
        </p:txBody>
      </p:sp>
      <p:sp>
        <p:nvSpPr>
          <p:cNvPr id="601" name="Google Shape;601;p24"/>
          <p:cNvSpPr txBox="1">
            <a:spLocks noGrp="1"/>
          </p:cNvSpPr>
          <p:nvPr>
            <p:ph type="body" idx="2"/>
          </p:nvPr>
        </p:nvSpPr>
        <p:spPr>
          <a:xfrm>
            <a:off x="5561527" y="988415"/>
            <a:ext cx="6829426" cy="4534460"/>
          </a:xfrm>
          <a:prstGeom prst="rect">
            <a:avLst/>
          </a:prstGeom>
          <a:noFill/>
          <a:ln>
            <a:noFill/>
          </a:ln>
        </p:spPr>
        <p:txBody>
          <a:bodyPr spcFirstLastPara="1" wrap="square" lIns="0" tIns="0" rIns="0" bIns="0" anchor="t" anchorCtr="0">
            <a:noAutofit/>
          </a:bodyPr>
          <a:lstStyle/>
          <a:p>
            <a:pPr marL="171450" indent="-171450" algn="just">
              <a:spcAft>
                <a:spcPts val="1200"/>
              </a:spcAft>
              <a:buClr>
                <a:schemeClr val="dk1"/>
              </a:buClr>
              <a:buSzPts val="1100"/>
              <a:buFont typeface="Arial"/>
              <a:buChar char="•"/>
            </a:pPr>
            <a:r>
              <a:rPr lang="fr-FR" sz="1050" b="0" dirty="0">
                <a:solidFill>
                  <a:schemeClr val="dk1"/>
                </a:solidFill>
              </a:rPr>
              <a:t>Sébastien </a:t>
            </a:r>
            <a:r>
              <a:rPr lang="fr-FR" sz="1050" b="0" dirty="0" err="1">
                <a:solidFill>
                  <a:schemeClr val="dk1"/>
                </a:solidFill>
              </a:rPr>
              <a:t>Antinon</a:t>
            </a:r>
            <a:r>
              <a:rPr lang="fr-FR" sz="1050" b="0" dirty="0">
                <a:solidFill>
                  <a:schemeClr val="dk1"/>
                </a:solidFill>
              </a:rPr>
              <a:t>, Directeur des SI Groupe</a:t>
            </a:r>
          </a:p>
          <a:p>
            <a:pPr marL="171450" indent="-171450" algn="just">
              <a:spcAft>
                <a:spcPts val="1200"/>
              </a:spcAft>
              <a:buClr>
                <a:schemeClr val="dk1"/>
              </a:buClr>
              <a:buSzPts val="1100"/>
              <a:buFont typeface="Arial"/>
              <a:buChar char="•"/>
            </a:pPr>
            <a:r>
              <a:rPr lang="fr-FR" sz="1050" b="0" dirty="0">
                <a:solidFill>
                  <a:schemeClr val="dk1"/>
                </a:solidFill>
              </a:rPr>
              <a:t>Adeline </a:t>
            </a:r>
            <a:r>
              <a:rPr lang="fr-FR" sz="1050" b="0" dirty="0" err="1">
                <a:solidFill>
                  <a:schemeClr val="dk1"/>
                </a:solidFill>
              </a:rPr>
              <a:t>Deret</a:t>
            </a:r>
            <a:r>
              <a:rPr lang="fr-FR" sz="1050" b="0" dirty="0">
                <a:solidFill>
                  <a:schemeClr val="dk1"/>
                </a:solidFill>
              </a:rPr>
              <a:t>, Directrice </a:t>
            </a:r>
            <a:r>
              <a:rPr lang="fr-FR" sz="1050" b="0" dirty="0" err="1">
                <a:solidFill>
                  <a:schemeClr val="dk1"/>
                </a:solidFill>
              </a:rPr>
              <a:t>Property</a:t>
            </a:r>
            <a:r>
              <a:rPr lang="fr-FR" sz="1050" b="0" dirty="0">
                <a:solidFill>
                  <a:schemeClr val="dk1"/>
                </a:solidFill>
              </a:rPr>
              <a:t> Management</a:t>
            </a:r>
          </a:p>
          <a:p>
            <a:pPr marL="171450" indent="-171450" algn="just">
              <a:spcAft>
                <a:spcPts val="1200"/>
              </a:spcAft>
              <a:buClr>
                <a:schemeClr val="dk1"/>
              </a:buClr>
              <a:buSzPts val="1100"/>
              <a:buFont typeface="Arial"/>
              <a:buChar char="•"/>
            </a:pPr>
            <a:r>
              <a:rPr lang="fr-FR" sz="1050" b="0" dirty="0">
                <a:solidFill>
                  <a:schemeClr val="dk1"/>
                </a:solidFill>
              </a:rPr>
              <a:t>Alizé Fourcroy, Responsable Pôle Tertiaire </a:t>
            </a:r>
            <a:r>
              <a:rPr lang="fr-FR" sz="1050" b="0" dirty="0" err="1">
                <a:solidFill>
                  <a:schemeClr val="dk1"/>
                </a:solidFill>
              </a:rPr>
              <a:t>Property</a:t>
            </a:r>
            <a:r>
              <a:rPr lang="fr-FR" sz="1050" b="0" dirty="0">
                <a:solidFill>
                  <a:schemeClr val="dk1"/>
                </a:solidFill>
              </a:rPr>
              <a:t> Management</a:t>
            </a:r>
          </a:p>
          <a:p>
            <a:pPr marL="171450" indent="-171450" algn="just">
              <a:spcAft>
                <a:spcPts val="1200"/>
              </a:spcAft>
              <a:buClr>
                <a:schemeClr val="dk1"/>
              </a:buClr>
              <a:buSzPts val="1100"/>
              <a:buFont typeface="Arial"/>
              <a:buChar char="•"/>
            </a:pPr>
            <a:r>
              <a:rPr lang="fr-FR" sz="1050" b="0" dirty="0">
                <a:solidFill>
                  <a:schemeClr val="dk1"/>
                </a:solidFill>
              </a:rPr>
              <a:t>Philippe </a:t>
            </a:r>
            <a:r>
              <a:rPr lang="fr-FR" sz="1050" b="0" dirty="0" err="1">
                <a:solidFill>
                  <a:schemeClr val="dk1"/>
                </a:solidFill>
              </a:rPr>
              <a:t>Balois</a:t>
            </a:r>
            <a:r>
              <a:rPr lang="fr-FR" sz="1050" b="0" dirty="0">
                <a:solidFill>
                  <a:schemeClr val="dk1"/>
                </a:solidFill>
              </a:rPr>
              <a:t>, Gestionnaire Back Office</a:t>
            </a:r>
          </a:p>
          <a:p>
            <a:pPr marL="0" indent="0" algn="just">
              <a:spcAft>
                <a:spcPts val="1200"/>
              </a:spcAft>
              <a:buClr>
                <a:schemeClr val="dk1"/>
              </a:buClr>
              <a:buSzPts val="1100"/>
            </a:pPr>
            <a:endParaRPr lang="fr-FR" sz="1050" b="0" dirty="0">
              <a:solidFill>
                <a:schemeClr val="dk1"/>
              </a:solidFill>
            </a:endParaRPr>
          </a:p>
          <a:p>
            <a:pPr marL="171450" indent="-171450" algn="just">
              <a:spcAft>
                <a:spcPts val="1200"/>
              </a:spcAft>
              <a:buClr>
                <a:schemeClr val="dk1"/>
              </a:buClr>
              <a:buSzPts val="1100"/>
              <a:buFont typeface="Arial"/>
              <a:buChar char="•"/>
            </a:pPr>
            <a:endParaRPr lang="fr-FR" altLang="fr-FR" sz="1050" b="0" dirty="0">
              <a:solidFill>
                <a:srgbClr val="000000"/>
              </a:solidFill>
              <a:highlight>
                <a:srgbClr val="FFFF00"/>
              </a:highlight>
              <a:latin typeface="Arial" panose="020B0604020202020204" pitchFamily="34" charset="0"/>
              <a:cs typeface="Arial" panose="020B0604020202020204" pitchFamily="34" charset="0"/>
            </a:endParaRPr>
          </a:p>
          <a:p>
            <a:pPr marL="171450" indent="-171450" algn="just">
              <a:spcAft>
                <a:spcPts val="1200"/>
              </a:spcAft>
              <a:buClr>
                <a:schemeClr val="dk1"/>
              </a:buClr>
              <a:buSzPts val="1100"/>
              <a:buFont typeface="Arial"/>
              <a:buChar char="•"/>
            </a:pPr>
            <a:endParaRPr lang="fr-FR" altLang="fr-FR" sz="1050" b="0" dirty="0">
              <a:solidFill>
                <a:srgbClr val="000000"/>
              </a:solidFill>
              <a:highlight>
                <a:srgbClr val="FFFF00"/>
              </a:highlight>
              <a:latin typeface="Arial" panose="020B0604020202020204" pitchFamily="34" charset="0"/>
              <a:cs typeface="Arial" panose="020B0604020202020204" pitchFamily="34" charset="0"/>
            </a:endParaRPr>
          </a:p>
          <a:p>
            <a:pPr marL="171450" indent="-171450" algn="just">
              <a:spcAft>
                <a:spcPts val="1200"/>
              </a:spcAft>
              <a:buClr>
                <a:schemeClr val="dk1"/>
              </a:buClr>
              <a:buSzPts val="1100"/>
              <a:buFont typeface="Arial"/>
              <a:buChar char="•"/>
            </a:pPr>
            <a:endParaRPr lang="fr-FR" altLang="fr-FR" sz="1050" b="0" dirty="0">
              <a:solidFill>
                <a:srgbClr val="000000"/>
              </a:solidFill>
              <a:highlight>
                <a:srgbClr val="FFFF00"/>
              </a:highlight>
              <a:latin typeface="Arial" panose="020B0604020202020204" pitchFamily="34" charset="0"/>
              <a:cs typeface="Arial" panose="020B0604020202020204" pitchFamily="34" charset="0"/>
            </a:endParaRPr>
          </a:p>
          <a:p>
            <a:pPr marL="171450" indent="-171450" algn="just">
              <a:spcAft>
                <a:spcPts val="1200"/>
              </a:spcAft>
              <a:buClr>
                <a:schemeClr val="dk1"/>
              </a:buClr>
              <a:buSzPts val="1100"/>
              <a:buFont typeface="Arial"/>
              <a:buChar char="•"/>
            </a:pPr>
            <a:endParaRPr lang="fr-FR" altLang="fr-FR" sz="1050" b="0" dirty="0">
              <a:solidFill>
                <a:srgbClr val="000000"/>
              </a:solidFill>
              <a:highlight>
                <a:srgbClr val="FFFF00"/>
              </a:highlight>
              <a:latin typeface="Arial" panose="020B0604020202020204" pitchFamily="34" charset="0"/>
              <a:cs typeface="Arial" panose="020B0604020202020204" pitchFamily="34" charset="0"/>
            </a:endParaRPr>
          </a:p>
          <a:p>
            <a:pPr marL="171450" indent="-171450" algn="just">
              <a:spcAft>
                <a:spcPts val="1200"/>
              </a:spcAft>
              <a:buClr>
                <a:schemeClr val="dk1"/>
              </a:buClr>
              <a:buSzPts val="1100"/>
              <a:buFont typeface="Arial"/>
              <a:buChar char="•"/>
            </a:pPr>
            <a:endParaRPr lang="fr-FR" altLang="fr-FR" sz="1050" b="0" dirty="0">
              <a:solidFill>
                <a:srgbClr val="000000"/>
              </a:solidFill>
              <a:highlight>
                <a:srgbClr val="FFFF00"/>
              </a:highlight>
              <a:latin typeface="Arial" panose="020B0604020202020204" pitchFamily="34" charset="0"/>
              <a:cs typeface="Arial" panose="020B0604020202020204" pitchFamily="34" charset="0"/>
            </a:endParaRPr>
          </a:p>
          <a:p>
            <a:pPr marL="0" indent="0" algn="just">
              <a:spcAft>
                <a:spcPts val="1200"/>
              </a:spcAft>
              <a:buClr>
                <a:schemeClr val="dk1"/>
              </a:buClr>
              <a:buSzPts val="1100"/>
            </a:pPr>
            <a:endParaRPr lang="fr-FR" altLang="fr-FR" sz="1200" b="0" dirty="0">
              <a:solidFill>
                <a:srgbClr val="000000"/>
              </a:solidFill>
              <a:latin typeface="Arial" panose="020B0604020202020204" pitchFamily="34" charset="0"/>
              <a:cs typeface="Arial" panose="020B0604020202020204" pitchFamily="34" charset="0"/>
            </a:endParaRPr>
          </a:p>
          <a:p>
            <a:pPr marL="171450" indent="-171450" algn="just">
              <a:spcAft>
                <a:spcPts val="1200"/>
              </a:spcAft>
              <a:buClr>
                <a:schemeClr val="dk1"/>
              </a:buClr>
              <a:buSzPts val="1100"/>
              <a:buFont typeface="Arial"/>
              <a:buChar char="•"/>
            </a:pPr>
            <a:endParaRPr lang="fr-FR" altLang="fr-FR" sz="1200" b="0" dirty="0">
              <a:solidFill>
                <a:srgbClr val="000000"/>
              </a:solidFill>
              <a:latin typeface="Arial" panose="020B0604020202020204" pitchFamily="34" charset="0"/>
              <a:cs typeface="Arial" panose="020B0604020202020204" pitchFamily="34" charset="0"/>
            </a:endParaRPr>
          </a:p>
          <a:p>
            <a:pPr marL="171450" indent="-171450" algn="just">
              <a:spcAft>
                <a:spcPts val="1200"/>
              </a:spcAft>
              <a:buClr>
                <a:schemeClr val="dk1"/>
              </a:buClr>
              <a:buSzPts val="1100"/>
              <a:buFont typeface="Arial"/>
              <a:buChar char="•"/>
            </a:pPr>
            <a:endParaRPr kumimoji="0" lang="fr-FR" altLang="fr-FR" sz="3600" b="0" i="0" u="none" strike="noStrike" cap="none" normalizeH="0" baseline="0" dirty="0">
              <a:ln>
                <a:noFill/>
              </a:ln>
              <a:solidFill>
                <a:schemeClr val="tx1"/>
              </a:solidFill>
              <a:effectLst/>
              <a:latin typeface="Arial" panose="020B0604020202020204" pitchFamily="34" charset="0"/>
            </a:endParaRPr>
          </a:p>
          <a:p>
            <a:pPr marL="171450" indent="-171450" algn="just">
              <a:spcAft>
                <a:spcPts val="1200"/>
              </a:spcAft>
              <a:buClr>
                <a:schemeClr val="dk1"/>
              </a:buClr>
              <a:buSzPts val="1100"/>
              <a:buFont typeface="Arial"/>
              <a:buChar char="•"/>
            </a:pPr>
            <a:endParaRPr lang="fr-FR" sz="1200" b="0" dirty="0">
              <a:solidFill>
                <a:schemeClr val="dk1"/>
              </a:solidFill>
            </a:endParaRPr>
          </a:p>
        </p:txBody>
      </p:sp>
      <p:sp>
        <p:nvSpPr>
          <p:cNvPr id="5" name="Google Shape;478;p3">
            <a:extLst>
              <a:ext uri="{FF2B5EF4-FFF2-40B4-BE49-F238E27FC236}">
                <a16:creationId xmlns:a16="http://schemas.microsoft.com/office/drawing/2014/main" id="{39C8EE58-6E27-EC4A-3C44-EFE9BD30F231}"/>
              </a:ext>
            </a:extLst>
          </p:cNvPr>
          <p:cNvSpPr txBox="1">
            <a:spLocks noGrp="1"/>
          </p:cNvSpPr>
          <p:nvPr>
            <p:ph type="title"/>
          </p:nvPr>
        </p:nvSpPr>
        <p:spPr>
          <a:xfrm>
            <a:off x="561705" y="431080"/>
            <a:ext cx="8229600" cy="413657"/>
          </a:xfrm>
          <a:prstGeom prst="rect">
            <a:avLst/>
          </a:prstGeom>
          <a:noFill/>
          <a:ln>
            <a:noFill/>
          </a:ln>
        </p:spPr>
        <p:txBody>
          <a:bodyPr spcFirstLastPara="1" wrap="square" lIns="0" tIns="0" rIns="0" bIns="0" anchor="t" anchorCtr="0">
            <a:normAutofit/>
          </a:bodyPr>
          <a:lstStyle/>
          <a:p>
            <a:r>
              <a:rPr lang="fr" sz="2000" b="1">
                <a:latin typeface="Georgia" panose="02040502050405020303" pitchFamily="18" charset="0"/>
              </a:rPr>
              <a:t>Liste des interlocuteurs rencontrés</a:t>
            </a:r>
            <a:endParaRPr sz="2000" b="1">
              <a:latin typeface="Georgia" panose="02040502050405020303" pitchFamily="18" charset="0"/>
            </a:endParaRPr>
          </a:p>
        </p:txBody>
      </p:sp>
      <p:sp>
        <p:nvSpPr>
          <p:cNvPr id="6" name="Google Shape;477;p3">
            <a:extLst>
              <a:ext uri="{FF2B5EF4-FFF2-40B4-BE49-F238E27FC236}">
                <a16:creationId xmlns:a16="http://schemas.microsoft.com/office/drawing/2014/main" id="{7C79B8AB-01F1-07AD-29ED-EB789288E3C4}"/>
              </a:ext>
            </a:extLst>
          </p:cNvPr>
          <p:cNvSpPr txBox="1">
            <a:spLocks/>
          </p:cNvSpPr>
          <p:nvPr/>
        </p:nvSpPr>
        <p:spPr>
          <a:xfrm>
            <a:off x="10180321" y="6511290"/>
            <a:ext cx="1280160" cy="13716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000000"/>
              </a:buClr>
              <a:buSzPts val="700"/>
              <a:buFont typeface="Arial"/>
              <a:buNone/>
              <a:tabLst/>
              <a:defRPr/>
            </a:pPr>
            <a:fld id="{00000000-1234-1234-1234-123412341234}" type="slidenum">
              <a:rPr kumimoji="0" lang="fr" sz="700" b="0" i="0" u="none" strike="noStrike" kern="0" cap="none" spc="0" normalizeH="0" baseline="0" noProof="0" smtClean="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700"/>
                <a:buFont typeface="Arial"/>
                <a:buNone/>
                <a:tabLst/>
                <a:defRPr/>
              </a:pPr>
              <a:t>22</a:t>
            </a:fld>
            <a:endParaRPr kumimoji="0" lang="fr" sz="7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944A1-D65E-2C9E-26E7-530A3F22B1A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76FA8C9-2532-6265-90DB-F3EC67C659BE}"/>
              </a:ext>
            </a:extLst>
          </p:cNvPr>
          <p:cNvSpPr>
            <a:spLocks noGrp="1"/>
          </p:cNvSpPr>
          <p:nvPr>
            <p:ph type="ctrTitle"/>
          </p:nvPr>
        </p:nvSpPr>
        <p:spPr>
          <a:xfrm>
            <a:off x="353658" y="1946275"/>
            <a:ext cx="6629400" cy="1482725"/>
          </a:xfrm>
        </p:spPr>
        <p:txBody>
          <a:bodyPr/>
          <a:lstStyle/>
          <a:p>
            <a:r>
              <a:rPr lang="en-GB"/>
              <a:t>Merci</a:t>
            </a:r>
            <a:endParaRPr lang="en-GB" noProof="0"/>
          </a:p>
        </p:txBody>
      </p:sp>
      <p:sp>
        <p:nvSpPr>
          <p:cNvPr id="3" name="Subtitle 2">
            <a:extLst>
              <a:ext uri="{FF2B5EF4-FFF2-40B4-BE49-F238E27FC236}">
                <a16:creationId xmlns:a16="http://schemas.microsoft.com/office/drawing/2014/main" id="{558DA8A7-F623-4FFD-0C50-D3CADDF30D3C}"/>
              </a:ext>
            </a:extLst>
          </p:cNvPr>
          <p:cNvSpPr>
            <a:spLocks noGrp="1"/>
          </p:cNvSpPr>
          <p:nvPr>
            <p:ph type="subTitle" idx="1"/>
          </p:nvPr>
        </p:nvSpPr>
        <p:spPr>
          <a:xfrm>
            <a:off x="5197150" y="4823926"/>
            <a:ext cx="6604325" cy="1655540"/>
          </a:xfrm>
        </p:spPr>
        <p:txBody>
          <a:bodyPr/>
          <a:lstStyle/>
          <a:p>
            <a:r>
              <a:rPr lang="en-GB">
                <a:sym typeface="Arial"/>
              </a:rPr>
              <a:t>© [</a:t>
            </a:r>
            <a:r>
              <a:rPr lang="en-GB"/>
              <a:t>2025] </a:t>
            </a:r>
            <a:r>
              <a:rPr lang="en-GB">
                <a:sym typeface="Arial"/>
              </a:rPr>
              <a:t>PwC. All rights reserved</a:t>
            </a:r>
            <a:r>
              <a:rPr lang="en-GB"/>
              <a:t>. PwC </a:t>
            </a:r>
            <a:r>
              <a:rPr lang="en-GB">
                <a:sym typeface="Arial"/>
              </a:rPr>
              <a:t>refers to the </a:t>
            </a:r>
            <a:r>
              <a:rPr lang="en-GB"/>
              <a:t>PwC network and/or one or more </a:t>
            </a:r>
            <a:r>
              <a:rPr lang="en-GB">
                <a:sym typeface="Arial"/>
              </a:rPr>
              <a:t>of </a:t>
            </a:r>
            <a:r>
              <a:rPr lang="en-GB"/>
              <a:t>its </a:t>
            </a:r>
            <a:r>
              <a:rPr lang="en-GB">
                <a:sym typeface="Arial"/>
              </a:rPr>
              <a:t>member firms, </a:t>
            </a:r>
            <a:r>
              <a:rPr lang="en-GB"/>
              <a:t>each of which </a:t>
            </a:r>
            <a:r>
              <a:rPr lang="en-GB">
                <a:sym typeface="Arial"/>
              </a:rPr>
              <a:t>is a separate legal entity. </a:t>
            </a:r>
            <a:r>
              <a:rPr lang="en-GB"/>
              <a:t>Please see www.pwc.com/structure for further details. </a:t>
            </a:r>
          </a:p>
        </p:txBody>
      </p:sp>
    </p:spTree>
    <p:extLst>
      <p:ext uri="{BB962C8B-B14F-4D97-AF65-F5344CB8AC3E}">
        <p14:creationId xmlns:p14="http://schemas.microsoft.com/office/powerpoint/2010/main" val="33548614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2.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3.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4.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5.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6.xml><?xml version="1.0" encoding="utf-8"?>
<p:tagLst xmlns:a="http://schemas.openxmlformats.org/drawingml/2006/main" xmlns:r="http://schemas.openxmlformats.org/officeDocument/2006/relationships" xmlns:p="http://schemas.openxmlformats.org/presentationml/2006/main">
  <p:tag name="SMARTSHAPETYPE" val="Table"/>
  <p:tag name="TABLEID" val="c044b689-16b8-4915-8d96-d8112e67f337"/>
</p:tagLst>
</file>

<file path=ppt/tags/tag7.xml><?xml version="1.0" encoding="utf-8"?>
<p:tagLst xmlns:a="http://schemas.openxmlformats.org/drawingml/2006/main" xmlns:r="http://schemas.openxmlformats.org/officeDocument/2006/relationships" xmlns:p="http://schemas.openxmlformats.org/presentationml/2006/main">
  <p:tag name="SMARTSHAPETYPE" val="Table"/>
  <p:tag name="TABLEID" val="a212afdb-cd7a-4666-80db-66fa7ccbc358"/>
</p:tagLst>
</file>

<file path=ppt/tags/tag8.xml><?xml version="1.0" encoding="utf-8"?>
<p:tagLst xmlns:a="http://schemas.openxmlformats.org/drawingml/2006/main" xmlns:r="http://schemas.openxmlformats.org/officeDocument/2006/relationships" xmlns:p="http://schemas.openxmlformats.org/presentationml/2006/main">
  <p:tag name="SMARTSHAPETYPE" val="Table"/>
  <p:tag name="TABLEID" val="a212afdb-cd7a-4666-80db-66fa7ccbc358"/>
</p:tagLst>
</file>

<file path=ppt/theme/theme1.xml><?xml version="1.0" encoding="utf-8"?>
<a:theme xmlns:a="http://schemas.openxmlformats.org/drawingml/2006/main" name="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B536A"/>
      </a:accent5>
      <a:accent6>
        <a:srgbClr val="464646"/>
      </a:accent6>
      <a:hlink>
        <a:srgbClr val="D04A02"/>
      </a:hlink>
      <a:folHlink>
        <a:srgbClr val="DB536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B296F49-9839-BE48-A6B0-07FAE54AD4FB}" vid="{251455FA-3AFB-1547-9744-D9A806732972}"/>
    </a:ext>
  </a:extLst>
</a:theme>
</file>

<file path=ppt/theme/theme3.xml><?xml version="1.0" encoding="utf-8"?>
<a:theme xmlns:a="http://schemas.openxmlformats.org/drawingml/2006/main" name="1_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B536A"/>
      </a:accent5>
      <a:accent6>
        <a:srgbClr val="464646"/>
      </a:accent6>
      <a:hlink>
        <a:srgbClr val="D04A02"/>
      </a:hlink>
      <a:folHlink>
        <a:srgbClr val="DB536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B536A"/>
      </a:accent5>
      <a:accent6>
        <a:srgbClr val="464646"/>
      </a:accent6>
      <a:hlink>
        <a:srgbClr val="D04A02"/>
      </a:hlink>
      <a:folHlink>
        <a:srgbClr val="DB536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7AF579CB352CC4B9FA05B1705B6ED21" ma:contentTypeVersion="3" ma:contentTypeDescription="Create a new document." ma:contentTypeScope="" ma:versionID="80c242b80c17eb98d15a330dfea59f78">
  <xsd:schema xmlns:xsd="http://www.w3.org/2001/XMLSchema" xmlns:xs="http://www.w3.org/2001/XMLSchema" xmlns:p="http://schemas.microsoft.com/office/2006/metadata/properties" xmlns:ns2="c5340a4a-a5cc-48a5-9c04-fb99e4cfc672" targetNamespace="http://schemas.microsoft.com/office/2006/metadata/properties" ma:root="true" ma:fieldsID="6b75a227555f80d16c54cd0bbb0e9cbc" ns2:_="">
    <xsd:import namespace="c5340a4a-a5cc-48a5-9c04-fb99e4cfc67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340a4a-a5cc-48a5-9c04-fb99e4cfc6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93EC99-5B8F-4A92-985C-CF42CB8D1019}">
  <ds:schemaRefs>
    <ds:schemaRef ds:uri="http://schemas.microsoft.com/office/2006/metadata/properties"/>
    <ds:schemaRef ds:uri="http://purl.org/dc/elements/1.1/"/>
    <ds:schemaRef ds:uri="http://schemas.microsoft.com/office/infopath/2007/PartnerControls"/>
    <ds:schemaRef ds:uri="http://schemas.microsoft.com/office/2006/documentManagement/types"/>
    <ds:schemaRef ds:uri="c5340a4a-a5cc-48a5-9c04-fb99e4cfc672"/>
    <ds:schemaRef ds:uri="http://schemas.openxmlformats.org/package/2006/metadata/core-properties"/>
    <ds:schemaRef ds:uri="http://purl.org/dc/terms/"/>
    <ds:schemaRef ds:uri="http://www.w3.org/XML/1998/namespace"/>
    <ds:schemaRef ds:uri="http://purl.org/dc/dcmitype/"/>
  </ds:schemaRefs>
</ds:datastoreItem>
</file>

<file path=customXml/itemProps2.xml><?xml version="1.0" encoding="utf-8"?>
<ds:datastoreItem xmlns:ds="http://schemas.openxmlformats.org/officeDocument/2006/customXml" ds:itemID="{A3E12FD0-B8E5-4FEB-AB64-52084386A406}">
  <ds:schemaRefs>
    <ds:schemaRef ds:uri="http://schemas.microsoft.com/sharepoint/v3/contenttype/forms"/>
  </ds:schemaRefs>
</ds:datastoreItem>
</file>

<file path=customXml/itemProps3.xml><?xml version="1.0" encoding="utf-8"?>
<ds:datastoreItem xmlns:ds="http://schemas.openxmlformats.org/officeDocument/2006/customXml" ds:itemID="{99BB222E-5FE9-437B-868B-4810C559C11F}">
  <ds:schemaRefs>
    <ds:schemaRef ds:uri="c5340a4a-a5cc-48a5-9c04-fb99e4cfc67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455</TotalTime>
  <Words>4191</Words>
  <Application>Microsoft Office PowerPoint</Application>
  <PresentationFormat>Grand écran</PresentationFormat>
  <Paragraphs>492</Paragraphs>
  <Slides>23</Slides>
  <Notes>10</Notes>
  <HiddenSlides>0</HiddenSlides>
  <MMClips>0</MMClips>
  <ScaleCrop>false</ScaleCrop>
  <HeadingPairs>
    <vt:vector size="6" baseType="variant">
      <vt:variant>
        <vt:lpstr>Polices utilisées</vt:lpstr>
      </vt:variant>
      <vt:variant>
        <vt:i4>4</vt:i4>
      </vt:variant>
      <vt:variant>
        <vt:lpstr>Thème</vt:lpstr>
      </vt:variant>
      <vt:variant>
        <vt:i4>3</vt:i4>
      </vt:variant>
      <vt:variant>
        <vt:lpstr>Titres des diapositives</vt:lpstr>
      </vt:variant>
      <vt:variant>
        <vt:i4>23</vt:i4>
      </vt:variant>
    </vt:vector>
  </HeadingPairs>
  <TitlesOfParts>
    <vt:vector size="30" baseType="lpstr">
      <vt:lpstr>Georgia</vt:lpstr>
      <vt:lpstr>Arial</vt:lpstr>
      <vt:lpstr>Wingdings</vt:lpstr>
      <vt:lpstr>Arial (Corps)</vt:lpstr>
      <vt:lpstr>PwC</vt:lpstr>
      <vt:lpstr>PwC Slide Master</vt:lpstr>
      <vt:lpstr>1_PwC</vt:lpstr>
      <vt:lpstr>Groupe PAREF q Revue informatique  Exercice 2025  Février 2026</vt:lpstr>
      <vt:lpstr>Agenda </vt:lpstr>
      <vt:lpstr>Cadre de notre intervention et démarche</vt:lpstr>
      <vt:lpstr>Cadre de notre intervention et démarche </vt:lpstr>
      <vt:lpstr>Synthèse générale</vt:lpstr>
      <vt:lpstr>Synthèse générale</vt:lpstr>
      <vt:lpstr>Présentation PowerPoint</vt:lpstr>
      <vt:lpstr>Présentation PowerPoint</vt:lpstr>
      <vt:lpstr>Recommandations détaillées 2025</vt:lpstr>
      <vt:lpstr>Présentation PowerPoint</vt:lpstr>
      <vt:lpstr>Présentation PowerPoint</vt:lpstr>
      <vt:lpstr>Suivi des recommandations antérieures</vt:lpstr>
      <vt:lpstr>Présentation PowerPoint</vt:lpstr>
      <vt:lpstr>Présentation PowerPoint</vt:lpstr>
      <vt:lpstr>Présentation PowerPoint</vt:lpstr>
      <vt:lpstr>Présentation PowerPoint</vt:lpstr>
      <vt:lpstr>Recommandation clôturée</vt:lpstr>
      <vt:lpstr>Présentation PowerPoint</vt:lpstr>
      <vt:lpstr>Annexes</vt:lpstr>
      <vt:lpstr>Liste des contrôles couverts (1/2)</vt:lpstr>
      <vt:lpstr>Liste des contrôles couverts (2/2)</vt:lpstr>
      <vt:lpstr>Liste des interlocuteurs rencontrés</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Groupama Loire Bretagne  Audit informatique - Réunion de lancement</dc:title>
  <dc:creator>Tristan Hontabat</dc:creator>
  <cp:lastModifiedBy>Manal Amajoud (FR)</cp:lastModifiedBy>
  <cp:revision>3</cp:revision>
  <dcterms:created xsi:type="dcterms:W3CDTF">2023-09-27T08:20:43Z</dcterms:created>
  <dcterms:modified xsi:type="dcterms:W3CDTF">2026-02-13T15:50:52Z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B template type">
    <vt:lpwstr>PwC16x9</vt:lpwstr>
  </property>
  <property fmtid="{D5CDD505-2E9C-101B-9397-08002B2CF9AE}" pid="3" name="TB template version">
    <vt:lpwstr>6</vt:lpwstr>
  </property>
  <property fmtid="{D5CDD505-2E9C-101B-9397-08002B2CF9AE}" pid="4" name="TB template release">
    <vt:lpwstr>4</vt:lpwstr>
  </property>
  <property fmtid="{D5CDD505-2E9C-101B-9397-08002B2CF9AE}" pid="5" name="ContentTypeId">
    <vt:lpwstr>0x01010007AF579CB352CC4B9FA05B1705B6ED21</vt:lpwstr>
  </property>
  <property fmtid="{D5CDD505-2E9C-101B-9397-08002B2CF9AE}" pid="6" name="MediaServiceImageTags">
    <vt:lpwstr/>
  </property>
</Properties>
</file>