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9" r:id="rId5"/>
    <p:sldMasterId id="2147483750" r:id="rId6"/>
  </p:sldMasterIdLst>
  <p:notesMasterIdLst>
    <p:notesMasterId r:id="rId23"/>
  </p:notesMasterIdLst>
  <p:sldIdLst>
    <p:sldId id="286" r:id="rId7"/>
    <p:sldId id="287" r:id="rId8"/>
    <p:sldId id="2147471543" r:id="rId9"/>
    <p:sldId id="2147471538" r:id="rId10"/>
    <p:sldId id="2147471544" r:id="rId11"/>
    <p:sldId id="2147471542" r:id="rId12"/>
    <p:sldId id="2147471545" r:id="rId13"/>
    <p:sldId id="288" r:id="rId14"/>
    <p:sldId id="2147471546" r:id="rId15"/>
    <p:sldId id="2147471556" r:id="rId16"/>
    <p:sldId id="2147471548" r:id="rId18"/>
    <p:sldId id="486" r:id="rId19"/>
    <p:sldId id="290" r:id="rId20"/>
    <p:sldId id="2147471564" r:id="rId21"/>
    <p:sldId id="2147471550" r:id="rId22"/>
  </p:sldIdLst>
  <p:sldSz cx="9144000" cy="5143500" type="screen16x9"/>
  <p:notesSz cx="6858000" cy="9144000"/>
  <p:embeddedFontLst>
    <p:embeddedFont>
      <p:font typeface="Georgia" panose="02040502050405020303" pitchFamily="18" charset="0"/>
      <p:regular r:id="rId24"/>
      <p:bold r:id="rId25"/>
      <p:italic r:id="rId26"/>
      <p:boldItalic r:id="rId27"/>
    </p:embeddedFont>
    <p:embeddedFont>
      <p:font typeface="Helvetica Neue" panose="020B0604020202020204" charset="0"/>
      <p:regular r:id="rId28"/>
      <p:bold r:id="rId29"/>
      <p:italic r:id="rId30"/>
      <p:boldItalic r:id="rId31"/>
    </p:embeddedFont>
    <p:embeddedFont>
      <p:font typeface="Helvetica Neue Light" panose="020B0604020202020204" charset="0"/>
      <p:regular r:id="rId32"/>
      <p:bold r:id="rId33"/>
      <p:italic r:id="rId34"/>
      <p:boldItalic r:id="rId35"/>
    </p:embeddedFont>
  </p:embeddedFontLst>
  <p:custDataLst>
    <p:tags r:id="rId3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301E"/>
    <a:srgbClr val="FFB600"/>
    <a:srgbClr val="EB8C00"/>
    <a:srgbClr val="FFD391"/>
    <a:srgbClr val="ED8278"/>
    <a:srgbClr val="FFFFFF"/>
    <a:srgbClr val="FFAA72"/>
    <a:srgbClr val="D04A02"/>
    <a:srgbClr val="FC5108"/>
    <a:srgbClr val="A25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150A4-1039-42B2-9A32-7799FDAB53B5}" v="740" dt="2025-06-12T11:14:04.373"/>
    <p1510:client id="{1E8791AF-ED57-47EB-A979-97AEE8CFC83C}" v="297" dt="2025-06-12T11:15:32.034"/>
    <p1510:client id="{7B91BC3D-8B6B-8733-8E5B-8B42AD3E6B62}" v="31" dt="2025-06-12T08:45:21.222"/>
    <p1510:client id="{C0FF9C42-4D58-495C-984B-097AA3AF0E47}" v="747" dt="2025-06-12T10:21:23.441"/>
  </p1510:revLst>
</p1510:revInfo>
</file>

<file path=ppt/tableStyles.xml><?xml version="1.0" encoding="utf-8"?>
<a:tblStyleLst xmlns:a="http://schemas.openxmlformats.org/drawingml/2006/main" def="{73734612-505C-44F7-90CF-F3AAC29208FF}">
  <a:tblStyle styleId="{73734612-505C-44F7-90CF-F3AAC29208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1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1.xml"/><Relationship Id="rId26" Type="http://schemas.openxmlformats.org/officeDocument/2006/relationships/font" Target="fonts/font3.fntdata"/><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font" Target="fonts/font11.fntdata"/><Relationship Id="rId7" Type="http://schemas.openxmlformats.org/officeDocument/2006/relationships/slide" Target="slides/slide1.xml"/><Relationship Id="rId12" Type="http://schemas.openxmlformats.org/officeDocument/2006/relationships/slide" Target="slides/slide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3.xml"/><Relationship Id="rId29" Type="http://schemas.openxmlformats.org/officeDocument/2006/relationships/font" Target="fonts/font6.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2.xml"/><Relationship Id="rId31" Type="http://schemas.openxmlformats.org/officeDocument/2006/relationships/font" Target="fonts/font8.fntdata"/><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5.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ctrTitle"/>
          </p:nvPr>
        </p:nvSpPr>
        <p:spPr>
          <a:xfrm>
            <a:off x="332184" y="2008800"/>
            <a:ext cx="5563875" cy="1988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400"/>
              <a:buFont typeface="Georgia"/>
              <a:buNone/>
              <a:defRPr sz="4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87" name="Google Shape;87;p17"/>
          <p:cNvSpPr txBox="1">
            <a:spLocks noGrp="1"/>
          </p:cNvSpPr>
          <p:nvPr>
            <p:ph type="subTitle" idx="1"/>
          </p:nvPr>
        </p:nvSpPr>
        <p:spPr>
          <a:xfrm>
            <a:off x="332185" y="4499111"/>
            <a:ext cx="410531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pic>
        <p:nvPicPr>
          <p:cNvPr id="88" name="Google Shape;88;p17"/>
          <p:cNvPicPr preferRelativeResize="0"/>
          <p:nvPr/>
        </p:nvPicPr>
        <p:blipFill rotWithShape="1">
          <a:blip r:embed="rId2">
            <a:alphaModFix/>
          </a:blip>
          <a:srcRect/>
          <a:stretch/>
        </p:blipFill>
        <p:spPr>
          <a:xfrm>
            <a:off x="196005" y="226801"/>
            <a:ext cx="1227582" cy="1013388"/>
          </a:xfrm>
          <a:prstGeom prst="rect">
            <a:avLst/>
          </a:prstGeom>
          <a:noFill/>
          <a:ln>
            <a:noFill/>
          </a:ln>
        </p:spPr>
      </p:pic>
      <p:sp>
        <p:nvSpPr>
          <p:cNvPr id="89" name="Google Shape;89;p1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90"/>
        <p:cNvGrpSpPr/>
        <p:nvPr/>
      </p:nvGrpSpPr>
      <p:grpSpPr>
        <a:xfrm>
          <a:off x="0" y="0"/>
          <a:ext cx="0" cy="0"/>
          <a:chOff x="0" y="0"/>
          <a:chExt cx="0" cy="0"/>
        </a:xfrm>
      </p:grpSpPr>
      <p:grpSp>
        <p:nvGrpSpPr>
          <p:cNvPr id="91" name="Google Shape;91;p18"/>
          <p:cNvGrpSpPr/>
          <p:nvPr/>
        </p:nvGrpSpPr>
        <p:grpSpPr>
          <a:xfrm>
            <a:off x="0" y="0"/>
            <a:ext cx="6685577" cy="5143501"/>
            <a:chOff x="0" y="0"/>
            <a:chExt cx="8914102" cy="6858001"/>
          </a:xfrm>
        </p:grpSpPr>
        <p:sp>
          <p:nvSpPr>
            <p:cNvPr id="92" name="Google Shape;92;p18"/>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3" name="Google Shape;93;p18"/>
            <p:cNvPicPr preferRelativeResize="0"/>
            <p:nvPr/>
          </p:nvPicPr>
          <p:blipFill rotWithShape="1">
            <a:blip r:embed="rId2">
              <a:alphaModFix/>
            </a:blip>
            <a:srcRect/>
            <a:stretch/>
          </p:blipFill>
          <p:spPr>
            <a:xfrm>
              <a:off x="261339" y="301752"/>
              <a:ext cx="1636775" cy="1351183"/>
            </a:xfrm>
            <a:prstGeom prst="rect">
              <a:avLst/>
            </a:prstGeom>
            <a:noFill/>
            <a:ln>
              <a:noFill/>
            </a:ln>
          </p:spPr>
        </p:pic>
      </p:grpSp>
      <p:sp>
        <p:nvSpPr>
          <p:cNvPr id="94" name="Google Shape;94;p18"/>
          <p:cNvSpPr txBox="1">
            <a:spLocks noGrp="1"/>
          </p:cNvSpPr>
          <p:nvPr>
            <p:ph type="ctrTitle"/>
          </p:nvPr>
        </p:nvSpPr>
        <p:spPr>
          <a:xfrm>
            <a:off x="332185" y="2010007"/>
            <a:ext cx="3944063" cy="1819125"/>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95" name="Google Shape;95;p18"/>
          <p:cNvSpPr txBox="1">
            <a:spLocks noGrp="1"/>
          </p:cNvSpPr>
          <p:nvPr>
            <p:ph type="subTitle" idx="1"/>
          </p:nvPr>
        </p:nvSpPr>
        <p:spPr>
          <a:xfrm>
            <a:off x="332185" y="40690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96" name="Google Shape;96;p18"/>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2">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l="26634" t="118" r="-1127" b="-1"/>
          <a:stretch/>
        </p:blipFill>
        <p:spPr>
          <a:xfrm flipH="1">
            <a:off x="3393356" y="1"/>
            <a:ext cx="5750643" cy="5143500"/>
          </a:xfrm>
          <a:prstGeom prst="rect">
            <a:avLst/>
          </a:prstGeom>
          <a:noFill/>
          <a:ln>
            <a:noFill/>
          </a:ln>
        </p:spPr>
      </p:pic>
      <p:sp>
        <p:nvSpPr>
          <p:cNvPr id="99" name="Google Shape;99;p19"/>
          <p:cNvSpPr/>
          <p:nvPr/>
        </p:nvSpPr>
        <p:spPr>
          <a:xfrm>
            <a:off x="1" y="0"/>
            <a:ext cx="6225368" cy="5143501"/>
          </a:xfrm>
          <a:custGeom>
            <a:avLst/>
            <a:gdLst/>
            <a:ahLst/>
            <a:cxnLst/>
            <a:rect l="l" t="t" r="r" b="b"/>
            <a:pathLst>
              <a:path w="8300491" h="6858001" extrusionOk="0">
                <a:moveTo>
                  <a:pt x="647153" y="0"/>
                </a:moveTo>
                <a:lnTo>
                  <a:pt x="4555578" y="0"/>
                </a:lnTo>
                <a:lnTo>
                  <a:pt x="4555578" y="765175"/>
                </a:lnTo>
                <a:lnTo>
                  <a:pt x="5323929" y="765175"/>
                </a:lnTo>
                <a:lnTo>
                  <a:pt x="5323929" y="1957388"/>
                </a:lnTo>
                <a:lnTo>
                  <a:pt x="7306716" y="1957388"/>
                </a:lnTo>
                <a:lnTo>
                  <a:pt x="7306716" y="4899025"/>
                </a:lnTo>
                <a:lnTo>
                  <a:pt x="8300491" y="4899025"/>
                </a:lnTo>
                <a:lnTo>
                  <a:pt x="8300491" y="6858000"/>
                </a:lnTo>
                <a:lnTo>
                  <a:pt x="7306716" y="6858000"/>
                </a:lnTo>
                <a:lnTo>
                  <a:pt x="5323929" y="6858000"/>
                </a:lnTo>
                <a:lnTo>
                  <a:pt x="4555578" y="6858000"/>
                </a:lnTo>
                <a:lnTo>
                  <a:pt x="3091904" y="6858000"/>
                </a:lnTo>
                <a:lnTo>
                  <a:pt x="647153" y="6858000"/>
                </a:lnTo>
                <a:lnTo>
                  <a:pt x="647153" y="6858001"/>
                </a:lnTo>
                <a:lnTo>
                  <a:pt x="0" y="6858001"/>
                </a:lnTo>
                <a:lnTo>
                  <a:pt x="0" y="1"/>
                </a:lnTo>
                <a:lnTo>
                  <a:pt x="647153" y="1"/>
                </a:lnTo>
                <a:close/>
              </a:path>
            </a:pathLst>
          </a:custGeom>
          <a:solidFill>
            <a:schemeClr val="l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p19"/>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01" name="Google Shape;101;p19"/>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02" name="Google Shape;102;p19"/>
          <p:cNvSpPr/>
          <p:nvPr/>
        </p:nvSpPr>
        <p:spPr>
          <a:xfrm>
            <a:off x="3414712" y="566737"/>
            <a:ext cx="581026" cy="904875"/>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3" name="Google Shape;103;p19"/>
          <p:cNvSpPr/>
          <p:nvPr/>
        </p:nvSpPr>
        <p:spPr>
          <a:xfrm>
            <a:off x="4805363" y="1466850"/>
            <a:ext cx="676275" cy="676275"/>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4" name="Google Shape;104;p19"/>
          <p:cNvSpPr/>
          <p:nvPr/>
        </p:nvSpPr>
        <p:spPr>
          <a:xfrm>
            <a:off x="5924550" y="3671888"/>
            <a:ext cx="300819" cy="685800"/>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5" name="Google Shape;105;p19" descr="Chart, histogram&#10;&#10;Description automatically generated"/>
          <p:cNvPicPr preferRelativeResize="0"/>
          <p:nvPr/>
        </p:nvPicPr>
        <p:blipFill rotWithShape="1">
          <a:blip r:embed="rId3">
            <a:alphaModFix/>
          </a:blip>
          <a:srcRect/>
          <a:stretch/>
        </p:blipFill>
        <p:spPr>
          <a:xfrm>
            <a:off x="232309" y="114300"/>
            <a:ext cx="1448361" cy="122503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Logo Shape White 1">
  <p:cSld name="Title Slide Logo Shape White 1">
    <p:spTree>
      <p:nvGrpSpPr>
        <p:cNvPr id="1" name="Shape 106"/>
        <p:cNvGrpSpPr/>
        <p:nvPr/>
      </p:nvGrpSpPr>
      <p:grpSpPr>
        <a:xfrm>
          <a:off x="0" y="0"/>
          <a:ext cx="0" cy="0"/>
          <a:chOff x="0" y="0"/>
          <a:chExt cx="0" cy="0"/>
        </a:xfrm>
      </p:grpSpPr>
      <p:sp>
        <p:nvSpPr>
          <p:cNvPr id="107" name="Google Shape;107;p20"/>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 name="Google Shape;108;p20"/>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4500"/>
              <a:buFont typeface="Georgia"/>
              <a:buNone/>
              <a:defRPr sz="38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109" name="Google Shape;109;p20"/>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1pPr>
            <a:lvl2pPr marR="0" lvl="1"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2pPr>
            <a:lvl3pPr marR="0" lvl="2"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3pPr>
            <a:lvl4pPr marR="0" lvl="3"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4pPr>
            <a:lvl5pPr marR="0" lvl="4"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5pPr>
            <a:lvl6pPr marR="0" lvl="5"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6pPr>
            <a:lvl7pPr marR="0" lvl="6"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7pPr>
            <a:lvl8pPr marR="0" lvl="7"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8pPr>
            <a:lvl9pPr marR="0" lvl="8"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9pPr>
          </a:lstStyle>
          <a:p>
            <a:endParaRPr/>
          </a:p>
        </p:txBody>
      </p:sp>
      <p:sp>
        <p:nvSpPr>
          <p:cNvPr id="110" name="Google Shape;110;p2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3" name="Google Shape;113;p21"/>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4" name="Google Shape;114;p2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7" name="Google Shape;117;p22"/>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8" name="Google Shape;118;p22"/>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chemeClr val="accent1"/>
        </a:solidFill>
        <a:effectLst/>
      </p:bgPr>
    </p:bg>
    <p:spTree>
      <p:nvGrpSpPr>
        <p:cNvPr id="1" name="Shape 119"/>
        <p:cNvGrpSpPr/>
        <p:nvPr/>
      </p:nvGrpSpPr>
      <p:grpSpPr>
        <a:xfrm>
          <a:off x="0" y="0"/>
          <a:ext cx="0" cy="0"/>
          <a:chOff x="0" y="0"/>
          <a:chExt cx="0" cy="0"/>
        </a:xfrm>
      </p:grpSpPr>
      <p:sp>
        <p:nvSpPr>
          <p:cNvPr id="120" name="Google Shape;120;p23"/>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6"/>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 name="Google Shape;121;p23"/>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2" name="Google Shape;122;p2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Orange 1">
  <p:cSld name="Section Header Orange 1">
    <p:bg>
      <p:bgPr>
        <a:solidFill>
          <a:schemeClr val="lt2"/>
        </a:solidFill>
        <a:effectLst/>
      </p:bgPr>
    </p:bg>
    <p:spTree>
      <p:nvGrpSpPr>
        <p:cNvPr id="1" name="Shape 123"/>
        <p:cNvGrpSpPr/>
        <p:nvPr/>
      </p:nvGrpSpPr>
      <p:grpSpPr>
        <a:xfrm>
          <a:off x="0" y="0"/>
          <a:ext cx="0" cy="0"/>
          <a:chOff x="0" y="0"/>
          <a:chExt cx="0" cy="0"/>
        </a:xfrm>
      </p:grpSpPr>
      <p:sp>
        <p:nvSpPr>
          <p:cNvPr id="124" name="Google Shape;124;p24"/>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 name="Google Shape;125;p24"/>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6" name="Google Shape;126;p24"/>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body" idx="1"/>
          </p:nvPr>
        </p:nvSpPr>
        <p:spPr>
          <a:xfrm>
            <a:off x="0" y="857250"/>
            <a:ext cx="3429000" cy="3429000"/>
          </a:xfrm>
          <a:prstGeom prst="rect">
            <a:avLst/>
          </a:prstGeom>
          <a:solidFill>
            <a:schemeClr val="accent1"/>
          </a:solidFill>
          <a:ln>
            <a:noFill/>
          </a:ln>
        </p:spPr>
        <p:txBody>
          <a:bodyPr spcFirstLastPara="1" wrap="square" lIns="395000" tIns="1296000" rIns="226800" bIns="162000" anchor="t" anchorCtr="0">
            <a:noAutofit/>
          </a:bodyPr>
          <a:lstStyle>
            <a:lvl1pPr marL="457200" marR="0" lvl="0" indent="-228600" algn="l">
              <a:lnSpc>
                <a:spcPct val="90000"/>
              </a:lnSpc>
              <a:spcBef>
                <a:spcPts val="0"/>
              </a:spcBef>
              <a:spcAft>
                <a:spcPts val="0"/>
              </a:spcAft>
              <a:buClr>
                <a:schemeClr val="lt1"/>
              </a:buClr>
              <a:buSzPts val="2300"/>
              <a:buFont typeface="Arial"/>
              <a:buNone/>
              <a:defRPr sz="1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29" name="Google Shape;129;p25"/>
          <p:cNvSpPr/>
          <p:nvPr/>
        </p:nvSpPr>
        <p:spPr>
          <a:xfrm>
            <a:off x="332186" y="1217777"/>
            <a:ext cx="653652" cy="509587"/>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 name="Google Shape;130;p2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131"/>
        <p:cNvGrpSpPr/>
        <p:nvPr/>
      </p:nvGrpSpPr>
      <p:grpSpPr>
        <a:xfrm>
          <a:off x="0" y="0"/>
          <a:ext cx="0" cy="0"/>
          <a:chOff x="0" y="0"/>
          <a:chExt cx="0" cy="0"/>
        </a:xfrm>
      </p:grpSpPr>
      <p:sp>
        <p:nvSpPr>
          <p:cNvPr id="132" name="Google Shape;132;p2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3" name="Google Shape;133;p26"/>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34" name="Google Shape;134;p26"/>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 name="Google Shape;135;p2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36" name="Google Shape;136;p26"/>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137"/>
        <p:cNvGrpSpPr/>
        <p:nvPr/>
      </p:nvGrpSpPr>
      <p:grpSpPr>
        <a:xfrm>
          <a:off x="0" y="0"/>
          <a:ext cx="0" cy="0"/>
          <a:chOff x="0" y="0"/>
          <a:chExt cx="0" cy="0"/>
        </a:xfrm>
      </p:grpSpPr>
      <p:sp>
        <p:nvSpPr>
          <p:cNvPr id="138" name="Google Shape;138;p27"/>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9" name="Google Shape;139;p27"/>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500"/>
              <a:buFont typeface="Arial"/>
              <a:buNone/>
              <a:defRPr sz="29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300"/>
              </a:spcBef>
              <a:spcAft>
                <a:spcPts val="0"/>
              </a:spcAft>
              <a:buClr>
                <a:schemeClr val="dk1"/>
              </a:buClr>
              <a:buSzPts val="1400"/>
              <a:buFont typeface="Arial"/>
              <a:buNone/>
              <a:defRPr sz="12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140" name="Google Shape;140;p27"/>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 name="Google Shape;141;p2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142"/>
        <p:cNvGrpSpPr/>
        <p:nvPr/>
      </p:nvGrpSpPr>
      <p:grpSpPr>
        <a:xfrm>
          <a:off x="0" y="0"/>
          <a:ext cx="0" cy="0"/>
          <a:chOff x="0" y="0"/>
          <a:chExt cx="0" cy="0"/>
        </a:xfrm>
      </p:grpSpPr>
      <p:sp>
        <p:nvSpPr>
          <p:cNvPr id="143" name="Google Shape;143;p28"/>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4" name="Google Shape;144;p28"/>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2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46" name="Google Shape;146;p28"/>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147"/>
        <p:cNvGrpSpPr/>
        <p:nvPr/>
      </p:nvGrpSpPr>
      <p:grpSpPr>
        <a:xfrm>
          <a:off x="0" y="0"/>
          <a:ext cx="0" cy="0"/>
          <a:chOff x="0" y="0"/>
          <a:chExt cx="0" cy="0"/>
        </a:xfrm>
      </p:grpSpPr>
      <p:sp>
        <p:nvSpPr>
          <p:cNvPr id="148" name="Google Shape;148;p29"/>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9" name="Google Shape;149;p29"/>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 name="Google Shape;150;p2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1" name="Google Shape;151;p29"/>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152"/>
        <p:cNvGrpSpPr/>
        <p:nvPr/>
      </p:nvGrpSpPr>
      <p:grpSpPr>
        <a:xfrm>
          <a:off x="0" y="0"/>
          <a:ext cx="0" cy="0"/>
          <a:chOff x="0" y="0"/>
          <a:chExt cx="0" cy="0"/>
        </a:xfrm>
      </p:grpSpPr>
      <p:sp>
        <p:nvSpPr>
          <p:cNvPr id="153" name="Google Shape;153;p30"/>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54" name="Google Shape;154;p30"/>
          <p:cNvSpPr txBox="1">
            <a:spLocks noGrp="1"/>
          </p:cNvSpPr>
          <p:nvPr>
            <p:ph type="body" idx="1"/>
          </p:nvPr>
        </p:nvSpPr>
        <p:spPr>
          <a:xfrm>
            <a:off x="332185" y="1577578"/>
            <a:ext cx="5563875"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5" name="Google Shape;155;p3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6" name="Google Shape;156;p30"/>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7"/>
        <p:cNvGrpSpPr/>
        <p:nvPr/>
      </p:nvGrpSpPr>
      <p:grpSpPr>
        <a:xfrm>
          <a:off x="0" y="0"/>
          <a:ext cx="0" cy="0"/>
          <a:chOff x="0" y="0"/>
          <a:chExt cx="0" cy="0"/>
        </a:xfrm>
      </p:grpSpPr>
      <p:sp>
        <p:nvSpPr>
          <p:cNvPr id="158" name="Google Shape;158;p31"/>
          <p:cNvSpPr txBox="1">
            <a:spLocks noGrp="1"/>
          </p:cNvSpPr>
          <p:nvPr>
            <p:ph type="body" idx="1"/>
          </p:nvPr>
        </p:nvSpPr>
        <p:spPr>
          <a:xfrm>
            <a:off x="332185"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9" name="Google Shape;159;p31"/>
          <p:cNvSpPr txBox="1">
            <a:spLocks noGrp="1"/>
          </p:cNvSpPr>
          <p:nvPr>
            <p:ph type="body" idx="2"/>
          </p:nvPr>
        </p:nvSpPr>
        <p:spPr>
          <a:xfrm>
            <a:off x="4706541"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0" name="Google Shape;160;p31"/>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1" name="Google Shape;161;p3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2"/>
        <p:cNvGrpSpPr/>
        <p:nvPr/>
      </p:nvGrpSpPr>
      <p:grpSpPr>
        <a:xfrm>
          <a:off x="0" y="0"/>
          <a:ext cx="0" cy="0"/>
          <a:chOff x="0" y="0"/>
          <a:chExt cx="0" cy="0"/>
        </a:xfrm>
      </p:grpSpPr>
      <p:sp>
        <p:nvSpPr>
          <p:cNvPr id="163" name="Google Shape;163;p3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4" name="Google Shape;164;p32"/>
          <p:cNvSpPr txBox="1">
            <a:spLocks noGrp="1"/>
          </p:cNvSpPr>
          <p:nvPr>
            <p:ph type="body" idx="2"/>
          </p:nvPr>
        </p:nvSpPr>
        <p:spPr>
          <a:xfrm>
            <a:off x="3249216"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5" name="Google Shape;165;p32"/>
          <p:cNvSpPr txBox="1">
            <a:spLocks noGrp="1"/>
          </p:cNvSpPr>
          <p:nvPr>
            <p:ph type="body" idx="3"/>
          </p:nvPr>
        </p:nvSpPr>
        <p:spPr>
          <a:xfrm>
            <a:off x="6165057"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6" name="Google Shape;166;p3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7" name="Google Shape;167;p3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68"/>
        <p:cNvGrpSpPr/>
        <p:nvPr/>
      </p:nvGrpSpPr>
      <p:grpSpPr>
        <a:xfrm>
          <a:off x="0" y="0"/>
          <a:ext cx="0" cy="0"/>
          <a:chOff x="0" y="0"/>
          <a:chExt cx="0" cy="0"/>
        </a:xfrm>
      </p:grpSpPr>
      <p:sp>
        <p:nvSpPr>
          <p:cNvPr id="169" name="Google Shape;169;p33"/>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0" name="Google Shape;170;p33"/>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1" name="Google Shape;171;p33"/>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2" name="Google Shape;172;p33"/>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3" name="Google Shape;173;p33"/>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74" name="Google Shape;174;p3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75"/>
        <p:cNvGrpSpPr/>
        <p:nvPr/>
      </p:nvGrpSpPr>
      <p:grpSpPr>
        <a:xfrm>
          <a:off x="0" y="0"/>
          <a:ext cx="0" cy="0"/>
          <a:chOff x="0" y="0"/>
          <a:chExt cx="0" cy="0"/>
        </a:xfrm>
      </p:grpSpPr>
      <p:sp>
        <p:nvSpPr>
          <p:cNvPr id="176" name="Google Shape;176;p34"/>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7" name="Google Shape;177;p34"/>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8" name="Google Shape;178;p34"/>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9" name="Google Shape;179;p34"/>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0" name="Google Shape;180;p34"/>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1" name="Google Shape;181;p3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2" name="Google Shape;182;p3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83"/>
        <p:cNvGrpSpPr/>
        <p:nvPr/>
      </p:nvGrpSpPr>
      <p:grpSpPr>
        <a:xfrm>
          <a:off x="0" y="0"/>
          <a:ext cx="0" cy="0"/>
          <a:chOff x="0" y="0"/>
          <a:chExt cx="0" cy="0"/>
        </a:xfrm>
      </p:grpSpPr>
      <p:sp>
        <p:nvSpPr>
          <p:cNvPr id="184" name="Google Shape;184;p35"/>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85" name="Google Shape;185;p35"/>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6" name="Google Shape;186;p35"/>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7" name="Google Shape;187;p3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and Image 1">
  <p:cSld name="Content and Image 1">
    <p:bg>
      <p:bgPr>
        <a:solidFill>
          <a:schemeClr val="accent6"/>
        </a:solidFill>
        <a:effectLst/>
      </p:bgPr>
    </p:bg>
    <p:spTree>
      <p:nvGrpSpPr>
        <p:cNvPr id="1" name="Shape 188"/>
        <p:cNvGrpSpPr/>
        <p:nvPr/>
      </p:nvGrpSpPr>
      <p:grpSpPr>
        <a:xfrm>
          <a:off x="0" y="0"/>
          <a:ext cx="0" cy="0"/>
          <a:chOff x="0" y="0"/>
          <a:chExt cx="0" cy="0"/>
        </a:xfrm>
      </p:grpSpPr>
      <p:sp>
        <p:nvSpPr>
          <p:cNvPr id="189" name="Google Shape;189;p3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0" name="Google Shape;190;p36"/>
          <p:cNvSpPr txBox="1">
            <a:spLocks noGrp="1"/>
          </p:cNvSpPr>
          <p:nvPr>
            <p:ph type="body" idx="1"/>
          </p:nvPr>
        </p:nvSpPr>
        <p:spPr>
          <a:xfrm>
            <a:off x="332185" y="1577578"/>
            <a:ext cx="3988313" cy="305175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91" name="Google Shape;191;p36"/>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Clr>
                <a:schemeClr val="lt1"/>
              </a:buClr>
              <a:buSzPts val="1300"/>
              <a:buNone/>
              <a:defRPr sz="1400">
                <a:solidFill>
                  <a:schemeClr val="lt1"/>
                </a:solidFill>
              </a:defRPr>
            </a:lvl2pPr>
            <a:lvl3pPr lvl="2" algn="l">
              <a:lnSpc>
                <a:spcPct val="100000"/>
              </a:lnSpc>
              <a:spcBef>
                <a:spcPts val="0"/>
              </a:spcBef>
              <a:spcAft>
                <a:spcPts val="0"/>
              </a:spcAft>
              <a:buClr>
                <a:schemeClr val="lt1"/>
              </a:buClr>
              <a:buSzPts val="1300"/>
              <a:buNone/>
              <a:defRPr sz="1400">
                <a:solidFill>
                  <a:schemeClr val="lt1"/>
                </a:solidFill>
              </a:defRPr>
            </a:lvl3pPr>
            <a:lvl4pPr lvl="3" algn="l">
              <a:lnSpc>
                <a:spcPct val="100000"/>
              </a:lnSpc>
              <a:spcBef>
                <a:spcPts val="0"/>
              </a:spcBef>
              <a:spcAft>
                <a:spcPts val="0"/>
              </a:spcAft>
              <a:buClr>
                <a:schemeClr val="lt1"/>
              </a:buClr>
              <a:buSzPts val="1300"/>
              <a:buNone/>
              <a:defRPr sz="1400">
                <a:solidFill>
                  <a:schemeClr val="lt1"/>
                </a:solidFill>
              </a:defRPr>
            </a:lvl4pPr>
            <a:lvl5pPr lvl="4" algn="l">
              <a:lnSpc>
                <a:spcPct val="100000"/>
              </a:lnSpc>
              <a:spcBef>
                <a:spcPts val="0"/>
              </a:spcBef>
              <a:spcAft>
                <a:spcPts val="0"/>
              </a:spcAft>
              <a:buClr>
                <a:schemeClr val="lt1"/>
              </a:buClr>
              <a:buSzPts val="1300"/>
              <a:buNone/>
              <a:defRPr sz="1400">
                <a:solidFill>
                  <a:schemeClr val="lt1"/>
                </a:solidFill>
              </a:defRPr>
            </a:lvl5pPr>
            <a:lvl6pPr lvl="5" algn="l">
              <a:lnSpc>
                <a:spcPct val="100000"/>
              </a:lnSpc>
              <a:spcBef>
                <a:spcPts val="0"/>
              </a:spcBef>
              <a:spcAft>
                <a:spcPts val="0"/>
              </a:spcAft>
              <a:buClr>
                <a:schemeClr val="lt1"/>
              </a:buClr>
              <a:buSzPts val="1300"/>
              <a:buNone/>
              <a:defRPr sz="1400">
                <a:solidFill>
                  <a:schemeClr val="lt1"/>
                </a:solidFill>
              </a:defRPr>
            </a:lvl6pPr>
            <a:lvl7pPr lvl="6" algn="l">
              <a:lnSpc>
                <a:spcPct val="100000"/>
              </a:lnSpc>
              <a:spcBef>
                <a:spcPts val="0"/>
              </a:spcBef>
              <a:spcAft>
                <a:spcPts val="0"/>
              </a:spcAft>
              <a:buClr>
                <a:schemeClr val="lt1"/>
              </a:buClr>
              <a:buSzPts val="1300"/>
              <a:buNone/>
              <a:defRPr sz="1400">
                <a:solidFill>
                  <a:schemeClr val="lt1"/>
                </a:solidFill>
              </a:defRPr>
            </a:lvl7pPr>
            <a:lvl8pPr lvl="7" algn="l">
              <a:lnSpc>
                <a:spcPct val="100000"/>
              </a:lnSpc>
              <a:spcBef>
                <a:spcPts val="0"/>
              </a:spcBef>
              <a:spcAft>
                <a:spcPts val="0"/>
              </a:spcAft>
              <a:buClr>
                <a:schemeClr val="lt1"/>
              </a:buClr>
              <a:buSzPts val="1300"/>
              <a:buNone/>
              <a:defRPr sz="1400">
                <a:solidFill>
                  <a:schemeClr val="lt1"/>
                </a:solidFill>
              </a:defRPr>
            </a:lvl8pPr>
            <a:lvl9pPr lvl="8" algn="l">
              <a:lnSpc>
                <a:spcPct val="100000"/>
              </a:lnSpc>
              <a:spcBef>
                <a:spcPts val="0"/>
              </a:spcBef>
              <a:spcAft>
                <a:spcPts val="0"/>
              </a:spcAft>
              <a:buClr>
                <a:schemeClr val="lt1"/>
              </a:buClr>
              <a:buSzPts val="1300"/>
              <a:buNone/>
              <a:defRPr sz="1400">
                <a:solidFill>
                  <a:schemeClr val="lt1"/>
                </a:solidFill>
              </a:defRPr>
            </a:lvl9pPr>
          </a:lstStyle>
          <a:p>
            <a:endParaRPr/>
          </a:p>
        </p:txBody>
      </p:sp>
      <p:sp>
        <p:nvSpPr>
          <p:cNvPr id="192" name="Google Shape;192;p36"/>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93"/>
        <p:cNvGrpSpPr/>
        <p:nvPr/>
      </p:nvGrpSpPr>
      <p:grpSpPr>
        <a:xfrm>
          <a:off x="0" y="0"/>
          <a:ext cx="0" cy="0"/>
          <a:chOff x="0" y="0"/>
          <a:chExt cx="0" cy="0"/>
        </a:xfrm>
      </p:grpSpPr>
      <p:sp>
        <p:nvSpPr>
          <p:cNvPr id="194" name="Google Shape;194;p37"/>
          <p:cNvSpPr/>
          <p:nvPr/>
        </p:nvSpPr>
        <p:spPr>
          <a:xfrm>
            <a:off x="332183"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5" name="Google Shape;195;p37"/>
          <p:cNvSpPr/>
          <p:nvPr/>
        </p:nvSpPr>
        <p:spPr>
          <a:xfrm>
            <a:off x="3248620"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6" name="Google Shape;196;p37"/>
          <p:cNvSpPr/>
          <p:nvPr/>
        </p:nvSpPr>
        <p:spPr>
          <a:xfrm>
            <a:off x="6165056"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7" name="Google Shape;197;p37"/>
          <p:cNvSpPr txBox="1">
            <a:spLocks noGrp="1"/>
          </p:cNvSpPr>
          <p:nvPr>
            <p:ph type="body" idx="1"/>
          </p:nvPr>
        </p:nvSpPr>
        <p:spPr>
          <a:xfrm>
            <a:off x="332185"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8" name="Google Shape;198;p37"/>
          <p:cNvSpPr txBox="1">
            <a:spLocks noGrp="1"/>
          </p:cNvSpPr>
          <p:nvPr>
            <p:ph type="body" idx="2"/>
          </p:nvPr>
        </p:nvSpPr>
        <p:spPr>
          <a:xfrm>
            <a:off x="3248621"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9" name="Google Shape;199;p37"/>
          <p:cNvSpPr txBox="1">
            <a:spLocks noGrp="1"/>
          </p:cNvSpPr>
          <p:nvPr>
            <p:ph type="body" idx="3"/>
          </p:nvPr>
        </p:nvSpPr>
        <p:spPr>
          <a:xfrm>
            <a:off x="6165057"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0" name="Google Shape;200;p37"/>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1" name="Google Shape;201;p3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332185"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4" name="Google Shape;204;p38"/>
          <p:cNvSpPr txBox="1">
            <a:spLocks noGrp="1"/>
          </p:cNvSpPr>
          <p:nvPr>
            <p:ph type="body" idx="2"/>
          </p:nvPr>
        </p:nvSpPr>
        <p:spPr>
          <a:xfrm>
            <a:off x="332185"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3"/>
              </a:buClr>
              <a:buSzPts val="7700"/>
              <a:buFont typeface="Arial"/>
              <a:buNone/>
              <a:defRPr sz="6400" b="0" i="0" u="none" strike="noStrike" cap="none">
                <a:solidFill>
                  <a:schemeClr val="accent3"/>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5" name="Google Shape;205;p38"/>
          <p:cNvSpPr txBox="1">
            <a:spLocks noGrp="1"/>
          </p:cNvSpPr>
          <p:nvPr>
            <p:ph type="body" idx="3"/>
          </p:nvPr>
        </p:nvSpPr>
        <p:spPr>
          <a:xfrm>
            <a:off x="3245643" y="1571625"/>
            <a:ext cx="2650313"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dk2"/>
              </a:buClr>
              <a:buSzPts val="7700"/>
              <a:buFont typeface="Arial"/>
              <a:buNone/>
              <a:defRPr sz="6400" b="0" i="0" u="none" strike="noStrike" cap="none">
                <a:solidFill>
                  <a:schemeClr val="dk2"/>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6" name="Google Shape;206;p38"/>
          <p:cNvSpPr txBox="1">
            <a:spLocks noGrp="1"/>
          </p:cNvSpPr>
          <p:nvPr>
            <p:ph type="body" idx="4"/>
          </p:nvPr>
        </p:nvSpPr>
        <p:spPr>
          <a:xfrm>
            <a:off x="6166928"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1"/>
              </a:buClr>
              <a:buSzPts val="7700"/>
              <a:buFont typeface="Arial"/>
              <a:buNone/>
              <a:defRPr sz="6400" b="0" i="0" u="none" strike="noStrike" cap="none">
                <a:solidFill>
                  <a:schemeClr val="accent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7" name="Google Shape;207;p38"/>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8" name="Google Shape;208;p3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09" name="Google Shape;209;p38"/>
          <p:cNvSpPr txBox="1">
            <a:spLocks noGrp="1"/>
          </p:cNvSpPr>
          <p:nvPr>
            <p:ph type="body" idx="5"/>
          </p:nvPr>
        </p:nvSpPr>
        <p:spPr>
          <a:xfrm>
            <a:off x="3245644" y="2699657"/>
            <a:ext cx="2650313"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0" name="Google Shape;210;p38"/>
          <p:cNvSpPr txBox="1">
            <a:spLocks noGrp="1"/>
          </p:cNvSpPr>
          <p:nvPr>
            <p:ph type="body" idx="6"/>
          </p:nvPr>
        </p:nvSpPr>
        <p:spPr>
          <a:xfrm>
            <a:off x="6166928"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11"/>
        <p:cNvGrpSpPr/>
        <p:nvPr/>
      </p:nvGrpSpPr>
      <p:grpSpPr>
        <a:xfrm>
          <a:off x="0" y="0"/>
          <a:ext cx="0" cy="0"/>
          <a:chOff x="0" y="0"/>
          <a:chExt cx="0" cy="0"/>
        </a:xfrm>
      </p:grpSpPr>
      <p:sp>
        <p:nvSpPr>
          <p:cNvPr id="212" name="Google Shape;212;p39"/>
          <p:cNvSpPr/>
          <p:nvPr/>
        </p:nvSpPr>
        <p:spPr>
          <a:xfrm>
            <a:off x="0" y="1577578"/>
            <a:ext cx="2979000" cy="3051562"/>
          </a:xfrm>
          <a:prstGeom prst="rect">
            <a:avLst/>
          </a:prstGeom>
          <a:solidFill>
            <a:srgbClr val="D04A0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39"/>
          <p:cNvSpPr txBox="1">
            <a:spLocks noGrp="1"/>
          </p:cNvSpPr>
          <p:nvPr>
            <p:ph type="body" idx="1"/>
          </p:nvPr>
        </p:nvSpPr>
        <p:spPr>
          <a:xfrm>
            <a:off x="270277" y="1577340"/>
            <a:ext cx="2709000" cy="1302938"/>
          </a:xfrm>
          <a:prstGeom prst="rect">
            <a:avLst/>
          </a:prstGeom>
          <a:noFill/>
          <a:ln>
            <a:noFill/>
          </a:ln>
        </p:spPr>
        <p:txBody>
          <a:bodyPr spcFirstLastPara="1" wrap="square" lIns="0" tIns="0" rIns="0" bIns="0" anchor="t" anchorCtr="0">
            <a:noAutofit/>
          </a:bodyPr>
          <a:lstStyle>
            <a:lvl1pPr marL="457200" marR="0" lvl="0" indent="-228600" algn="l">
              <a:lnSpc>
                <a:spcPct val="80000"/>
              </a:lnSpc>
              <a:spcBef>
                <a:spcPts val="0"/>
              </a:spcBef>
              <a:spcAft>
                <a:spcPts val="0"/>
              </a:spcAft>
              <a:buClr>
                <a:schemeClr val="lt1"/>
              </a:buClr>
              <a:buSzPts val="12200"/>
              <a:buFont typeface="Arial"/>
              <a:buNone/>
              <a:defRPr sz="10200" b="1" i="0" u="none" strike="noStrike" cap="none">
                <a:solidFill>
                  <a:schemeClr val="lt1"/>
                </a:solidFill>
                <a:latin typeface="Arial"/>
                <a:ea typeface="Arial"/>
                <a:cs typeface="Arial"/>
                <a:sym typeface="Arial"/>
              </a:defRPr>
            </a:lvl1pPr>
            <a:lvl2pPr marL="914400" marR="0" lvl="1"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4" name="Google Shape;214;p39"/>
          <p:cNvSpPr txBox="1">
            <a:spLocks noGrp="1"/>
          </p:cNvSpPr>
          <p:nvPr>
            <p:ph type="body" idx="2"/>
          </p:nvPr>
        </p:nvSpPr>
        <p:spPr>
          <a:xfrm>
            <a:off x="332186" y="2948940"/>
            <a:ext cx="2496750" cy="1546312"/>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15" name="Google Shape;215;p39"/>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16" name="Google Shape;216;p3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217"/>
        <p:cNvGrpSpPr/>
        <p:nvPr/>
      </p:nvGrpSpPr>
      <p:grpSpPr>
        <a:xfrm>
          <a:off x="0" y="0"/>
          <a:ext cx="0" cy="0"/>
          <a:chOff x="0" y="0"/>
          <a:chExt cx="0" cy="0"/>
        </a:xfrm>
      </p:grpSpPr>
      <p:sp>
        <p:nvSpPr>
          <p:cNvPr id="218" name="Google Shape;218;p40"/>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19" name="Google Shape;219;p40"/>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0" name="Google Shape;220;p4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1" name="Google Shape;221;p40"/>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222"/>
        <p:cNvGrpSpPr/>
        <p:nvPr/>
      </p:nvGrpSpPr>
      <p:grpSpPr>
        <a:xfrm>
          <a:off x="0" y="0"/>
          <a:ext cx="0" cy="0"/>
          <a:chOff x="0" y="0"/>
          <a:chExt cx="0" cy="0"/>
        </a:xfrm>
      </p:grpSpPr>
      <p:sp>
        <p:nvSpPr>
          <p:cNvPr id="223" name="Google Shape;223;p41"/>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4" name="Google Shape;224;p4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5" name="Google Shape;225;p41"/>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6"/>
        <p:cNvGrpSpPr/>
        <p:nvPr/>
      </p:nvGrpSpPr>
      <p:grpSpPr>
        <a:xfrm>
          <a:off x="0" y="0"/>
          <a:ext cx="0" cy="0"/>
          <a:chOff x="0" y="0"/>
          <a:chExt cx="0" cy="0"/>
        </a:xfrm>
      </p:grpSpPr>
      <p:sp>
        <p:nvSpPr>
          <p:cNvPr id="227" name="Google Shape;227;p4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28" name="Google Shape;228;p4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9" name="Google Shape;229;p4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230"/>
        <p:cNvGrpSpPr/>
        <p:nvPr/>
      </p:nvGrpSpPr>
      <p:grpSpPr>
        <a:xfrm>
          <a:off x="0" y="0"/>
          <a:ext cx="0" cy="0"/>
          <a:chOff x="0" y="0"/>
          <a:chExt cx="0" cy="0"/>
        </a:xfrm>
      </p:grpSpPr>
      <p:sp>
        <p:nvSpPr>
          <p:cNvPr id="231" name="Google Shape;231;p43"/>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32" name="Google Shape;232;p4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33" name="Google Shape;233;p4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34" name="Google Shape;234;p43"/>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35"/>
        <p:cNvGrpSpPr/>
        <p:nvPr/>
      </p:nvGrpSpPr>
      <p:grpSpPr>
        <a:xfrm>
          <a:off x="0" y="0"/>
          <a:ext cx="0" cy="0"/>
          <a:chOff x="0" y="0"/>
          <a:chExt cx="0" cy="0"/>
        </a:xfrm>
      </p:grpSpPr>
      <p:sp>
        <p:nvSpPr>
          <p:cNvPr id="236" name="Google Shape;236;p44"/>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7" name="Google Shape;237;p44"/>
          <p:cNvSpPr txBox="1">
            <a:spLocks noGrp="1"/>
          </p:cNvSpPr>
          <p:nvPr>
            <p:ph type="body" idx="2"/>
          </p:nvPr>
        </p:nvSpPr>
        <p:spPr>
          <a:xfrm>
            <a:off x="2519728"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8" name="Google Shape;238;p44"/>
          <p:cNvSpPr txBox="1">
            <a:spLocks noGrp="1"/>
          </p:cNvSpPr>
          <p:nvPr>
            <p:ph type="body" idx="3"/>
          </p:nvPr>
        </p:nvSpPr>
        <p:spPr>
          <a:xfrm>
            <a:off x="470727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9" name="Google Shape;239;p44"/>
          <p:cNvSpPr txBox="1">
            <a:spLocks noGrp="1"/>
          </p:cNvSpPr>
          <p:nvPr>
            <p:ph type="body" idx="4"/>
          </p:nvPr>
        </p:nvSpPr>
        <p:spPr>
          <a:xfrm>
            <a:off x="689481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40" name="Google Shape;240;p4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41" name="Google Shape;241;p4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42"/>
        <p:cNvGrpSpPr/>
        <p:nvPr/>
      </p:nvGrpSpPr>
      <p:grpSpPr>
        <a:xfrm>
          <a:off x="0" y="0"/>
          <a:ext cx="0" cy="0"/>
          <a:chOff x="0" y="0"/>
          <a:chExt cx="0" cy="0"/>
        </a:xfrm>
      </p:grpSpPr>
      <p:sp>
        <p:nvSpPr>
          <p:cNvPr id="243" name="Google Shape;243;p45"/>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4" name="Google Shape;244;p45"/>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 name="Google Shape;245;p45"/>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6" name="Google Shape;246;p45"/>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7" name="Google Shape;247;p45"/>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8" name="Google Shape;248;p45"/>
          <p:cNvSpPr txBox="1">
            <a:spLocks noGrp="1"/>
          </p:cNvSpPr>
          <p:nvPr>
            <p:ph type="body" idx="2"/>
          </p:nvPr>
        </p:nvSpPr>
        <p:spPr>
          <a:xfrm>
            <a:off x="251972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9" name="Google Shape;249;p45"/>
          <p:cNvSpPr txBox="1">
            <a:spLocks noGrp="1"/>
          </p:cNvSpPr>
          <p:nvPr>
            <p:ph type="body" idx="3"/>
          </p:nvPr>
        </p:nvSpPr>
        <p:spPr>
          <a:xfrm>
            <a:off x="4707272"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0" name="Google Shape;250;p45"/>
          <p:cNvSpPr txBox="1">
            <a:spLocks noGrp="1"/>
          </p:cNvSpPr>
          <p:nvPr>
            <p:ph type="body" idx="4"/>
          </p:nvPr>
        </p:nvSpPr>
        <p:spPr>
          <a:xfrm>
            <a:off x="689481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1" name="Google Shape;251;p45"/>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52" name="Google Shape;252;p4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2"/>
        </a:solidFill>
        <a:effectLst/>
      </p:bgPr>
    </p:bg>
    <p:spTree>
      <p:nvGrpSpPr>
        <p:cNvPr id="1" name="Shape 253"/>
        <p:cNvGrpSpPr/>
        <p:nvPr/>
      </p:nvGrpSpPr>
      <p:grpSpPr>
        <a:xfrm>
          <a:off x="0" y="0"/>
          <a:ext cx="0" cy="0"/>
          <a:chOff x="0" y="0"/>
          <a:chExt cx="0" cy="0"/>
        </a:xfrm>
      </p:grpSpPr>
      <p:sp>
        <p:nvSpPr>
          <p:cNvPr id="254" name="Google Shape;254;p46"/>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 name="Google Shape;255;p46"/>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 name="Google Shape;256;p46"/>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257" name="Google Shape;257;p46"/>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258" name="Google Shape;258;p46"/>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
        <p:nvSpPr>
          <p:cNvPr id="259" name="Google Shape;259;p46"/>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60"/>
        <p:cNvGrpSpPr/>
        <p:nvPr/>
      </p:nvGrpSpPr>
      <p:grpSpPr>
        <a:xfrm>
          <a:off x="0" y="0"/>
          <a:ext cx="0" cy="0"/>
          <a:chOff x="0" y="0"/>
          <a:chExt cx="0" cy="0"/>
        </a:xfrm>
      </p:grpSpPr>
      <p:grpSp>
        <p:nvGrpSpPr>
          <p:cNvPr id="261" name="Google Shape;261;p47"/>
          <p:cNvGrpSpPr/>
          <p:nvPr/>
        </p:nvGrpSpPr>
        <p:grpSpPr>
          <a:xfrm>
            <a:off x="0" y="0"/>
            <a:ext cx="6685577" cy="5143501"/>
            <a:chOff x="0" y="0"/>
            <a:chExt cx="8914102" cy="6858001"/>
          </a:xfrm>
        </p:grpSpPr>
        <p:sp>
          <p:nvSpPr>
            <p:cNvPr id="262" name="Google Shape;262;p47"/>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63" name="Google Shape;263;p47"/>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264" name="Google Shape;264;p47"/>
          <p:cNvSpPr txBox="1">
            <a:spLocks noGrp="1"/>
          </p:cNvSpPr>
          <p:nvPr>
            <p:ph type="ctrTitle"/>
          </p:nvPr>
        </p:nvSpPr>
        <p:spPr>
          <a:xfrm>
            <a:off x="332185" y="756889"/>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65" name="Google Shape;265;p47"/>
          <p:cNvSpPr txBox="1">
            <a:spLocks noGrp="1"/>
          </p:cNvSpPr>
          <p:nvPr>
            <p:ph type="subTitle" idx="1"/>
          </p:nvPr>
        </p:nvSpPr>
        <p:spPr>
          <a:xfrm>
            <a:off x="332185" y="28117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66" name="Google Shape;266;p4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67"/>
        <p:cNvGrpSpPr/>
        <p:nvPr/>
      </p:nvGrpSpPr>
      <p:grpSpPr>
        <a:xfrm>
          <a:off x="0" y="0"/>
          <a:ext cx="0" cy="0"/>
          <a:chOff x="0" y="0"/>
          <a:chExt cx="0" cy="0"/>
        </a:xfrm>
      </p:grpSpPr>
      <p:sp>
        <p:nvSpPr>
          <p:cNvPr id="268" name="Google Shape;268;p48"/>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69" name="Google Shape;269;p48"/>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0" name="Google Shape;270;p4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1" name="Google Shape;271;p48"/>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72"/>
        <p:cNvGrpSpPr/>
        <p:nvPr/>
      </p:nvGrpSpPr>
      <p:grpSpPr>
        <a:xfrm>
          <a:off x="0" y="0"/>
          <a:ext cx="0" cy="0"/>
          <a:chOff x="0" y="0"/>
          <a:chExt cx="0" cy="0"/>
        </a:xfrm>
      </p:grpSpPr>
      <p:sp>
        <p:nvSpPr>
          <p:cNvPr id="273" name="Google Shape;273;p49"/>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74" name="Google Shape;274;p49"/>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5" name="Google Shape;275;p4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6" name="Google Shape;276;p49"/>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277"/>
        <p:cNvGrpSpPr/>
        <p:nvPr/>
      </p:nvGrpSpPr>
      <p:grpSpPr>
        <a:xfrm>
          <a:off x="0" y="0"/>
          <a:ext cx="0" cy="0"/>
          <a:chOff x="0" y="0"/>
          <a:chExt cx="0" cy="0"/>
        </a:xfrm>
      </p:grpSpPr>
      <p:sp>
        <p:nvSpPr>
          <p:cNvPr id="278" name="Google Shape;278;p50"/>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9" name="Google Shape;279;p50"/>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0" name="Google Shape;280;p50"/>
          <p:cNvSpPr txBox="1">
            <a:spLocks noGrp="1"/>
          </p:cNvSpPr>
          <p:nvPr>
            <p:ph type="title"/>
          </p:nvPr>
        </p:nvSpPr>
        <p:spPr>
          <a:xfrm>
            <a:off x="332185" y="322886"/>
            <a:ext cx="3988313"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1" name="Google Shape;281;p5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2" name="Google Shape;282;p50"/>
          <p:cNvSpPr txBox="1">
            <a:spLocks noGrp="1"/>
          </p:cNvSpPr>
          <p:nvPr>
            <p:ph type="subTitle" idx="2"/>
          </p:nvPr>
        </p:nvSpPr>
        <p:spPr>
          <a:xfrm>
            <a:off x="332184" y="700075"/>
            <a:ext cx="3988313"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283"/>
        <p:cNvGrpSpPr/>
        <p:nvPr/>
      </p:nvGrpSpPr>
      <p:grpSpPr>
        <a:xfrm>
          <a:off x="0" y="0"/>
          <a:ext cx="0" cy="0"/>
          <a:chOff x="0" y="0"/>
          <a:chExt cx="0" cy="0"/>
        </a:xfrm>
      </p:grpSpPr>
      <p:sp>
        <p:nvSpPr>
          <p:cNvPr id="284" name="Google Shape;284;p51"/>
          <p:cNvSpPr txBox="1">
            <a:spLocks noGrp="1"/>
          </p:cNvSpPr>
          <p:nvPr>
            <p:ph type="body" idx="1"/>
          </p:nvPr>
        </p:nvSpPr>
        <p:spPr>
          <a:xfrm>
            <a:off x="332185"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5" name="Google Shape;285;p51"/>
          <p:cNvSpPr txBox="1">
            <a:spLocks noGrp="1"/>
          </p:cNvSpPr>
          <p:nvPr>
            <p:ph type="body" idx="2"/>
          </p:nvPr>
        </p:nvSpPr>
        <p:spPr>
          <a:xfrm>
            <a:off x="3249216"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6" name="Google Shape;286;p51"/>
          <p:cNvSpPr txBox="1">
            <a:spLocks noGrp="1"/>
          </p:cNvSpPr>
          <p:nvPr>
            <p:ph type="body" idx="3"/>
          </p:nvPr>
        </p:nvSpPr>
        <p:spPr>
          <a:xfrm>
            <a:off x="6165057"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7" name="Google Shape;287;p51"/>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8" name="Google Shape;288;p5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9" name="Google Shape;289;p51"/>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290"/>
        <p:cNvGrpSpPr/>
        <p:nvPr/>
      </p:nvGrpSpPr>
      <p:grpSpPr>
        <a:xfrm>
          <a:off x="0" y="0"/>
          <a:ext cx="0" cy="0"/>
          <a:chOff x="0" y="0"/>
          <a:chExt cx="0" cy="0"/>
        </a:xfrm>
      </p:grpSpPr>
      <p:sp>
        <p:nvSpPr>
          <p:cNvPr id="291" name="Google Shape;291;p52"/>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2" name="Google Shape;292;p52"/>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3" name="Google Shape;293;p52"/>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4" name="Google Shape;294;p52"/>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5" name="Google Shape;295;p52"/>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96" name="Google Shape;296;p5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97" name="Google Shape;297;p52"/>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298"/>
        <p:cNvGrpSpPr/>
        <p:nvPr/>
      </p:nvGrpSpPr>
      <p:grpSpPr>
        <a:xfrm>
          <a:off x="0" y="0"/>
          <a:ext cx="0" cy="0"/>
          <a:chOff x="0" y="0"/>
          <a:chExt cx="0" cy="0"/>
        </a:xfrm>
      </p:grpSpPr>
      <p:sp>
        <p:nvSpPr>
          <p:cNvPr id="299" name="Google Shape;299;p53"/>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0" name="Google Shape;300;p53"/>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1" name="Google Shape;301;p53"/>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2" name="Google Shape;302;p53"/>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3" name="Google Shape;303;p53"/>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4" name="Google Shape;304;p53"/>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05" name="Google Shape;305;p5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06" name="Google Shape;306;p53"/>
          <p:cNvSpPr txBox="1">
            <a:spLocks noGrp="1"/>
          </p:cNvSpPr>
          <p:nvPr>
            <p:ph type="subTitle" idx="6"/>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07"/>
        <p:cNvGrpSpPr/>
        <p:nvPr/>
      </p:nvGrpSpPr>
      <p:grpSpPr>
        <a:xfrm>
          <a:off x="0" y="0"/>
          <a:ext cx="0" cy="0"/>
          <a:chOff x="0" y="0"/>
          <a:chExt cx="0" cy="0"/>
        </a:xfrm>
      </p:grpSpPr>
      <p:sp>
        <p:nvSpPr>
          <p:cNvPr id="308" name="Google Shape;308;p54"/>
          <p:cNvSpPr/>
          <p:nvPr/>
        </p:nvSpPr>
        <p:spPr>
          <a:xfrm>
            <a:off x="332183"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09" name="Google Shape;309;p54"/>
          <p:cNvSpPr/>
          <p:nvPr/>
        </p:nvSpPr>
        <p:spPr>
          <a:xfrm>
            <a:off x="3248620"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0" name="Google Shape;310;p54"/>
          <p:cNvSpPr/>
          <p:nvPr/>
        </p:nvSpPr>
        <p:spPr>
          <a:xfrm>
            <a:off x="6165056"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1" name="Google Shape;311;p54"/>
          <p:cNvSpPr txBox="1">
            <a:spLocks noGrp="1"/>
          </p:cNvSpPr>
          <p:nvPr>
            <p:ph type="body" idx="1"/>
          </p:nvPr>
        </p:nvSpPr>
        <p:spPr>
          <a:xfrm>
            <a:off x="332185"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2" name="Google Shape;312;p54"/>
          <p:cNvSpPr txBox="1">
            <a:spLocks noGrp="1"/>
          </p:cNvSpPr>
          <p:nvPr>
            <p:ph type="body" idx="2"/>
          </p:nvPr>
        </p:nvSpPr>
        <p:spPr>
          <a:xfrm>
            <a:off x="3248621"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3" name="Google Shape;313;p54"/>
          <p:cNvSpPr txBox="1">
            <a:spLocks noGrp="1"/>
          </p:cNvSpPr>
          <p:nvPr>
            <p:ph type="body" idx="3"/>
          </p:nvPr>
        </p:nvSpPr>
        <p:spPr>
          <a:xfrm>
            <a:off x="6165057"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4" name="Google Shape;314;p54"/>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15" name="Google Shape;315;p5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16" name="Google Shape;316;p54"/>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17"/>
        <p:cNvGrpSpPr/>
        <p:nvPr/>
      </p:nvGrpSpPr>
      <p:grpSpPr>
        <a:xfrm>
          <a:off x="0" y="0"/>
          <a:ext cx="0" cy="0"/>
          <a:chOff x="0" y="0"/>
          <a:chExt cx="0" cy="0"/>
        </a:xfrm>
      </p:grpSpPr>
      <p:sp>
        <p:nvSpPr>
          <p:cNvPr id="318" name="Google Shape;318;p55"/>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9" name="Google Shape;319;p55"/>
          <p:cNvSpPr txBox="1">
            <a:spLocks noGrp="1"/>
          </p:cNvSpPr>
          <p:nvPr>
            <p:ph type="body" idx="2"/>
          </p:nvPr>
        </p:nvSpPr>
        <p:spPr>
          <a:xfrm>
            <a:off x="2518649"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0" name="Google Shape;320;p55"/>
          <p:cNvSpPr txBox="1">
            <a:spLocks noGrp="1"/>
          </p:cNvSpPr>
          <p:nvPr>
            <p:ph type="body" idx="3"/>
          </p:nvPr>
        </p:nvSpPr>
        <p:spPr>
          <a:xfrm>
            <a:off x="470511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1" name="Google Shape;321;p55"/>
          <p:cNvSpPr txBox="1">
            <a:spLocks noGrp="1"/>
          </p:cNvSpPr>
          <p:nvPr>
            <p:ph type="body" idx="4"/>
          </p:nvPr>
        </p:nvSpPr>
        <p:spPr>
          <a:xfrm>
            <a:off x="689157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2" name="Google Shape;322;p55"/>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23" name="Google Shape;323;p5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24" name="Google Shape;324;p55"/>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25"/>
        <p:cNvGrpSpPr/>
        <p:nvPr/>
      </p:nvGrpSpPr>
      <p:grpSpPr>
        <a:xfrm>
          <a:off x="0" y="0"/>
          <a:ext cx="0" cy="0"/>
          <a:chOff x="0" y="0"/>
          <a:chExt cx="0" cy="0"/>
        </a:xfrm>
      </p:grpSpPr>
      <p:sp>
        <p:nvSpPr>
          <p:cNvPr id="326" name="Google Shape;326;p56"/>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7" name="Google Shape;327;p56"/>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8" name="Google Shape;328;p56"/>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9" name="Google Shape;329;p56"/>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30" name="Google Shape;330;p56"/>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1" name="Google Shape;331;p56"/>
          <p:cNvSpPr txBox="1">
            <a:spLocks noGrp="1"/>
          </p:cNvSpPr>
          <p:nvPr>
            <p:ph type="body" idx="2"/>
          </p:nvPr>
        </p:nvSpPr>
        <p:spPr>
          <a:xfrm>
            <a:off x="251864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2" name="Google Shape;332;p56"/>
          <p:cNvSpPr txBox="1">
            <a:spLocks noGrp="1"/>
          </p:cNvSpPr>
          <p:nvPr>
            <p:ph type="body" idx="3"/>
          </p:nvPr>
        </p:nvSpPr>
        <p:spPr>
          <a:xfrm>
            <a:off x="4705112" y="2743200"/>
            <a:ext cx="1920187"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3" name="Google Shape;333;p56"/>
          <p:cNvSpPr txBox="1">
            <a:spLocks noGrp="1"/>
          </p:cNvSpPr>
          <p:nvPr>
            <p:ph type="body" idx="4"/>
          </p:nvPr>
        </p:nvSpPr>
        <p:spPr>
          <a:xfrm>
            <a:off x="689157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4" name="Google Shape;334;p56"/>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35" name="Google Shape;335;p5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36" name="Google Shape;336;p56"/>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37"/>
        <p:cNvGrpSpPr/>
        <p:nvPr/>
      </p:nvGrpSpPr>
      <p:grpSpPr>
        <a:xfrm>
          <a:off x="0" y="0"/>
          <a:ext cx="0" cy="0"/>
          <a:chOff x="0" y="0"/>
          <a:chExt cx="0" cy="0"/>
        </a:xfrm>
      </p:grpSpPr>
      <p:sp>
        <p:nvSpPr>
          <p:cNvPr id="338" name="Google Shape;338;p57"/>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39" name="Google Shape;339;p57"/>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40" name="Google Shape;340;p5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41" name="Google Shape;341;p57"/>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Generic Agenda Option 1">
  <p:cSld name="Generic Agenda Option 1">
    <p:bg>
      <p:bgPr>
        <a:solidFill>
          <a:srgbClr val="464646"/>
        </a:solidFill>
        <a:effectLst/>
      </p:bgPr>
    </p:bg>
    <p:spTree>
      <p:nvGrpSpPr>
        <p:cNvPr id="1" name="Shape 342"/>
        <p:cNvGrpSpPr/>
        <p:nvPr/>
      </p:nvGrpSpPr>
      <p:grpSpPr>
        <a:xfrm>
          <a:off x="0" y="0"/>
          <a:ext cx="0" cy="0"/>
          <a:chOff x="0" y="0"/>
          <a:chExt cx="0" cy="0"/>
        </a:xfrm>
      </p:grpSpPr>
      <p:sp>
        <p:nvSpPr>
          <p:cNvPr id="343" name="Google Shape;343;p58"/>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 2 Column">
  <p:cSld name="Text – 2 Column">
    <p:bg>
      <p:bgPr>
        <a:solidFill>
          <a:schemeClr val="accent6"/>
        </a:solidFill>
        <a:effectLst/>
      </p:bgPr>
    </p:bg>
    <p:spTree>
      <p:nvGrpSpPr>
        <p:cNvPr id="1" name="Shape 344"/>
        <p:cNvGrpSpPr/>
        <p:nvPr/>
      </p:nvGrpSpPr>
      <p:grpSpPr>
        <a:xfrm>
          <a:off x="0" y="0"/>
          <a:ext cx="0" cy="0"/>
          <a:chOff x="0" y="0"/>
          <a:chExt cx="0" cy="0"/>
        </a:xfrm>
      </p:grpSpPr>
      <p:sp>
        <p:nvSpPr>
          <p:cNvPr id="345" name="Google Shape;345;p59"/>
          <p:cNvSpPr txBox="1">
            <a:spLocks noGrp="1"/>
          </p:cNvSpPr>
          <p:nvPr>
            <p:ph type="title"/>
          </p:nvPr>
        </p:nvSpPr>
        <p:spPr>
          <a:xfrm>
            <a:off x="372350" y="734100"/>
            <a:ext cx="8399438" cy="46143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rgbClr val="FFFFFF"/>
              </a:buClr>
              <a:buSzPts val="3000"/>
              <a:buFont typeface="Georgia"/>
              <a:buNone/>
              <a:defRPr sz="2500">
                <a:solidFill>
                  <a:srgbClr val="FFFFFF"/>
                </a:solidFill>
                <a:latin typeface="Georgia"/>
                <a:ea typeface="Georgia"/>
                <a:cs typeface="Georgia"/>
                <a:sym typeface="Georgia"/>
              </a:defRPr>
            </a:lvl1pPr>
            <a:lvl2pPr lvl="1" algn="l">
              <a:lnSpc>
                <a:spcPct val="100000"/>
              </a:lnSpc>
              <a:spcBef>
                <a:spcPts val="0"/>
              </a:spcBef>
              <a:spcAft>
                <a:spcPts val="0"/>
              </a:spcAft>
              <a:buClr>
                <a:srgbClr val="FFFFFF"/>
              </a:buClr>
              <a:buSzPts val="1700"/>
              <a:buNone/>
              <a:defRPr sz="1400">
                <a:solidFill>
                  <a:srgbClr val="FFFFFF"/>
                </a:solidFill>
              </a:defRPr>
            </a:lvl2pPr>
            <a:lvl3pPr lvl="2" algn="l">
              <a:lnSpc>
                <a:spcPct val="100000"/>
              </a:lnSpc>
              <a:spcBef>
                <a:spcPts val="0"/>
              </a:spcBef>
              <a:spcAft>
                <a:spcPts val="0"/>
              </a:spcAft>
              <a:buClr>
                <a:srgbClr val="FFFFFF"/>
              </a:buClr>
              <a:buSzPts val="1700"/>
              <a:buNone/>
              <a:defRPr sz="1400">
                <a:solidFill>
                  <a:srgbClr val="FFFFFF"/>
                </a:solidFill>
              </a:defRPr>
            </a:lvl3pPr>
            <a:lvl4pPr lvl="3" algn="l">
              <a:lnSpc>
                <a:spcPct val="100000"/>
              </a:lnSpc>
              <a:spcBef>
                <a:spcPts val="0"/>
              </a:spcBef>
              <a:spcAft>
                <a:spcPts val="0"/>
              </a:spcAft>
              <a:buClr>
                <a:srgbClr val="FFFFFF"/>
              </a:buClr>
              <a:buSzPts val="1700"/>
              <a:buNone/>
              <a:defRPr sz="1400">
                <a:solidFill>
                  <a:srgbClr val="FFFFFF"/>
                </a:solidFill>
              </a:defRPr>
            </a:lvl4pPr>
            <a:lvl5pPr lvl="4" algn="l">
              <a:lnSpc>
                <a:spcPct val="100000"/>
              </a:lnSpc>
              <a:spcBef>
                <a:spcPts val="0"/>
              </a:spcBef>
              <a:spcAft>
                <a:spcPts val="0"/>
              </a:spcAft>
              <a:buClr>
                <a:srgbClr val="FFFFFF"/>
              </a:buClr>
              <a:buSzPts val="1700"/>
              <a:buNone/>
              <a:defRPr sz="1400">
                <a:solidFill>
                  <a:srgbClr val="FFFFFF"/>
                </a:solidFill>
              </a:defRPr>
            </a:lvl5pPr>
            <a:lvl6pPr lvl="5" algn="l">
              <a:lnSpc>
                <a:spcPct val="100000"/>
              </a:lnSpc>
              <a:spcBef>
                <a:spcPts val="0"/>
              </a:spcBef>
              <a:spcAft>
                <a:spcPts val="0"/>
              </a:spcAft>
              <a:buClr>
                <a:srgbClr val="FFFFFF"/>
              </a:buClr>
              <a:buSzPts val="1700"/>
              <a:buNone/>
              <a:defRPr sz="1400">
                <a:solidFill>
                  <a:srgbClr val="FFFFFF"/>
                </a:solidFill>
              </a:defRPr>
            </a:lvl6pPr>
            <a:lvl7pPr lvl="6" algn="l">
              <a:lnSpc>
                <a:spcPct val="100000"/>
              </a:lnSpc>
              <a:spcBef>
                <a:spcPts val="0"/>
              </a:spcBef>
              <a:spcAft>
                <a:spcPts val="0"/>
              </a:spcAft>
              <a:buClr>
                <a:srgbClr val="FFFFFF"/>
              </a:buClr>
              <a:buSzPts val="1700"/>
              <a:buNone/>
              <a:defRPr sz="1400">
                <a:solidFill>
                  <a:srgbClr val="FFFFFF"/>
                </a:solidFill>
              </a:defRPr>
            </a:lvl7pPr>
            <a:lvl8pPr lvl="7" algn="l">
              <a:lnSpc>
                <a:spcPct val="100000"/>
              </a:lnSpc>
              <a:spcBef>
                <a:spcPts val="0"/>
              </a:spcBef>
              <a:spcAft>
                <a:spcPts val="0"/>
              </a:spcAft>
              <a:buClr>
                <a:srgbClr val="FFFFFF"/>
              </a:buClr>
              <a:buSzPts val="1700"/>
              <a:buNone/>
              <a:defRPr sz="1400">
                <a:solidFill>
                  <a:srgbClr val="FFFFFF"/>
                </a:solidFill>
              </a:defRPr>
            </a:lvl8pPr>
            <a:lvl9pPr lvl="8" algn="l">
              <a:lnSpc>
                <a:spcPct val="100000"/>
              </a:lnSpc>
              <a:spcBef>
                <a:spcPts val="0"/>
              </a:spcBef>
              <a:spcAft>
                <a:spcPts val="0"/>
              </a:spcAft>
              <a:buClr>
                <a:srgbClr val="FFFFFF"/>
              </a:buClr>
              <a:buSzPts val="1700"/>
              <a:buNone/>
              <a:defRPr sz="1400">
                <a:solidFill>
                  <a:srgbClr val="FFFFFF"/>
                </a:solidFill>
              </a:defRPr>
            </a:lvl9pPr>
          </a:lstStyle>
          <a:p>
            <a:endParaRPr/>
          </a:p>
        </p:txBody>
      </p:sp>
      <p:sp>
        <p:nvSpPr>
          <p:cNvPr id="346" name="Google Shape;346;p59"/>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47" name="Google Shape;347;p59"/>
          <p:cNvSpPr txBox="1">
            <a:spLocks noGrp="1"/>
          </p:cNvSpPr>
          <p:nvPr>
            <p:ph type="sldNum" idx="12"/>
          </p:nvPr>
        </p:nvSpPr>
        <p:spPr>
          <a:xfrm>
            <a:off x="372350" y="4653100"/>
            <a:ext cx="548813" cy="393563"/>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‹N°›</a:t>
            </a:fld>
            <a:endParaRPr/>
          </a:p>
        </p:txBody>
      </p:sp>
      <p:sp>
        <p:nvSpPr>
          <p:cNvPr id="348" name="Google Shape;348;p59"/>
          <p:cNvSpPr txBox="1"/>
          <p:nvPr/>
        </p:nvSpPr>
        <p:spPr>
          <a:xfrm>
            <a:off x="6084301" y="4719450"/>
            <a:ext cx="2696438" cy="273563"/>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FFFFFF"/>
              </a:buClr>
              <a:buSzPts val="1000"/>
              <a:buFont typeface="Arial"/>
              <a:buNone/>
            </a:pPr>
            <a:r>
              <a:rPr lang="en" sz="600" b="0" i="0" u="none" strike="noStrike" cap="none">
                <a:solidFill>
                  <a:srgbClr val="FFFFFF"/>
                </a:solidFill>
                <a:latin typeface="Helvetica Neue"/>
                <a:ea typeface="Helvetica Neue"/>
                <a:cs typeface="Helvetica Neue"/>
                <a:sym typeface="Helvetica Neue"/>
              </a:rPr>
              <a:t>© 2020 PricewaterhouseCoopers LLP. All rights reserved. </a:t>
            </a:r>
            <a:endParaRPr sz="600" b="0" i="0" u="none" strike="noStrike" cap="none">
              <a:solidFill>
                <a:srgbClr val="FFFFFF"/>
              </a:solidFill>
              <a:latin typeface="Arial"/>
              <a:ea typeface="Arial"/>
              <a:cs typeface="Arial"/>
              <a:sym typeface="Arial"/>
            </a:endParaRPr>
          </a:p>
        </p:txBody>
      </p:sp>
      <p:sp>
        <p:nvSpPr>
          <p:cNvPr id="349" name="Google Shape;349;p59"/>
          <p:cNvSpPr txBox="1">
            <a:spLocks noGrp="1"/>
          </p:cNvSpPr>
          <p:nvPr>
            <p:ph type="body" idx="2"/>
          </p:nvPr>
        </p:nvSpPr>
        <p:spPr>
          <a:xfrm>
            <a:off x="37235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
        <p:nvSpPr>
          <p:cNvPr id="350" name="Google Shape;350;p59"/>
          <p:cNvSpPr txBox="1">
            <a:spLocks noGrp="1"/>
          </p:cNvSpPr>
          <p:nvPr>
            <p:ph type="body" idx="3"/>
          </p:nvPr>
        </p:nvSpPr>
        <p:spPr>
          <a:xfrm>
            <a:off x="493770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s &amp; Dividers – Blank 1">
  <p:cSld name="Contents &amp; Dividers – Blank 1">
    <p:bg>
      <p:bgPr>
        <a:solidFill>
          <a:schemeClr val="accent6"/>
        </a:solidFill>
        <a:effectLst/>
      </p:bgPr>
    </p:bg>
    <p:spTree>
      <p:nvGrpSpPr>
        <p:cNvPr id="1" name="Shape 351"/>
        <p:cNvGrpSpPr/>
        <p:nvPr/>
      </p:nvGrpSpPr>
      <p:grpSpPr>
        <a:xfrm>
          <a:off x="0" y="0"/>
          <a:ext cx="0" cy="0"/>
          <a:chOff x="0" y="0"/>
          <a:chExt cx="0" cy="0"/>
        </a:xfrm>
      </p:grpSpPr>
      <p:sp>
        <p:nvSpPr>
          <p:cNvPr id="352" name="Google Shape;352;p60"/>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53" name="Google Shape;353;p6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1_Title Slide 1">
  <p:cSld name="1_Title Slide 1">
    <p:spTree>
      <p:nvGrpSpPr>
        <p:cNvPr id="1" name="Shape 354"/>
        <p:cNvGrpSpPr/>
        <p:nvPr/>
      </p:nvGrpSpPr>
      <p:grpSpPr>
        <a:xfrm>
          <a:off x="0" y="0"/>
          <a:ext cx="0" cy="0"/>
          <a:chOff x="0" y="0"/>
          <a:chExt cx="0" cy="0"/>
        </a:xfrm>
      </p:grpSpPr>
      <p:sp>
        <p:nvSpPr>
          <p:cNvPr id="355" name="Google Shape;355;p61"/>
          <p:cNvSpPr/>
          <p:nvPr/>
        </p:nvSpPr>
        <p:spPr>
          <a:xfrm>
            <a:off x="6607204" y="1"/>
            <a:ext cx="2536875" cy="5143312"/>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56" name="Google Shape;356;p61"/>
          <p:cNvSpPr/>
          <p:nvPr/>
        </p:nvSpPr>
        <p:spPr>
          <a:xfrm>
            <a:off x="1" y="0"/>
            <a:ext cx="7943250" cy="364556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pic>
        <p:nvPicPr>
          <p:cNvPr id="357" name="Google Shape;357;p61"/>
          <p:cNvPicPr preferRelativeResize="0"/>
          <p:nvPr/>
        </p:nvPicPr>
        <p:blipFill rotWithShape="1">
          <a:blip r:embed="rId2">
            <a:alphaModFix/>
          </a:blip>
          <a:srcRect/>
          <a:stretch/>
        </p:blipFill>
        <p:spPr>
          <a:xfrm>
            <a:off x="6093441" y="-1"/>
            <a:ext cx="3050559" cy="4882701"/>
          </a:xfrm>
          <a:prstGeom prst="rect">
            <a:avLst/>
          </a:prstGeom>
          <a:noFill/>
          <a:ln>
            <a:noFill/>
          </a:ln>
        </p:spPr>
      </p:pic>
      <p:sp>
        <p:nvSpPr>
          <p:cNvPr id="358" name="Google Shape;358;p61"/>
          <p:cNvSpPr txBox="1">
            <a:spLocks noGrp="1"/>
          </p:cNvSpPr>
          <p:nvPr>
            <p:ph type="ctrTitle"/>
          </p:nvPr>
        </p:nvSpPr>
        <p:spPr>
          <a:xfrm>
            <a:off x="457201" y="342900"/>
            <a:ext cx="3980250" cy="1885875"/>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000"/>
              <a:buFont typeface="Georgia"/>
              <a:buNone/>
              <a:defRPr sz="3300">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59" name="Google Shape;359;p61"/>
          <p:cNvSpPr txBox="1">
            <a:spLocks noGrp="1"/>
          </p:cNvSpPr>
          <p:nvPr>
            <p:ph type="subTitle" idx="1"/>
          </p:nvPr>
        </p:nvSpPr>
        <p:spPr>
          <a:xfrm>
            <a:off x="457200" y="2811780"/>
            <a:ext cx="3980250" cy="4456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100" b="0">
                <a:solidFill>
                  <a:schemeClr val="lt1"/>
                </a:solidFill>
              </a:defRPr>
            </a:lvl1pPr>
            <a:lvl2pPr lvl="1" algn="l">
              <a:lnSpc>
                <a:spcPct val="100000"/>
              </a:lnSpc>
              <a:spcBef>
                <a:spcPts val="0"/>
              </a:spcBef>
              <a:spcAft>
                <a:spcPts val="0"/>
              </a:spcAft>
              <a:buClr>
                <a:schemeClr val="lt1"/>
              </a:buClr>
              <a:buSzPts val="1400"/>
              <a:buNone/>
              <a:defRPr sz="1100">
                <a:solidFill>
                  <a:schemeClr val="lt1"/>
                </a:solidFill>
              </a:defRPr>
            </a:lvl2pPr>
            <a:lvl3pPr lvl="2" algn="l">
              <a:lnSpc>
                <a:spcPct val="100000"/>
              </a:lnSpc>
              <a:spcBef>
                <a:spcPts val="0"/>
              </a:spcBef>
              <a:spcAft>
                <a:spcPts val="0"/>
              </a:spcAft>
              <a:buClr>
                <a:schemeClr val="lt1"/>
              </a:buClr>
              <a:buSzPts val="1400"/>
              <a:buNone/>
              <a:defRPr sz="1100">
                <a:solidFill>
                  <a:schemeClr val="lt1"/>
                </a:solidFill>
              </a:defRPr>
            </a:lvl3pPr>
            <a:lvl4pPr lvl="3" algn="l">
              <a:lnSpc>
                <a:spcPct val="100000"/>
              </a:lnSpc>
              <a:spcBef>
                <a:spcPts val="0"/>
              </a:spcBef>
              <a:spcAft>
                <a:spcPts val="0"/>
              </a:spcAft>
              <a:buClr>
                <a:schemeClr val="lt1"/>
              </a:buClr>
              <a:buSzPts val="1400"/>
              <a:buNone/>
              <a:defRPr sz="1100">
                <a:solidFill>
                  <a:schemeClr val="lt1"/>
                </a:solidFill>
              </a:defRPr>
            </a:lvl4pPr>
            <a:lvl5pPr lvl="4" algn="l">
              <a:lnSpc>
                <a:spcPct val="100000"/>
              </a:lnSpc>
              <a:spcBef>
                <a:spcPts val="0"/>
              </a:spcBef>
              <a:spcAft>
                <a:spcPts val="0"/>
              </a:spcAft>
              <a:buClr>
                <a:schemeClr val="lt1"/>
              </a:buClr>
              <a:buSzPts val="1400"/>
              <a:buNone/>
              <a:defRPr sz="1100">
                <a:solidFill>
                  <a:schemeClr val="lt1"/>
                </a:solidFill>
              </a:defRPr>
            </a:lvl5pPr>
            <a:lvl6pPr lvl="5" algn="l">
              <a:lnSpc>
                <a:spcPct val="100000"/>
              </a:lnSpc>
              <a:spcBef>
                <a:spcPts val="0"/>
              </a:spcBef>
              <a:spcAft>
                <a:spcPts val="0"/>
              </a:spcAft>
              <a:buClr>
                <a:schemeClr val="lt1"/>
              </a:buClr>
              <a:buSzPts val="1400"/>
              <a:buNone/>
              <a:defRPr sz="1100">
                <a:solidFill>
                  <a:schemeClr val="lt1"/>
                </a:solidFill>
              </a:defRPr>
            </a:lvl6pPr>
            <a:lvl7pPr lvl="6" algn="l">
              <a:lnSpc>
                <a:spcPct val="100000"/>
              </a:lnSpc>
              <a:spcBef>
                <a:spcPts val="0"/>
              </a:spcBef>
              <a:spcAft>
                <a:spcPts val="0"/>
              </a:spcAft>
              <a:buClr>
                <a:schemeClr val="lt1"/>
              </a:buClr>
              <a:buSzPts val="1400"/>
              <a:buNone/>
              <a:defRPr sz="1100">
                <a:solidFill>
                  <a:schemeClr val="lt1"/>
                </a:solidFill>
              </a:defRPr>
            </a:lvl7pPr>
            <a:lvl8pPr lvl="7" algn="l">
              <a:lnSpc>
                <a:spcPct val="100000"/>
              </a:lnSpc>
              <a:spcBef>
                <a:spcPts val="0"/>
              </a:spcBef>
              <a:spcAft>
                <a:spcPts val="0"/>
              </a:spcAft>
              <a:buClr>
                <a:schemeClr val="lt1"/>
              </a:buClr>
              <a:buSzPts val="1400"/>
              <a:buNone/>
              <a:defRPr sz="1100">
                <a:solidFill>
                  <a:schemeClr val="lt1"/>
                </a:solidFill>
              </a:defRPr>
            </a:lvl8pPr>
            <a:lvl9pPr lvl="8" algn="l">
              <a:lnSpc>
                <a:spcPct val="100000"/>
              </a:lnSpc>
              <a:spcBef>
                <a:spcPts val="0"/>
              </a:spcBef>
              <a:spcAft>
                <a:spcPts val="0"/>
              </a:spcAft>
              <a:buClr>
                <a:schemeClr val="lt1"/>
              </a:buClr>
              <a:buSzPts val="1400"/>
              <a:buNone/>
              <a:defRPr sz="1100">
                <a:solidFill>
                  <a:schemeClr val="lt1"/>
                </a:solidFill>
              </a:defRPr>
            </a:lvl9pPr>
          </a:lstStyle>
          <a:p>
            <a:endParaRPr/>
          </a:p>
        </p:txBody>
      </p:sp>
      <p:pic>
        <p:nvPicPr>
          <p:cNvPr id="360" name="Google Shape;360;p61"/>
          <p:cNvPicPr preferRelativeResize="0"/>
          <p:nvPr/>
        </p:nvPicPr>
        <p:blipFill rotWithShape="1">
          <a:blip r:embed="rId3">
            <a:alphaModFix/>
          </a:blip>
          <a:srcRect/>
          <a:stretch/>
        </p:blipFill>
        <p:spPr>
          <a:xfrm>
            <a:off x="150877" y="3998214"/>
            <a:ext cx="1227582" cy="1013388"/>
          </a:xfrm>
          <a:prstGeom prst="rect">
            <a:avLst/>
          </a:prstGeom>
          <a:noFill/>
          <a:ln>
            <a:noFill/>
          </a:ln>
        </p:spPr>
      </p:pic>
      <p:sp>
        <p:nvSpPr>
          <p:cNvPr id="361" name="Google Shape;361;p61"/>
          <p:cNvSpPr/>
          <p:nvPr/>
        </p:nvSpPr>
        <p:spPr>
          <a:xfrm>
            <a:off x="6093440" y="3645591"/>
            <a:ext cx="3050625" cy="1497938"/>
          </a:xfrm>
          <a:prstGeom prst="rect">
            <a:avLst/>
          </a:prstGeom>
          <a:solidFill>
            <a:srgbClr val="DB536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62" name="Google Shape;362;p6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63"/>
        <p:cNvGrpSpPr/>
        <p:nvPr/>
      </p:nvGrpSpPr>
      <p:grpSpPr>
        <a:xfrm>
          <a:off x="0" y="0"/>
          <a:ext cx="0" cy="0"/>
          <a:chOff x="0" y="0"/>
          <a:chExt cx="0" cy="0"/>
        </a:xfrm>
      </p:grpSpPr>
      <p:sp>
        <p:nvSpPr>
          <p:cNvPr id="364" name="Google Shape;364;p62"/>
          <p:cNvSpPr txBox="1">
            <a:spLocks noGrp="1"/>
          </p:cNvSpPr>
          <p:nvPr>
            <p:ph type="ctrTitle"/>
          </p:nvPr>
        </p:nvSpPr>
        <p:spPr>
          <a:xfrm>
            <a:off x="311708" y="744575"/>
            <a:ext cx="8520563" cy="2052563"/>
          </a:xfrm>
          <a:prstGeom prst="rect">
            <a:avLst/>
          </a:prstGeom>
          <a:noFill/>
          <a:ln>
            <a:noFill/>
          </a:ln>
        </p:spPr>
        <p:txBody>
          <a:bodyPr spcFirstLastPara="1" wrap="square" lIns="0" tIns="0" rIns="0" bIns="0" anchor="b" anchorCtr="0">
            <a:noAutofit/>
          </a:bodyPr>
          <a:lstStyle>
            <a:lvl1pPr lvl="0" algn="ctr">
              <a:lnSpc>
                <a:spcPct val="85000"/>
              </a:lnSpc>
              <a:spcBef>
                <a:spcPts val="0"/>
              </a:spcBef>
              <a:spcAft>
                <a:spcPts val="0"/>
              </a:spcAft>
              <a:buSzPts val="6200"/>
              <a:buNone/>
              <a:defRPr sz="5200"/>
            </a:lvl1pPr>
            <a:lvl2pPr lvl="1" algn="ctr">
              <a:lnSpc>
                <a:spcPct val="100000"/>
              </a:lnSpc>
              <a:spcBef>
                <a:spcPts val="0"/>
              </a:spcBef>
              <a:spcAft>
                <a:spcPts val="0"/>
              </a:spcAft>
              <a:buSzPts val="6200"/>
              <a:buNone/>
              <a:defRPr sz="5200"/>
            </a:lvl2pPr>
            <a:lvl3pPr lvl="2" algn="ctr">
              <a:lnSpc>
                <a:spcPct val="100000"/>
              </a:lnSpc>
              <a:spcBef>
                <a:spcPts val="0"/>
              </a:spcBef>
              <a:spcAft>
                <a:spcPts val="0"/>
              </a:spcAft>
              <a:buSzPts val="6200"/>
              <a:buNone/>
              <a:defRPr sz="5200"/>
            </a:lvl3pPr>
            <a:lvl4pPr lvl="3" algn="ctr">
              <a:lnSpc>
                <a:spcPct val="100000"/>
              </a:lnSpc>
              <a:spcBef>
                <a:spcPts val="0"/>
              </a:spcBef>
              <a:spcAft>
                <a:spcPts val="0"/>
              </a:spcAft>
              <a:buSzPts val="6200"/>
              <a:buNone/>
              <a:defRPr sz="5200"/>
            </a:lvl4pPr>
            <a:lvl5pPr lvl="4" algn="ctr">
              <a:lnSpc>
                <a:spcPct val="100000"/>
              </a:lnSpc>
              <a:spcBef>
                <a:spcPts val="0"/>
              </a:spcBef>
              <a:spcAft>
                <a:spcPts val="0"/>
              </a:spcAft>
              <a:buSzPts val="6200"/>
              <a:buNone/>
              <a:defRPr sz="5200"/>
            </a:lvl5pPr>
            <a:lvl6pPr lvl="5" algn="ctr">
              <a:lnSpc>
                <a:spcPct val="100000"/>
              </a:lnSpc>
              <a:spcBef>
                <a:spcPts val="0"/>
              </a:spcBef>
              <a:spcAft>
                <a:spcPts val="0"/>
              </a:spcAft>
              <a:buSzPts val="6200"/>
              <a:buNone/>
              <a:defRPr sz="5200"/>
            </a:lvl6pPr>
            <a:lvl7pPr lvl="6" algn="ctr">
              <a:lnSpc>
                <a:spcPct val="100000"/>
              </a:lnSpc>
              <a:spcBef>
                <a:spcPts val="0"/>
              </a:spcBef>
              <a:spcAft>
                <a:spcPts val="0"/>
              </a:spcAft>
              <a:buSzPts val="6200"/>
              <a:buNone/>
              <a:defRPr sz="5200"/>
            </a:lvl7pPr>
            <a:lvl8pPr lvl="7" algn="ctr">
              <a:lnSpc>
                <a:spcPct val="100000"/>
              </a:lnSpc>
              <a:spcBef>
                <a:spcPts val="0"/>
              </a:spcBef>
              <a:spcAft>
                <a:spcPts val="0"/>
              </a:spcAft>
              <a:buSzPts val="6200"/>
              <a:buNone/>
              <a:defRPr sz="5200"/>
            </a:lvl8pPr>
            <a:lvl9pPr lvl="8" algn="ctr">
              <a:lnSpc>
                <a:spcPct val="100000"/>
              </a:lnSpc>
              <a:spcBef>
                <a:spcPts val="0"/>
              </a:spcBef>
              <a:spcAft>
                <a:spcPts val="0"/>
              </a:spcAft>
              <a:buSzPts val="6200"/>
              <a:buNone/>
              <a:defRPr sz="5200"/>
            </a:lvl9pPr>
          </a:lstStyle>
          <a:p>
            <a:endParaRPr/>
          </a:p>
        </p:txBody>
      </p:sp>
      <p:sp>
        <p:nvSpPr>
          <p:cNvPr id="365" name="Google Shape;365;p62"/>
          <p:cNvSpPr txBox="1">
            <a:spLocks noGrp="1"/>
          </p:cNvSpPr>
          <p:nvPr>
            <p:ph type="subTitle" idx="1"/>
          </p:nvPr>
        </p:nvSpPr>
        <p:spPr>
          <a:xfrm>
            <a:off x="311700" y="2834125"/>
            <a:ext cx="8520563" cy="792563"/>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3400"/>
              <a:buNone/>
              <a:defRPr sz="2800"/>
            </a:lvl1pPr>
            <a:lvl2pPr lvl="1" algn="ctr">
              <a:lnSpc>
                <a:spcPct val="100000"/>
              </a:lnSpc>
              <a:spcBef>
                <a:spcPts val="0"/>
              </a:spcBef>
              <a:spcAft>
                <a:spcPts val="0"/>
              </a:spcAft>
              <a:buSzPts val="3400"/>
              <a:buNone/>
              <a:defRPr sz="2800"/>
            </a:lvl2pPr>
            <a:lvl3pPr lvl="2" algn="ctr">
              <a:lnSpc>
                <a:spcPct val="100000"/>
              </a:lnSpc>
              <a:spcBef>
                <a:spcPts val="0"/>
              </a:spcBef>
              <a:spcAft>
                <a:spcPts val="0"/>
              </a:spcAft>
              <a:buSzPts val="3400"/>
              <a:buNone/>
              <a:defRPr sz="2800"/>
            </a:lvl3pPr>
            <a:lvl4pPr lvl="3" algn="ctr">
              <a:lnSpc>
                <a:spcPct val="100000"/>
              </a:lnSpc>
              <a:spcBef>
                <a:spcPts val="0"/>
              </a:spcBef>
              <a:spcAft>
                <a:spcPts val="0"/>
              </a:spcAft>
              <a:buSzPts val="3400"/>
              <a:buNone/>
              <a:defRPr sz="2800"/>
            </a:lvl4pPr>
            <a:lvl5pPr lvl="4" algn="ctr">
              <a:lnSpc>
                <a:spcPct val="100000"/>
              </a:lnSpc>
              <a:spcBef>
                <a:spcPts val="0"/>
              </a:spcBef>
              <a:spcAft>
                <a:spcPts val="0"/>
              </a:spcAft>
              <a:buSzPts val="3400"/>
              <a:buNone/>
              <a:defRPr sz="2800"/>
            </a:lvl5pPr>
            <a:lvl6pPr lvl="5" algn="ctr">
              <a:lnSpc>
                <a:spcPct val="100000"/>
              </a:lnSpc>
              <a:spcBef>
                <a:spcPts val="0"/>
              </a:spcBef>
              <a:spcAft>
                <a:spcPts val="0"/>
              </a:spcAft>
              <a:buSzPts val="3400"/>
              <a:buNone/>
              <a:defRPr sz="2800"/>
            </a:lvl6pPr>
            <a:lvl7pPr lvl="6" algn="ctr">
              <a:lnSpc>
                <a:spcPct val="100000"/>
              </a:lnSpc>
              <a:spcBef>
                <a:spcPts val="0"/>
              </a:spcBef>
              <a:spcAft>
                <a:spcPts val="0"/>
              </a:spcAft>
              <a:buSzPts val="3400"/>
              <a:buNone/>
              <a:defRPr sz="2800"/>
            </a:lvl7pPr>
            <a:lvl8pPr lvl="7" algn="ctr">
              <a:lnSpc>
                <a:spcPct val="100000"/>
              </a:lnSpc>
              <a:spcBef>
                <a:spcPts val="0"/>
              </a:spcBef>
              <a:spcAft>
                <a:spcPts val="0"/>
              </a:spcAft>
              <a:buSzPts val="3400"/>
              <a:buNone/>
              <a:defRPr sz="2800"/>
            </a:lvl8pPr>
            <a:lvl9pPr lvl="8" algn="ctr">
              <a:lnSpc>
                <a:spcPct val="100000"/>
              </a:lnSpc>
              <a:spcBef>
                <a:spcPts val="0"/>
              </a:spcBef>
              <a:spcAft>
                <a:spcPts val="0"/>
              </a:spcAft>
              <a:buSzPts val="3400"/>
              <a:buNone/>
              <a:defRPr sz="2800"/>
            </a:lvl9pPr>
          </a:lstStyle>
          <a:p>
            <a:endParaRPr/>
          </a:p>
        </p:txBody>
      </p:sp>
      <p:sp>
        <p:nvSpPr>
          <p:cNvPr id="366" name="Google Shape;366;p62"/>
          <p:cNvSpPr txBox="1">
            <a:spLocks noGrp="1"/>
          </p:cNvSpPr>
          <p:nvPr>
            <p:ph type="sldNum" idx="12"/>
          </p:nvPr>
        </p:nvSpPr>
        <p:spPr>
          <a:xfrm>
            <a:off x="8472458" y="4663217"/>
            <a:ext cx="548625" cy="393563"/>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367"/>
        <p:cNvGrpSpPr/>
        <p:nvPr/>
      </p:nvGrpSpPr>
      <p:grpSpPr>
        <a:xfrm>
          <a:off x="0" y="0"/>
          <a:ext cx="0" cy="0"/>
          <a:chOff x="0" y="0"/>
          <a:chExt cx="0" cy="0"/>
        </a:xfrm>
      </p:grpSpPr>
      <p:sp>
        <p:nvSpPr>
          <p:cNvPr id="368" name="Google Shape;368;p63"/>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69" name="Google Shape;369;p63"/>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0" name="Google Shape;370;p63"/>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1" name="Google Shape;371;p63"/>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2" name="Google Shape;372;p63"/>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One 1">
  <p:cSld name="Content: One 1">
    <p:spTree>
      <p:nvGrpSpPr>
        <p:cNvPr id="1" name="Shape 373"/>
        <p:cNvGrpSpPr/>
        <p:nvPr/>
      </p:nvGrpSpPr>
      <p:grpSpPr>
        <a:xfrm>
          <a:off x="0" y="0"/>
          <a:ext cx="0" cy="0"/>
          <a:chOff x="0" y="0"/>
          <a:chExt cx="0" cy="0"/>
        </a:xfrm>
      </p:grpSpPr>
      <p:sp>
        <p:nvSpPr>
          <p:cNvPr id="374" name="Google Shape;374;p64"/>
          <p:cNvSpPr/>
          <p:nvPr/>
        </p:nvSpPr>
        <p:spPr>
          <a:xfrm>
            <a:off x="-62" y="4629156"/>
            <a:ext cx="9144000" cy="523313"/>
          </a:xfrm>
          <a:prstGeom prst="rect">
            <a:avLst/>
          </a:prstGeom>
          <a:solidFill>
            <a:srgbClr val="F3F3F3"/>
          </a:solidFill>
          <a:ln>
            <a:noFill/>
          </a:ln>
        </p:spPr>
        <p:txBody>
          <a:bodyPr spcFirstLastPara="1" wrap="square" lIns="57125" tIns="57125" rIns="57125" bIns="57125"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1500" b="0" i="0" u="none" strike="noStrike" cap="none">
              <a:solidFill>
                <a:schemeClr val="dk1"/>
              </a:solidFill>
              <a:latin typeface="Arial"/>
              <a:ea typeface="Arial"/>
              <a:cs typeface="Arial"/>
              <a:sym typeface="Arial"/>
            </a:endParaRPr>
          </a:p>
        </p:txBody>
      </p:sp>
      <p:sp>
        <p:nvSpPr>
          <p:cNvPr id="375" name="Google Shape;375;p64"/>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76" name="Google Shape;376;p64"/>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7" name="Google Shape;377;p64"/>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8" name="Google Shape;378;p64"/>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9" name="Google Shape;379;p64"/>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380"/>
        <p:cNvGrpSpPr/>
        <p:nvPr/>
      </p:nvGrpSpPr>
      <p:grpSpPr>
        <a:xfrm>
          <a:off x="0" y="0"/>
          <a:ext cx="0" cy="0"/>
          <a:chOff x="0" y="0"/>
          <a:chExt cx="0" cy="0"/>
        </a:xfrm>
      </p:grpSpPr>
      <p:sp>
        <p:nvSpPr>
          <p:cNvPr id="381" name="Google Shape;381;p65"/>
          <p:cNvSpPr txBox="1">
            <a:spLocks noGrp="1"/>
          </p:cNvSpPr>
          <p:nvPr>
            <p:ph type="title"/>
          </p:nvPr>
        </p:nvSpPr>
        <p:spPr>
          <a:xfrm>
            <a:off x="332176" y="274325"/>
            <a:ext cx="7278000" cy="27897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200"/>
              <a:buNone/>
              <a:defRPr sz="1800">
                <a:solidFill>
                  <a:schemeClr val="lt1"/>
                </a:solidFill>
              </a:defRPr>
            </a:lvl1pPr>
            <a:lvl2pPr lvl="1"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2pPr>
            <a:lvl3pPr lvl="2"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3pPr>
            <a:lvl4pPr lvl="3"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4pPr>
            <a:lvl5pPr lvl="4"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5pPr>
            <a:lvl6pPr lvl="5"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6pPr>
            <a:lvl7pPr lvl="6"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7pPr>
            <a:lvl8pPr lvl="7"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8pPr>
            <a:lvl9pPr lvl="8"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9pPr>
          </a:lstStyle>
          <a:p>
            <a:endParaRPr/>
          </a:p>
        </p:txBody>
      </p:sp>
      <p:sp>
        <p:nvSpPr>
          <p:cNvPr id="382" name="Google Shape;382;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83" name="Google Shape;383;p65"/>
          <p:cNvSpPr/>
          <p:nvPr/>
        </p:nvSpPr>
        <p:spPr>
          <a:xfrm>
            <a:off x="0" y="0"/>
            <a:ext cx="9144000" cy="894938"/>
          </a:xfrm>
          <a:prstGeom prst="rect">
            <a:avLst/>
          </a:prstGeom>
          <a:solidFill>
            <a:srgbClr val="2D2D2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chemeClr val="lt1"/>
              </a:solidFill>
              <a:latin typeface="Arial"/>
              <a:ea typeface="Arial"/>
              <a:cs typeface="Arial"/>
              <a:sym typeface="Arial"/>
            </a:endParaRPr>
          </a:p>
        </p:txBody>
      </p:sp>
      <p:sp>
        <p:nvSpPr>
          <p:cNvPr id="384" name="Google Shape;384;p65"/>
          <p:cNvSpPr/>
          <p:nvPr/>
        </p:nvSpPr>
        <p:spPr>
          <a:xfrm>
            <a:off x="8199793" y="128883"/>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117" y="90"/>
                </a:moveTo>
                <a:cubicBezTo>
                  <a:pt x="117" y="77"/>
                  <a:pt x="128" y="67"/>
                  <a:pt x="141" y="67"/>
                </a:cubicBezTo>
                <a:cubicBezTo>
                  <a:pt x="153" y="67"/>
                  <a:pt x="164" y="77"/>
                  <a:pt x="164" y="90"/>
                </a:cubicBezTo>
                <a:cubicBezTo>
                  <a:pt x="164" y="103"/>
                  <a:pt x="153" y="113"/>
                  <a:pt x="141" y="113"/>
                </a:cubicBezTo>
                <a:cubicBezTo>
                  <a:pt x="128" y="113"/>
                  <a:pt x="117" y="103"/>
                  <a:pt x="117" y="90"/>
                </a:cubicBezTo>
                <a:close/>
                <a:moveTo>
                  <a:pt x="331" y="332"/>
                </a:moveTo>
                <a:cubicBezTo>
                  <a:pt x="217" y="332"/>
                  <a:pt x="217" y="332"/>
                  <a:pt x="217" y="332"/>
                </a:cubicBezTo>
                <a:cubicBezTo>
                  <a:pt x="217" y="296"/>
                  <a:pt x="217" y="296"/>
                  <a:pt x="217" y="296"/>
                </a:cubicBezTo>
                <a:cubicBezTo>
                  <a:pt x="278" y="246"/>
                  <a:pt x="278" y="246"/>
                  <a:pt x="278" y="246"/>
                </a:cubicBezTo>
                <a:cubicBezTo>
                  <a:pt x="278" y="134"/>
                  <a:pt x="278" y="134"/>
                  <a:pt x="278" y="134"/>
                </a:cubicBezTo>
                <a:cubicBezTo>
                  <a:pt x="295" y="131"/>
                  <a:pt x="309" y="115"/>
                  <a:pt x="309" y="97"/>
                </a:cubicBezTo>
                <a:cubicBezTo>
                  <a:pt x="309" y="76"/>
                  <a:pt x="291" y="59"/>
                  <a:pt x="270" y="59"/>
                </a:cubicBezTo>
                <a:cubicBezTo>
                  <a:pt x="249" y="59"/>
                  <a:pt x="232" y="76"/>
                  <a:pt x="232" y="97"/>
                </a:cubicBezTo>
                <a:cubicBezTo>
                  <a:pt x="232" y="115"/>
                  <a:pt x="245" y="131"/>
                  <a:pt x="263" y="134"/>
                </a:cubicBezTo>
                <a:cubicBezTo>
                  <a:pt x="263" y="239"/>
                  <a:pt x="263" y="239"/>
                  <a:pt x="263" y="239"/>
                </a:cubicBezTo>
                <a:cubicBezTo>
                  <a:pt x="202" y="289"/>
                  <a:pt x="202" y="289"/>
                  <a:pt x="202" y="289"/>
                </a:cubicBezTo>
                <a:cubicBezTo>
                  <a:pt x="202" y="332"/>
                  <a:pt x="202" y="332"/>
                  <a:pt x="202" y="332"/>
                </a:cubicBezTo>
                <a:cubicBezTo>
                  <a:pt x="185" y="332"/>
                  <a:pt x="185" y="332"/>
                  <a:pt x="185" y="332"/>
                </a:cubicBezTo>
                <a:cubicBezTo>
                  <a:pt x="185" y="259"/>
                  <a:pt x="185" y="259"/>
                  <a:pt x="185" y="259"/>
                </a:cubicBezTo>
                <a:cubicBezTo>
                  <a:pt x="213" y="235"/>
                  <a:pt x="213" y="235"/>
                  <a:pt x="213" y="235"/>
                </a:cubicBezTo>
                <a:cubicBezTo>
                  <a:pt x="213" y="198"/>
                  <a:pt x="213" y="198"/>
                  <a:pt x="213" y="198"/>
                </a:cubicBezTo>
                <a:cubicBezTo>
                  <a:pt x="230" y="195"/>
                  <a:pt x="244" y="179"/>
                  <a:pt x="244" y="161"/>
                </a:cubicBezTo>
                <a:cubicBezTo>
                  <a:pt x="244" y="140"/>
                  <a:pt x="227" y="123"/>
                  <a:pt x="205" y="123"/>
                </a:cubicBezTo>
                <a:cubicBezTo>
                  <a:pt x="184" y="123"/>
                  <a:pt x="167" y="140"/>
                  <a:pt x="167" y="161"/>
                </a:cubicBezTo>
                <a:cubicBezTo>
                  <a:pt x="167" y="179"/>
                  <a:pt x="181" y="195"/>
                  <a:pt x="198" y="198"/>
                </a:cubicBezTo>
                <a:cubicBezTo>
                  <a:pt x="198" y="228"/>
                  <a:pt x="198" y="228"/>
                  <a:pt x="198" y="228"/>
                </a:cubicBezTo>
                <a:cubicBezTo>
                  <a:pt x="170" y="252"/>
                  <a:pt x="170" y="252"/>
                  <a:pt x="170" y="252"/>
                </a:cubicBezTo>
                <a:cubicBezTo>
                  <a:pt x="170" y="332"/>
                  <a:pt x="170" y="332"/>
                  <a:pt x="170" y="332"/>
                </a:cubicBezTo>
                <a:cubicBezTo>
                  <a:pt x="153" y="332"/>
                  <a:pt x="153" y="332"/>
                  <a:pt x="153" y="332"/>
                </a:cubicBezTo>
                <a:cubicBezTo>
                  <a:pt x="148" y="127"/>
                  <a:pt x="148" y="127"/>
                  <a:pt x="148" y="127"/>
                </a:cubicBezTo>
                <a:cubicBezTo>
                  <a:pt x="166" y="124"/>
                  <a:pt x="179" y="109"/>
                  <a:pt x="179" y="90"/>
                </a:cubicBezTo>
                <a:cubicBezTo>
                  <a:pt x="179" y="69"/>
                  <a:pt x="162" y="52"/>
                  <a:pt x="141" y="52"/>
                </a:cubicBezTo>
                <a:cubicBezTo>
                  <a:pt x="120" y="52"/>
                  <a:pt x="102" y="69"/>
                  <a:pt x="102" y="90"/>
                </a:cubicBezTo>
                <a:cubicBezTo>
                  <a:pt x="102" y="109"/>
                  <a:pt x="116" y="124"/>
                  <a:pt x="133" y="128"/>
                </a:cubicBezTo>
                <a:cubicBezTo>
                  <a:pt x="138" y="332"/>
                  <a:pt x="138" y="332"/>
                  <a:pt x="138" y="332"/>
                </a:cubicBezTo>
                <a:cubicBezTo>
                  <a:pt x="121" y="332"/>
                  <a:pt x="121" y="332"/>
                  <a:pt x="121" y="332"/>
                </a:cubicBezTo>
                <a:cubicBezTo>
                  <a:pt x="121" y="237"/>
                  <a:pt x="121" y="237"/>
                  <a:pt x="121" y="237"/>
                </a:cubicBezTo>
                <a:cubicBezTo>
                  <a:pt x="89" y="199"/>
                  <a:pt x="89" y="199"/>
                  <a:pt x="89" y="199"/>
                </a:cubicBezTo>
                <a:cubicBezTo>
                  <a:pt x="104" y="194"/>
                  <a:pt x="114" y="180"/>
                  <a:pt x="114" y="163"/>
                </a:cubicBezTo>
                <a:cubicBezTo>
                  <a:pt x="114" y="142"/>
                  <a:pt x="97" y="125"/>
                  <a:pt x="76" y="125"/>
                </a:cubicBezTo>
                <a:cubicBezTo>
                  <a:pt x="55" y="125"/>
                  <a:pt x="38" y="142"/>
                  <a:pt x="38" y="163"/>
                </a:cubicBezTo>
                <a:cubicBezTo>
                  <a:pt x="38" y="183"/>
                  <a:pt x="53" y="200"/>
                  <a:pt x="72" y="201"/>
                </a:cubicBezTo>
                <a:cubicBezTo>
                  <a:pt x="106" y="242"/>
                  <a:pt x="106" y="242"/>
                  <a:pt x="106" y="242"/>
                </a:cubicBezTo>
                <a:cubicBezTo>
                  <a:pt x="106" y="332"/>
                  <a:pt x="106" y="332"/>
                  <a:pt x="106" y="332"/>
                </a:cubicBezTo>
                <a:cubicBezTo>
                  <a:pt x="15" y="332"/>
                  <a:pt x="15" y="332"/>
                  <a:pt x="15" y="332"/>
                </a:cubicBezTo>
                <a:cubicBezTo>
                  <a:pt x="15" y="15"/>
                  <a:pt x="15" y="15"/>
                  <a:pt x="15" y="15"/>
                </a:cubicBezTo>
                <a:cubicBezTo>
                  <a:pt x="331" y="15"/>
                  <a:pt x="331" y="15"/>
                  <a:pt x="331" y="15"/>
                </a:cubicBezTo>
                <a:lnTo>
                  <a:pt x="331" y="332"/>
                </a:lnTo>
                <a:close/>
                <a:moveTo>
                  <a:pt x="270" y="120"/>
                </a:moveTo>
                <a:cubicBezTo>
                  <a:pt x="257" y="120"/>
                  <a:pt x="247" y="110"/>
                  <a:pt x="247" y="97"/>
                </a:cubicBezTo>
                <a:cubicBezTo>
                  <a:pt x="247" y="84"/>
                  <a:pt x="257" y="73"/>
                  <a:pt x="270" y="73"/>
                </a:cubicBezTo>
                <a:cubicBezTo>
                  <a:pt x="283" y="73"/>
                  <a:pt x="294" y="84"/>
                  <a:pt x="294" y="97"/>
                </a:cubicBezTo>
                <a:cubicBezTo>
                  <a:pt x="294" y="110"/>
                  <a:pt x="283" y="120"/>
                  <a:pt x="270" y="120"/>
                </a:cubicBezTo>
                <a:close/>
                <a:moveTo>
                  <a:pt x="205" y="184"/>
                </a:moveTo>
                <a:cubicBezTo>
                  <a:pt x="193" y="184"/>
                  <a:pt x="182" y="174"/>
                  <a:pt x="182" y="161"/>
                </a:cubicBezTo>
                <a:cubicBezTo>
                  <a:pt x="182" y="148"/>
                  <a:pt x="193" y="137"/>
                  <a:pt x="205" y="137"/>
                </a:cubicBezTo>
                <a:cubicBezTo>
                  <a:pt x="218" y="137"/>
                  <a:pt x="229" y="148"/>
                  <a:pt x="229" y="161"/>
                </a:cubicBezTo>
                <a:cubicBezTo>
                  <a:pt x="229" y="174"/>
                  <a:pt x="218" y="184"/>
                  <a:pt x="205" y="184"/>
                </a:cubicBezTo>
                <a:close/>
                <a:moveTo>
                  <a:pt x="52" y="163"/>
                </a:moveTo>
                <a:cubicBezTo>
                  <a:pt x="52" y="151"/>
                  <a:pt x="63" y="140"/>
                  <a:pt x="76" y="140"/>
                </a:cubicBezTo>
                <a:cubicBezTo>
                  <a:pt x="89" y="140"/>
                  <a:pt x="99" y="151"/>
                  <a:pt x="99" y="163"/>
                </a:cubicBezTo>
                <a:cubicBezTo>
                  <a:pt x="99" y="176"/>
                  <a:pt x="89" y="187"/>
                  <a:pt x="76" y="187"/>
                </a:cubicBezTo>
                <a:cubicBezTo>
                  <a:pt x="63" y="187"/>
                  <a:pt x="52" y="176"/>
                  <a:pt x="52" y="163"/>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5" name="Google Shape;385;p65"/>
          <p:cNvSpPr/>
          <p:nvPr/>
        </p:nvSpPr>
        <p:spPr>
          <a:xfrm>
            <a:off x="8949075" y="109856"/>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331" y="331"/>
                </a:moveTo>
                <a:cubicBezTo>
                  <a:pt x="14" y="331"/>
                  <a:pt x="14" y="331"/>
                  <a:pt x="14" y="331"/>
                </a:cubicBezTo>
                <a:cubicBezTo>
                  <a:pt x="14" y="15"/>
                  <a:pt x="14" y="15"/>
                  <a:pt x="14" y="15"/>
                </a:cubicBezTo>
                <a:cubicBezTo>
                  <a:pt x="331" y="15"/>
                  <a:pt x="331" y="15"/>
                  <a:pt x="331" y="15"/>
                </a:cubicBezTo>
                <a:lnTo>
                  <a:pt x="331" y="331"/>
                </a:lnTo>
                <a:close/>
                <a:moveTo>
                  <a:pt x="26" y="207"/>
                </a:moveTo>
                <a:cubicBezTo>
                  <a:pt x="26" y="176"/>
                  <a:pt x="51" y="150"/>
                  <a:pt x="82" y="150"/>
                </a:cubicBezTo>
                <a:cubicBezTo>
                  <a:pt x="95" y="119"/>
                  <a:pt x="125" y="99"/>
                  <a:pt x="159" y="99"/>
                </a:cubicBezTo>
                <a:cubicBezTo>
                  <a:pt x="187" y="99"/>
                  <a:pt x="214" y="114"/>
                  <a:pt x="229" y="138"/>
                </a:cubicBezTo>
                <a:cubicBezTo>
                  <a:pt x="235" y="134"/>
                  <a:pt x="242" y="131"/>
                  <a:pt x="249" y="131"/>
                </a:cubicBezTo>
                <a:cubicBezTo>
                  <a:pt x="269" y="131"/>
                  <a:pt x="285" y="147"/>
                  <a:pt x="285" y="167"/>
                </a:cubicBezTo>
                <a:cubicBezTo>
                  <a:pt x="285" y="169"/>
                  <a:pt x="285" y="171"/>
                  <a:pt x="284" y="173"/>
                </a:cubicBezTo>
                <a:cubicBezTo>
                  <a:pt x="304" y="178"/>
                  <a:pt x="319" y="196"/>
                  <a:pt x="319" y="217"/>
                </a:cubicBezTo>
                <a:cubicBezTo>
                  <a:pt x="319" y="243"/>
                  <a:pt x="298" y="264"/>
                  <a:pt x="273" y="264"/>
                </a:cubicBezTo>
                <a:cubicBezTo>
                  <a:pt x="222" y="264"/>
                  <a:pt x="222" y="264"/>
                  <a:pt x="222" y="264"/>
                </a:cubicBezTo>
                <a:cubicBezTo>
                  <a:pt x="222" y="249"/>
                  <a:pt x="222" y="249"/>
                  <a:pt x="222" y="249"/>
                </a:cubicBezTo>
                <a:cubicBezTo>
                  <a:pt x="273" y="249"/>
                  <a:pt x="273" y="249"/>
                  <a:pt x="273" y="249"/>
                </a:cubicBezTo>
                <a:cubicBezTo>
                  <a:pt x="290" y="249"/>
                  <a:pt x="304" y="235"/>
                  <a:pt x="304" y="217"/>
                </a:cubicBezTo>
                <a:cubicBezTo>
                  <a:pt x="304" y="201"/>
                  <a:pt x="291" y="187"/>
                  <a:pt x="275" y="186"/>
                </a:cubicBezTo>
                <a:cubicBezTo>
                  <a:pt x="264" y="185"/>
                  <a:pt x="264" y="185"/>
                  <a:pt x="264" y="185"/>
                </a:cubicBezTo>
                <a:cubicBezTo>
                  <a:pt x="268" y="176"/>
                  <a:pt x="268" y="176"/>
                  <a:pt x="268" y="176"/>
                </a:cubicBezTo>
                <a:cubicBezTo>
                  <a:pt x="270" y="173"/>
                  <a:pt x="270" y="170"/>
                  <a:pt x="270" y="167"/>
                </a:cubicBezTo>
                <a:cubicBezTo>
                  <a:pt x="270" y="156"/>
                  <a:pt x="261" y="146"/>
                  <a:pt x="249" y="146"/>
                </a:cubicBezTo>
                <a:cubicBezTo>
                  <a:pt x="243" y="146"/>
                  <a:pt x="237" y="149"/>
                  <a:pt x="233" y="154"/>
                </a:cubicBezTo>
                <a:cubicBezTo>
                  <a:pt x="225" y="163"/>
                  <a:pt x="225" y="163"/>
                  <a:pt x="225" y="163"/>
                </a:cubicBezTo>
                <a:cubicBezTo>
                  <a:pt x="220" y="153"/>
                  <a:pt x="220" y="153"/>
                  <a:pt x="220" y="153"/>
                </a:cubicBezTo>
                <a:cubicBezTo>
                  <a:pt x="209" y="129"/>
                  <a:pt x="185" y="113"/>
                  <a:pt x="159" y="113"/>
                </a:cubicBezTo>
                <a:cubicBezTo>
                  <a:pt x="129" y="113"/>
                  <a:pt x="104" y="132"/>
                  <a:pt x="94" y="160"/>
                </a:cubicBezTo>
                <a:cubicBezTo>
                  <a:pt x="93" y="165"/>
                  <a:pt x="93" y="165"/>
                  <a:pt x="93" y="165"/>
                </a:cubicBezTo>
                <a:cubicBezTo>
                  <a:pt x="87" y="165"/>
                  <a:pt x="87" y="165"/>
                  <a:pt x="87" y="165"/>
                </a:cubicBezTo>
                <a:cubicBezTo>
                  <a:pt x="86" y="165"/>
                  <a:pt x="84" y="164"/>
                  <a:pt x="83" y="164"/>
                </a:cubicBezTo>
                <a:cubicBezTo>
                  <a:pt x="60" y="164"/>
                  <a:pt x="41" y="183"/>
                  <a:pt x="41" y="207"/>
                </a:cubicBezTo>
                <a:cubicBezTo>
                  <a:pt x="41" y="230"/>
                  <a:pt x="60" y="249"/>
                  <a:pt x="83" y="249"/>
                </a:cubicBezTo>
                <a:cubicBezTo>
                  <a:pt x="129" y="249"/>
                  <a:pt x="129" y="249"/>
                  <a:pt x="129" y="249"/>
                </a:cubicBezTo>
                <a:cubicBezTo>
                  <a:pt x="129" y="264"/>
                  <a:pt x="129" y="264"/>
                  <a:pt x="129" y="264"/>
                </a:cubicBezTo>
                <a:cubicBezTo>
                  <a:pt x="83" y="264"/>
                  <a:pt x="83" y="264"/>
                  <a:pt x="83" y="264"/>
                </a:cubicBezTo>
                <a:cubicBezTo>
                  <a:pt x="52" y="264"/>
                  <a:pt x="26" y="238"/>
                  <a:pt x="26" y="207"/>
                </a:cubicBezTo>
                <a:close/>
                <a:moveTo>
                  <a:pt x="173" y="184"/>
                </a:moveTo>
                <a:cubicBezTo>
                  <a:pt x="216" y="227"/>
                  <a:pt x="216" y="227"/>
                  <a:pt x="216" y="227"/>
                </a:cubicBezTo>
                <a:cubicBezTo>
                  <a:pt x="206" y="238"/>
                  <a:pt x="206" y="238"/>
                  <a:pt x="206" y="238"/>
                </a:cubicBezTo>
                <a:cubicBezTo>
                  <a:pt x="180" y="212"/>
                  <a:pt x="180" y="212"/>
                  <a:pt x="180" y="212"/>
                </a:cubicBezTo>
                <a:cubicBezTo>
                  <a:pt x="180" y="296"/>
                  <a:pt x="180" y="296"/>
                  <a:pt x="180" y="296"/>
                </a:cubicBezTo>
                <a:cubicBezTo>
                  <a:pt x="165" y="296"/>
                  <a:pt x="165" y="296"/>
                  <a:pt x="165" y="296"/>
                </a:cubicBezTo>
                <a:cubicBezTo>
                  <a:pt x="165" y="212"/>
                  <a:pt x="165" y="212"/>
                  <a:pt x="165" y="212"/>
                </a:cubicBezTo>
                <a:cubicBezTo>
                  <a:pt x="139" y="238"/>
                  <a:pt x="139" y="238"/>
                  <a:pt x="139" y="238"/>
                </a:cubicBezTo>
                <a:cubicBezTo>
                  <a:pt x="129" y="227"/>
                  <a:pt x="129" y="227"/>
                  <a:pt x="129" y="227"/>
                </a:cubicBezTo>
                <a:lnTo>
                  <a:pt x="173" y="184"/>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6" name="Google Shape;386;p65"/>
          <p:cNvSpPr/>
          <p:nvPr/>
        </p:nvSpPr>
        <p:spPr>
          <a:xfrm>
            <a:off x="8576035" y="765002"/>
            <a:ext cx="100622" cy="100622"/>
          </a:xfrm>
          <a:custGeom>
            <a:avLst/>
            <a:gdLst/>
            <a:ahLst/>
            <a:cxnLst/>
            <a:rect l="l" t="t" r="r" b="b"/>
            <a:pathLst>
              <a:path w="2322" h="2322" extrusionOk="0">
                <a:moveTo>
                  <a:pt x="0" y="0"/>
                </a:moveTo>
                <a:cubicBezTo>
                  <a:pt x="0" y="2322"/>
                  <a:pt x="0" y="2322"/>
                  <a:pt x="0" y="2322"/>
                </a:cubicBezTo>
                <a:cubicBezTo>
                  <a:pt x="2322" y="2322"/>
                  <a:pt x="2322" y="2322"/>
                  <a:pt x="2322" y="2322"/>
                </a:cubicBezTo>
                <a:cubicBezTo>
                  <a:pt x="2322" y="0"/>
                  <a:pt x="2322" y="0"/>
                  <a:pt x="2322" y="0"/>
                </a:cubicBezTo>
                <a:cubicBezTo>
                  <a:pt x="0" y="0"/>
                  <a:pt x="0" y="0"/>
                  <a:pt x="0" y="0"/>
                </a:cubicBezTo>
                <a:cubicBezTo>
                  <a:pt x="0" y="0"/>
                  <a:pt x="0" y="0"/>
                  <a:pt x="0" y="0"/>
                </a:cubicBezTo>
                <a:close/>
                <a:moveTo>
                  <a:pt x="2203" y="2203"/>
                </a:moveTo>
                <a:cubicBezTo>
                  <a:pt x="119" y="2203"/>
                  <a:pt x="119" y="2203"/>
                  <a:pt x="119" y="2203"/>
                </a:cubicBezTo>
                <a:cubicBezTo>
                  <a:pt x="119" y="90"/>
                  <a:pt x="119" y="90"/>
                  <a:pt x="119" y="90"/>
                </a:cubicBezTo>
                <a:cubicBezTo>
                  <a:pt x="2203" y="90"/>
                  <a:pt x="2203" y="90"/>
                  <a:pt x="2203" y="90"/>
                </a:cubicBezTo>
                <a:cubicBezTo>
                  <a:pt x="2203" y="2203"/>
                  <a:pt x="2203" y="2203"/>
                  <a:pt x="2203" y="2203"/>
                </a:cubicBezTo>
                <a:cubicBezTo>
                  <a:pt x="2203" y="2203"/>
                  <a:pt x="2203" y="2203"/>
                  <a:pt x="2203" y="2203"/>
                </a:cubicBezTo>
                <a:close/>
                <a:moveTo>
                  <a:pt x="1474" y="714"/>
                </a:moveTo>
                <a:cubicBezTo>
                  <a:pt x="1527" y="698"/>
                  <a:pt x="1565" y="645"/>
                  <a:pt x="1565" y="585"/>
                </a:cubicBezTo>
                <a:cubicBezTo>
                  <a:pt x="1565" y="508"/>
                  <a:pt x="1508" y="447"/>
                  <a:pt x="1440" y="447"/>
                </a:cubicBezTo>
                <a:cubicBezTo>
                  <a:pt x="1368" y="447"/>
                  <a:pt x="1311" y="508"/>
                  <a:pt x="1311" y="585"/>
                </a:cubicBezTo>
                <a:cubicBezTo>
                  <a:pt x="1311" y="633"/>
                  <a:pt x="1337" y="682"/>
                  <a:pt x="1379" y="702"/>
                </a:cubicBezTo>
                <a:cubicBezTo>
                  <a:pt x="1379" y="964"/>
                  <a:pt x="1379" y="964"/>
                  <a:pt x="1379" y="964"/>
                </a:cubicBezTo>
                <a:cubicBezTo>
                  <a:pt x="1542" y="1090"/>
                  <a:pt x="1542" y="1090"/>
                  <a:pt x="1542" y="1090"/>
                </a:cubicBezTo>
                <a:cubicBezTo>
                  <a:pt x="1542" y="1271"/>
                  <a:pt x="1542" y="1271"/>
                  <a:pt x="1542" y="1271"/>
                </a:cubicBezTo>
                <a:cubicBezTo>
                  <a:pt x="1375" y="1356"/>
                  <a:pt x="1375" y="1356"/>
                  <a:pt x="1375" y="1356"/>
                </a:cubicBezTo>
                <a:cubicBezTo>
                  <a:pt x="1375" y="1591"/>
                  <a:pt x="1375" y="1591"/>
                  <a:pt x="1375" y="1591"/>
                </a:cubicBezTo>
                <a:cubicBezTo>
                  <a:pt x="1333" y="1615"/>
                  <a:pt x="1311" y="1655"/>
                  <a:pt x="1311" y="1708"/>
                </a:cubicBezTo>
                <a:cubicBezTo>
                  <a:pt x="1311" y="1785"/>
                  <a:pt x="1368" y="1845"/>
                  <a:pt x="1436" y="1845"/>
                </a:cubicBezTo>
                <a:cubicBezTo>
                  <a:pt x="1508" y="1845"/>
                  <a:pt x="1565" y="1785"/>
                  <a:pt x="1565" y="1708"/>
                </a:cubicBezTo>
                <a:cubicBezTo>
                  <a:pt x="1565" y="1643"/>
                  <a:pt x="1523" y="1591"/>
                  <a:pt x="1470" y="1574"/>
                </a:cubicBezTo>
                <a:cubicBezTo>
                  <a:pt x="1470" y="1421"/>
                  <a:pt x="1470" y="1421"/>
                  <a:pt x="1470" y="1421"/>
                </a:cubicBezTo>
                <a:cubicBezTo>
                  <a:pt x="1637" y="1336"/>
                  <a:pt x="1637" y="1336"/>
                  <a:pt x="1637" y="1336"/>
                </a:cubicBezTo>
                <a:cubicBezTo>
                  <a:pt x="1637" y="1037"/>
                  <a:pt x="1637" y="1037"/>
                  <a:pt x="1637" y="1037"/>
                </a:cubicBezTo>
                <a:cubicBezTo>
                  <a:pt x="1474" y="912"/>
                  <a:pt x="1474" y="912"/>
                  <a:pt x="1474" y="912"/>
                </a:cubicBezTo>
                <a:cubicBezTo>
                  <a:pt x="1474" y="714"/>
                  <a:pt x="1474" y="714"/>
                  <a:pt x="1474" y="714"/>
                </a:cubicBezTo>
                <a:cubicBezTo>
                  <a:pt x="1474" y="714"/>
                  <a:pt x="1474" y="714"/>
                  <a:pt x="1474" y="714"/>
                </a:cubicBezTo>
                <a:close/>
                <a:moveTo>
                  <a:pt x="1436" y="1756"/>
                </a:moveTo>
                <a:cubicBezTo>
                  <a:pt x="1413" y="1756"/>
                  <a:pt x="1394" y="1732"/>
                  <a:pt x="1394" y="1708"/>
                </a:cubicBezTo>
                <a:cubicBezTo>
                  <a:pt x="1394" y="1684"/>
                  <a:pt x="1413" y="1659"/>
                  <a:pt x="1436" y="1659"/>
                </a:cubicBezTo>
                <a:cubicBezTo>
                  <a:pt x="1462" y="1659"/>
                  <a:pt x="1481" y="1684"/>
                  <a:pt x="1481" y="1708"/>
                </a:cubicBezTo>
                <a:cubicBezTo>
                  <a:pt x="1481" y="1732"/>
                  <a:pt x="1462" y="1756"/>
                  <a:pt x="1436" y="1756"/>
                </a:cubicBezTo>
                <a:close/>
                <a:moveTo>
                  <a:pt x="1440" y="536"/>
                </a:moveTo>
                <a:cubicBezTo>
                  <a:pt x="1462" y="536"/>
                  <a:pt x="1481" y="556"/>
                  <a:pt x="1481" y="585"/>
                </a:cubicBezTo>
                <a:cubicBezTo>
                  <a:pt x="1481" y="609"/>
                  <a:pt x="1462" y="629"/>
                  <a:pt x="1440" y="629"/>
                </a:cubicBezTo>
                <a:cubicBezTo>
                  <a:pt x="1413" y="629"/>
                  <a:pt x="1394" y="609"/>
                  <a:pt x="1394" y="585"/>
                </a:cubicBezTo>
                <a:cubicBezTo>
                  <a:pt x="1394" y="556"/>
                  <a:pt x="1413" y="536"/>
                  <a:pt x="1440" y="536"/>
                </a:cubicBezTo>
                <a:close/>
                <a:moveTo>
                  <a:pt x="1874" y="755"/>
                </a:moveTo>
                <a:cubicBezTo>
                  <a:pt x="1874" y="489"/>
                  <a:pt x="1874" y="489"/>
                  <a:pt x="1874" y="489"/>
                </a:cubicBezTo>
                <a:cubicBezTo>
                  <a:pt x="1375" y="208"/>
                  <a:pt x="1375" y="208"/>
                  <a:pt x="1375" y="208"/>
                </a:cubicBezTo>
                <a:cubicBezTo>
                  <a:pt x="1176" y="336"/>
                  <a:pt x="1176" y="336"/>
                  <a:pt x="1176" y="336"/>
                </a:cubicBezTo>
                <a:cubicBezTo>
                  <a:pt x="973" y="208"/>
                  <a:pt x="973" y="208"/>
                  <a:pt x="973" y="208"/>
                </a:cubicBezTo>
                <a:cubicBezTo>
                  <a:pt x="474" y="489"/>
                  <a:pt x="474" y="489"/>
                  <a:pt x="474" y="489"/>
                </a:cubicBezTo>
                <a:cubicBezTo>
                  <a:pt x="474" y="755"/>
                  <a:pt x="474" y="755"/>
                  <a:pt x="474" y="755"/>
                </a:cubicBezTo>
                <a:cubicBezTo>
                  <a:pt x="239" y="904"/>
                  <a:pt x="239" y="904"/>
                  <a:pt x="239" y="904"/>
                </a:cubicBezTo>
                <a:cubicBezTo>
                  <a:pt x="239" y="1467"/>
                  <a:pt x="239" y="1467"/>
                  <a:pt x="239" y="1467"/>
                </a:cubicBezTo>
                <a:cubicBezTo>
                  <a:pt x="482" y="1616"/>
                  <a:pt x="482" y="1616"/>
                  <a:pt x="482" y="1616"/>
                </a:cubicBezTo>
                <a:cubicBezTo>
                  <a:pt x="482" y="1837"/>
                  <a:pt x="482" y="1837"/>
                  <a:pt x="482" y="1837"/>
                </a:cubicBezTo>
                <a:cubicBezTo>
                  <a:pt x="961" y="2115"/>
                  <a:pt x="961" y="2115"/>
                  <a:pt x="961" y="2115"/>
                </a:cubicBezTo>
                <a:cubicBezTo>
                  <a:pt x="1176" y="1998"/>
                  <a:pt x="1176" y="1998"/>
                  <a:pt x="1176" y="1998"/>
                </a:cubicBezTo>
                <a:cubicBezTo>
                  <a:pt x="1391" y="2115"/>
                  <a:pt x="1391" y="2115"/>
                  <a:pt x="1391" y="2115"/>
                </a:cubicBezTo>
                <a:cubicBezTo>
                  <a:pt x="1870" y="1837"/>
                  <a:pt x="1870" y="1837"/>
                  <a:pt x="1870" y="1837"/>
                </a:cubicBezTo>
                <a:cubicBezTo>
                  <a:pt x="1870" y="1616"/>
                  <a:pt x="1870" y="1616"/>
                  <a:pt x="1870" y="1616"/>
                </a:cubicBezTo>
                <a:cubicBezTo>
                  <a:pt x="2113" y="1467"/>
                  <a:pt x="2113" y="1467"/>
                  <a:pt x="2113" y="1467"/>
                </a:cubicBezTo>
                <a:cubicBezTo>
                  <a:pt x="2113" y="904"/>
                  <a:pt x="2113" y="904"/>
                  <a:pt x="2113" y="904"/>
                </a:cubicBezTo>
                <a:cubicBezTo>
                  <a:pt x="1874" y="755"/>
                  <a:pt x="1874" y="755"/>
                  <a:pt x="1874" y="755"/>
                </a:cubicBezTo>
                <a:cubicBezTo>
                  <a:pt x="1874" y="755"/>
                  <a:pt x="1874" y="755"/>
                  <a:pt x="1874" y="755"/>
                </a:cubicBezTo>
                <a:close/>
                <a:moveTo>
                  <a:pt x="582" y="1777"/>
                </a:moveTo>
                <a:cubicBezTo>
                  <a:pt x="582" y="1612"/>
                  <a:pt x="582" y="1612"/>
                  <a:pt x="582" y="1612"/>
                </a:cubicBezTo>
                <a:cubicBezTo>
                  <a:pt x="642" y="1584"/>
                  <a:pt x="642" y="1584"/>
                  <a:pt x="642" y="1584"/>
                </a:cubicBezTo>
                <a:cubicBezTo>
                  <a:pt x="650" y="1588"/>
                  <a:pt x="662" y="1592"/>
                  <a:pt x="670" y="1592"/>
                </a:cubicBezTo>
                <a:cubicBezTo>
                  <a:pt x="714" y="1592"/>
                  <a:pt x="745" y="1555"/>
                  <a:pt x="745" y="1515"/>
                </a:cubicBezTo>
                <a:cubicBezTo>
                  <a:pt x="745" y="1475"/>
                  <a:pt x="714" y="1439"/>
                  <a:pt x="670" y="1439"/>
                </a:cubicBezTo>
                <a:cubicBezTo>
                  <a:pt x="638" y="1439"/>
                  <a:pt x="610" y="1463"/>
                  <a:pt x="602" y="1491"/>
                </a:cubicBezTo>
                <a:cubicBezTo>
                  <a:pt x="526" y="1523"/>
                  <a:pt x="526" y="1523"/>
                  <a:pt x="526" y="1523"/>
                </a:cubicBezTo>
                <a:cubicBezTo>
                  <a:pt x="339" y="1407"/>
                  <a:pt x="339" y="1407"/>
                  <a:pt x="339" y="1407"/>
                </a:cubicBezTo>
                <a:cubicBezTo>
                  <a:pt x="339" y="1250"/>
                  <a:pt x="339" y="1250"/>
                  <a:pt x="339" y="1250"/>
                </a:cubicBezTo>
                <a:cubicBezTo>
                  <a:pt x="387" y="1250"/>
                  <a:pt x="387" y="1250"/>
                  <a:pt x="387" y="1250"/>
                </a:cubicBezTo>
                <a:cubicBezTo>
                  <a:pt x="407" y="1298"/>
                  <a:pt x="454" y="1334"/>
                  <a:pt x="510" y="1334"/>
                </a:cubicBezTo>
                <a:cubicBezTo>
                  <a:pt x="586" y="1334"/>
                  <a:pt x="646" y="1274"/>
                  <a:pt x="646" y="1201"/>
                </a:cubicBezTo>
                <a:cubicBezTo>
                  <a:pt x="646" y="1125"/>
                  <a:pt x="586" y="1065"/>
                  <a:pt x="510" y="1065"/>
                </a:cubicBezTo>
                <a:cubicBezTo>
                  <a:pt x="454" y="1065"/>
                  <a:pt x="407" y="1097"/>
                  <a:pt x="387" y="1145"/>
                </a:cubicBezTo>
                <a:cubicBezTo>
                  <a:pt x="339" y="1145"/>
                  <a:pt x="339" y="1145"/>
                  <a:pt x="339" y="1145"/>
                </a:cubicBezTo>
                <a:cubicBezTo>
                  <a:pt x="339" y="960"/>
                  <a:pt x="339" y="960"/>
                  <a:pt x="339" y="960"/>
                </a:cubicBezTo>
                <a:cubicBezTo>
                  <a:pt x="526" y="843"/>
                  <a:pt x="526" y="843"/>
                  <a:pt x="526" y="843"/>
                </a:cubicBezTo>
                <a:cubicBezTo>
                  <a:pt x="602" y="884"/>
                  <a:pt x="602" y="884"/>
                  <a:pt x="602" y="884"/>
                </a:cubicBezTo>
                <a:cubicBezTo>
                  <a:pt x="610" y="912"/>
                  <a:pt x="638" y="936"/>
                  <a:pt x="670" y="936"/>
                </a:cubicBezTo>
                <a:cubicBezTo>
                  <a:pt x="714" y="936"/>
                  <a:pt x="745" y="904"/>
                  <a:pt x="745" y="859"/>
                </a:cubicBezTo>
                <a:cubicBezTo>
                  <a:pt x="745" y="819"/>
                  <a:pt x="714" y="787"/>
                  <a:pt x="670" y="787"/>
                </a:cubicBezTo>
                <a:cubicBezTo>
                  <a:pt x="662" y="787"/>
                  <a:pt x="654" y="787"/>
                  <a:pt x="646" y="791"/>
                </a:cubicBezTo>
                <a:cubicBezTo>
                  <a:pt x="578" y="751"/>
                  <a:pt x="578" y="751"/>
                  <a:pt x="578" y="751"/>
                </a:cubicBezTo>
                <a:cubicBezTo>
                  <a:pt x="578" y="550"/>
                  <a:pt x="578" y="550"/>
                  <a:pt x="578" y="550"/>
                </a:cubicBezTo>
                <a:cubicBezTo>
                  <a:pt x="969" y="328"/>
                  <a:pt x="969" y="328"/>
                  <a:pt x="969" y="328"/>
                </a:cubicBezTo>
                <a:cubicBezTo>
                  <a:pt x="1120" y="417"/>
                  <a:pt x="1120" y="417"/>
                  <a:pt x="1120" y="417"/>
                </a:cubicBezTo>
                <a:cubicBezTo>
                  <a:pt x="1120" y="1145"/>
                  <a:pt x="1120" y="1145"/>
                  <a:pt x="1120" y="1145"/>
                </a:cubicBezTo>
                <a:cubicBezTo>
                  <a:pt x="1068" y="1145"/>
                  <a:pt x="1068" y="1145"/>
                  <a:pt x="1068" y="1145"/>
                </a:cubicBezTo>
                <a:cubicBezTo>
                  <a:pt x="1056" y="1133"/>
                  <a:pt x="1037" y="1121"/>
                  <a:pt x="1013" y="1121"/>
                </a:cubicBezTo>
                <a:cubicBezTo>
                  <a:pt x="973" y="1121"/>
                  <a:pt x="937" y="1153"/>
                  <a:pt x="937" y="1197"/>
                </a:cubicBezTo>
                <a:cubicBezTo>
                  <a:pt x="937" y="1238"/>
                  <a:pt x="973" y="1274"/>
                  <a:pt x="1013" y="1274"/>
                </a:cubicBezTo>
                <a:cubicBezTo>
                  <a:pt x="1033" y="1274"/>
                  <a:pt x="1052" y="1262"/>
                  <a:pt x="1068" y="1250"/>
                </a:cubicBezTo>
                <a:cubicBezTo>
                  <a:pt x="1120" y="1250"/>
                  <a:pt x="1120" y="1250"/>
                  <a:pt x="1120" y="1250"/>
                </a:cubicBezTo>
                <a:cubicBezTo>
                  <a:pt x="1120" y="1913"/>
                  <a:pt x="1120" y="1913"/>
                  <a:pt x="1120" y="1913"/>
                </a:cubicBezTo>
                <a:cubicBezTo>
                  <a:pt x="961" y="1998"/>
                  <a:pt x="961" y="1998"/>
                  <a:pt x="961" y="1998"/>
                </a:cubicBezTo>
                <a:cubicBezTo>
                  <a:pt x="582" y="1777"/>
                  <a:pt x="582" y="1777"/>
                  <a:pt x="582" y="1777"/>
                </a:cubicBezTo>
                <a:cubicBezTo>
                  <a:pt x="582" y="1777"/>
                  <a:pt x="582" y="1777"/>
                  <a:pt x="582" y="1777"/>
                </a:cubicBezTo>
                <a:close/>
                <a:moveTo>
                  <a:pt x="466" y="1201"/>
                </a:moveTo>
                <a:cubicBezTo>
                  <a:pt x="466" y="1173"/>
                  <a:pt x="486" y="1153"/>
                  <a:pt x="510" y="1153"/>
                </a:cubicBezTo>
                <a:cubicBezTo>
                  <a:pt x="538" y="1153"/>
                  <a:pt x="558" y="1173"/>
                  <a:pt x="558" y="1201"/>
                </a:cubicBezTo>
                <a:cubicBezTo>
                  <a:pt x="558" y="1226"/>
                  <a:pt x="538" y="1246"/>
                  <a:pt x="510" y="1246"/>
                </a:cubicBezTo>
                <a:cubicBezTo>
                  <a:pt x="486" y="1246"/>
                  <a:pt x="466" y="1226"/>
                  <a:pt x="466" y="1201"/>
                </a:cubicBezTo>
                <a:close/>
                <a:moveTo>
                  <a:pt x="1822" y="1523"/>
                </a:moveTo>
                <a:cubicBezTo>
                  <a:pt x="1750" y="1491"/>
                  <a:pt x="1750" y="1491"/>
                  <a:pt x="1750" y="1491"/>
                </a:cubicBezTo>
                <a:cubicBezTo>
                  <a:pt x="1738" y="1463"/>
                  <a:pt x="1710" y="1439"/>
                  <a:pt x="1678" y="1439"/>
                </a:cubicBezTo>
                <a:cubicBezTo>
                  <a:pt x="1639" y="1439"/>
                  <a:pt x="1603" y="1475"/>
                  <a:pt x="1603" y="1515"/>
                </a:cubicBezTo>
                <a:cubicBezTo>
                  <a:pt x="1603" y="1555"/>
                  <a:pt x="1639" y="1592"/>
                  <a:pt x="1678" y="1592"/>
                </a:cubicBezTo>
                <a:cubicBezTo>
                  <a:pt x="1690" y="1592"/>
                  <a:pt x="1698" y="1588"/>
                  <a:pt x="1706" y="1584"/>
                </a:cubicBezTo>
                <a:cubicBezTo>
                  <a:pt x="1766" y="1612"/>
                  <a:pt x="1766" y="1612"/>
                  <a:pt x="1766" y="1612"/>
                </a:cubicBezTo>
                <a:cubicBezTo>
                  <a:pt x="1766" y="1777"/>
                  <a:pt x="1766" y="1777"/>
                  <a:pt x="1766" y="1777"/>
                </a:cubicBezTo>
                <a:cubicBezTo>
                  <a:pt x="1387" y="1998"/>
                  <a:pt x="1387" y="1998"/>
                  <a:pt x="1387" y="1998"/>
                </a:cubicBezTo>
                <a:cubicBezTo>
                  <a:pt x="1220" y="1905"/>
                  <a:pt x="1220" y="1905"/>
                  <a:pt x="1220" y="1905"/>
                </a:cubicBezTo>
                <a:cubicBezTo>
                  <a:pt x="1220" y="1250"/>
                  <a:pt x="1220" y="1250"/>
                  <a:pt x="1220" y="1250"/>
                </a:cubicBezTo>
                <a:cubicBezTo>
                  <a:pt x="1288" y="1250"/>
                  <a:pt x="1288" y="1250"/>
                  <a:pt x="1288" y="1250"/>
                </a:cubicBezTo>
                <a:cubicBezTo>
                  <a:pt x="1300" y="1262"/>
                  <a:pt x="1320" y="1274"/>
                  <a:pt x="1340" y="1274"/>
                </a:cubicBezTo>
                <a:cubicBezTo>
                  <a:pt x="1383" y="1274"/>
                  <a:pt x="1415" y="1238"/>
                  <a:pt x="1415" y="1197"/>
                </a:cubicBezTo>
                <a:cubicBezTo>
                  <a:pt x="1415" y="1153"/>
                  <a:pt x="1383" y="1121"/>
                  <a:pt x="1340" y="1121"/>
                </a:cubicBezTo>
                <a:cubicBezTo>
                  <a:pt x="1320" y="1121"/>
                  <a:pt x="1300" y="1133"/>
                  <a:pt x="1284" y="1145"/>
                </a:cubicBezTo>
                <a:cubicBezTo>
                  <a:pt x="1220" y="1145"/>
                  <a:pt x="1220" y="1145"/>
                  <a:pt x="1220" y="1145"/>
                </a:cubicBezTo>
                <a:cubicBezTo>
                  <a:pt x="1220" y="425"/>
                  <a:pt x="1220" y="425"/>
                  <a:pt x="1220" y="425"/>
                </a:cubicBezTo>
                <a:cubicBezTo>
                  <a:pt x="1379" y="328"/>
                  <a:pt x="1379" y="328"/>
                  <a:pt x="1379" y="328"/>
                </a:cubicBezTo>
                <a:cubicBezTo>
                  <a:pt x="1774" y="550"/>
                  <a:pt x="1774" y="550"/>
                  <a:pt x="1774" y="550"/>
                </a:cubicBezTo>
                <a:cubicBezTo>
                  <a:pt x="1774" y="751"/>
                  <a:pt x="1774" y="751"/>
                  <a:pt x="1774" y="751"/>
                </a:cubicBezTo>
                <a:cubicBezTo>
                  <a:pt x="1706" y="791"/>
                  <a:pt x="1706" y="791"/>
                  <a:pt x="1706" y="791"/>
                </a:cubicBezTo>
                <a:cubicBezTo>
                  <a:pt x="1698" y="787"/>
                  <a:pt x="1690" y="787"/>
                  <a:pt x="1678" y="787"/>
                </a:cubicBezTo>
                <a:cubicBezTo>
                  <a:pt x="1639" y="787"/>
                  <a:pt x="1603" y="819"/>
                  <a:pt x="1603" y="859"/>
                </a:cubicBezTo>
                <a:cubicBezTo>
                  <a:pt x="1603" y="904"/>
                  <a:pt x="1639" y="936"/>
                  <a:pt x="1678" y="936"/>
                </a:cubicBezTo>
                <a:cubicBezTo>
                  <a:pt x="1714" y="936"/>
                  <a:pt x="1742" y="912"/>
                  <a:pt x="1750" y="884"/>
                </a:cubicBezTo>
                <a:cubicBezTo>
                  <a:pt x="1822" y="843"/>
                  <a:pt x="1822" y="843"/>
                  <a:pt x="1822" y="843"/>
                </a:cubicBezTo>
                <a:cubicBezTo>
                  <a:pt x="2009" y="960"/>
                  <a:pt x="2009" y="960"/>
                  <a:pt x="2009" y="960"/>
                </a:cubicBezTo>
                <a:cubicBezTo>
                  <a:pt x="2009" y="1145"/>
                  <a:pt x="2009" y="1145"/>
                  <a:pt x="2009" y="1145"/>
                </a:cubicBezTo>
                <a:cubicBezTo>
                  <a:pt x="1973" y="1145"/>
                  <a:pt x="1973" y="1145"/>
                  <a:pt x="1973" y="1145"/>
                </a:cubicBezTo>
                <a:cubicBezTo>
                  <a:pt x="1954" y="1097"/>
                  <a:pt x="1906" y="1065"/>
                  <a:pt x="1850" y="1065"/>
                </a:cubicBezTo>
                <a:cubicBezTo>
                  <a:pt x="1774" y="1065"/>
                  <a:pt x="1714" y="1125"/>
                  <a:pt x="1714" y="1201"/>
                </a:cubicBezTo>
                <a:cubicBezTo>
                  <a:pt x="1714" y="1274"/>
                  <a:pt x="1774" y="1334"/>
                  <a:pt x="1850" y="1334"/>
                </a:cubicBezTo>
                <a:cubicBezTo>
                  <a:pt x="1906" y="1334"/>
                  <a:pt x="1958" y="1298"/>
                  <a:pt x="1973" y="1250"/>
                </a:cubicBezTo>
                <a:cubicBezTo>
                  <a:pt x="2009" y="1250"/>
                  <a:pt x="2009" y="1250"/>
                  <a:pt x="2009" y="1250"/>
                </a:cubicBezTo>
                <a:cubicBezTo>
                  <a:pt x="2009" y="1407"/>
                  <a:pt x="2009" y="1407"/>
                  <a:pt x="2009" y="1407"/>
                </a:cubicBezTo>
                <a:cubicBezTo>
                  <a:pt x="1822" y="1523"/>
                  <a:pt x="1822" y="1523"/>
                  <a:pt x="1822" y="1523"/>
                </a:cubicBezTo>
                <a:cubicBezTo>
                  <a:pt x="1822" y="1523"/>
                  <a:pt x="1822" y="1523"/>
                  <a:pt x="1822" y="1523"/>
                </a:cubicBezTo>
                <a:close/>
                <a:moveTo>
                  <a:pt x="1898" y="1201"/>
                </a:moveTo>
                <a:cubicBezTo>
                  <a:pt x="1898" y="1226"/>
                  <a:pt x="1874" y="1246"/>
                  <a:pt x="1850" y="1246"/>
                </a:cubicBezTo>
                <a:cubicBezTo>
                  <a:pt x="1826" y="1246"/>
                  <a:pt x="1802" y="1226"/>
                  <a:pt x="1802" y="1201"/>
                </a:cubicBezTo>
                <a:cubicBezTo>
                  <a:pt x="1802" y="1173"/>
                  <a:pt x="1826" y="1153"/>
                  <a:pt x="1850" y="1153"/>
                </a:cubicBezTo>
                <a:cubicBezTo>
                  <a:pt x="1874" y="1153"/>
                  <a:pt x="1898" y="1173"/>
                  <a:pt x="1898" y="1201"/>
                </a:cubicBezTo>
                <a:close/>
                <a:moveTo>
                  <a:pt x="969" y="1588"/>
                </a:moveTo>
                <a:cubicBezTo>
                  <a:pt x="969" y="1355"/>
                  <a:pt x="969" y="1355"/>
                  <a:pt x="969" y="1355"/>
                </a:cubicBezTo>
                <a:cubicBezTo>
                  <a:pt x="786" y="1271"/>
                  <a:pt x="786" y="1271"/>
                  <a:pt x="786" y="1271"/>
                </a:cubicBezTo>
                <a:cubicBezTo>
                  <a:pt x="786" y="1090"/>
                  <a:pt x="786" y="1090"/>
                  <a:pt x="786" y="1090"/>
                </a:cubicBezTo>
                <a:cubicBezTo>
                  <a:pt x="965" y="965"/>
                  <a:pt x="965" y="965"/>
                  <a:pt x="965" y="965"/>
                </a:cubicBezTo>
                <a:cubicBezTo>
                  <a:pt x="965" y="704"/>
                  <a:pt x="965" y="704"/>
                  <a:pt x="965" y="704"/>
                </a:cubicBezTo>
                <a:cubicBezTo>
                  <a:pt x="1009" y="684"/>
                  <a:pt x="1038" y="636"/>
                  <a:pt x="1038" y="584"/>
                </a:cubicBezTo>
                <a:cubicBezTo>
                  <a:pt x="1038" y="507"/>
                  <a:pt x="977" y="447"/>
                  <a:pt x="904" y="447"/>
                </a:cubicBezTo>
                <a:cubicBezTo>
                  <a:pt x="827" y="447"/>
                  <a:pt x="766" y="507"/>
                  <a:pt x="766" y="584"/>
                </a:cubicBezTo>
                <a:cubicBezTo>
                  <a:pt x="766" y="644"/>
                  <a:pt x="807" y="696"/>
                  <a:pt x="863" y="712"/>
                </a:cubicBezTo>
                <a:cubicBezTo>
                  <a:pt x="859" y="716"/>
                  <a:pt x="859" y="716"/>
                  <a:pt x="859" y="716"/>
                </a:cubicBezTo>
                <a:cubicBezTo>
                  <a:pt x="859" y="913"/>
                  <a:pt x="859" y="913"/>
                  <a:pt x="859" y="913"/>
                </a:cubicBezTo>
                <a:cubicBezTo>
                  <a:pt x="685" y="1038"/>
                  <a:pt x="685" y="1038"/>
                  <a:pt x="685" y="1038"/>
                </a:cubicBezTo>
                <a:cubicBezTo>
                  <a:pt x="685" y="1335"/>
                  <a:pt x="685" y="1335"/>
                  <a:pt x="685" y="1335"/>
                </a:cubicBezTo>
                <a:cubicBezTo>
                  <a:pt x="867" y="1419"/>
                  <a:pt x="867" y="1419"/>
                  <a:pt x="867" y="1419"/>
                </a:cubicBezTo>
                <a:cubicBezTo>
                  <a:pt x="867" y="1580"/>
                  <a:pt x="867" y="1580"/>
                  <a:pt x="867" y="1580"/>
                </a:cubicBezTo>
                <a:cubicBezTo>
                  <a:pt x="811" y="1596"/>
                  <a:pt x="766" y="1648"/>
                  <a:pt x="766" y="1709"/>
                </a:cubicBezTo>
                <a:cubicBezTo>
                  <a:pt x="766" y="1785"/>
                  <a:pt x="827" y="1845"/>
                  <a:pt x="904" y="1845"/>
                </a:cubicBezTo>
                <a:cubicBezTo>
                  <a:pt x="981" y="1845"/>
                  <a:pt x="1042" y="1785"/>
                  <a:pt x="1042" y="1709"/>
                </a:cubicBezTo>
                <a:cubicBezTo>
                  <a:pt x="1042" y="1656"/>
                  <a:pt x="1013" y="1612"/>
                  <a:pt x="969" y="1588"/>
                </a:cubicBezTo>
                <a:close/>
                <a:moveTo>
                  <a:pt x="904" y="536"/>
                </a:moveTo>
                <a:cubicBezTo>
                  <a:pt x="928" y="536"/>
                  <a:pt x="948" y="560"/>
                  <a:pt x="948" y="584"/>
                </a:cubicBezTo>
                <a:cubicBezTo>
                  <a:pt x="948" y="608"/>
                  <a:pt x="928" y="632"/>
                  <a:pt x="904" y="632"/>
                </a:cubicBezTo>
                <a:cubicBezTo>
                  <a:pt x="876" y="632"/>
                  <a:pt x="855" y="608"/>
                  <a:pt x="855" y="584"/>
                </a:cubicBezTo>
                <a:cubicBezTo>
                  <a:pt x="855" y="560"/>
                  <a:pt x="876" y="536"/>
                  <a:pt x="904" y="536"/>
                </a:cubicBezTo>
                <a:close/>
                <a:moveTo>
                  <a:pt x="904" y="1757"/>
                </a:moveTo>
                <a:cubicBezTo>
                  <a:pt x="880" y="1757"/>
                  <a:pt x="855" y="1733"/>
                  <a:pt x="855" y="1709"/>
                </a:cubicBezTo>
                <a:cubicBezTo>
                  <a:pt x="855" y="1684"/>
                  <a:pt x="880" y="1660"/>
                  <a:pt x="904" y="1660"/>
                </a:cubicBezTo>
                <a:cubicBezTo>
                  <a:pt x="928" y="1660"/>
                  <a:pt x="952" y="1684"/>
                  <a:pt x="952" y="1709"/>
                </a:cubicBezTo>
                <a:cubicBezTo>
                  <a:pt x="952" y="1733"/>
                  <a:pt x="928" y="1757"/>
                  <a:pt x="904" y="1757"/>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387" name="Google Shape;387;p65"/>
          <p:cNvSpPr/>
          <p:nvPr/>
        </p:nvSpPr>
        <p:spPr>
          <a:xfrm>
            <a:off x="8576030" y="339533"/>
            <a:ext cx="100634" cy="100921"/>
          </a:xfrm>
          <a:custGeom>
            <a:avLst/>
            <a:gdLst/>
            <a:ahLst/>
            <a:cxnLst/>
            <a:rect l="l" t="t" r="r" b="b"/>
            <a:pathLst>
              <a:path w="704" h="706" extrusionOk="0">
                <a:moveTo>
                  <a:pt x="522" y="182"/>
                </a:moveTo>
                <a:lnTo>
                  <a:pt x="182" y="182"/>
                </a:lnTo>
                <a:lnTo>
                  <a:pt x="182" y="524"/>
                </a:lnTo>
                <a:lnTo>
                  <a:pt x="522" y="524"/>
                </a:lnTo>
                <a:lnTo>
                  <a:pt x="522" y="182"/>
                </a:lnTo>
                <a:close/>
                <a:moveTo>
                  <a:pt x="492" y="494"/>
                </a:moveTo>
                <a:lnTo>
                  <a:pt x="211" y="494"/>
                </a:lnTo>
                <a:lnTo>
                  <a:pt x="211" y="213"/>
                </a:lnTo>
                <a:lnTo>
                  <a:pt x="492" y="213"/>
                </a:lnTo>
                <a:lnTo>
                  <a:pt x="492" y="494"/>
                </a:lnTo>
                <a:close/>
                <a:moveTo>
                  <a:pt x="704" y="151"/>
                </a:moveTo>
                <a:lnTo>
                  <a:pt x="704" y="121"/>
                </a:lnTo>
                <a:lnTo>
                  <a:pt x="603" y="121"/>
                </a:lnTo>
                <a:lnTo>
                  <a:pt x="603" y="100"/>
                </a:lnTo>
                <a:lnTo>
                  <a:pt x="584" y="100"/>
                </a:lnTo>
                <a:lnTo>
                  <a:pt x="584" y="0"/>
                </a:lnTo>
                <a:lnTo>
                  <a:pt x="553" y="0"/>
                </a:lnTo>
                <a:lnTo>
                  <a:pt x="553" y="100"/>
                </a:lnTo>
                <a:lnTo>
                  <a:pt x="529" y="100"/>
                </a:lnTo>
                <a:lnTo>
                  <a:pt x="529" y="0"/>
                </a:lnTo>
                <a:lnTo>
                  <a:pt x="500" y="0"/>
                </a:lnTo>
                <a:lnTo>
                  <a:pt x="500" y="100"/>
                </a:lnTo>
                <a:lnTo>
                  <a:pt x="475" y="100"/>
                </a:lnTo>
                <a:lnTo>
                  <a:pt x="475" y="0"/>
                </a:lnTo>
                <a:lnTo>
                  <a:pt x="445" y="0"/>
                </a:lnTo>
                <a:lnTo>
                  <a:pt x="445" y="100"/>
                </a:lnTo>
                <a:lnTo>
                  <a:pt x="421" y="100"/>
                </a:lnTo>
                <a:lnTo>
                  <a:pt x="421" y="0"/>
                </a:lnTo>
                <a:lnTo>
                  <a:pt x="391" y="0"/>
                </a:lnTo>
                <a:lnTo>
                  <a:pt x="391" y="100"/>
                </a:lnTo>
                <a:lnTo>
                  <a:pt x="366" y="100"/>
                </a:lnTo>
                <a:lnTo>
                  <a:pt x="366" y="0"/>
                </a:lnTo>
                <a:lnTo>
                  <a:pt x="337" y="0"/>
                </a:lnTo>
                <a:lnTo>
                  <a:pt x="337" y="100"/>
                </a:lnTo>
                <a:lnTo>
                  <a:pt x="313" y="100"/>
                </a:lnTo>
                <a:lnTo>
                  <a:pt x="313" y="0"/>
                </a:lnTo>
                <a:lnTo>
                  <a:pt x="282" y="0"/>
                </a:lnTo>
                <a:lnTo>
                  <a:pt x="282" y="100"/>
                </a:lnTo>
                <a:lnTo>
                  <a:pt x="258" y="100"/>
                </a:lnTo>
                <a:lnTo>
                  <a:pt x="258" y="0"/>
                </a:lnTo>
                <a:lnTo>
                  <a:pt x="228" y="0"/>
                </a:lnTo>
                <a:lnTo>
                  <a:pt x="228" y="100"/>
                </a:lnTo>
                <a:lnTo>
                  <a:pt x="204" y="100"/>
                </a:lnTo>
                <a:lnTo>
                  <a:pt x="204" y="0"/>
                </a:lnTo>
                <a:lnTo>
                  <a:pt x="174" y="0"/>
                </a:lnTo>
                <a:lnTo>
                  <a:pt x="174" y="100"/>
                </a:lnTo>
                <a:lnTo>
                  <a:pt x="150" y="100"/>
                </a:lnTo>
                <a:lnTo>
                  <a:pt x="150" y="0"/>
                </a:lnTo>
                <a:lnTo>
                  <a:pt x="119" y="0"/>
                </a:lnTo>
                <a:lnTo>
                  <a:pt x="119" y="100"/>
                </a:lnTo>
                <a:lnTo>
                  <a:pt x="100" y="100"/>
                </a:lnTo>
                <a:lnTo>
                  <a:pt x="100" y="121"/>
                </a:lnTo>
                <a:lnTo>
                  <a:pt x="0" y="121"/>
                </a:lnTo>
                <a:lnTo>
                  <a:pt x="0" y="151"/>
                </a:lnTo>
                <a:lnTo>
                  <a:pt x="100" y="151"/>
                </a:lnTo>
                <a:lnTo>
                  <a:pt x="100" y="175"/>
                </a:lnTo>
                <a:lnTo>
                  <a:pt x="0" y="175"/>
                </a:lnTo>
                <a:lnTo>
                  <a:pt x="0" y="206"/>
                </a:lnTo>
                <a:lnTo>
                  <a:pt x="100" y="206"/>
                </a:lnTo>
                <a:lnTo>
                  <a:pt x="100" y="230"/>
                </a:lnTo>
                <a:lnTo>
                  <a:pt x="0" y="230"/>
                </a:lnTo>
                <a:lnTo>
                  <a:pt x="0" y="260"/>
                </a:lnTo>
                <a:lnTo>
                  <a:pt x="100" y="260"/>
                </a:lnTo>
                <a:lnTo>
                  <a:pt x="100" y="284"/>
                </a:lnTo>
                <a:lnTo>
                  <a:pt x="0" y="284"/>
                </a:lnTo>
                <a:lnTo>
                  <a:pt x="0" y="314"/>
                </a:lnTo>
                <a:lnTo>
                  <a:pt x="100" y="314"/>
                </a:lnTo>
                <a:lnTo>
                  <a:pt x="100" y="338"/>
                </a:lnTo>
                <a:lnTo>
                  <a:pt x="0" y="338"/>
                </a:lnTo>
                <a:lnTo>
                  <a:pt x="0" y="369"/>
                </a:lnTo>
                <a:lnTo>
                  <a:pt x="100" y="369"/>
                </a:lnTo>
                <a:lnTo>
                  <a:pt x="100" y="393"/>
                </a:lnTo>
                <a:lnTo>
                  <a:pt x="0" y="393"/>
                </a:lnTo>
                <a:lnTo>
                  <a:pt x="0" y="423"/>
                </a:lnTo>
                <a:lnTo>
                  <a:pt x="100" y="423"/>
                </a:lnTo>
                <a:lnTo>
                  <a:pt x="100" y="447"/>
                </a:lnTo>
                <a:lnTo>
                  <a:pt x="0" y="447"/>
                </a:lnTo>
                <a:lnTo>
                  <a:pt x="0" y="477"/>
                </a:lnTo>
                <a:lnTo>
                  <a:pt x="100" y="477"/>
                </a:lnTo>
                <a:lnTo>
                  <a:pt x="100" y="501"/>
                </a:lnTo>
                <a:lnTo>
                  <a:pt x="0" y="501"/>
                </a:lnTo>
                <a:lnTo>
                  <a:pt x="0" y="532"/>
                </a:lnTo>
                <a:lnTo>
                  <a:pt x="100" y="532"/>
                </a:lnTo>
                <a:lnTo>
                  <a:pt x="100" y="556"/>
                </a:lnTo>
                <a:lnTo>
                  <a:pt x="0" y="556"/>
                </a:lnTo>
                <a:lnTo>
                  <a:pt x="0" y="586"/>
                </a:lnTo>
                <a:lnTo>
                  <a:pt x="100" y="586"/>
                </a:lnTo>
                <a:lnTo>
                  <a:pt x="100" y="606"/>
                </a:lnTo>
                <a:lnTo>
                  <a:pt x="119" y="606"/>
                </a:lnTo>
                <a:lnTo>
                  <a:pt x="119" y="706"/>
                </a:lnTo>
                <a:lnTo>
                  <a:pt x="150" y="706"/>
                </a:lnTo>
                <a:lnTo>
                  <a:pt x="150" y="606"/>
                </a:lnTo>
                <a:lnTo>
                  <a:pt x="174" y="606"/>
                </a:lnTo>
                <a:lnTo>
                  <a:pt x="174" y="706"/>
                </a:lnTo>
                <a:lnTo>
                  <a:pt x="204" y="706"/>
                </a:lnTo>
                <a:lnTo>
                  <a:pt x="204" y="606"/>
                </a:lnTo>
                <a:lnTo>
                  <a:pt x="228" y="606"/>
                </a:lnTo>
                <a:lnTo>
                  <a:pt x="228" y="706"/>
                </a:lnTo>
                <a:lnTo>
                  <a:pt x="258" y="706"/>
                </a:lnTo>
                <a:lnTo>
                  <a:pt x="258" y="606"/>
                </a:lnTo>
                <a:lnTo>
                  <a:pt x="282" y="606"/>
                </a:lnTo>
                <a:lnTo>
                  <a:pt x="282" y="706"/>
                </a:lnTo>
                <a:lnTo>
                  <a:pt x="313" y="706"/>
                </a:lnTo>
                <a:lnTo>
                  <a:pt x="313" y="606"/>
                </a:lnTo>
                <a:lnTo>
                  <a:pt x="337" y="606"/>
                </a:lnTo>
                <a:lnTo>
                  <a:pt x="337" y="706"/>
                </a:lnTo>
                <a:lnTo>
                  <a:pt x="366" y="706"/>
                </a:lnTo>
                <a:lnTo>
                  <a:pt x="366" y="606"/>
                </a:lnTo>
                <a:lnTo>
                  <a:pt x="391" y="606"/>
                </a:lnTo>
                <a:lnTo>
                  <a:pt x="391" y="706"/>
                </a:lnTo>
                <a:lnTo>
                  <a:pt x="421" y="706"/>
                </a:lnTo>
                <a:lnTo>
                  <a:pt x="421" y="606"/>
                </a:lnTo>
                <a:lnTo>
                  <a:pt x="445" y="606"/>
                </a:lnTo>
                <a:lnTo>
                  <a:pt x="445" y="706"/>
                </a:lnTo>
                <a:lnTo>
                  <a:pt x="475" y="706"/>
                </a:lnTo>
                <a:lnTo>
                  <a:pt x="475" y="606"/>
                </a:lnTo>
                <a:lnTo>
                  <a:pt x="500" y="606"/>
                </a:lnTo>
                <a:lnTo>
                  <a:pt x="500" y="706"/>
                </a:lnTo>
                <a:lnTo>
                  <a:pt x="529" y="706"/>
                </a:lnTo>
                <a:lnTo>
                  <a:pt x="529" y="606"/>
                </a:lnTo>
                <a:lnTo>
                  <a:pt x="553" y="606"/>
                </a:lnTo>
                <a:lnTo>
                  <a:pt x="553" y="706"/>
                </a:lnTo>
                <a:lnTo>
                  <a:pt x="584" y="706"/>
                </a:lnTo>
                <a:lnTo>
                  <a:pt x="584" y="606"/>
                </a:lnTo>
                <a:lnTo>
                  <a:pt x="603" y="606"/>
                </a:lnTo>
                <a:lnTo>
                  <a:pt x="603" y="586"/>
                </a:lnTo>
                <a:lnTo>
                  <a:pt x="704" y="586"/>
                </a:lnTo>
                <a:lnTo>
                  <a:pt x="704" y="556"/>
                </a:lnTo>
                <a:lnTo>
                  <a:pt x="603" y="556"/>
                </a:lnTo>
                <a:lnTo>
                  <a:pt x="603" y="532"/>
                </a:lnTo>
                <a:lnTo>
                  <a:pt x="704" y="532"/>
                </a:lnTo>
                <a:lnTo>
                  <a:pt x="704" y="501"/>
                </a:lnTo>
                <a:lnTo>
                  <a:pt x="603" y="501"/>
                </a:lnTo>
                <a:lnTo>
                  <a:pt x="603" y="477"/>
                </a:lnTo>
                <a:lnTo>
                  <a:pt x="704" y="477"/>
                </a:lnTo>
                <a:lnTo>
                  <a:pt x="704" y="447"/>
                </a:lnTo>
                <a:lnTo>
                  <a:pt x="603" y="447"/>
                </a:lnTo>
                <a:lnTo>
                  <a:pt x="603" y="423"/>
                </a:lnTo>
                <a:lnTo>
                  <a:pt x="704" y="423"/>
                </a:lnTo>
                <a:lnTo>
                  <a:pt x="704" y="393"/>
                </a:lnTo>
                <a:lnTo>
                  <a:pt x="603" y="393"/>
                </a:lnTo>
                <a:lnTo>
                  <a:pt x="603" y="369"/>
                </a:lnTo>
                <a:lnTo>
                  <a:pt x="704" y="369"/>
                </a:lnTo>
                <a:lnTo>
                  <a:pt x="704" y="338"/>
                </a:lnTo>
                <a:lnTo>
                  <a:pt x="603" y="338"/>
                </a:lnTo>
                <a:lnTo>
                  <a:pt x="603" y="314"/>
                </a:lnTo>
                <a:lnTo>
                  <a:pt x="704" y="314"/>
                </a:lnTo>
                <a:lnTo>
                  <a:pt x="704" y="284"/>
                </a:lnTo>
                <a:lnTo>
                  <a:pt x="603" y="284"/>
                </a:lnTo>
                <a:lnTo>
                  <a:pt x="603" y="260"/>
                </a:lnTo>
                <a:lnTo>
                  <a:pt x="704" y="260"/>
                </a:lnTo>
                <a:lnTo>
                  <a:pt x="704" y="230"/>
                </a:lnTo>
                <a:lnTo>
                  <a:pt x="603" y="230"/>
                </a:lnTo>
                <a:lnTo>
                  <a:pt x="603" y="206"/>
                </a:lnTo>
                <a:lnTo>
                  <a:pt x="704" y="206"/>
                </a:lnTo>
                <a:lnTo>
                  <a:pt x="704" y="175"/>
                </a:lnTo>
                <a:lnTo>
                  <a:pt x="603" y="175"/>
                </a:lnTo>
                <a:lnTo>
                  <a:pt x="603" y="151"/>
                </a:lnTo>
                <a:lnTo>
                  <a:pt x="704" y="151"/>
                </a:lnTo>
                <a:close/>
                <a:moveTo>
                  <a:pt x="574" y="576"/>
                </a:moveTo>
                <a:lnTo>
                  <a:pt x="129" y="576"/>
                </a:lnTo>
                <a:lnTo>
                  <a:pt x="129" y="131"/>
                </a:lnTo>
                <a:lnTo>
                  <a:pt x="574" y="131"/>
                </a:lnTo>
                <a:lnTo>
                  <a:pt x="574" y="576"/>
                </a:lnTo>
                <a:close/>
              </a:path>
            </a:pathLst>
          </a:custGeom>
          <a:solidFill>
            <a:schemeClr val="accent5"/>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88" name="Google Shape;388;p65"/>
          <p:cNvSpPr/>
          <p:nvPr/>
        </p:nvSpPr>
        <p:spPr>
          <a:xfrm>
            <a:off x="8949217" y="554417"/>
            <a:ext cx="100637" cy="100913"/>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2" y="551"/>
                </a:moveTo>
                <a:cubicBezTo>
                  <a:pt x="25" y="551"/>
                  <a:pt x="25" y="551"/>
                  <a:pt x="25" y="551"/>
                </a:cubicBezTo>
                <a:cubicBezTo>
                  <a:pt x="25" y="24"/>
                  <a:pt x="25" y="24"/>
                  <a:pt x="25" y="24"/>
                </a:cubicBezTo>
                <a:cubicBezTo>
                  <a:pt x="552" y="24"/>
                  <a:pt x="552" y="24"/>
                  <a:pt x="552" y="24"/>
                </a:cubicBezTo>
                <a:lnTo>
                  <a:pt x="552" y="551"/>
                </a:lnTo>
                <a:close/>
                <a:moveTo>
                  <a:pt x="97" y="234"/>
                </a:moveTo>
                <a:cubicBezTo>
                  <a:pt x="107" y="234"/>
                  <a:pt x="117" y="230"/>
                  <a:pt x="125" y="223"/>
                </a:cubicBezTo>
                <a:cubicBezTo>
                  <a:pt x="206" y="258"/>
                  <a:pt x="206" y="258"/>
                  <a:pt x="206" y="258"/>
                </a:cubicBezTo>
                <a:cubicBezTo>
                  <a:pt x="204" y="264"/>
                  <a:pt x="203" y="271"/>
                  <a:pt x="203" y="278"/>
                </a:cubicBezTo>
                <a:cubicBezTo>
                  <a:pt x="203" y="293"/>
                  <a:pt x="207" y="306"/>
                  <a:pt x="215" y="318"/>
                </a:cubicBezTo>
                <a:cubicBezTo>
                  <a:pt x="160" y="361"/>
                  <a:pt x="160" y="361"/>
                  <a:pt x="160" y="361"/>
                </a:cubicBezTo>
                <a:cubicBezTo>
                  <a:pt x="154" y="357"/>
                  <a:pt x="147" y="355"/>
                  <a:pt x="140" y="355"/>
                </a:cubicBezTo>
                <a:cubicBezTo>
                  <a:pt x="119" y="355"/>
                  <a:pt x="102" y="372"/>
                  <a:pt x="102" y="393"/>
                </a:cubicBezTo>
                <a:cubicBezTo>
                  <a:pt x="102" y="414"/>
                  <a:pt x="119" y="432"/>
                  <a:pt x="140" y="432"/>
                </a:cubicBezTo>
                <a:cubicBezTo>
                  <a:pt x="161" y="432"/>
                  <a:pt x="179" y="414"/>
                  <a:pt x="179" y="393"/>
                </a:cubicBezTo>
                <a:cubicBezTo>
                  <a:pt x="179" y="389"/>
                  <a:pt x="178" y="385"/>
                  <a:pt x="176" y="380"/>
                </a:cubicBezTo>
                <a:cubicBezTo>
                  <a:pt x="232" y="337"/>
                  <a:pt x="232" y="337"/>
                  <a:pt x="232" y="337"/>
                </a:cubicBezTo>
                <a:cubicBezTo>
                  <a:pt x="244" y="347"/>
                  <a:pt x="260" y="353"/>
                  <a:pt x="278" y="353"/>
                </a:cubicBezTo>
                <a:cubicBezTo>
                  <a:pt x="285" y="353"/>
                  <a:pt x="291" y="352"/>
                  <a:pt x="297" y="350"/>
                </a:cubicBezTo>
                <a:cubicBezTo>
                  <a:pt x="348" y="450"/>
                  <a:pt x="348" y="450"/>
                  <a:pt x="348" y="450"/>
                </a:cubicBezTo>
                <a:cubicBezTo>
                  <a:pt x="342" y="457"/>
                  <a:pt x="338" y="466"/>
                  <a:pt x="338" y="476"/>
                </a:cubicBezTo>
                <a:cubicBezTo>
                  <a:pt x="338" y="497"/>
                  <a:pt x="355" y="514"/>
                  <a:pt x="377" y="514"/>
                </a:cubicBezTo>
                <a:cubicBezTo>
                  <a:pt x="398" y="514"/>
                  <a:pt x="415" y="497"/>
                  <a:pt x="415" y="476"/>
                </a:cubicBezTo>
                <a:cubicBezTo>
                  <a:pt x="415" y="454"/>
                  <a:pt x="398" y="437"/>
                  <a:pt x="377" y="437"/>
                </a:cubicBezTo>
                <a:cubicBezTo>
                  <a:pt x="374" y="437"/>
                  <a:pt x="372" y="437"/>
                  <a:pt x="370" y="438"/>
                </a:cubicBezTo>
                <a:cubicBezTo>
                  <a:pt x="320" y="339"/>
                  <a:pt x="320" y="339"/>
                  <a:pt x="320" y="339"/>
                </a:cubicBezTo>
                <a:cubicBezTo>
                  <a:pt x="340" y="326"/>
                  <a:pt x="353" y="304"/>
                  <a:pt x="353" y="278"/>
                </a:cubicBezTo>
                <a:cubicBezTo>
                  <a:pt x="353" y="278"/>
                  <a:pt x="353" y="278"/>
                  <a:pt x="353" y="277"/>
                </a:cubicBezTo>
                <a:cubicBezTo>
                  <a:pt x="447" y="257"/>
                  <a:pt x="447" y="257"/>
                  <a:pt x="447" y="257"/>
                </a:cubicBezTo>
                <a:cubicBezTo>
                  <a:pt x="454" y="269"/>
                  <a:pt x="466" y="276"/>
                  <a:pt x="480" y="276"/>
                </a:cubicBezTo>
                <a:cubicBezTo>
                  <a:pt x="501" y="276"/>
                  <a:pt x="518" y="258"/>
                  <a:pt x="518" y="237"/>
                </a:cubicBezTo>
                <a:cubicBezTo>
                  <a:pt x="518" y="216"/>
                  <a:pt x="501" y="199"/>
                  <a:pt x="480" y="199"/>
                </a:cubicBezTo>
                <a:cubicBezTo>
                  <a:pt x="460" y="199"/>
                  <a:pt x="444" y="213"/>
                  <a:pt x="442" y="232"/>
                </a:cubicBezTo>
                <a:cubicBezTo>
                  <a:pt x="348" y="252"/>
                  <a:pt x="348" y="252"/>
                  <a:pt x="348" y="252"/>
                </a:cubicBezTo>
                <a:cubicBezTo>
                  <a:pt x="339" y="228"/>
                  <a:pt x="317" y="209"/>
                  <a:pt x="291" y="205"/>
                </a:cubicBezTo>
                <a:cubicBezTo>
                  <a:pt x="291" y="141"/>
                  <a:pt x="291" y="141"/>
                  <a:pt x="291" y="141"/>
                </a:cubicBezTo>
                <a:cubicBezTo>
                  <a:pt x="306" y="136"/>
                  <a:pt x="316" y="121"/>
                  <a:pt x="316" y="105"/>
                </a:cubicBezTo>
                <a:cubicBezTo>
                  <a:pt x="316" y="84"/>
                  <a:pt x="299" y="67"/>
                  <a:pt x="278" y="67"/>
                </a:cubicBezTo>
                <a:cubicBezTo>
                  <a:pt x="257" y="67"/>
                  <a:pt x="239" y="84"/>
                  <a:pt x="239" y="105"/>
                </a:cubicBezTo>
                <a:cubicBezTo>
                  <a:pt x="239" y="121"/>
                  <a:pt x="250" y="136"/>
                  <a:pt x="265" y="141"/>
                </a:cubicBezTo>
                <a:cubicBezTo>
                  <a:pt x="265" y="205"/>
                  <a:pt x="265" y="205"/>
                  <a:pt x="265" y="205"/>
                </a:cubicBezTo>
                <a:cubicBezTo>
                  <a:pt x="245" y="208"/>
                  <a:pt x="228" y="219"/>
                  <a:pt x="217" y="235"/>
                </a:cubicBezTo>
                <a:cubicBezTo>
                  <a:pt x="135" y="199"/>
                  <a:pt x="135" y="199"/>
                  <a:pt x="135" y="199"/>
                </a:cubicBezTo>
                <a:cubicBezTo>
                  <a:pt x="135" y="198"/>
                  <a:pt x="135" y="197"/>
                  <a:pt x="135" y="196"/>
                </a:cubicBezTo>
                <a:cubicBezTo>
                  <a:pt x="135" y="175"/>
                  <a:pt x="118" y="157"/>
                  <a:pt x="97" y="157"/>
                </a:cubicBezTo>
                <a:cubicBezTo>
                  <a:pt x="76" y="157"/>
                  <a:pt x="58" y="175"/>
                  <a:pt x="58" y="196"/>
                </a:cubicBezTo>
                <a:cubicBezTo>
                  <a:pt x="58" y="217"/>
                  <a:pt x="76" y="234"/>
                  <a:pt x="97" y="234"/>
                </a:cubicBezTo>
                <a:close/>
                <a:moveTo>
                  <a:pt x="278" y="235"/>
                </a:moveTo>
                <a:cubicBezTo>
                  <a:pt x="301" y="235"/>
                  <a:pt x="321" y="255"/>
                  <a:pt x="321" y="278"/>
                </a:cubicBezTo>
                <a:cubicBezTo>
                  <a:pt x="321" y="302"/>
                  <a:pt x="301" y="321"/>
                  <a:pt x="278" y="321"/>
                </a:cubicBezTo>
                <a:cubicBezTo>
                  <a:pt x="254" y="321"/>
                  <a:pt x="235" y="302"/>
                  <a:pt x="235" y="278"/>
                </a:cubicBezTo>
                <a:cubicBezTo>
                  <a:pt x="235" y="255"/>
                  <a:pt x="254" y="235"/>
                  <a:pt x="278" y="235"/>
                </a:cubicBezTo>
                <a:close/>
              </a:path>
            </a:pathLst>
          </a:custGeom>
          <a:solidFill>
            <a:schemeClr val="accent3"/>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D04A02"/>
              </a:solidFill>
              <a:latin typeface="Arial"/>
              <a:ea typeface="Arial"/>
              <a:cs typeface="Arial"/>
              <a:sym typeface="Arial"/>
            </a:endParaRPr>
          </a:p>
        </p:txBody>
      </p:sp>
      <p:sp>
        <p:nvSpPr>
          <p:cNvPr id="389" name="Google Shape;389;p65"/>
          <p:cNvSpPr/>
          <p:nvPr/>
        </p:nvSpPr>
        <p:spPr>
          <a:xfrm>
            <a:off x="8200187" y="525497"/>
            <a:ext cx="100038" cy="100163"/>
          </a:xfrm>
          <a:custGeom>
            <a:avLst/>
            <a:gdLst/>
            <a:ahLst/>
            <a:cxnLst/>
            <a:rect l="l" t="t" r="r" b="b"/>
            <a:pathLst>
              <a:path w="571645" h="572356" extrusionOk="0">
                <a:moveTo>
                  <a:pt x="475770" y="499301"/>
                </a:moveTo>
                <a:lnTo>
                  <a:pt x="475746" y="499367"/>
                </a:lnTo>
                <a:lnTo>
                  <a:pt x="475651" y="499460"/>
                </a:lnTo>
                <a:close/>
                <a:moveTo>
                  <a:pt x="50400" y="495611"/>
                </a:moveTo>
                <a:cubicBezTo>
                  <a:pt x="48270" y="495623"/>
                  <a:pt x="46150" y="495905"/>
                  <a:pt x="44090" y="496444"/>
                </a:cubicBezTo>
                <a:cubicBezTo>
                  <a:pt x="42731" y="496746"/>
                  <a:pt x="41403" y="497170"/>
                  <a:pt x="40121" y="497714"/>
                </a:cubicBezTo>
                <a:cubicBezTo>
                  <a:pt x="39069" y="498143"/>
                  <a:pt x="38048" y="498648"/>
                  <a:pt x="37065" y="499223"/>
                </a:cubicBezTo>
                <a:cubicBezTo>
                  <a:pt x="36549" y="499500"/>
                  <a:pt x="36113" y="499858"/>
                  <a:pt x="35636" y="500175"/>
                </a:cubicBezTo>
                <a:cubicBezTo>
                  <a:pt x="34163" y="501159"/>
                  <a:pt x="32791" y="502286"/>
                  <a:pt x="31543" y="503544"/>
                </a:cubicBezTo>
                <a:cubicBezTo>
                  <a:pt x="21209" y="513946"/>
                  <a:pt x="21264" y="530758"/>
                  <a:pt x="31668" y="541093"/>
                </a:cubicBezTo>
                <a:cubicBezTo>
                  <a:pt x="32879" y="542308"/>
                  <a:pt x="34209" y="543399"/>
                  <a:pt x="35636" y="544348"/>
                </a:cubicBezTo>
                <a:lnTo>
                  <a:pt x="50637" y="548824"/>
                </a:lnTo>
                <a:lnTo>
                  <a:pt x="50796" y="548871"/>
                </a:lnTo>
                <a:cubicBezTo>
                  <a:pt x="57969" y="548904"/>
                  <a:pt x="64851" y="546041"/>
                  <a:pt x="69886" y="540934"/>
                </a:cubicBezTo>
                <a:cubicBezTo>
                  <a:pt x="71450" y="539251"/>
                  <a:pt x="72784" y="537370"/>
                  <a:pt x="73855" y="535338"/>
                </a:cubicBezTo>
                <a:cubicBezTo>
                  <a:pt x="75518" y="532409"/>
                  <a:pt x="76609" y="529190"/>
                  <a:pt x="77070" y="525853"/>
                </a:cubicBezTo>
                <a:lnTo>
                  <a:pt x="76951" y="525853"/>
                </a:lnTo>
                <a:cubicBezTo>
                  <a:pt x="77113" y="524670"/>
                  <a:pt x="77193" y="523475"/>
                  <a:pt x="77189" y="522281"/>
                </a:cubicBezTo>
                <a:cubicBezTo>
                  <a:pt x="77183" y="511875"/>
                  <a:pt x="71124" y="502421"/>
                  <a:pt x="61671" y="498071"/>
                </a:cubicBezTo>
                <a:cubicBezTo>
                  <a:pt x="60381" y="497520"/>
                  <a:pt x="59055" y="497055"/>
                  <a:pt x="57703" y="496683"/>
                </a:cubicBezTo>
                <a:cubicBezTo>
                  <a:pt x="55331" y="495984"/>
                  <a:pt x="52873" y="495623"/>
                  <a:pt x="50400" y="495611"/>
                </a:cubicBezTo>
                <a:close/>
                <a:moveTo>
                  <a:pt x="521054" y="495531"/>
                </a:moveTo>
                <a:cubicBezTo>
                  <a:pt x="516795" y="495540"/>
                  <a:pt x="512605" y="496575"/>
                  <a:pt x="508830" y="498548"/>
                </a:cubicBezTo>
                <a:cubicBezTo>
                  <a:pt x="507425" y="499290"/>
                  <a:pt x="506096" y="500168"/>
                  <a:pt x="504861" y="501168"/>
                </a:cubicBezTo>
                <a:cubicBezTo>
                  <a:pt x="502898" y="502711"/>
                  <a:pt x="501146" y="504513"/>
                  <a:pt x="499663" y="506525"/>
                </a:cubicBezTo>
                <a:cubicBezTo>
                  <a:pt x="498683" y="507863"/>
                  <a:pt x="497818" y="509284"/>
                  <a:pt x="497083" y="510771"/>
                </a:cubicBezTo>
                <a:cubicBezTo>
                  <a:pt x="496389" y="512264"/>
                  <a:pt x="495829" y="513820"/>
                  <a:pt x="495416" y="515415"/>
                </a:cubicBezTo>
                <a:cubicBezTo>
                  <a:pt x="494796" y="517625"/>
                  <a:pt x="494475" y="519908"/>
                  <a:pt x="494464" y="522201"/>
                </a:cubicBezTo>
                <a:cubicBezTo>
                  <a:pt x="494495" y="529139"/>
                  <a:pt x="497210" y="535799"/>
                  <a:pt x="502044" y="540775"/>
                </a:cubicBezTo>
                <a:cubicBezTo>
                  <a:pt x="502639" y="541370"/>
                  <a:pt x="503274" y="541966"/>
                  <a:pt x="503949" y="542521"/>
                </a:cubicBezTo>
                <a:lnTo>
                  <a:pt x="504443" y="542905"/>
                </a:lnTo>
                <a:lnTo>
                  <a:pt x="505774" y="543939"/>
                </a:lnTo>
                <a:lnTo>
                  <a:pt x="509665" y="544823"/>
                </a:lnTo>
                <a:lnTo>
                  <a:pt x="525621" y="548446"/>
                </a:lnTo>
                <a:lnTo>
                  <a:pt x="542758" y="537654"/>
                </a:lnTo>
                <a:lnTo>
                  <a:pt x="542724" y="537759"/>
                </a:lnTo>
                <a:lnTo>
                  <a:pt x="542843" y="537600"/>
                </a:lnTo>
                <a:lnTo>
                  <a:pt x="542758" y="537654"/>
                </a:lnTo>
                <a:lnTo>
                  <a:pt x="547684" y="522360"/>
                </a:lnTo>
                <a:cubicBezTo>
                  <a:pt x="547791" y="512319"/>
                  <a:pt x="542191" y="503093"/>
                  <a:pt x="533238" y="498548"/>
                </a:cubicBezTo>
                <a:cubicBezTo>
                  <a:pt x="532469" y="498143"/>
                  <a:pt x="531670" y="497786"/>
                  <a:pt x="530856" y="497476"/>
                </a:cubicBezTo>
                <a:cubicBezTo>
                  <a:pt x="527745" y="496203"/>
                  <a:pt x="524415" y="495544"/>
                  <a:pt x="521054" y="495531"/>
                </a:cubicBezTo>
                <a:close/>
                <a:moveTo>
                  <a:pt x="142595" y="379803"/>
                </a:moveTo>
                <a:lnTo>
                  <a:pt x="142595" y="437747"/>
                </a:lnTo>
                <a:lnTo>
                  <a:pt x="183076" y="408774"/>
                </a:lnTo>
                <a:close/>
                <a:moveTo>
                  <a:pt x="130251" y="354481"/>
                </a:moveTo>
                <a:cubicBezTo>
                  <a:pt x="132940" y="353351"/>
                  <a:pt x="136014" y="353619"/>
                  <a:pt x="138466" y="355196"/>
                </a:cubicBezTo>
                <a:cubicBezTo>
                  <a:pt x="139190" y="355471"/>
                  <a:pt x="139871" y="355845"/>
                  <a:pt x="140491" y="356308"/>
                </a:cubicBezTo>
                <a:lnTo>
                  <a:pt x="198633" y="398059"/>
                </a:lnTo>
                <a:cubicBezTo>
                  <a:pt x="202605" y="400253"/>
                  <a:pt x="205146" y="404361"/>
                  <a:pt x="205340" y="408893"/>
                </a:cubicBezTo>
                <a:cubicBezTo>
                  <a:pt x="205299" y="413287"/>
                  <a:pt x="202843" y="417295"/>
                  <a:pt x="198951" y="419332"/>
                </a:cubicBezTo>
                <a:lnTo>
                  <a:pt x="141325" y="460527"/>
                </a:lnTo>
                <a:lnTo>
                  <a:pt x="140610" y="461003"/>
                </a:lnTo>
                <a:cubicBezTo>
                  <a:pt x="138783" y="462884"/>
                  <a:pt x="136286" y="463968"/>
                  <a:pt x="133665" y="464019"/>
                </a:cubicBezTo>
                <a:cubicBezTo>
                  <a:pt x="128733" y="464019"/>
                  <a:pt x="124735" y="460023"/>
                  <a:pt x="124735" y="455089"/>
                </a:cubicBezTo>
                <a:lnTo>
                  <a:pt x="124735" y="362736"/>
                </a:lnTo>
                <a:cubicBezTo>
                  <a:pt x="124745" y="359125"/>
                  <a:pt x="126919" y="355871"/>
                  <a:pt x="130251" y="354481"/>
                </a:cubicBezTo>
                <a:close/>
                <a:moveTo>
                  <a:pt x="295271" y="294951"/>
                </a:moveTo>
                <a:lnTo>
                  <a:pt x="295271" y="509978"/>
                </a:lnTo>
                <a:lnTo>
                  <a:pt x="471801" y="509978"/>
                </a:lnTo>
                <a:lnTo>
                  <a:pt x="475745" y="499370"/>
                </a:lnTo>
                <a:lnTo>
                  <a:pt x="475746" y="499367"/>
                </a:lnTo>
                <a:lnTo>
                  <a:pt x="475961" y="499154"/>
                </a:lnTo>
                <a:lnTo>
                  <a:pt x="498948" y="476481"/>
                </a:lnTo>
                <a:cubicBezTo>
                  <a:pt x="502104" y="474969"/>
                  <a:pt x="505401" y="473771"/>
                  <a:pt x="508790" y="472910"/>
                </a:cubicBezTo>
                <a:lnTo>
                  <a:pt x="508790" y="411116"/>
                </a:lnTo>
                <a:lnTo>
                  <a:pt x="485020" y="411116"/>
                </a:lnTo>
                <a:cubicBezTo>
                  <a:pt x="481252" y="411096"/>
                  <a:pt x="477900" y="408739"/>
                  <a:pt x="476605" y="405203"/>
                </a:cubicBezTo>
                <a:lnTo>
                  <a:pt x="474542" y="399528"/>
                </a:lnTo>
                <a:lnTo>
                  <a:pt x="461326" y="450844"/>
                </a:lnTo>
                <a:cubicBezTo>
                  <a:pt x="460357" y="454515"/>
                  <a:pt x="457175" y="457174"/>
                  <a:pt x="453389" y="457471"/>
                </a:cubicBezTo>
                <a:lnTo>
                  <a:pt x="452515" y="457471"/>
                </a:lnTo>
                <a:cubicBezTo>
                  <a:pt x="449117" y="457424"/>
                  <a:pt x="446042" y="455455"/>
                  <a:pt x="444577" y="452391"/>
                </a:cubicBezTo>
                <a:lnTo>
                  <a:pt x="422511" y="406235"/>
                </a:lnTo>
                <a:lnTo>
                  <a:pt x="415486" y="418974"/>
                </a:lnTo>
                <a:cubicBezTo>
                  <a:pt x="414573" y="420554"/>
                  <a:pt x="413197" y="421816"/>
                  <a:pt x="411550" y="422590"/>
                </a:cubicBezTo>
                <a:cubicBezTo>
                  <a:pt x="407065" y="424701"/>
                  <a:pt x="401723" y="422780"/>
                  <a:pt x="399611" y="418300"/>
                </a:cubicBezTo>
                <a:lnTo>
                  <a:pt x="379490" y="373175"/>
                </a:lnTo>
                <a:lnTo>
                  <a:pt x="359885" y="450724"/>
                </a:lnTo>
                <a:cubicBezTo>
                  <a:pt x="358928" y="454534"/>
                  <a:pt x="355593" y="457276"/>
                  <a:pt x="351670" y="457471"/>
                </a:cubicBezTo>
                <a:cubicBezTo>
                  <a:pt x="347731" y="457694"/>
                  <a:pt x="344121" y="455280"/>
                  <a:pt x="342818" y="451558"/>
                </a:cubicBezTo>
                <a:lnTo>
                  <a:pt x="328015" y="409965"/>
                </a:lnTo>
                <a:lnTo>
                  <a:pt x="295392" y="409965"/>
                </a:lnTo>
                <a:lnTo>
                  <a:pt x="295392" y="392107"/>
                </a:lnTo>
                <a:lnTo>
                  <a:pt x="334286" y="392107"/>
                </a:lnTo>
                <a:cubicBezTo>
                  <a:pt x="338068" y="392109"/>
                  <a:pt x="341438" y="394493"/>
                  <a:pt x="342700" y="398059"/>
                </a:cubicBezTo>
                <a:lnTo>
                  <a:pt x="349763" y="417903"/>
                </a:lnTo>
                <a:lnTo>
                  <a:pt x="368377" y="343847"/>
                </a:lnTo>
                <a:cubicBezTo>
                  <a:pt x="369038" y="341149"/>
                  <a:pt x="370921" y="338915"/>
                  <a:pt x="373468" y="337808"/>
                </a:cubicBezTo>
                <a:cubicBezTo>
                  <a:pt x="377971" y="335852"/>
                  <a:pt x="383208" y="337914"/>
                  <a:pt x="385165" y="342418"/>
                </a:cubicBezTo>
                <a:lnTo>
                  <a:pt x="408621" y="394765"/>
                </a:lnTo>
                <a:lnTo>
                  <a:pt x="415367" y="382542"/>
                </a:lnTo>
                <a:cubicBezTo>
                  <a:pt x="416265" y="380910"/>
                  <a:pt x="417650" y="379599"/>
                  <a:pt x="419328" y="378793"/>
                </a:cubicBezTo>
                <a:cubicBezTo>
                  <a:pt x="423773" y="376659"/>
                  <a:pt x="429107" y="378533"/>
                  <a:pt x="431242" y="382978"/>
                </a:cubicBezTo>
                <a:lnTo>
                  <a:pt x="450214" y="422665"/>
                </a:lnTo>
                <a:lnTo>
                  <a:pt x="464540" y="367103"/>
                </a:lnTo>
                <a:cubicBezTo>
                  <a:pt x="465529" y="363309"/>
                  <a:pt x="468879" y="360605"/>
                  <a:pt x="472795" y="360435"/>
                </a:cubicBezTo>
                <a:cubicBezTo>
                  <a:pt x="476641" y="360367"/>
                  <a:pt x="480117" y="362717"/>
                  <a:pt x="481487" y="366309"/>
                </a:cubicBezTo>
                <a:lnTo>
                  <a:pt x="491290" y="393257"/>
                </a:lnTo>
                <a:lnTo>
                  <a:pt x="508790" y="393257"/>
                </a:lnTo>
                <a:lnTo>
                  <a:pt x="508790" y="294951"/>
                </a:lnTo>
                <a:close/>
                <a:moveTo>
                  <a:pt x="61711" y="294951"/>
                </a:moveTo>
                <a:lnTo>
                  <a:pt x="61711" y="472553"/>
                </a:lnTo>
                <a:cubicBezTo>
                  <a:pt x="64045" y="473076"/>
                  <a:pt x="66340" y="473766"/>
                  <a:pt x="68576" y="474616"/>
                </a:cubicBezTo>
                <a:cubicBezTo>
                  <a:pt x="70768" y="475474"/>
                  <a:pt x="72903" y="476465"/>
                  <a:pt x="74966" y="477593"/>
                </a:cubicBezTo>
                <a:cubicBezTo>
                  <a:pt x="75999" y="478149"/>
                  <a:pt x="76594" y="478545"/>
                  <a:pt x="77983" y="479419"/>
                </a:cubicBezTo>
                <a:lnTo>
                  <a:pt x="81882" y="482148"/>
                </a:lnTo>
                <a:lnTo>
                  <a:pt x="81951" y="482196"/>
                </a:lnTo>
                <a:cubicBezTo>
                  <a:pt x="89724" y="488329"/>
                  <a:pt x="95521" y="496608"/>
                  <a:pt x="98620" y="506009"/>
                </a:cubicBezTo>
                <a:cubicBezTo>
                  <a:pt x="99096" y="507160"/>
                  <a:pt x="99454" y="508549"/>
                  <a:pt x="99811" y="509978"/>
                </a:cubicBezTo>
                <a:lnTo>
                  <a:pt x="277413" y="510136"/>
                </a:lnTo>
                <a:lnTo>
                  <a:pt x="277413" y="294951"/>
                </a:lnTo>
                <a:close/>
                <a:moveTo>
                  <a:pt x="103702" y="197994"/>
                </a:moveTo>
                <a:lnTo>
                  <a:pt x="164979" y="197994"/>
                </a:lnTo>
                <a:cubicBezTo>
                  <a:pt x="169911" y="197994"/>
                  <a:pt x="173908" y="201992"/>
                  <a:pt x="173908" y="206924"/>
                </a:cubicBezTo>
                <a:cubicBezTo>
                  <a:pt x="173908" y="211856"/>
                  <a:pt x="169911" y="215854"/>
                  <a:pt x="164979" y="215854"/>
                </a:cubicBezTo>
                <a:lnTo>
                  <a:pt x="103702" y="215854"/>
                </a:lnTo>
                <a:cubicBezTo>
                  <a:pt x="98770" y="215854"/>
                  <a:pt x="94772" y="211856"/>
                  <a:pt x="94772" y="206924"/>
                </a:cubicBezTo>
                <a:cubicBezTo>
                  <a:pt x="94772" y="201992"/>
                  <a:pt x="98770" y="197994"/>
                  <a:pt x="103702" y="197994"/>
                </a:cubicBezTo>
                <a:close/>
                <a:moveTo>
                  <a:pt x="103702" y="151442"/>
                </a:moveTo>
                <a:lnTo>
                  <a:pt x="220661" y="151442"/>
                </a:lnTo>
                <a:lnTo>
                  <a:pt x="220780" y="151442"/>
                </a:lnTo>
                <a:cubicBezTo>
                  <a:pt x="225713" y="151442"/>
                  <a:pt x="229710" y="155440"/>
                  <a:pt x="229710" y="160372"/>
                </a:cubicBezTo>
                <a:cubicBezTo>
                  <a:pt x="229710" y="165304"/>
                  <a:pt x="225713" y="169302"/>
                  <a:pt x="220780" y="169302"/>
                </a:cubicBezTo>
                <a:lnTo>
                  <a:pt x="103702" y="169302"/>
                </a:lnTo>
                <a:cubicBezTo>
                  <a:pt x="98770" y="169302"/>
                  <a:pt x="94772" y="165304"/>
                  <a:pt x="94772" y="160372"/>
                </a:cubicBezTo>
                <a:cubicBezTo>
                  <a:pt x="94772" y="155440"/>
                  <a:pt x="98770" y="151442"/>
                  <a:pt x="103702" y="151442"/>
                </a:cubicBezTo>
                <a:close/>
                <a:moveTo>
                  <a:pt x="447435" y="116317"/>
                </a:moveTo>
                <a:cubicBezTo>
                  <a:pt x="443930" y="116342"/>
                  <a:pt x="440585" y="117771"/>
                  <a:pt x="438148" y="120286"/>
                </a:cubicBezTo>
                <a:cubicBezTo>
                  <a:pt x="434905" y="123522"/>
                  <a:pt x="433580" y="128215"/>
                  <a:pt x="434655" y="132668"/>
                </a:cubicBezTo>
                <a:cubicBezTo>
                  <a:pt x="435770" y="137502"/>
                  <a:pt x="439545" y="141276"/>
                  <a:pt x="444379" y="142392"/>
                </a:cubicBezTo>
                <a:cubicBezTo>
                  <a:pt x="446463" y="142882"/>
                  <a:pt x="448629" y="142861"/>
                  <a:pt x="450701" y="142330"/>
                </a:cubicBezTo>
                <a:cubicBezTo>
                  <a:pt x="457793" y="140513"/>
                  <a:pt x="462071" y="133292"/>
                  <a:pt x="460254" y="126200"/>
                </a:cubicBezTo>
                <a:cubicBezTo>
                  <a:pt x="459075" y="121521"/>
                  <a:pt x="455411" y="117873"/>
                  <a:pt x="450729" y="116715"/>
                </a:cubicBezTo>
                <a:cubicBezTo>
                  <a:pt x="449649" y="116448"/>
                  <a:pt x="448546" y="116315"/>
                  <a:pt x="447435" y="116317"/>
                </a:cubicBezTo>
                <a:close/>
                <a:moveTo>
                  <a:pt x="103702" y="104768"/>
                </a:moveTo>
                <a:lnTo>
                  <a:pt x="220661" y="104768"/>
                </a:lnTo>
                <a:lnTo>
                  <a:pt x="220780" y="104768"/>
                </a:lnTo>
                <a:cubicBezTo>
                  <a:pt x="225713" y="104768"/>
                  <a:pt x="229710" y="108766"/>
                  <a:pt x="229710" y="113698"/>
                </a:cubicBezTo>
                <a:cubicBezTo>
                  <a:pt x="229710" y="118630"/>
                  <a:pt x="225713" y="122628"/>
                  <a:pt x="220780" y="122628"/>
                </a:cubicBezTo>
                <a:lnTo>
                  <a:pt x="103702" y="122628"/>
                </a:lnTo>
                <a:cubicBezTo>
                  <a:pt x="98770" y="122628"/>
                  <a:pt x="94772" y="118630"/>
                  <a:pt x="94772" y="113698"/>
                </a:cubicBezTo>
                <a:cubicBezTo>
                  <a:pt x="94772" y="108766"/>
                  <a:pt x="98770" y="104768"/>
                  <a:pt x="103702" y="104768"/>
                </a:cubicBezTo>
                <a:close/>
                <a:moveTo>
                  <a:pt x="454816" y="99490"/>
                </a:moveTo>
                <a:cubicBezTo>
                  <a:pt x="466108" y="102177"/>
                  <a:pt x="474930" y="110983"/>
                  <a:pt x="477636" y="122271"/>
                </a:cubicBezTo>
                <a:cubicBezTo>
                  <a:pt x="478228" y="124692"/>
                  <a:pt x="478526" y="127176"/>
                  <a:pt x="478526" y="129668"/>
                </a:cubicBezTo>
                <a:cubicBezTo>
                  <a:pt x="478518" y="146852"/>
                  <a:pt x="464580" y="160776"/>
                  <a:pt x="447395" y="160767"/>
                </a:cubicBezTo>
                <a:cubicBezTo>
                  <a:pt x="445045" y="160757"/>
                  <a:pt x="442704" y="160491"/>
                  <a:pt x="440410" y="159975"/>
                </a:cubicBezTo>
                <a:cubicBezTo>
                  <a:pt x="423710" y="155996"/>
                  <a:pt x="413395" y="139231"/>
                  <a:pt x="417372" y="122528"/>
                </a:cubicBezTo>
                <a:cubicBezTo>
                  <a:pt x="421348" y="105827"/>
                  <a:pt x="438116" y="95512"/>
                  <a:pt x="454816" y="99490"/>
                </a:cubicBezTo>
                <a:close/>
                <a:moveTo>
                  <a:pt x="295271" y="58810"/>
                </a:moveTo>
                <a:lnTo>
                  <a:pt x="295271" y="277091"/>
                </a:lnTo>
                <a:lnTo>
                  <a:pt x="508751" y="277091"/>
                </a:lnTo>
                <a:lnTo>
                  <a:pt x="508751" y="218560"/>
                </a:lnTo>
                <a:lnTo>
                  <a:pt x="485655" y="200653"/>
                </a:lnTo>
                <a:lnTo>
                  <a:pt x="453310" y="223196"/>
                </a:lnTo>
                <a:lnTo>
                  <a:pt x="466048" y="236016"/>
                </a:lnTo>
                <a:cubicBezTo>
                  <a:pt x="469521" y="239522"/>
                  <a:pt x="469497" y="245182"/>
                  <a:pt x="465990" y="248656"/>
                </a:cubicBezTo>
                <a:cubicBezTo>
                  <a:pt x="462481" y="252129"/>
                  <a:pt x="456821" y="252103"/>
                  <a:pt x="453348" y="248596"/>
                </a:cubicBezTo>
                <a:lnTo>
                  <a:pt x="363019" y="157314"/>
                </a:lnTo>
                <a:lnTo>
                  <a:pt x="295273" y="215973"/>
                </a:lnTo>
                <a:lnTo>
                  <a:pt x="295273" y="192161"/>
                </a:lnTo>
                <a:lnTo>
                  <a:pt x="357702" y="138344"/>
                </a:lnTo>
                <a:cubicBezTo>
                  <a:pt x="361237" y="135297"/>
                  <a:pt x="366518" y="135469"/>
                  <a:pt x="369846" y="138741"/>
                </a:cubicBezTo>
                <a:lnTo>
                  <a:pt x="440569" y="210178"/>
                </a:lnTo>
                <a:lnTo>
                  <a:pt x="480812" y="182119"/>
                </a:lnTo>
                <a:cubicBezTo>
                  <a:pt x="484031" y="179904"/>
                  <a:pt x="488310" y="180017"/>
                  <a:pt x="491410" y="182397"/>
                </a:cubicBezTo>
                <a:lnTo>
                  <a:pt x="508751" y="195939"/>
                </a:lnTo>
                <a:lnTo>
                  <a:pt x="508751" y="99609"/>
                </a:lnTo>
                <a:cubicBezTo>
                  <a:pt x="489245" y="94711"/>
                  <a:pt x="474489" y="78726"/>
                  <a:pt x="471166" y="58890"/>
                </a:cubicBezTo>
                <a:close/>
                <a:moveTo>
                  <a:pt x="100326" y="58770"/>
                </a:moveTo>
                <a:cubicBezTo>
                  <a:pt x="99319" y="64863"/>
                  <a:pt x="97193" y="70716"/>
                  <a:pt x="94056" y="76035"/>
                </a:cubicBezTo>
                <a:cubicBezTo>
                  <a:pt x="93035" y="77744"/>
                  <a:pt x="91909" y="79388"/>
                  <a:pt x="90683" y="80956"/>
                </a:cubicBezTo>
                <a:cubicBezTo>
                  <a:pt x="90008" y="81869"/>
                  <a:pt x="89254" y="82781"/>
                  <a:pt x="88500" y="83615"/>
                </a:cubicBezTo>
                <a:cubicBezTo>
                  <a:pt x="87294" y="85136"/>
                  <a:pt x="85995" y="86581"/>
                  <a:pt x="84610" y="87941"/>
                </a:cubicBezTo>
                <a:cubicBezTo>
                  <a:pt x="78115" y="93838"/>
                  <a:pt x="70195" y="97941"/>
                  <a:pt x="61631" y="99848"/>
                </a:cubicBezTo>
                <a:lnTo>
                  <a:pt x="61631" y="277051"/>
                </a:lnTo>
                <a:lnTo>
                  <a:pt x="277413" y="277051"/>
                </a:lnTo>
                <a:lnTo>
                  <a:pt x="277413" y="58770"/>
                </a:lnTo>
                <a:lnTo>
                  <a:pt x="100328" y="58770"/>
                </a:lnTo>
                <a:close/>
                <a:moveTo>
                  <a:pt x="497519" y="38173"/>
                </a:moveTo>
                <a:lnTo>
                  <a:pt x="497480" y="38371"/>
                </a:lnTo>
                <a:lnTo>
                  <a:pt x="497480" y="38328"/>
                </a:lnTo>
                <a:close/>
                <a:moveTo>
                  <a:pt x="525340" y="24441"/>
                </a:moveTo>
                <a:cubicBezTo>
                  <a:pt x="521800" y="23948"/>
                  <a:pt x="518200" y="24164"/>
                  <a:pt x="514744" y="25076"/>
                </a:cubicBezTo>
                <a:cubicBezTo>
                  <a:pt x="510180" y="26133"/>
                  <a:pt x="505976" y="28378"/>
                  <a:pt x="502560" y="31585"/>
                </a:cubicBezTo>
                <a:cubicBezTo>
                  <a:pt x="501568" y="32490"/>
                  <a:pt x="500663" y="33486"/>
                  <a:pt x="499861" y="34561"/>
                </a:cubicBezTo>
                <a:cubicBezTo>
                  <a:pt x="499119" y="35496"/>
                  <a:pt x="498456" y="36493"/>
                  <a:pt x="497876" y="37538"/>
                </a:cubicBezTo>
                <a:lnTo>
                  <a:pt x="497480" y="38133"/>
                </a:lnTo>
                <a:lnTo>
                  <a:pt x="497480" y="38328"/>
                </a:lnTo>
                <a:lnTo>
                  <a:pt x="494424" y="50595"/>
                </a:lnTo>
                <a:cubicBezTo>
                  <a:pt x="494424" y="51270"/>
                  <a:pt x="494424" y="51905"/>
                  <a:pt x="494424" y="52579"/>
                </a:cubicBezTo>
                <a:cubicBezTo>
                  <a:pt x="494508" y="53645"/>
                  <a:pt x="494654" y="54705"/>
                  <a:pt x="494860" y="55754"/>
                </a:cubicBezTo>
                <a:cubicBezTo>
                  <a:pt x="495059" y="56706"/>
                  <a:pt x="495258" y="57699"/>
                  <a:pt x="495535" y="58651"/>
                </a:cubicBezTo>
                <a:cubicBezTo>
                  <a:pt x="496090" y="60313"/>
                  <a:pt x="496793" y="61920"/>
                  <a:pt x="497639" y="63454"/>
                </a:cubicBezTo>
                <a:cubicBezTo>
                  <a:pt x="499333" y="66514"/>
                  <a:pt x="501611" y="69210"/>
                  <a:pt x="504345" y="71391"/>
                </a:cubicBezTo>
                <a:cubicBezTo>
                  <a:pt x="505703" y="72471"/>
                  <a:pt x="507168" y="73415"/>
                  <a:pt x="508711" y="74209"/>
                </a:cubicBezTo>
                <a:cubicBezTo>
                  <a:pt x="509640" y="74680"/>
                  <a:pt x="510596" y="75104"/>
                  <a:pt x="511569" y="75479"/>
                </a:cubicBezTo>
                <a:cubicBezTo>
                  <a:pt x="518605" y="78136"/>
                  <a:pt x="526444" y="77675"/>
                  <a:pt x="533119" y="74209"/>
                </a:cubicBezTo>
                <a:cubicBezTo>
                  <a:pt x="534615" y="73428"/>
                  <a:pt x="536036" y="72510"/>
                  <a:pt x="537365" y="71470"/>
                </a:cubicBezTo>
                <a:cubicBezTo>
                  <a:pt x="546434" y="64410"/>
                  <a:pt x="549939" y="52324"/>
                  <a:pt x="546058" y="41506"/>
                </a:cubicBezTo>
                <a:cubicBezTo>
                  <a:pt x="543498" y="34050"/>
                  <a:pt x="537640" y="28191"/>
                  <a:pt x="530183" y="25631"/>
                </a:cubicBezTo>
                <a:cubicBezTo>
                  <a:pt x="528603" y="25109"/>
                  <a:pt x="526984" y="24710"/>
                  <a:pt x="525340" y="24441"/>
                </a:cubicBezTo>
                <a:close/>
                <a:moveTo>
                  <a:pt x="54170" y="24441"/>
                </a:moveTo>
                <a:cubicBezTo>
                  <a:pt x="49836" y="23828"/>
                  <a:pt x="45420" y="24235"/>
                  <a:pt x="41271" y="25631"/>
                </a:cubicBezTo>
                <a:cubicBezTo>
                  <a:pt x="40359" y="25949"/>
                  <a:pt x="39446" y="26346"/>
                  <a:pt x="38573" y="26743"/>
                </a:cubicBezTo>
                <a:cubicBezTo>
                  <a:pt x="37006" y="27509"/>
                  <a:pt x="35518" y="28425"/>
                  <a:pt x="34128" y="29481"/>
                </a:cubicBezTo>
                <a:cubicBezTo>
                  <a:pt x="33238" y="30156"/>
                  <a:pt x="32389" y="30885"/>
                  <a:pt x="31588" y="31664"/>
                </a:cubicBezTo>
                <a:cubicBezTo>
                  <a:pt x="28839" y="34368"/>
                  <a:pt x="26748" y="37668"/>
                  <a:pt x="25476" y="41308"/>
                </a:cubicBezTo>
                <a:cubicBezTo>
                  <a:pt x="20974" y="53481"/>
                  <a:pt x="25903" y="67128"/>
                  <a:pt x="37144" y="73614"/>
                </a:cubicBezTo>
                <a:cubicBezTo>
                  <a:pt x="38126" y="74188"/>
                  <a:pt x="39148" y="74691"/>
                  <a:pt x="40200" y="75121"/>
                </a:cubicBezTo>
                <a:cubicBezTo>
                  <a:pt x="43443" y="76481"/>
                  <a:pt x="46924" y="77184"/>
                  <a:pt x="50440" y="77185"/>
                </a:cubicBezTo>
                <a:cubicBezTo>
                  <a:pt x="52243" y="77189"/>
                  <a:pt x="54039" y="76989"/>
                  <a:pt x="55798" y="76590"/>
                </a:cubicBezTo>
                <a:cubicBezTo>
                  <a:pt x="56314" y="76511"/>
                  <a:pt x="56790" y="76233"/>
                  <a:pt x="57266" y="76233"/>
                </a:cubicBezTo>
                <a:cubicBezTo>
                  <a:pt x="58736" y="75856"/>
                  <a:pt x="60170" y="75351"/>
                  <a:pt x="61553" y="74725"/>
                </a:cubicBezTo>
                <a:cubicBezTo>
                  <a:pt x="64505" y="73373"/>
                  <a:pt x="67193" y="71505"/>
                  <a:pt x="69490" y="69209"/>
                </a:cubicBezTo>
                <a:cubicBezTo>
                  <a:pt x="74433" y="64296"/>
                  <a:pt x="77193" y="57603"/>
                  <a:pt x="77149" y="50635"/>
                </a:cubicBezTo>
                <a:cubicBezTo>
                  <a:pt x="77159" y="44731"/>
                  <a:pt x="75173" y="38996"/>
                  <a:pt x="71514" y="34363"/>
                </a:cubicBezTo>
                <a:cubicBezTo>
                  <a:pt x="67256" y="28910"/>
                  <a:pt x="61029" y="25348"/>
                  <a:pt x="54170" y="24441"/>
                </a:cubicBezTo>
                <a:close/>
                <a:moveTo>
                  <a:pt x="54236" y="142"/>
                </a:moveTo>
                <a:cubicBezTo>
                  <a:pt x="73837" y="1623"/>
                  <a:pt x="91597" y="14561"/>
                  <a:pt x="98263" y="34363"/>
                </a:cubicBezTo>
                <a:lnTo>
                  <a:pt x="473270" y="34363"/>
                </a:lnTo>
                <a:cubicBezTo>
                  <a:pt x="481978" y="9259"/>
                  <a:pt x="508613" y="-4846"/>
                  <a:pt x="534270" y="2058"/>
                </a:cubicBezTo>
                <a:cubicBezTo>
                  <a:pt x="551860" y="6605"/>
                  <a:pt x="565555" y="20396"/>
                  <a:pt x="569989" y="38014"/>
                </a:cubicBezTo>
                <a:cubicBezTo>
                  <a:pt x="570016" y="38124"/>
                  <a:pt x="570044" y="38233"/>
                  <a:pt x="570073" y="38343"/>
                </a:cubicBezTo>
                <a:cubicBezTo>
                  <a:pt x="576751" y="65388"/>
                  <a:pt x="560245" y="92729"/>
                  <a:pt x="533199" y="99410"/>
                </a:cubicBezTo>
                <a:lnTo>
                  <a:pt x="533199" y="472910"/>
                </a:lnTo>
                <a:cubicBezTo>
                  <a:pt x="551284" y="477343"/>
                  <a:pt x="565456" y="491376"/>
                  <a:pt x="570064" y="509419"/>
                </a:cubicBezTo>
                <a:cubicBezTo>
                  <a:pt x="576958" y="536414"/>
                  <a:pt x="560666" y="563881"/>
                  <a:pt x="533675" y="570775"/>
                </a:cubicBezTo>
                <a:cubicBezTo>
                  <a:pt x="506684" y="577669"/>
                  <a:pt x="479211" y="561378"/>
                  <a:pt x="472318" y="534385"/>
                </a:cubicBezTo>
                <a:lnTo>
                  <a:pt x="99255" y="534385"/>
                </a:lnTo>
                <a:cubicBezTo>
                  <a:pt x="94653" y="551638"/>
                  <a:pt x="81251" y="565159"/>
                  <a:pt x="64040" y="569918"/>
                </a:cubicBezTo>
                <a:cubicBezTo>
                  <a:pt x="37251" y="577324"/>
                  <a:pt x="9533" y="561611"/>
                  <a:pt x="2128" y="534823"/>
                </a:cubicBezTo>
                <a:cubicBezTo>
                  <a:pt x="-5278" y="508033"/>
                  <a:pt x="10435" y="480315"/>
                  <a:pt x="37224" y="472910"/>
                </a:cubicBezTo>
                <a:lnTo>
                  <a:pt x="37224" y="99133"/>
                </a:lnTo>
                <a:cubicBezTo>
                  <a:pt x="20986" y="94719"/>
                  <a:pt x="8019" y="82498"/>
                  <a:pt x="2650" y="66550"/>
                </a:cubicBezTo>
                <a:cubicBezTo>
                  <a:pt x="-6239" y="40148"/>
                  <a:pt x="7960" y="11539"/>
                  <a:pt x="34363" y="2650"/>
                </a:cubicBezTo>
                <a:cubicBezTo>
                  <a:pt x="40963" y="428"/>
                  <a:pt x="47702" y="-351"/>
                  <a:pt x="54236" y="142"/>
                </a:cubicBezTo>
                <a:close/>
              </a:path>
            </a:pathLst>
          </a:custGeom>
          <a:solidFill>
            <a:schemeClr val="accent1"/>
          </a:solidFill>
          <a:ln>
            <a:noFill/>
          </a:ln>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90" name="Google Shape;390;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1" name="Google Shape;391;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2" name="Google Shape;392;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3" name="Google Shape;393;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4" name="Google Shape;394;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5" name="Google Shape;395;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6" name="Google Shape;396;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7" name="Google Shape;397;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8" name="Google Shape;398;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9" name="Google Shape;399;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0" name="Google Shape;400;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1" name="Google Shape;401;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2" name="Google Shape;402;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3" name="Google Shape;403;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4" name="Google Shape;404;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5" name="Google Shape;405;p65"/>
          <p:cNvSpPr/>
          <p:nvPr/>
        </p:nvSpPr>
        <p:spPr>
          <a:xfrm>
            <a:off x="8928095"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6" name="Google Shape;40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7" name="Google Shape;40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8" name="Google Shape;40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9" name="Google Shape;40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0" name="Google Shape;41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1" name="Google Shape;41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2" name="Google Shape;412;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3" name="Google Shape;413;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4" name="Google Shape;414;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5" name="Google Shape;415;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6" name="Google Shape;416;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7" name="Google Shape;417;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8" name="Google Shape;418;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9" name="Google Shape;419;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0" name="Google Shape;420;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1" name="Google Shape;421;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2" name="Google Shape;422;p65"/>
          <p:cNvSpPr/>
          <p:nvPr/>
        </p:nvSpPr>
        <p:spPr>
          <a:xfrm>
            <a:off x="8486537" y="369898"/>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3" name="Google Shape;423;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4" name="Google Shape;424;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5" name="Google Shape;425;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6" name="Google Shape;426;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7" name="Google Shape;427;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8" name="Google Shape;428;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9" name="Google Shape;429;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0" name="Google Shape;430;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1" name="Google Shape;431;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2" name="Google Shape;432;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3" name="Google Shape;433;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4" name="Google Shape;434;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5" name="Google Shape;435;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6" name="Google Shape;436;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7" name="Google Shape;437;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8" name="Google Shape;438;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9" name="Google Shape;439;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0" name="Google Shape;440;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1" name="Google Shape;441;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2" name="Google Shape;442;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3" name="Google Shape;443;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4" name="Google Shape;444;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5" name="Google Shape;445;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6" name="Google Shape;446;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7" name="Google Shape;447;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8" name="Google Shape;448;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9" name="Google Shape;449;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0" name="Google Shape;450;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1" name="Google Shape;451;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2" name="Google Shape;452;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3" name="Google Shape;453;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4" name="Google Shape;454;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5" name="Google Shape;455;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6" name="Google Shape;45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7" name="Google Shape;45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8" name="Google Shape;45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9" name="Google Shape;45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0" name="Google Shape;46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1" name="Google Shape;46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2" name="Google Shape;462;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3" name="Google Shape;463;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4" name="Google Shape;464;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5" name="Google Shape;465;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6" name="Google Shape;466;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7" name="Google Shape;467;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8" name="Google Shape;468;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9" name="Google Shape;469;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0" name="Google Shape;470;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1" name="Google Shape;471;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2" name="Google Shape;472;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3" name="Google Shape;473;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4" name="Google Shape;474;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5" name="Google Shape;475;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6" name="Google Shape;476;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7" name="Google Shape;477;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8" name="Google Shape;478;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9" name="Google Shape;479;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0" name="Google Shape;480;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1" name="Google Shape;481;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2" name="Google Shape;482;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3" name="Google Shape;483;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4" name="Google Shape;484;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5" name="Google Shape;485;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6" name="Google Shape;486;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7" name="Google Shape;487;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8" name="Google Shape;488;p65"/>
          <p:cNvSpPr/>
          <p:nvPr/>
        </p:nvSpPr>
        <p:spPr>
          <a:xfrm>
            <a:off x="8686267" y="600854"/>
            <a:ext cx="192375" cy="224063"/>
          </a:xfrm>
          <a:custGeom>
            <a:avLst/>
            <a:gdLst/>
            <a:ahLst/>
            <a:cxnLst/>
            <a:rect l="l" t="t" r="r" b="b"/>
            <a:pathLst>
              <a:path w="120000" h="120000" extrusionOk="0">
                <a:moveTo>
                  <a:pt x="39875" y="120000"/>
                </a:moveTo>
                <a:lnTo>
                  <a:pt x="0" y="60322"/>
                </a:lnTo>
                <a:lnTo>
                  <a:pt x="40248" y="0"/>
                </a:lnTo>
                <a:lnTo>
                  <a:pt x="120000" y="0"/>
                </a:lnTo>
                <a:lnTo>
                  <a:pt x="120000" y="2580"/>
                </a:lnTo>
                <a:lnTo>
                  <a:pt x="42111" y="2580"/>
                </a:lnTo>
                <a:lnTo>
                  <a:pt x="3354" y="60322"/>
                </a:lnTo>
                <a:lnTo>
                  <a:pt x="42484" y="118548"/>
                </a:lnTo>
                <a:lnTo>
                  <a:pt x="39875"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9" name="Google Shape;489;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0" name="Google Shape;490;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1" name="Google Shape;491;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492" name="Google Shape;492;p65"/>
          <p:cNvSpPr txBox="1">
            <a:spLocks noGrp="1"/>
          </p:cNvSpPr>
          <p:nvPr>
            <p:ph type="sldNum" idx="12"/>
          </p:nvPr>
        </p:nvSpPr>
        <p:spPr>
          <a:xfrm>
            <a:off x="7488222" y="4916995"/>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3"/>
        <p:cNvGrpSpPr/>
        <p:nvPr/>
      </p:nvGrpSpPr>
      <p:grpSpPr>
        <a:xfrm>
          <a:off x="0" y="0"/>
          <a:ext cx="0" cy="0"/>
          <a:chOff x="0" y="0"/>
          <a:chExt cx="0" cy="0"/>
        </a:xfrm>
      </p:grpSpPr>
      <p:sp>
        <p:nvSpPr>
          <p:cNvPr id="494" name="Google Shape;494;p66"/>
          <p:cNvSpPr txBox="1">
            <a:spLocks noGrp="1"/>
          </p:cNvSpPr>
          <p:nvPr>
            <p:ph type="sldNum" idx="12"/>
          </p:nvPr>
        </p:nvSpPr>
        <p:spPr>
          <a:xfrm>
            <a:off x="7406649" y="4869180"/>
            <a:ext cx="1280438"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495" name="Google Shape;495;p66"/>
          <p:cNvSpPr txBox="1">
            <a:spLocks noGrp="1"/>
          </p:cNvSpPr>
          <p:nvPr>
            <p:ph type="dt" idx="10"/>
          </p:nvPr>
        </p:nvSpPr>
        <p:spPr>
          <a:xfrm>
            <a:off x="7406649" y="4766310"/>
            <a:ext cx="1280438" cy="10275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496" name="Google Shape;496;p66"/>
          <p:cNvSpPr txBox="1">
            <a:spLocks noGrp="1"/>
          </p:cNvSpPr>
          <p:nvPr>
            <p:ph type="ftr" idx="11"/>
          </p:nvPr>
        </p:nvSpPr>
        <p:spPr>
          <a:xfrm>
            <a:off x="455296" y="4766310"/>
            <a:ext cx="3981563" cy="10275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1">
  <p:cSld name="Agenda 1">
    <p:spTree>
      <p:nvGrpSpPr>
        <p:cNvPr id="1" name="Shape 497"/>
        <p:cNvGrpSpPr/>
        <p:nvPr/>
      </p:nvGrpSpPr>
      <p:grpSpPr>
        <a:xfrm>
          <a:off x="0" y="0"/>
          <a:ext cx="0" cy="0"/>
          <a:chOff x="0" y="0"/>
          <a:chExt cx="0" cy="0"/>
        </a:xfrm>
      </p:grpSpPr>
      <p:sp>
        <p:nvSpPr>
          <p:cNvPr id="498" name="Google Shape;498;p67"/>
          <p:cNvSpPr txBox="1">
            <a:spLocks noGrp="1"/>
          </p:cNvSpPr>
          <p:nvPr>
            <p:ph type="title"/>
          </p:nvPr>
        </p:nvSpPr>
        <p:spPr>
          <a:xfrm>
            <a:off x="345188" y="314325"/>
            <a:ext cx="8456063" cy="579375"/>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2900"/>
              <a:buFont typeface="Georgia"/>
              <a:buNone/>
              <a:defRPr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499" name="Google Shape;499;p6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genda 1 1">
  <p:cSld name="Agenda 1 1">
    <p:spTree>
      <p:nvGrpSpPr>
        <p:cNvPr id="1" name="Shape 500"/>
        <p:cNvGrpSpPr/>
        <p:nvPr/>
      </p:nvGrpSpPr>
      <p:grpSpPr>
        <a:xfrm>
          <a:off x="0" y="0"/>
          <a:ext cx="0" cy="0"/>
          <a:chOff x="0" y="0"/>
          <a:chExt cx="0" cy="0"/>
        </a:xfrm>
      </p:grpSpPr>
      <p:sp>
        <p:nvSpPr>
          <p:cNvPr id="501" name="Google Shape;501;p68"/>
          <p:cNvSpPr txBox="1">
            <a:spLocks noGrp="1"/>
          </p:cNvSpPr>
          <p:nvPr>
            <p:ph type="body" idx="1"/>
          </p:nvPr>
        </p:nvSpPr>
        <p:spPr>
          <a:xfrm>
            <a:off x="332184" y="1577340"/>
            <a:ext cx="8479500" cy="3055125"/>
          </a:xfrm>
          <a:prstGeom prst="rect">
            <a:avLst/>
          </a:prstGeom>
          <a:noFill/>
          <a:ln>
            <a:noFill/>
          </a:ln>
        </p:spPr>
        <p:txBody>
          <a:bodyPr spcFirstLastPara="1" wrap="square" lIns="0" tIns="0" rIns="0" bIns="0" anchor="t" anchorCtr="0">
            <a:noAutofit/>
          </a:bodyPr>
          <a:lstStyle>
            <a:lvl1pPr marL="457200" lvl="0" indent="-393700" algn="l">
              <a:lnSpc>
                <a:spcPct val="90000"/>
              </a:lnSpc>
              <a:spcBef>
                <a:spcPts val="0"/>
              </a:spcBef>
              <a:spcAft>
                <a:spcPts val="0"/>
              </a:spcAft>
              <a:buClr>
                <a:schemeClr val="accent1"/>
              </a:buClr>
              <a:buSzPts val="2600"/>
              <a:buFont typeface="Georgia"/>
              <a:buAutoNum type="arabicPeriod"/>
              <a:defRPr sz="2100" b="0">
                <a:solidFill>
                  <a:schemeClr val="dk1"/>
                </a:solidFill>
              </a:defRPr>
            </a:lvl1pPr>
            <a:lvl2pPr marL="914400" lvl="1" indent="-228600" algn="l">
              <a:lnSpc>
                <a:spcPct val="100000"/>
              </a:lnSpc>
              <a:spcBef>
                <a:spcPts val="500"/>
              </a:spcBef>
              <a:spcAft>
                <a:spcPts val="0"/>
              </a:spcAft>
              <a:buClr>
                <a:schemeClr val="accent4"/>
              </a:buClr>
              <a:buSzPts val="1400"/>
              <a:buFont typeface="Georgia"/>
              <a:buNone/>
              <a:defRPr sz="1200"/>
            </a:lvl2pPr>
            <a:lvl3pPr marL="1371600" lvl="2" indent="-317500" algn="l">
              <a:lnSpc>
                <a:spcPct val="100000"/>
              </a:lnSpc>
              <a:spcBef>
                <a:spcPts val="500"/>
              </a:spcBef>
              <a:spcAft>
                <a:spcPts val="0"/>
              </a:spcAft>
              <a:buClr>
                <a:schemeClr val="dk1"/>
              </a:buClr>
              <a:buSzPts val="1400"/>
              <a:buChar char="•"/>
              <a:defRPr/>
            </a:lvl3pPr>
            <a:lvl4pPr marL="1828800" lvl="3" indent="-317500" algn="l">
              <a:lnSpc>
                <a:spcPct val="100000"/>
              </a:lnSpc>
              <a:spcBef>
                <a:spcPts val="500"/>
              </a:spcBef>
              <a:spcAft>
                <a:spcPts val="0"/>
              </a:spcAft>
              <a:buClr>
                <a:schemeClr val="dk1"/>
              </a:buClr>
              <a:buSzPts val="1400"/>
              <a:buChar char="–"/>
              <a:defRPr/>
            </a:lvl4pPr>
            <a:lvl5pPr marL="2286000" lvl="4" indent="-317500" algn="l">
              <a:lnSpc>
                <a:spcPct val="100000"/>
              </a:lnSpc>
              <a:spcBef>
                <a:spcPts val="500"/>
              </a:spcBef>
              <a:spcAft>
                <a:spcPts val="0"/>
              </a:spcAft>
              <a:buClr>
                <a:schemeClr val="dk1"/>
              </a:buClr>
              <a:buSzPts val="1400"/>
              <a:buChar char="•"/>
              <a:defRPr/>
            </a:lvl5pPr>
            <a:lvl6pPr marL="2743200" lvl="5" indent="-317500" algn="l">
              <a:lnSpc>
                <a:spcPct val="100000"/>
              </a:lnSpc>
              <a:spcBef>
                <a:spcPts val="500"/>
              </a:spcBef>
              <a:spcAft>
                <a:spcPts val="0"/>
              </a:spcAft>
              <a:buClr>
                <a:schemeClr val="dk1"/>
              </a:buClr>
              <a:buSzPts val="1400"/>
              <a:buChar char="–"/>
              <a:defRPr/>
            </a:lvl6pPr>
            <a:lvl7pPr marL="3200400" lvl="6" indent="-317500" algn="l">
              <a:lnSpc>
                <a:spcPct val="100000"/>
              </a:lnSpc>
              <a:spcBef>
                <a:spcPts val="500"/>
              </a:spcBef>
              <a:spcAft>
                <a:spcPts val="0"/>
              </a:spcAft>
              <a:buClr>
                <a:schemeClr val="dk1"/>
              </a:buClr>
              <a:buSzPts val="1400"/>
              <a:buChar char="•"/>
              <a:defRPr/>
            </a:lvl7pPr>
            <a:lvl8pPr marL="3657600" lvl="7" indent="-317500" algn="l">
              <a:lnSpc>
                <a:spcPct val="100000"/>
              </a:lnSpc>
              <a:spcBef>
                <a:spcPts val="500"/>
              </a:spcBef>
              <a:spcAft>
                <a:spcPts val="0"/>
              </a:spcAft>
              <a:buClr>
                <a:schemeClr val="dk1"/>
              </a:buClr>
              <a:buSzPts val="1400"/>
              <a:buChar char="–"/>
              <a:defRPr/>
            </a:lvl8pPr>
            <a:lvl9pPr marL="4114800" lvl="8" indent="-317500" algn="l">
              <a:lnSpc>
                <a:spcPct val="100000"/>
              </a:lnSpc>
              <a:spcBef>
                <a:spcPts val="500"/>
              </a:spcBef>
              <a:spcAft>
                <a:spcPts val="500"/>
              </a:spcAft>
              <a:buClr>
                <a:schemeClr val="dk1"/>
              </a:buClr>
              <a:buSzPts val="1400"/>
              <a:buChar char="•"/>
              <a:defRPr/>
            </a:lvl9pPr>
          </a:lstStyle>
          <a:p>
            <a:endParaRPr/>
          </a:p>
        </p:txBody>
      </p:sp>
      <p:sp>
        <p:nvSpPr>
          <p:cNvPr id="502" name="Google Shape;502;p68"/>
          <p:cNvSpPr txBox="1">
            <a:spLocks noGrp="1"/>
          </p:cNvSpPr>
          <p:nvPr>
            <p:ph type="title"/>
          </p:nvPr>
        </p:nvSpPr>
        <p:spPr>
          <a:xfrm>
            <a:off x="332185" y="324000"/>
            <a:ext cx="8479500" cy="1040437"/>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900"/>
              <a:buFont typeface="Georgia"/>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3" name="Google Shape;503;p68"/>
          <p:cNvSpPr txBox="1">
            <a:spLocks noGrp="1"/>
          </p:cNvSpPr>
          <p:nvPr>
            <p:ph type="sldNum" idx="12"/>
          </p:nvPr>
        </p:nvSpPr>
        <p:spPr>
          <a:xfrm>
            <a:off x="7488222" y="4903516"/>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504"/>
        <p:cNvGrpSpPr/>
        <p:nvPr/>
      </p:nvGrpSpPr>
      <p:grpSpPr>
        <a:xfrm>
          <a:off x="0" y="0"/>
          <a:ext cx="0" cy="0"/>
          <a:chOff x="0" y="0"/>
          <a:chExt cx="0" cy="0"/>
        </a:xfrm>
      </p:grpSpPr>
      <p:sp>
        <p:nvSpPr>
          <p:cNvPr id="505" name="Google Shape;505;p69"/>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06" name="Google Shape;506;p69"/>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7" name="Google Shape;507;p69"/>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08" name="Google Shape;508;p69"/>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09" name="Google Shape;509;p69"/>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10" name="Google Shape;510;p69"/>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11" name="Google Shape;511;p69"/>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2" name="Google Shape;512;p69"/>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600" b="0" i="0" u="none" strike="noStrike" cap="none">
              <a:solidFill>
                <a:srgbClr val="F3AAA2"/>
              </a:solidFill>
              <a:latin typeface="Arial"/>
              <a:ea typeface="Arial"/>
              <a:cs typeface="Arial"/>
              <a:sym typeface="Arial"/>
            </a:endParaRPr>
          </a:p>
        </p:txBody>
      </p:sp>
      <p:cxnSp>
        <p:nvCxnSpPr>
          <p:cNvPr id="513" name="Google Shape;513;p69"/>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4" name="Google Shape;514;p69"/>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600" b="0" i="0" u="none" strike="noStrike" cap="none">
              <a:solidFill>
                <a:srgbClr val="F3AAA2"/>
              </a:solidFill>
              <a:latin typeface="Arial"/>
              <a:ea typeface="Arial"/>
              <a:cs typeface="Arial"/>
              <a:sym typeface="Arial"/>
            </a:endParaRPr>
          </a:p>
        </p:txBody>
      </p:sp>
      <p:cxnSp>
        <p:nvCxnSpPr>
          <p:cNvPr id="515" name="Google Shape;515;p69"/>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6" name="Google Shape;516;p69"/>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600" b="0" i="0" u="none" strike="noStrike" cap="none">
              <a:solidFill>
                <a:srgbClr val="F3AAA2"/>
              </a:solidFill>
              <a:latin typeface="Arial"/>
              <a:ea typeface="Arial"/>
              <a:cs typeface="Arial"/>
              <a:sym typeface="Arial"/>
            </a:endParaRPr>
          </a:p>
        </p:txBody>
      </p:sp>
      <p:cxnSp>
        <p:nvCxnSpPr>
          <p:cNvPr id="517" name="Google Shape;517;p69"/>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8" name="Google Shape;518;p69"/>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600" b="0" i="0" u="none" strike="noStrike" cap="none">
              <a:solidFill>
                <a:srgbClr val="F3AAA2"/>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19"/>
        <p:cNvGrpSpPr/>
        <p:nvPr/>
      </p:nvGrpSpPr>
      <p:grpSpPr>
        <a:xfrm>
          <a:off x="0" y="0"/>
          <a:ext cx="0" cy="0"/>
          <a:chOff x="0" y="0"/>
          <a:chExt cx="0" cy="0"/>
        </a:xfrm>
      </p:grpSpPr>
      <p:sp>
        <p:nvSpPr>
          <p:cNvPr id="520" name="Google Shape;520;p70"/>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21" name="Google Shape;521;p70"/>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22" name="Google Shape;522;p70"/>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23" name="Google Shape;523;p70"/>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24" name="Google Shape;524;p70"/>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25" name="Google Shape;525;p70"/>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26" name="Google Shape;526;p70"/>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7" name="Google Shape;527;p70"/>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1100" b="0" i="0" u="none" strike="noStrike" cap="none">
              <a:solidFill>
                <a:srgbClr val="000000"/>
              </a:solidFill>
              <a:latin typeface="Arial"/>
              <a:ea typeface="Arial"/>
              <a:cs typeface="Arial"/>
              <a:sym typeface="Arial"/>
            </a:endParaRPr>
          </a:p>
        </p:txBody>
      </p:sp>
      <p:cxnSp>
        <p:nvCxnSpPr>
          <p:cNvPr id="528" name="Google Shape;528;p70"/>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9" name="Google Shape;529;p70"/>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1100" b="0" i="0" u="none" strike="noStrike" cap="none">
              <a:solidFill>
                <a:srgbClr val="000000"/>
              </a:solidFill>
              <a:latin typeface="Arial"/>
              <a:ea typeface="Arial"/>
              <a:cs typeface="Arial"/>
              <a:sym typeface="Arial"/>
            </a:endParaRPr>
          </a:p>
        </p:txBody>
      </p:sp>
      <p:cxnSp>
        <p:nvCxnSpPr>
          <p:cNvPr id="530" name="Google Shape;530;p70"/>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1" name="Google Shape;531;p70"/>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1100" b="0" i="0" u="none" strike="noStrike" cap="none">
              <a:solidFill>
                <a:srgbClr val="000000"/>
              </a:solidFill>
              <a:latin typeface="Arial"/>
              <a:ea typeface="Arial"/>
              <a:cs typeface="Arial"/>
              <a:sym typeface="Arial"/>
            </a:endParaRPr>
          </a:p>
        </p:txBody>
      </p:sp>
      <p:cxnSp>
        <p:nvCxnSpPr>
          <p:cNvPr id="532" name="Google Shape;532;p70"/>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3" name="Google Shape;533;p70"/>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Thank You Light 1">
  <p:cSld name="Thank You Light 1">
    <p:bg>
      <p:bgPr>
        <a:solidFill>
          <a:schemeClr val="lt2"/>
        </a:solidFill>
        <a:effectLst/>
      </p:bgPr>
    </p:bg>
    <p:spTree>
      <p:nvGrpSpPr>
        <p:cNvPr id="1" name="Shape 534"/>
        <p:cNvGrpSpPr/>
        <p:nvPr/>
      </p:nvGrpSpPr>
      <p:grpSpPr>
        <a:xfrm>
          <a:off x="0" y="0"/>
          <a:ext cx="0" cy="0"/>
          <a:chOff x="0" y="0"/>
          <a:chExt cx="0" cy="0"/>
        </a:xfrm>
      </p:grpSpPr>
      <p:sp>
        <p:nvSpPr>
          <p:cNvPr id="535" name="Google Shape;535;p71"/>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71"/>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537" name="Google Shape;537;p71"/>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538" name="Google Shape;538;p71"/>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39"/>
        <p:cNvGrpSpPr/>
        <p:nvPr/>
      </p:nvGrpSpPr>
      <p:grpSpPr>
        <a:xfrm>
          <a:off x="0" y="0"/>
          <a:ext cx="0" cy="0"/>
          <a:chOff x="0" y="0"/>
          <a:chExt cx="0" cy="0"/>
        </a:xfrm>
      </p:grpSpPr>
      <p:sp>
        <p:nvSpPr>
          <p:cNvPr id="540" name="Google Shape;540;p72"/>
          <p:cNvSpPr txBox="1">
            <a:spLocks noGrp="1"/>
          </p:cNvSpPr>
          <p:nvPr>
            <p:ph type="body" idx="1"/>
          </p:nvPr>
        </p:nvSpPr>
        <p:spPr>
          <a:xfrm>
            <a:off x="448888" y="947671"/>
            <a:ext cx="8229563" cy="3681750"/>
          </a:xfrm>
          <a:prstGeom prst="rect">
            <a:avLst/>
          </a:prstGeom>
          <a:noFill/>
          <a:ln>
            <a:noFill/>
          </a:ln>
        </p:spPr>
        <p:txBody>
          <a:bodyPr spcFirstLastPara="1" wrap="square" lIns="0" tIns="0" rIns="0" bIns="0" anchor="t" anchorCtr="0">
            <a:noAutofit/>
          </a:bodyPr>
          <a:lstStyle>
            <a:lvl1pPr marL="457200" marR="0" lvl="0" indent="-292100" algn="l">
              <a:lnSpc>
                <a:spcPct val="100000"/>
              </a:lnSpc>
              <a:spcBef>
                <a:spcPts val="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2pPr>
            <a:lvl3pPr marL="1371600" marR="0" lvl="2"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3pPr>
            <a:lvl4pPr marL="1828800" marR="0" lvl="3"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4pPr>
            <a:lvl5pPr marL="2286000" marR="0" lvl="4"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5pPr>
            <a:lvl6pPr marL="2743200" marR="0" lvl="5"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6pPr>
            <a:lvl7pPr marL="3200400" marR="0" lvl="6"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7pPr>
            <a:lvl8pPr marL="3657600" marR="0" lvl="7"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8pPr>
            <a:lvl9pPr marL="4114800" marR="0" lvl="8" indent="-292100" algn="l">
              <a:lnSpc>
                <a:spcPct val="100000"/>
              </a:lnSpc>
              <a:spcBef>
                <a:spcPts val="600"/>
              </a:spcBef>
              <a:spcAft>
                <a:spcPts val="600"/>
              </a:spcAft>
              <a:buClr>
                <a:schemeClr val="dk1"/>
              </a:buClr>
              <a:buSzPts val="1000"/>
              <a:buFont typeface="Arial"/>
              <a:buChar char="•"/>
              <a:defRPr sz="800" b="0" i="0" u="none" strike="noStrike" cap="none">
                <a:solidFill>
                  <a:schemeClr val="dk1"/>
                </a:solidFill>
                <a:latin typeface="Arial"/>
                <a:ea typeface="Arial"/>
                <a:cs typeface="Arial"/>
                <a:sym typeface="Arial"/>
              </a:defRPr>
            </a:lvl9pPr>
          </a:lstStyle>
          <a:p>
            <a:endParaRPr/>
          </a:p>
        </p:txBody>
      </p:sp>
      <p:sp>
        <p:nvSpPr>
          <p:cNvPr id="541" name="Google Shape;541;p72"/>
          <p:cNvSpPr txBox="1">
            <a:spLocks noGrp="1"/>
          </p:cNvSpPr>
          <p:nvPr>
            <p:ph type="title"/>
          </p:nvPr>
        </p:nvSpPr>
        <p:spPr>
          <a:xfrm>
            <a:off x="448888" y="308610"/>
            <a:ext cx="8229563" cy="5568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800"/>
              <a:buFont typeface="Georgia"/>
              <a:buNone/>
              <a:defRPr sz="23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3200"/>
              <a:buNone/>
              <a:defRPr sz="2600"/>
            </a:lvl2pPr>
            <a:lvl3pPr lvl="2" algn="l">
              <a:lnSpc>
                <a:spcPct val="100000"/>
              </a:lnSpc>
              <a:spcBef>
                <a:spcPts val="0"/>
              </a:spcBef>
              <a:spcAft>
                <a:spcPts val="0"/>
              </a:spcAft>
              <a:buSzPts val="3200"/>
              <a:buNone/>
              <a:defRPr sz="2600"/>
            </a:lvl3pPr>
            <a:lvl4pPr lvl="3" algn="l">
              <a:lnSpc>
                <a:spcPct val="100000"/>
              </a:lnSpc>
              <a:spcBef>
                <a:spcPts val="0"/>
              </a:spcBef>
              <a:spcAft>
                <a:spcPts val="0"/>
              </a:spcAft>
              <a:buSzPts val="3200"/>
              <a:buNone/>
              <a:defRPr sz="2600"/>
            </a:lvl4pPr>
            <a:lvl5pPr lvl="4" algn="l">
              <a:lnSpc>
                <a:spcPct val="100000"/>
              </a:lnSpc>
              <a:spcBef>
                <a:spcPts val="0"/>
              </a:spcBef>
              <a:spcAft>
                <a:spcPts val="0"/>
              </a:spcAft>
              <a:buSzPts val="3200"/>
              <a:buNone/>
              <a:defRPr sz="2600"/>
            </a:lvl5pPr>
            <a:lvl6pPr lvl="5" algn="l">
              <a:lnSpc>
                <a:spcPct val="100000"/>
              </a:lnSpc>
              <a:spcBef>
                <a:spcPts val="0"/>
              </a:spcBef>
              <a:spcAft>
                <a:spcPts val="0"/>
              </a:spcAft>
              <a:buSzPts val="3200"/>
              <a:buNone/>
              <a:defRPr sz="2600"/>
            </a:lvl6pPr>
            <a:lvl7pPr lvl="6" algn="l">
              <a:lnSpc>
                <a:spcPct val="100000"/>
              </a:lnSpc>
              <a:spcBef>
                <a:spcPts val="0"/>
              </a:spcBef>
              <a:spcAft>
                <a:spcPts val="0"/>
              </a:spcAft>
              <a:buSzPts val="3200"/>
              <a:buNone/>
              <a:defRPr sz="2600"/>
            </a:lvl7pPr>
            <a:lvl8pPr lvl="7" algn="l">
              <a:lnSpc>
                <a:spcPct val="100000"/>
              </a:lnSpc>
              <a:spcBef>
                <a:spcPts val="0"/>
              </a:spcBef>
              <a:spcAft>
                <a:spcPts val="0"/>
              </a:spcAft>
              <a:buSzPts val="3200"/>
              <a:buNone/>
              <a:defRPr sz="2600"/>
            </a:lvl8pPr>
            <a:lvl9pPr lvl="8" algn="l">
              <a:lnSpc>
                <a:spcPct val="100000"/>
              </a:lnSpc>
              <a:spcBef>
                <a:spcPts val="0"/>
              </a:spcBef>
              <a:spcAft>
                <a:spcPts val="0"/>
              </a:spcAft>
              <a:buSzPts val="3200"/>
              <a:buNone/>
              <a:defRPr sz="2600"/>
            </a:lvl9pPr>
          </a:lstStyle>
          <a:p>
            <a:endParaRPr/>
          </a:p>
        </p:txBody>
      </p:sp>
      <p:sp>
        <p:nvSpPr>
          <p:cNvPr id="542" name="Google Shape;542;p72"/>
          <p:cNvSpPr txBox="1">
            <a:spLocks noGrp="1"/>
          </p:cNvSpPr>
          <p:nvPr>
            <p:ph type="sldNum" idx="12"/>
          </p:nvPr>
        </p:nvSpPr>
        <p:spPr>
          <a:xfrm>
            <a:off x="8143270" y="4926725"/>
            <a:ext cx="855750"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Diapositive de titr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2287" y="1287"/>
            <a:ext cx="9141713" cy="5142214"/>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01429" y="1472621"/>
            <a:ext cx="4248416" cy="1371600"/>
          </a:xfrm>
        </p:spPr>
        <p:txBody>
          <a:bodyPr anchor="t" anchorCtr="0"/>
          <a:lstStyle>
            <a:lvl1pPr algn="l">
              <a:lnSpc>
                <a:spcPct val="80000"/>
              </a:lnSpc>
              <a:spcBef>
                <a:spcPts val="1050"/>
              </a:spcBef>
              <a:defRPr sz="36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01428" y="4540865"/>
            <a:ext cx="3513335" cy="339921"/>
          </a:xfrm>
        </p:spPr>
        <p:txBody>
          <a:bodyPr/>
          <a:lstStyle>
            <a:lvl1pPr marL="0" indent="0" algn="l">
              <a:lnSpc>
                <a:spcPct val="100000"/>
              </a:lnSpc>
              <a:spcBef>
                <a:spcPts val="75"/>
              </a:spcBef>
              <a:spcAft>
                <a:spcPts val="0"/>
              </a:spcAft>
              <a:buNone/>
              <a:defRPr sz="1050" b="0"/>
            </a:lvl1pPr>
            <a:lvl2pPr marL="0" indent="0" algn="l">
              <a:lnSpc>
                <a:spcPct val="100000"/>
              </a:lnSpc>
              <a:spcBef>
                <a:spcPts val="75"/>
              </a:spcBef>
              <a:buNone/>
              <a:defRPr sz="1050" b="1">
                <a:latin typeface="+mn-lt"/>
              </a:defRPr>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Tree>
    <p:extLst>
      <p:ext uri="{BB962C8B-B14F-4D97-AF65-F5344CB8AC3E}">
        <p14:creationId xmlns:p14="http://schemas.microsoft.com/office/powerpoint/2010/main" val="2589418058"/>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554"/>
        <p:cNvGrpSpPr/>
        <p:nvPr/>
      </p:nvGrpSpPr>
      <p:grpSpPr>
        <a:xfrm>
          <a:off x="0" y="0"/>
          <a:ext cx="0" cy="0"/>
          <a:chOff x="0" y="0"/>
          <a:chExt cx="0" cy="0"/>
        </a:xfrm>
      </p:grpSpPr>
      <p:grpSp>
        <p:nvGrpSpPr>
          <p:cNvPr id="555" name="Google Shape;555;p75"/>
          <p:cNvGrpSpPr/>
          <p:nvPr/>
        </p:nvGrpSpPr>
        <p:grpSpPr>
          <a:xfrm>
            <a:off x="1" y="894"/>
            <a:ext cx="9143999" cy="3401112"/>
            <a:chOff x="0" y="-1850"/>
            <a:chExt cx="10058399" cy="5139458"/>
          </a:xfrm>
        </p:grpSpPr>
        <p:sp>
          <p:nvSpPr>
            <p:cNvPr id="556" name="Google Shape;556;p75"/>
            <p:cNvSpPr/>
            <p:nvPr/>
          </p:nvSpPr>
          <p:spPr>
            <a:xfrm>
              <a:off x="0" y="-1850"/>
              <a:ext cx="6738778" cy="3854593"/>
            </a:xfrm>
            <a:prstGeom prst="rect">
              <a:avLst/>
            </a:prstGeom>
            <a:solidFill>
              <a:srgbClr val="46464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7" name="Google Shape;557;p75"/>
            <p:cNvSpPr/>
            <p:nvPr/>
          </p:nvSpPr>
          <p:spPr>
            <a:xfrm>
              <a:off x="0" y="3852743"/>
              <a:ext cx="6738778" cy="1284865"/>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8" name="Google Shape;558;p75"/>
            <p:cNvSpPr/>
            <p:nvPr/>
          </p:nvSpPr>
          <p:spPr>
            <a:xfrm>
              <a:off x="6738779" y="-1850"/>
              <a:ext cx="3319620" cy="3854593"/>
            </a:xfrm>
            <a:prstGeom prst="rect">
              <a:avLst/>
            </a:prstGeom>
            <a:solidFill>
              <a:srgbClr val="EB8C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grpSp>
      <p:pic>
        <p:nvPicPr>
          <p:cNvPr id="559" name="Google Shape;559;p75"/>
          <p:cNvPicPr preferRelativeResize="0"/>
          <p:nvPr/>
        </p:nvPicPr>
        <p:blipFill rotWithShape="1">
          <a:blip r:embed="rId2">
            <a:alphaModFix/>
          </a:blip>
          <a:srcRect/>
          <a:stretch/>
        </p:blipFill>
        <p:spPr>
          <a:xfrm>
            <a:off x="258897" y="4058099"/>
            <a:ext cx="1636775" cy="983583"/>
          </a:xfrm>
          <a:prstGeom prst="rect">
            <a:avLst/>
          </a:prstGeom>
          <a:noFill/>
          <a:ln>
            <a:noFill/>
          </a:ln>
        </p:spPr>
      </p:pic>
      <p:sp>
        <p:nvSpPr>
          <p:cNvPr id="560" name="Google Shape;560;p75"/>
          <p:cNvSpPr txBox="1">
            <a:spLocks noGrp="1"/>
          </p:cNvSpPr>
          <p:nvPr>
            <p:ph type="ctrTitle"/>
          </p:nvPr>
        </p:nvSpPr>
        <p:spPr>
          <a:xfrm>
            <a:off x="452126" y="1592669"/>
            <a:ext cx="5522076"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1" name="Google Shape;561;p75"/>
          <p:cNvSpPr txBox="1">
            <a:spLocks noGrp="1"/>
          </p:cNvSpPr>
          <p:nvPr>
            <p:ph type="subTitle" idx="1"/>
          </p:nvPr>
        </p:nvSpPr>
        <p:spPr>
          <a:xfrm>
            <a:off x="452126" y="2606680"/>
            <a:ext cx="5522076"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562" name="Google Shape;562;p75"/>
          <p:cNvSpPr txBox="1"/>
          <p:nvPr/>
        </p:nvSpPr>
        <p:spPr>
          <a:xfrm>
            <a:off x="452126" y="3253912"/>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563" name="Google Shape;563;p75"/>
          <p:cNvSpPr txBox="1"/>
          <p:nvPr/>
        </p:nvSpPr>
        <p:spPr>
          <a:xfrm>
            <a:off x="452126" y="3114781"/>
            <a:ext cx="2002444" cy="1310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64" name="Google Shape;564;p75"/>
          <p:cNvSpPr txBox="1"/>
          <p:nvPr/>
        </p:nvSpPr>
        <p:spPr>
          <a:xfrm>
            <a:off x="452126" y="277579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ver Letter">
  <p:cSld name="Cover Letter">
    <p:spTree>
      <p:nvGrpSpPr>
        <p:cNvPr id="1" name="Shape 565"/>
        <p:cNvGrpSpPr/>
        <p:nvPr/>
      </p:nvGrpSpPr>
      <p:grpSpPr>
        <a:xfrm>
          <a:off x="0" y="0"/>
          <a:ext cx="0" cy="0"/>
          <a:chOff x="0" y="0"/>
          <a:chExt cx="0" cy="0"/>
        </a:xfrm>
      </p:grpSpPr>
      <p:sp>
        <p:nvSpPr>
          <p:cNvPr id="566" name="Google Shape;566;p76"/>
          <p:cNvSpPr/>
          <p:nvPr/>
        </p:nvSpPr>
        <p:spPr>
          <a:xfrm>
            <a:off x="0" y="0"/>
            <a:ext cx="2360815"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67" name="Google Shape;567;p76"/>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68" name="Google Shape;568;p76"/>
          <p:cNvSpPr txBox="1">
            <a:spLocks noGrp="1"/>
          </p:cNvSpPr>
          <p:nvPr>
            <p:ph type="body" idx="1"/>
          </p:nvPr>
        </p:nvSpPr>
        <p:spPr>
          <a:xfrm>
            <a:off x="407419" y="1361515"/>
            <a:ext cx="180738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69" name="Google Shape;569;p76"/>
          <p:cNvSpPr txBox="1">
            <a:spLocks noGrp="1"/>
          </p:cNvSpPr>
          <p:nvPr>
            <p:ph type="body" idx="2"/>
          </p:nvPr>
        </p:nvSpPr>
        <p:spPr>
          <a:xfrm>
            <a:off x="407419" y="4017453"/>
            <a:ext cx="1807385" cy="11202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cxnSp>
        <p:nvCxnSpPr>
          <p:cNvPr id="570" name="Google Shape;570;p76"/>
          <p:cNvCxnSpPr/>
          <p:nvPr/>
        </p:nvCxnSpPr>
        <p:spPr>
          <a:xfrm>
            <a:off x="2689261" y="1311089"/>
            <a:ext cx="5976851" cy="0"/>
          </a:xfrm>
          <a:prstGeom prst="straightConnector1">
            <a:avLst/>
          </a:prstGeom>
          <a:noFill/>
          <a:ln w="12700" cap="rnd" cmpd="sng">
            <a:solidFill>
              <a:schemeClr val="accent1"/>
            </a:solidFill>
            <a:prstDash val="dot"/>
            <a:round/>
            <a:headEnd type="none" w="sm" len="sm"/>
            <a:tailEnd type="none" w="sm" len="sm"/>
          </a:ln>
        </p:spPr>
      </p:cxnSp>
      <p:sp>
        <p:nvSpPr>
          <p:cNvPr id="571" name="Google Shape;571;p76"/>
          <p:cNvSpPr txBox="1">
            <a:spLocks noGrp="1"/>
          </p:cNvSpPr>
          <p:nvPr>
            <p:ph type="body" idx="3"/>
          </p:nvPr>
        </p:nvSpPr>
        <p:spPr>
          <a:xfrm>
            <a:off x="2689262" y="705971"/>
            <a:ext cx="2410201"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2" name="Google Shape;572;p76"/>
          <p:cNvSpPr txBox="1">
            <a:spLocks noGrp="1"/>
          </p:cNvSpPr>
          <p:nvPr>
            <p:ph type="body" idx="4"/>
          </p:nvPr>
        </p:nvSpPr>
        <p:spPr>
          <a:xfrm>
            <a:off x="2689262" y="1361515"/>
            <a:ext cx="5972599" cy="27140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3" name="Google Shape;573;p7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74" name="Google Shape;574;p7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75" name="Google Shape;575;p76"/>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6" name="Google Shape;576;p76"/>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77" name="Google Shape;577;p76"/>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78" name="Google Shape;578;p7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ver Letter US">
  <p:cSld name="Cover Letter US">
    <p:spTree>
      <p:nvGrpSpPr>
        <p:cNvPr id="1" name="Shape 579"/>
        <p:cNvGrpSpPr/>
        <p:nvPr/>
      </p:nvGrpSpPr>
      <p:grpSpPr>
        <a:xfrm>
          <a:off x="0" y="0"/>
          <a:ext cx="0" cy="0"/>
          <a:chOff x="0" y="0"/>
          <a:chExt cx="0" cy="0"/>
        </a:xfrm>
      </p:grpSpPr>
      <p:sp>
        <p:nvSpPr>
          <p:cNvPr id="580" name="Google Shape;580;p77"/>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81" name="Google Shape;581;p77"/>
          <p:cNvSpPr txBox="1">
            <a:spLocks noGrp="1"/>
          </p:cNvSpPr>
          <p:nvPr>
            <p:ph type="body" idx="1"/>
          </p:nvPr>
        </p:nvSpPr>
        <p:spPr>
          <a:xfrm>
            <a:off x="2631979"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2" name="Google Shape;582;p77"/>
          <p:cNvSpPr txBox="1">
            <a:spLocks noGrp="1"/>
          </p:cNvSpPr>
          <p:nvPr>
            <p:ph type="body" idx="2"/>
          </p:nvPr>
        </p:nvSpPr>
        <p:spPr>
          <a:xfrm>
            <a:off x="5733281"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3" name="Google Shape;583;p77"/>
          <p:cNvSpPr/>
          <p:nvPr/>
        </p:nvSpPr>
        <p:spPr>
          <a:xfrm>
            <a:off x="1" y="0"/>
            <a:ext cx="2362565" cy="5143500"/>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84" name="Google Shape;584;p77"/>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85" name="Google Shape;585;p77"/>
          <p:cNvSpPr txBox="1">
            <a:spLocks noGrp="1"/>
          </p:cNvSpPr>
          <p:nvPr>
            <p:ph type="body" idx="3"/>
          </p:nvPr>
        </p:nvSpPr>
        <p:spPr>
          <a:xfrm>
            <a:off x="407419" y="1361515"/>
            <a:ext cx="178242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6" name="Google Shape;586;p77"/>
          <p:cNvSpPr txBox="1">
            <a:spLocks noGrp="1"/>
          </p:cNvSpPr>
          <p:nvPr>
            <p:ph type="body" idx="4"/>
          </p:nvPr>
        </p:nvSpPr>
        <p:spPr>
          <a:xfrm>
            <a:off x="407419" y="3922635"/>
            <a:ext cx="1782425" cy="1120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7" name="Google Shape;587;p77"/>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88" name="Google Shape;588;p77"/>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9" name="Google Shape;589;p77"/>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90" name="Google Shape;590;p77"/>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91" name="Google Shape;591;p77"/>
          <p:cNvSpPr txBox="1"/>
          <p:nvPr/>
        </p:nvSpPr>
        <p:spPr>
          <a:xfrm>
            <a:off x="2533985"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2" name="Google Shape;592;p77"/>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ER: One">
  <p:cSld name="ER: One">
    <p:spTree>
      <p:nvGrpSpPr>
        <p:cNvPr id="1" name="Shape 593"/>
        <p:cNvGrpSpPr/>
        <p:nvPr/>
      </p:nvGrpSpPr>
      <p:grpSpPr>
        <a:xfrm>
          <a:off x="0" y="0"/>
          <a:ext cx="0" cy="0"/>
          <a:chOff x="0" y="0"/>
          <a:chExt cx="0" cy="0"/>
        </a:xfrm>
      </p:grpSpPr>
      <p:sp>
        <p:nvSpPr>
          <p:cNvPr id="594" name="Google Shape;594;p7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5" name="Google Shape;595;p78"/>
          <p:cNvSpPr txBox="1">
            <a:spLocks noGrp="1"/>
          </p:cNvSpPr>
          <p:nvPr>
            <p:ph type="body" idx="1"/>
          </p:nvPr>
        </p:nvSpPr>
        <p:spPr>
          <a:xfrm>
            <a:off x="482138" y="1912171"/>
            <a:ext cx="8179723"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6" name="Google Shape;596;p78"/>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7" name="Google Shape;597;p78"/>
          <p:cNvSpPr txBox="1">
            <a:spLocks noGrp="1"/>
          </p:cNvSpPr>
          <p:nvPr>
            <p:ph type="body" idx="2"/>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8" name="Google Shape;598;p78"/>
          <p:cNvSpPr txBox="1">
            <a:spLocks noGrp="1"/>
          </p:cNvSpPr>
          <p:nvPr>
            <p:ph type="body" idx="3"/>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9" name="Google Shape;599;p78"/>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0" name="Google Shape;600;p78"/>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1" name="Google Shape;601;p78"/>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2" name="Google Shape;602;p78"/>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3" name="Google Shape;603;p78"/>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04" name="Google Shape;604;p78"/>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ER: Two">
  <p:cSld name="ER: Two">
    <p:spTree>
      <p:nvGrpSpPr>
        <p:cNvPr id="1" name="Shape 605"/>
        <p:cNvGrpSpPr/>
        <p:nvPr/>
      </p:nvGrpSpPr>
      <p:grpSpPr>
        <a:xfrm>
          <a:off x="0" y="0"/>
          <a:ext cx="0" cy="0"/>
          <a:chOff x="0" y="0"/>
          <a:chExt cx="0" cy="0"/>
        </a:xfrm>
      </p:grpSpPr>
      <p:sp>
        <p:nvSpPr>
          <p:cNvPr id="606" name="Google Shape;606;p79"/>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7" name="Google Shape;607;p79"/>
          <p:cNvSpPr txBox="1">
            <a:spLocks noGrp="1"/>
          </p:cNvSpPr>
          <p:nvPr>
            <p:ph type="body" idx="1"/>
          </p:nvPr>
        </p:nvSpPr>
        <p:spPr>
          <a:xfrm>
            <a:off x="482138"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8" name="Google Shape;608;p79"/>
          <p:cNvSpPr txBox="1">
            <a:spLocks noGrp="1"/>
          </p:cNvSpPr>
          <p:nvPr>
            <p:ph type="body" idx="2"/>
          </p:nvPr>
        </p:nvSpPr>
        <p:spPr>
          <a:xfrm>
            <a:off x="4638502"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9" name="Google Shape;609;p79"/>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10" name="Google Shape;610;p79"/>
          <p:cNvSpPr txBox="1">
            <a:spLocks noGrp="1"/>
          </p:cNvSpPr>
          <p:nvPr>
            <p:ph type="body" idx="3"/>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1" name="Google Shape;611;p79"/>
          <p:cNvSpPr txBox="1">
            <a:spLocks noGrp="1"/>
          </p:cNvSpPr>
          <p:nvPr>
            <p:ph type="body" idx="4"/>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2" name="Google Shape;612;p7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3" name="Google Shape;613;p7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4" name="Google Shape;614;p7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5" name="Google Shape;615;p7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6" name="Google Shape;616;p7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17" name="Google Shape;617;p7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618"/>
        <p:cNvGrpSpPr/>
        <p:nvPr/>
      </p:nvGrpSpPr>
      <p:grpSpPr>
        <a:xfrm>
          <a:off x="0" y="0"/>
          <a:ext cx="0" cy="0"/>
          <a:chOff x="0" y="0"/>
          <a:chExt cx="0" cy="0"/>
        </a:xfrm>
      </p:grpSpPr>
      <p:sp>
        <p:nvSpPr>
          <p:cNvPr id="619" name="Google Shape;619;p80"/>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0" name="Google Shape;620;p80"/>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marR="0" lvl="5" indent="-273050" algn="l">
              <a:lnSpc>
                <a:spcPct val="100000"/>
              </a:lnSpc>
              <a:spcBef>
                <a:spcPts val="400"/>
              </a:spcBef>
              <a:spcAft>
                <a:spcPts val="0"/>
              </a:spcAft>
              <a:buClr>
                <a:schemeClr val="dk1"/>
              </a:buClr>
              <a:buSzPts val="700"/>
              <a:buFont typeface="Georgia"/>
              <a:buAutoNum type="arabicPeriod"/>
              <a:defRPr/>
            </a:lvl6pPr>
            <a:lvl7pPr marL="3200400" marR="0" lvl="6" indent="-273050" algn="l">
              <a:lnSpc>
                <a:spcPct val="100000"/>
              </a:lnSpc>
              <a:spcBef>
                <a:spcPts val="400"/>
              </a:spcBef>
              <a:spcAft>
                <a:spcPts val="0"/>
              </a:spcAft>
              <a:buClr>
                <a:schemeClr val="dk1"/>
              </a:buClr>
              <a:buSzPts val="700"/>
              <a:buFont typeface="Georgia"/>
              <a:buAutoNum type="alphaLcPeriod"/>
              <a:defRPr/>
            </a:lvl7pPr>
            <a:lvl8pPr marL="3657600" marR="0" lvl="7" indent="-273050" algn="l">
              <a:lnSpc>
                <a:spcPct val="100000"/>
              </a:lnSpc>
              <a:spcBef>
                <a:spcPts val="400"/>
              </a:spcBef>
              <a:spcAft>
                <a:spcPts val="0"/>
              </a:spcAft>
              <a:buClr>
                <a:schemeClr val="dk1"/>
              </a:buClr>
              <a:buSzPts val="700"/>
              <a:buFont typeface="Georgia"/>
              <a:buAutoNum type="romanLcPeriod"/>
              <a:defRPr/>
            </a:lvl8pPr>
            <a:lvl9pPr marL="4114800" marR="0" lvl="8" indent="-228600" algn="l">
              <a:lnSpc>
                <a:spcPct val="100000"/>
              </a:lnSpc>
              <a:spcBef>
                <a:spcPts val="400"/>
              </a:spcBef>
              <a:spcAft>
                <a:spcPts val="400"/>
              </a:spcAft>
              <a:buClr>
                <a:schemeClr val="dk2"/>
              </a:buClr>
              <a:buSzPts val="700"/>
              <a:buFont typeface="Arial"/>
              <a:buNone/>
              <a:defRPr/>
            </a:lvl9pPr>
          </a:lstStyle>
          <a:p>
            <a:endParaRPr/>
          </a:p>
        </p:txBody>
      </p:sp>
      <p:sp>
        <p:nvSpPr>
          <p:cNvPr id="621" name="Google Shape;621;p80"/>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22" name="Google Shape;622;p80"/>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3" name="Google Shape;623;p8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4" name="Google Shape;624;p8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5" name="Google Shape;625;p8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6" name="Google Shape;626;p8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27" name="Google Shape;627;p8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Two">
  <p:cSld name="Content: Two">
    <p:spTree>
      <p:nvGrpSpPr>
        <p:cNvPr id="1" name="Shape 628"/>
        <p:cNvGrpSpPr/>
        <p:nvPr/>
      </p:nvGrpSpPr>
      <p:grpSpPr>
        <a:xfrm>
          <a:off x="0" y="0"/>
          <a:ext cx="0" cy="0"/>
          <a:chOff x="0" y="0"/>
          <a:chExt cx="0" cy="0"/>
        </a:xfrm>
      </p:grpSpPr>
      <p:sp>
        <p:nvSpPr>
          <p:cNvPr id="629" name="Google Shape;629;p81"/>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0" name="Google Shape;630;p81"/>
          <p:cNvSpPr txBox="1">
            <a:spLocks noGrp="1"/>
          </p:cNvSpPr>
          <p:nvPr>
            <p:ph type="body" idx="1"/>
          </p:nvPr>
        </p:nvSpPr>
        <p:spPr>
          <a:xfrm>
            <a:off x="482138"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1" name="Google Shape;631;p81"/>
          <p:cNvSpPr txBox="1">
            <a:spLocks noGrp="1"/>
          </p:cNvSpPr>
          <p:nvPr>
            <p:ph type="body" idx="2"/>
          </p:nvPr>
        </p:nvSpPr>
        <p:spPr>
          <a:xfrm>
            <a:off x="4638502"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2" name="Google Shape;632;p8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33" name="Google Shape;633;p8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4" name="Google Shape;634;p8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5" name="Google Shape;635;p8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6" name="Google Shape;636;p8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7" name="Google Shape;637;p8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38" name="Google Shape;638;p8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ontent: Large left">
  <p:cSld name="Content: Large left">
    <p:spTree>
      <p:nvGrpSpPr>
        <p:cNvPr id="1" name="Shape 639"/>
        <p:cNvGrpSpPr/>
        <p:nvPr/>
      </p:nvGrpSpPr>
      <p:grpSpPr>
        <a:xfrm>
          <a:off x="0" y="0"/>
          <a:ext cx="0" cy="0"/>
          <a:chOff x="0" y="0"/>
          <a:chExt cx="0" cy="0"/>
        </a:xfrm>
      </p:grpSpPr>
      <p:sp>
        <p:nvSpPr>
          <p:cNvPr id="640" name="Google Shape;640;p8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1" name="Google Shape;641;p82"/>
          <p:cNvSpPr txBox="1">
            <a:spLocks noGrp="1"/>
          </p:cNvSpPr>
          <p:nvPr>
            <p:ph type="body" idx="1"/>
          </p:nvPr>
        </p:nvSpPr>
        <p:spPr>
          <a:xfrm>
            <a:off x="482138" y="1361515"/>
            <a:ext cx="5414819"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2" name="Google Shape;642;p82"/>
          <p:cNvSpPr txBox="1">
            <a:spLocks noGrp="1"/>
          </p:cNvSpPr>
          <p:nvPr>
            <p:ph type="body" idx="2"/>
          </p:nvPr>
        </p:nvSpPr>
        <p:spPr>
          <a:xfrm>
            <a:off x="6026728" y="1361515"/>
            <a:ext cx="262959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3" name="Google Shape;643;p8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44" name="Google Shape;644;p8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5" name="Google Shape;645;p8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6" name="Google Shape;646;p8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7" name="Google Shape;647;p8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8" name="Google Shape;648;p8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49" name="Google Shape;649;p8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Two Left">
  <p:cSld name="Content: Two Left">
    <p:spTree>
      <p:nvGrpSpPr>
        <p:cNvPr id="1" name="Shape 650"/>
        <p:cNvGrpSpPr/>
        <p:nvPr/>
      </p:nvGrpSpPr>
      <p:grpSpPr>
        <a:xfrm>
          <a:off x="0" y="0"/>
          <a:ext cx="0" cy="0"/>
          <a:chOff x="0" y="0"/>
          <a:chExt cx="0" cy="0"/>
        </a:xfrm>
      </p:grpSpPr>
      <p:sp>
        <p:nvSpPr>
          <p:cNvPr id="651" name="Google Shape;651;p8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2" name="Google Shape;652;p83"/>
          <p:cNvSpPr txBox="1">
            <a:spLocks noGrp="1"/>
          </p:cNvSpPr>
          <p:nvPr>
            <p:ph type="body" idx="1"/>
          </p:nvPr>
        </p:nvSpPr>
        <p:spPr>
          <a:xfrm>
            <a:off x="482138" y="1361515"/>
            <a:ext cx="4020590" cy="156322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3" name="Google Shape;653;p83"/>
          <p:cNvSpPr txBox="1">
            <a:spLocks noGrp="1"/>
          </p:cNvSpPr>
          <p:nvPr>
            <p:ph type="body" idx="2"/>
          </p:nvPr>
        </p:nvSpPr>
        <p:spPr>
          <a:xfrm>
            <a:off x="482138" y="3031640"/>
            <a:ext cx="402059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4" name="Google Shape;654;p83"/>
          <p:cNvSpPr txBox="1">
            <a:spLocks noGrp="1"/>
          </p:cNvSpPr>
          <p:nvPr>
            <p:ph type="body" idx="3"/>
          </p:nvPr>
        </p:nvSpPr>
        <p:spPr>
          <a:xfrm>
            <a:off x="4641273"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5" name="Google Shape;655;p8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56" name="Google Shape;656;p8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7" name="Google Shape;657;p8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8" name="Google Shape;658;p8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9" name="Google Shape;659;p83"/>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0" name="Google Shape;660;p83"/>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61" name="Google Shape;661;p83"/>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Two top ">
  <p:cSld name="Content: Two top ">
    <p:spTree>
      <p:nvGrpSpPr>
        <p:cNvPr id="1" name="Shape 662"/>
        <p:cNvGrpSpPr/>
        <p:nvPr/>
      </p:nvGrpSpPr>
      <p:grpSpPr>
        <a:xfrm>
          <a:off x="0" y="0"/>
          <a:ext cx="0" cy="0"/>
          <a:chOff x="0" y="0"/>
          <a:chExt cx="0" cy="0"/>
        </a:xfrm>
      </p:grpSpPr>
      <p:sp>
        <p:nvSpPr>
          <p:cNvPr id="663" name="Google Shape;663;p84"/>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4" name="Google Shape;664;p8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65" name="Google Shape;665;p8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6" name="Google Shape;666;p84"/>
          <p:cNvSpPr txBox="1">
            <a:spLocks noGrp="1"/>
          </p:cNvSpPr>
          <p:nvPr>
            <p:ph type="body" idx="1"/>
          </p:nvPr>
        </p:nvSpPr>
        <p:spPr>
          <a:xfrm>
            <a:off x="482138"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7" name="Google Shape;667;p84"/>
          <p:cNvSpPr txBox="1">
            <a:spLocks noGrp="1"/>
          </p:cNvSpPr>
          <p:nvPr>
            <p:ph type="body" idx="2"/>
          </p:nvPr>
        </p:nvSpPr>
        <p:spPr>
          <a:xfrm>
            <a:off x="4638502"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8" name="Google Shape;668;p84"/>
          <p:cNvSpPr txBox="1">
            <a:spLocks noGrp="1"/>
          </p:cNvSpPr>
          <p:nvPr>
            <p:ph type="body" idx="3"/>
          </p:nvPr>
        </p:nvSpPr>
        <p:spPr>
          <a:xfrm>
            <a:off x="482138" y="3032402"/>
            <a:ext cx="8179723"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9" name="Google Shape;669;p8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0" name="Google Shape;670;p8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1" name="Google Shape;671;p84"/>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2" name="Google Shape;672;p84"/>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73" name="Google Shape;673;p84"/>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ntent: Three">
  <p:cSld name="Content: Three">
    <p:spTree>
      <p:nvGrpSpPr>
        <p:cNvPr id="1" name="Shape 674"/>
        <p:cNvGrpSpPr/>
        <p:nvPr/>
      </p:nvGrpSpPr>
      <p:grpSpPr>
        <a:xfrm>
          <a:off x="0" y="0"/>
          <a:ext cx="0" cy="0"/>
          <a:chOff x="0" y="0"/>
          <a:chExt cx="0" cy="0"/>
        </a:xfrm>
      </p:grpSpPr>
      <p:sp>
        <p:nvSpPr>
          <p:cNvPr id="675" name="Google Shape;675;p85"/>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6" name="Google Shape;676;p85"/>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77" name="Google Shape;677;p8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78" name="Google Shape;678;p8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9" name="Google Shape;679;p85"/>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0" name="Google Shape;680;p85"/>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1" name="Google Shape;681;p8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2" name="Google Shape;682;p8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3" name="Google Shape;683;p85"/>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4" name="Google Shape;684;p85"/>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85" name="Google Shape;685;p85"/>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ntent: Four">
  <p:cSld name="Content: Four">
    <p:spTree>
      <p:nvGrpSpPr>
        <p:cNvPr id="1" name="Shape 686"/>
        <p:cNvGrpSpPr/>
        <p:nvPr/>
      </p:nvGrpSpPr>
      <p:grpSpPr>
        <a:xfrm>
          <a:off x="0" y="0"/>
          <a:ext cx="0" cy="0"/>
          <a:chOff x="0" y="0"/>
          <a:chExt cx="0" cy="0"/>
        </a:xfrm>
      </p:grpSpPr>
      <p:sp>
        <p:nvSpPr>
          <p:cNvPr id="687" name="Google Shape;687;p86"/>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8" name="Google Shape;688;p86"/>
          <p:cNvSpPr txBox="1">
            <a:spLocks noGrp="1"/>
          </p:cNvSpPr>
          <p:nvPr>
            <p:ph type="body" idx="1"/>
          </p:nvPr>
        </p:nvSpPr>
        <p:spPr>
          <a:xfrm>
            <a:off x="482138"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9" name="Google Shape;689;p86"/>
          <p:cNvSpPr txBox="1">
            <a:spLocks noGrp="1"/>
          </p:cNvSpPr>
          <p:nvPr>
            <p:ph type="body" idx="2"/>
          </p:nvPr>
        </p:nvSpPr>
        <p:spPr>
          <a:xfrm>
            <a:off x="4638502"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0" name="Google Shape;690;p86"/>
          <p:cNvSpPr txBox="1">
            <a:spLocks noGrp="1"/>
          </p:cNvSpPr>
          <p:nvPr>
            <p:ph type="body" idx="3"/>
          </p:nvPr>
        </p:nvSpPr>
        <p:spPr>
          <a:xfrm>
            <a:off x="482138"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1" name="Google Shape;691;p86"/>
          <p:cNvSpPr txBox="1">
            <a:spLocks noGrp="1"/>
          </p:cNvSpPr>
          <p:nvPr>
            <p:ph type="body" idx="4"/>
          </p:nvPr>
        </p:nvSpPr>
        <p:spPr>
          <a:xfrm>
            <a:off x="4638502"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2" name="Google Shape;692;p8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93" name="Google Shape;693;p8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4" name="Google Shape;694;p8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5" name="Google Shape;695;p8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6" name="Google Shape;696;p86"/>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7" name="Google Shape;697;p86"/>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98" name="Google Shape;698;p86"/>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Empty" type="blank">
  <p:cSld name="BLANK">
    <p:spTree>
      <p:nvGrpSpPr>
        <p:cNvPr id="1" name="Shape 699"/>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Title Only ">
  <p:cSld name="Content: Title Only ">
    <p:spTree>
      <p:nvGrpSpPr>
        <p:cNvPr id="1" name="Shape 700"/>
        <p:cNvGrpSpPr/>
        <p:nvPr/>
      </p:nvGrpSpPr>
      <p:grpSpPr>
        <a:xfrm>
          <a:off x="0" y="0"/>
          <a:ext cx="0" cy="0"/>
          <a:chOff x="0" y="0"/>
          <a:chExt cx="0" cy="0"/>
        </a:xfrm>
      </p:grpSpPr>
      <p:sp>
        <p:nvSpPr>
          <p:cNvPr id="701" name="Google Shape;701;p8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2" name="Google Shape;702;p88"/>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tent: Header Footer Only">
  <p:cSld name="Content: Header Footer Only">
    <p:spTree>
      <p:nvGrpSpPr>
        <p:cNvPr id="1" name="Shape 703"/>
        <p:cNvGrpSpPr/>
        <p:nvPr/>
      </p:nvGrpSpPr>
      <p:grpSpPr>
        <a:xfrm>
          <a:off x="0" y="0"/>
          <a:ext cx="0" cy="0"/>
          <a:chOff x="0" y="0"/>
          <a:chExt cx="0" cy="0"/>
        </a:xfrm>
      </p:grpSpPr>
      <p:sp>
        <p:nvSpPr>
          <p:cNvPr id="704" name="Google Shape;704;p89"/>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05" name="Google Shape;705;p8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06" name="Google Shape;706;p8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7" name="Google Shape;707;p8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8" name="Google Shape;708;p8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9" name="Google Shape;709;p8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0" name="Google Shape;710;p8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ntro Only">
  <p:cSld name="Intro Only">
    <p:spTree>
      <p:nvGrpSpPr>
        <p:cNvPr id="1" name="Shape 711"/>
        <p:cNvGrpSpPr/>
        <p:nvPr/>
      </p:nvGrpSpPr>
      <p:grpSpPr>
        <a:xfrm>
          <a:off x="0" y="0"/>
          <a:ext cx="0" cy="0"/>
          <a:chOff x="0" y="0"/>
          <a:chExt cx="0" cy="0"/>
        </a:xfrm>
      </p:grpSpPr>
      <p:sp>
        <p:nvSpPr>
          <p:cNvPr id="712" name="Google Shape;712;p90"/>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13" name="Google Shape;713;p9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4" name="Google Shape;714;p9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5" name="Google Shape;715;p9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6" name="Google Shape;716;p9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7" name="Google Shape;717;p9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At a Glance ">
  <p:cSld name="At a Glance ">
    <p:spTree>
      <p:nvGrpSpPr>
        <p:cNvPr id="1" name="Shape 718"/>
        <p:cNvGrpSpPr/>
        <p:nvPr/>
      </p:nvGrpSpPr>
      <p:grpSpPr>
        <a:xfrm>
          <a:off x="0" y="0"/>
          <a:ext cx="0" cy="0"/>
          <a:chOff x="0" y="0"/>
          <a:chExt cx="0" cy="0"/>
        </a:xfrm>
      </p:grpSpPr>
      <p:sp>
        <p:nvSpPr>
          <p:cNvPr id="719" name="Google Shape;719;p91"/>
          <p:cNvSpPr txBox="1">
            <a:spLocks noGrp="1"/>
          </p:cNvSpPr>
          <p:nvPr>
            <p:ph type="title"/>
          </p:nvPr>
        </p:nvSpPr>
        <p:spPr>
          <a:xfrm>
            <a:off x="482138" y="707987"/>
            <a:ext cx="2635135"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0" name="Google Shape;720;p91"/>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1" name="Google Shape;721;p9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22" name="Google Shape;722;p9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3" name="Google Shape;723;p91"/>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4" name="Google Shape;724;p91"/>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5" name="Google Shape;725;p91"/>
          <p:cNvSpPr txBox="1">
            <a:spLocks noGrp="1"/>
          </p:cNvSpPr>
          <p:nvPr>
            <p:ph type="body" idx="4"/>
          </p:nvPr>
        </p:nvSpPr>
        <p:spPr>
          <a:xfrm>
            <a:off x="3254433" y="712363"/>
            <a:ext cx="5407429" cy="55670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sz="700" b="1" i="0">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6" name="Google Shape;726;p9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7" name="Google Shape;727;p9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8" name="Google Shape;728;p9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9" name="Google Shape;729;p9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30" name="Google Shape;730;p9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Glossary">
  <p:cSld name="Glossary">
    <p:spTree>
      <p:nvGrpSpPr>
        <p:cNvPr id="1" name="Shape 731"/>
        <p:cNvGrpSpPr/>
        <p:nvPr/>
      </p:nvGrpSpPr>
      <p:grpSpPr>
        <a:xfrm>
          <a:off x="0" y="0"/>
          <a:ext cx="0" cy="0"/>
          <a:chOff x="0" y="0"/>
          <a:chExt cx="0" cy="0"/>
        </a:xfrm>
      </p:grpSpPr>
      <p:sp>
        <p:nvSpPr>
          <p:cNvPr id="732" name="Google Shape;732;p9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3" name="Google Shape;733;p92"/>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34" name="Google Shape;734;p9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5" name="Google Shape;735;p9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6" name="Google Shape;736;p9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7" name="Google Shape;737;p9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8" name="Google Shape;738;p9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9" name="Google Shape;739;p9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40" name="Google Shape;740;p9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Divider">
  <p:cSld name="Section Divider">
    <p:bg>
      <p:bgPr>
        <a:solidFill>
          <a:schemeClr val="accent1"/>
        </a:solidFill>
        <a:effectLst/>
      </p:bgPr>
    </p:bg>
    <p:spTree>
      <p:nvGrpSpPr>
        <p:cNvPr id="1" name="Shape 741"/>
        <p:cNvGrpSpPr/>
        <p:nvPr/>
      </p:nvGrpSpPr>
      <p:grpSpPr>
        <a:xfrm>
          <a:off x="0" y="0"/>
          <a:ext cx="0" cy="0"/>
          <a:chOff x="0" y="0"/>
          <a:chExt cx="0" cy="0"/>
        </a:xfrm>
      </p:grpSpPr>
      <p:sp>
        <p:nvSpPr>
          <p:cNvPr id="742" name="Google Shape;742;p93"/>
          <p:cNvSpPr txBox="1">
            <a:spLocks noGrp="1"/>
          </p:cNvSpPr>
          <p:nvPr>
            <p:ph type="title"/>
          </p:nvPr>
        </p:nvSpPr>
        <p:spPr>
          <a:xfrm>
            <a:off x="0" y="709207"/>
            <a:ext cx="5918662" cy="499012"/>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3" name="Google Shape;743;p93"/>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44" name="Google Shape;744;p9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5" name="Google Shape;745;p9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6" name="Google Shape;746;p9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47" name="Google Shape;747;p9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Divider 1">
  <p:cSld name="Section Divider 1">
    <p:bg>
      <p:bgPr>
        <a:solidFill>
          <a:schemeClr val="accent6"/>
        </a:solidFill>
        <a:effectLst/>
      </p:bgPr>
    </p:bg>
    <p:spTree>
      <p:nvGrpSpPr>
        <p:cNvPr id="1" name="Shape 748"/>
        <p:cNvGrpSpPr/>
        <p:nvPr/>
      </p:nvGrpSpPr>
      <p:grpSpPr>
        <a:xfrm>
          <a:off x="0" y="0"/>
          <a:ext cx="0" cy="0"/>
          <a:chOff x="0" y="0"/>
          <a:chExt cx="0" cy="0"/>
        </a:xfrm>
      </p:grpSpPr>
      <p:sp>
        <p:nvSpPr>
          <p:cNvPr id="749" name="Google Shape;749;p94"/>
          <p:cNvSpPr txBox="1">
            <a:spLocks noGrp="1"/>
          </p:cNvSpPr>
          <p:nvPr>
            <p:ph type="title"/>
          </p:nvPr>
        </p:nvSpPr>
        <p:spPr>
          <a:xfrm>
            <a:off x="0" y="709207"/>
            <a:ext cx="5918662" cy="499012"/>
          </a:xfrm>
          <a:prstGeom prst="rect">
            <a:avLst/>
          </a:prstGeom>
          <a:solidFill>
            <a:schemeClr val="accent1"/>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0" name="Google Shape;750;p94"/>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1" name="Google Shape;751;p9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2" name="Google Shape;752;p9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3" name="Google Shape;753;p9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54" name="Google Shape;754;p9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ppendix Divider">
  <p:cSld name="Appendix Divider">
    <p:bg>
      <p:bgPr>
        <a:solidFill>
          <a:schemeClr val="accent1"/>
        </a:solidFill>
        <a:effectLst/>
      </p:bgPr>
    </p:bg>
    <p:spTree>
      <p:nvGrpSpPr>
        <p:cNvPr id="1" name="Shape 755"/>
        <p:cNvGrpSpPr/>
        <p:nvPr/>
      </p:nvGrpSpPr>
      <p:grpSpPr>
        <a:xfrm>
          <a:off x="0" y="0"/>
          <a:ext cx="0" cy="0"/>
          <a:chOff x="0" y="0"/>
          <a:chExt cx="0" cy="0"/>
        </a:xfrm>
      </p:grpSpPr>
      <p:sp>
        <p:nvSpPr>
          <p:cNvPr id="756" name="Google Shape;756;p95"/>
          <p:cNvSpPr txBox="1">
            <a:spLocks noGrp="1"/>
          </p:cNvSpPr>
          <p:nvPr>
            <p:ph type="title"/>
          </p:nvPr>
        </p:nvSpPr>
        <p:spPr>
          <a:xfrm>
            <a:off x="0" y="705970"/>
            <a:ext cx="5919393" cy="502248"/>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7" name="Google Shape;757;p95"/>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8" name="Google Shape;758;p9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9" name="Google Shape;759;p9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0" name="Google Shape;760;p9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1" name="Google Shape;761;p9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ppendix Divider 1">
  <p:cSld name="Appendix Divider 1">
    <p:bg>
      <p:bgPr>
        <a:solidFill>
          <a:schemeClr val="accent6"/>
        </a:solidFill>
        <a:effectLst/>
      </p:bgPr>
    </p:bg>
    <p:spTree>
      <p:nvGrpSpPr>
        <p:cNvPr id="1" name="Shape 762"/>
        <p:cNvGrpSpPr/>
        <p:nvPr/>
      </p:nvGrpSpPr>
      <p:grpSpPr>
        <a:xfrm>
          <a:off x="0" y="0"/>
          <a:ext cx="0" cy="0"/>
          <a:chOff x="0" y="0"/>
          <a:chExt cx="0" cy="0"/>
        </a:xfrm>
      </p:grpSpPr>
      <p:sp>
        <p:nvSpPr>
          <p:cNvPr id="763" name="Google Shape;763;p96"/>
          <p:cNvSpPr txBox="1">
            <a:spLocks noGrp="1"/>
          </p:cNvSpPr>
          <p:nvPr>
            <p:ph type="title"/>
          </p:nvPr>
        </p:nvSpPr>
        <p:spPr>
          <a:xfrm>
            <a:off x="0" y="705970"/>
            <a:ext cx="5919393" cy="502248"/>
          </a:xfrm>
          <a:prstGeom prst="rect">
            <a:avLst/>
          </a:prstGeom>
          <a:solidFill>
            <a:schemeClr val="accent4"/>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4" name="Google Shape;764;p96"/>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65" name="Google Shape;765;p9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6" name="Google Shape;766;p9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7" name="Google Shape;767;p9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8" name="Google Shape;768;p9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69"/>
        <p:cNvGrpSpPr/>
        <p:nvPr/>
      </p:nvGrpSpPr>
      <p:grpSpPr>
        <a:xfrm>
          <a:off x="0" y="0"/>
          <a:ext cx="0" cy="0"/>
          <a:chOff x="0" y="0"/>
          <a:chExt cx="0" cy="0"/>
        </a:xfrm>
      </p:grpSpPr>
      <p:sp>
        <p:nvSpPr>
          <p:cNvPr id="770" name="Google Shape;770;p97"/>
          <p:cNvSpPr txBox="1">
            <a:spLocks noGrp="1"/>
          </p:cNvSpPr>
          <p:nvPr>
            <p:ph type="title"/>
          </p:nvPr>
        </p:nvSpPr>
        <p:spPr>
          <a:xfrm>
            <a:off x="457200" y="342900"/>
            <a:ext cx="3981797" cy="1887967"/>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dk1"/>
              </a:buClr>
              <a:buSzPts val="3200"/>
              <a:buFont typeface="Georgia"/>
              <a:buNone/>
              <a:defRPr sz="32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1" name="Google Shape;771;p97"/>
          <p:cNvSpPr/>
          <p:nvPr/>
        </p:nvSpPr>
        <p:spPr>
          <a:xfrm>
            <a:off x="0" y="3705641"/>
            <a:ext cx="9144000" cy="1437860"/>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772" name="Google Shape;772;p97"/>
          <p:cNvSpPr txBox="1">
            <a:spLocks noGrp="1"/>
          </p:cNvSpPr>
          <p:nvPr>
            <p:ph type="body" idx="1"/>
          </p:nvPr>
        </p:nvSpPr>
        <p:spPr>
          <a:xfrm>
            <a:off x="457200" y="3909060"/>
            <a:ext cx="8179724" cy="10287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773"/>
        <p:cNvGrpSpPr/>
        <p:nvPr/>
      </p:nvGrpSpPr>
      <p:grpSpPr>
        <a:xfrm>
          <a:off x="0" y="0"/>
          <a:ext cx="0" cy="0"/>
          <a:chOff x="0" y="0"/>
          <a:chExt cx="0" cy="0"/>
        </a:xfrm>
      </p:grpSpPr>
      <p:pic>
        <p:nvPicPr>
          <p:cNvPr id="774" name="Google Shape;774;p98"/>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75" name="Google Shape;775;p98"/>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76" name="Google Shape;776;p98"/>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77" name="Google Shape;777;p98"/>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8" name="Google Shape;778;p98"/>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79" name="Google Shape;779;p98"/>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0" name="Google Shape;780;p98"/>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1" name="Google Shape;781;p98"/>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3">
  <p:cSld name="Title slide 3">
    <p:spTree>
      <p:nvGrpSpPr>
        <p:cNvPr id="1" name="Shape 782"/>
        <p:cNvGrpSpPr/>
        <p:nvPr/>
      </p:nvGrpSpPr>
      <p:grpSpPr>
        <a:xfrm>
          <a:off x="0" y="0"/>
          <a:ext cx="0" cy="0"/>
          <a:chOff x="0" y="0"/>
          <a:chExt cx="0" cy="0"/>
        </a:xfrm>
      </p:grpSpPr>
      <p:pic>
        <p:nvPicPr>
          <p:cNvPr id="783" name="Google Shape;783;p99"/>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84" name="Google Shape;784;p99"/>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85" name="Google Shape;785;p99"/>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86" name="Google Shape;786;p99"/>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7" name="Google Shape;787;p99"/>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88" name="Google Shape;788;p99"/>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9" name="Google Shape;789;p99"/>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0" name="Google Shape;790;p99"/>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4">
  <p:cSld name="Title slide 4">
    <p:bg>
      <p:bgPr>
        <a:solidFill>
          <a:schemeClr val="accent6"/>
        </a:solidFill>
        <a:effectLst/>
      </p:bgPr>
    </p:bg>
    <p:spTree>
      <p:nvGrpSpPr>
        <p:cNvPr id="1" name="Shape 791"/>
        <p:cNvGrpSpPr/>
        <p:nvPr/>
      </p:nvGrpSpPr>
      <p:grpSpPr>
        <a:xfrm>
          <a:off x="0" y="0"/>
          <a:ext cx="0" cy="0"/>
          <a:chOff x="0" y="0"/>
          <a:chExt cx="0" cy="0"/>
        </a:xfrm>
      </p:grpSpPr>
      <p:pic>
        <p:nvPicPr>
          <p:cNvPr id="792" name="Google Shape;792;p100"/>
          <p:cNvPicPr preferRelativeResize="0"/>
          <p:nvPr/>
        </p:nvPicPr>
        <p:blipFill rotWithShape="1">
          <a:blip r:embed="rId2">
            <a:alphaModFix/>
          </a:blip>
          <a:srcRect/>
          <a:stretch/>
        </p:blipFill>
        <p:spPr>
          <a:xfrm>
            <a:off x="258896" y="4058098"/>
            <a:ext cx="1487978" cy="894166"/>
          </a:xfrm>
          <a:prstGeom prst="rect">
            <a:avLst/>
          </a:prstGeom>
          <a:noFill/>
          <a:ln>
            <a:noFill/>
          </a:ln>
        </p:spPr>
      </p:pic>
      <p:sp>
        <p:nvSpPr>
          <p:cNvPr id="793" name="Google Shape;793;p100"/>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4" name="Google Shape;794;p100"/>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95" name="Google Shape;795;p100"/>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96" name="Google Shape;796;p100"/>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7" name="Google Shape;797;p100"/>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tle Slide 2 - without image">
  <p:cSld name="Ttle Slide 2 - without image">
    <p:spTree>
      <p:nvGrpSpPr>
        <p:cNvPr id="1" name="Shape 798"/>
        <p:cNvGrpSpPr/>
        <p:nvPr/>
      </p:nvGrpSpPr>
      <p:grpSpPr>
        <a:xfrm>
          <a:off x="0" y="0"/>
          <a:ext cx="0" cy="0"/>
          <a:chOff x="0" y="0"/>
          <a:chExt cx="0" cy="0"/>
        </a:xfrm>
      </p:grpSpPr>
      <p:sp>
        <p:nvSpPr>
          <p:cNvPr id="799" name="Google Shape;799;p101"/>
          <p:cNvSpPr>
            <a:spLocks noGrp="1"/>
          </p:cNvSpPr>
          <p:nvPr>
            <p:ph type="pic" idx="2"/>
          </p:nvPr>
        </p:nvSpPr>
        <p:spPr>
          <a:xfrm>
            <a:off x="2057400" y="1"/>
            <a:ext cx="7086600" cy="5143499"/>
          </a:xfrm>
          <a:prstGeom prst="rect">
            <a:avLst/>
          </a:prstGeom>
          <a:solidFill>
            <a:srgbClr val="DEDEDE"/>
          </a:solidFill>
          <a:ln>
            <a:noFill/>
          </a:ln>
        </p:spPr>
      </p:sp>
      <p:grpSp>
        <p:nvGrpSpPr>
          <p:cNvPr id="800" name="Google Shape;800;p101"/>
          <p:cNvGrpSpPr/>
          <p:nvPr/>
        </p:nvGrpSpPr>
        <p:grpSpPr>
          <a:xfrm>
            <a:off x="1" y="1"/>
            <a:ext cx="6275652" cy="5143500"/>
            <a:chOff x="1" y="3"/>
            <a:chExt cx="6126163" cy="6858000"/>
          </a:xfrm>
        </p:grpSpPr>
        <p:sp>
          <p:nvSpPr>
            <p:cNvPr id="801" name="Google Shape;801;p101"/>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02" name="Google Shape;802;p101"/>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03" name="Google Shape;803;p101"/>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04" name="Google Shape;804;p101"/>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05" name="Google Shape;805;p101"/>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06" name="Google Shape;806;p101"/>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07" name="Google Shape;807;p101"/>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08" name="Google Shape;808;p101"/>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Ttle Slide 3 - without image">
  <p:cSld name="Ttle Slide 3 - without image">
    <p:spTree>
      <p:nvGrpSpPr>
        <p:cNvPr id="1" name="Shape 809"/>
        <p:cNvGrpSpPr/>
        <p:nvPr/>
      </p:nvGrpSpPr>
      <p:grpSpPr>
        <a:xfrm>
          <a:off x="0" y="0"/>
          <a:ext cx="0" cy="0"/>
          <a:chOff x="0" y="0"/>
          <a:chExt cx="0" cy="0"/>
        </a:xfrm>
      </p:grpSpPr>
      <p:sp>
        <p:nvSpPr>
          <p:cNvPr id="810" name="Google Shape;810;p102"/>
          <p:cNvSpPr>
            <a:spLocks noGrp="1"/>
          </p:cNvSpPr>
          <p:nvPr>
            <p:ph type="pic" idx="2"/>
          </p:nvPr>
        </p:nvSpPr>
        <p:spPr>
          <a:xfrm>
            <a:off x="2057400" y="1"/>
            <a:ext cx="7086600" cy="5143499"/>
          </a:xfrm>
          <a:prstGeom prst="rect">
            <a:avLst/>
          </a:prstGeom>
          <a:solidFill>
            <a:srgbClr val="DEDEDE"/>
          </a:solidFill>
          <a:ln>
            <a:noFill/>
          </a:ln>
        </p:spPr>
      </p:sp>
      <p:grpSp>
        <p:nvGrpSpPr>
          <p:cNvPr id="811" name="Google Shape;811;p102"/>
          <p:cNvGrpSpPr/>
          <p:nvPr/>
        </p:nvGrpSpPr>
        <p:grpSpPr>
          <a:xfrm>
            <a:off x="1" y="1"/>
            <a:ext cx="6275652" cy="5143500"/>
            <a:chOff x="1" y="3"/>
            <a:chExt cx="6126163" cy="6858000"/>
          </a:xfrm>
        </p:grpSpPr>
        <p:sp>
          <p:nvSpPr>
            <p:cNvPr id="812" name="Google Shape;812;p102"/>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13" name="Google Shape;813;p102"/>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14" name="Google Shape;814;p102"/>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15" name="Google Shape;815;p102"/>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16" name="Google Shape;816;p102"/>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17" name="Google Shape;817;p102"/>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18" name="Google Shape;818;p102"/>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19" name="Google Shape;819;p102"/>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820"/>
        <p:cNvGrpSpPr/>
        <p:nvPr/>
      </p:nvGrpSpPr>
      <p:grpSpPr>
        <a:xfrm>
          <a:off x="0" y="0"/>
          <a:ext cx="0" cy="0"/>
          <a:chOff x="0" y="0"/>
          <a:chExt cx="0" cy="0"/>
        </a:xfrm>
      </p:grpSpPr>
      <p:sp>
        <p:nvSpPr>
          <p:cNvPr id="821" name="Google Shape;821;p10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400"/>
              <a:buFont typeface="Arial"/>
              <a:buNone/>
              <a:defRPr sz="18400" b="0" i="0">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2" name="Google Shape;822;p10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823" name="Google Shape;823;p103"/>
          <p:cNvSpPr txBox="1">
            <a:spLocks noGrp="1"/>
          </p:cNvSpPr>
          <p:nvPr>
            <p:ph type="ftr" idx="11"/>
          </p:nvPr>
        </p:nvSpPr>
        <p:spPr>
          <a:xfrm>
            <a:off x="482138" y="4689662"/>
            <a:ext cx="5253644"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sz="600"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4" name="Google Shape;824;p103"/>
          <p:cNvSpPr txBox="1">
            <a:spLocks noGrp="1"/>
          </p:cNvSpPr>
          <p:nvPr>
            <p:ph type="dt" idx="10"/>
          </p:nvPr>
        </p:nvSpPr>
        <p:spPr>
          <a:xfrm>
            <a:off x="7132320" y="4689662"/>
            <a:ext cx="1521229"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5" name="Google Shape;825;p103"/>
          <p:cNvSpPr txBox="1">
            <a:spLocks noGrp="1"/>
          </p:cNvSpPr>
          <p:nvPr>
            <p:ph type="sldNum" idx="12"/>
          </p:nvPr>
        </p:nvSpPr>
        <p:spPr>
          <a:xfrm>
            <a:off x="7132320" y="4792532"/>
            <a:ext cx="1521229" cy="102870"/>
          </a:xfrm>
          <a:prstGeom prst="rect">
            <a:avLst/>
          </a:prstGeom>
          <a:noFill/>
          <a:ln>
            <a:noFill/>
          </a:ln>
        </p:spPr>
        <p:txBody>
          <a:bodyPr spcFirstLastPara="1" wrap="square" lIns="0" tIns="0" rIns="0" bIns="0" anchor="ctr" anchorCtr="0">
            <a:noAutofit/>
          </a:bodyPr>
          <a:lstStyle>
            <a:lvl1pPr marL="2540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2540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2540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2540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2540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2540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2540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2540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2540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29306"/>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90726709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32054"/>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34015855"/>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00038" y="-225561"/>
            <a:ext cx="4232672" cy="207749"/>
          </a:xfrm>
        </p:spPr>
        <p:txBody>
          <a:bodyPr wrap="square">
            <a:spAutoFit/>
          </a:bodyPr>
          <a:lstStyle>
            <a:lvl1pPr>
              <a:defRPr sz="135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4612707" y="688666"/>
            <a:ext cx="4245542" cy="1384994"/>
          </a:xfrm>
        </p:spPr>
        <p:txBody>
          <a:bodyPr wrap="square">
            <a:spAutoFit/>
          </a:bodyPr>
          <a:lstStyle>
            <a:lvl1pPr marL="0" indent="0" algn="l">
              <a:lnSpc>
                <a:spcPct val="80000"/>
              </a:lnSpc>
              <a:spcBef>
                <a:spcPts val="0"/>
              </a:spcBef>
              <a:spcAft>
                <a:spcPts val="0"/>
              </a:spcAft>
              <a:buNone/>
              <a:defRPr sz="11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612707" y="1825228"/>
            <a:ext cx="4245543" cy="2270522"/>
          </a:xfrm>
        </p:spPr>
        <p:txBody>
          <a:bodyPr/>
          <a:lstStyle>
            <a:lvl1pPr>
              <a:lnSpc>
                <a:spcPct val="100000"/>
              </a:lnSpc>
              <a:spcBef>
                <a:spcPts val="675"/>
              </a:spcBef>
              <a:spcAft>
                <a:spcPts val="0"/>
              </a:spcAft>
              <a:defRPr sz="4950" b="0" spc="-38"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301475" y="3385495"/>
            <a:ext cx="3513288" cy="1074538"/>
          </a:xfrm>
        </p:spPr>
        <p:txBody>
          <a:bodyPr/>
          <a:lstStyle>
            <a:lvl1pPr>
              <a:lnSpc>
                <a:spcPct val="100000"/>
              </a:lnSpc>
              <a:spcBef>
                <a:spcPts val="0"/>
              </a:spcBef>
              <a:spcAft>
                <a:spcPts val="0"/>
              </a:spcAft>
              <a:defRPr sz="1350" b="1"/>
            </a:lvl1pPr>
            <a:lvl2pPr>
              <a:lnSpc>
                <a:spcPct val="100000"/>
              </a:lnSpc>
              <a:spcBef>
                <a:spcPts val="0"/>
              </a:spcBef>
              <a:spcAft>
                <a:spcPts val="0"/>
              </a:spcAft>
              <a:defRPr sz="1350" b="0">
                <a:latin typeface="+mj-lt"/>
              </a:defRPr>
            </a:lvl2pPr>
            <a:lvl3pPr marL="0" indent="0">
              <a:buNone/>
              <a:defRPr/>
            </a:lvl3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4491914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1"/>
            </p:custDataLst>
            <p:extLst>
              <p:ext uri="{D42A27DB-BD31-4B8C-83A1-F6EECF244321}">
                <p14:modId xmlns:p14="http://schemas.microsoft.com/office/powerpoint/2010/main" val="370239629"/>
              </p:ext>
            </p:ext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Diapositive think-cell" r:id="rId3" imgW="592" imgH="591" progId="TCLayout.ActiveDocument.1">
                  <p:embed/>
                </p:oleObj>
              </mc:Choice>
              <mc:Fallback>
                <p:oleObj name="Diapositive think-cell" r:id="rId3" imgW="592" imgH="591" progId="TCLayout.ActiveDocument.1">
                  <p:embed/>
                  <p:pic>
                    <p:nvPicPr>
                      <p:cNvPr id="7" name="Objet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3" name="Content Placeholder 2"/>
          <p:cNvSpPr>
            <a:spLocks noGrp="1"/>
          </p:cNvSpPr>
          <p:nvPr>
            <p:ph idx="1" hasCustomPrompt="1"/>
          </p:nvPr>
        </p:nvSpPr>
        <p:spPr>
          <a:xfrm>
            <a:off x="457200" y="1577578"/>
            <a:ext cx="8229600" cy="305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GB"/>
          </a:p>
        </p:txBody>
      </p:sp>
      <p:sp>
        <p:nvSpPr>
          <p:cNvPr id="6" name="Slide Number Placeholder 5">
            <a:extLst>
              <a:ext uri="{FF2B5EF4-FFF2-40B4-BE49-F238E27FC236}">
                <a16:creationId xmlns:a16="http://schemas.microsoft.com/office/drawing/2014/main" id="{D3433AD6-7E25-3440-A0A8-374B46CA701C}"/>
              </a:ext>
            </a:extLst>
          </p:cNvPr>
          <p:cNvSpPr>
            <a:spLocks noGrp="1"/>
          </p:cNvSpPr>
          <p:nvPr>
            <p:ph type="sldNum" sz="quarter" idx="11"/>
          </p:nvPr>
        </p:nvSpPr>
        <p:spPr/>
        <p:txBody>
          <a:bodyPr/>
          <a:lstStyle/>
          <a:p>
            <a:fld id="{7870704B-CE94-48CC-AF30-84932A1262A7}" type="slidenum">
              <a:rPr lang="en-GB" smtClean="0"/>
              <a:pPr/>
              <a:t>‹N°›</a:t>
            </a:fld>
            <a:endParaRPr lang="en-GB"/>
          </a:p>
        </p:txBody>
      </p:sp>
      <p:sp>
        <p:nvSpPr>
          <p:cNvPr id="4" name="Title 3">
            <a:extLst>
              <a:ext uri="{FF2B5EF4-FFF2-40B4-BE49-F238E27FC236}">
                <a16:creationId xmlns:a16="http://schemas.microsoft.com/office/drawing/2014/main" id="{776FB90E-F37C-5341-AEB0-5E882FB00C69}"/>
              </a:ext>
            </a:extLst>
          </p:cNvPr>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78D09915-22BB-A744-9F60-36B5E912ADF7}"/>
              </a:ext>
            </a:extLst>
          </p:cNvPr>
          <p:cNvSpPr>
            <a:spLocks noGrp="1"/>
          </p:cNvSpPr>
          <p:nvPr>
            <p:ph type="dt" sz="half" idx="12"/>
          </p:nvPr>
        </p:nvSpPr>
        <p:spPr/>
        <p:txBody>
          <a:bodyPr/>
          <a:lstStyle/>
          <a:p>
            <a:r>
              <a:rPr lang="fr-FR"/>
              <a:t>Date</a:t>
            </a:r>
            <a:endParaRPr lang="en-US"/>
          </a:p>
        </p:txBody>
      </p:sp>
      <p:sp>
        <p:nvSpPr>
          <p:cNvPr id="5" name="Footer Placeholder 4">
            <a:extLst>
              <a:ext uri="{FF2B5EF4-FFF2-40B4-BE49-F238E27FC236}">
                <a16:creationId xmlns:a16="http://schemas.microsoft.com/office/drawing/2014/main" id="{85B138C9-6561-B649-8622-AF1946B5370B}"/>
              </a:ext>
            </a:extLst>
          </p:cNvPr>
          <p:cNvSpPr>
            <a:spLocks noGrp="1"/>
          </p:cNvSpPr>
          <p:nvPr>
            <p:ph type="ftr" sz="quarter" idx="13"/>
          </p:nvPr>
        </p:nvSpPr>
        <p:spPr/>
        <p:txBody>
          <a:bodyPr/>
          <a:lstStyle/>
          <a:p>
            <a:pPr algn="l"/>
            <a:r>
              <a:rPr lang="en-US"/>
              <a:t>PwC - mars 2019</a:t>
            </a:r>
          </a:p>
        </p:txBody>
      </p:sp>
    </p:spTree>
    <p:extLst>
      <p:ext uri="{BB962C8B-B14F-4D97-AF65-F5344CB8AC3E}">
        <p14:creationId xmlns:p14="http://schemas.microsoft.com/office/powerpoint/2010/main" val="39806658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theme" Target="../theme/theme2.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cxnSp>
        <p:nvCxnSpPr>
          <p:cNvPr id="51" name="Google Shape;51;p13"/>
          <p:cNvCxnSpPr/>
          <p:nvPr/>
        </p:nvCxnSpPr>
        <p:spPr>
          <a:xfrm rot="10800000">
            <a:off x="180942" y="4971563"/>
            <a:ext cx="3563" cy="171938"/>
          </a:xfrm>
          <a:prstGeom prst="straightConnector1">
            <a:avLst/>
          </a:prstGeom>
          <a:noFill/>
          <a:ln w="9525" cap="flat" cmpd="sng">
            <a:solidFill>
              <a:srgbClr val="D93954"/>
            </a:solidFill>
            <a:prstDash val="solid"/>
            <a:round/>
            <a:headEnd type="none" w="sm" len="sm"/>
            <a:tailEnd type="none" w="sm" len="sm"/>
          </a:ln>
        </p:spPr>
      </p:cxnSp>
      <p:sp>
        <p:nvSpPr>
          <p:cNvPr id="52" name="Google Shape;52;p1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900"/>
              <a:buFont typeface="Georgia"/>
              <a:buNone/>
              <a:defRPr sz="29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9pPr>
          </a:lstStyle>
          <a:p>
            <a:endParaRPr/>
          </a:p>
        </p:txBody>
      </p:sp>
      <p:sp>
        <p:nvSpPr>
          <p:cNvPr id="53" name="Google Shape;53;p13"/>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500"/>
              </a:spcBef>
              <a:spcAft>
                <a:spcPts val="5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5" name="Google Shape;55;p13"/>
          <p:cNvSpPr txBox="1"/>
          <p:nvPr/>
        </p:nvSpPr>
        <p:spPr>
          <a:xfrm>
            <a:off x="332188" y="4845094"/>
            <a:ext cx="1875000" cy="13465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400"/>
              </a:spcAft>
              <a:buClr>
                <a:srgbClr val="000000"/>
              </a:buClr>
              <a:buSzPts val="600"/>
              <a:buFont typeface="Arial"/>
              <a:buNone/>
            </a:pPr>
            <a:r>
              <a:rPr lang="en" sz="600" b="1" i="0" u="none" strike="noStrike" cap="none">
                <a:solidFill>
                  <a:schemeClr val="dk1"/>
                </a:solidFill>
                <a:latin typeface="Arial"/>
                <a:ea typeface="Arial"/>
                <a:cs typeface="Arial"/>
                <a:sym typeface="Arial"/>
              </a:rPr>
              <a:t>PwC</a:t>
            </a:r>
            <a:r>
              <a:rPr lang="en" sz="600" b="0" i="0" u="none" strike="noStrike" cap="none">
                <a:solidFill>
                  <a:schemeClr val="dk1"/>
                </a:solidFill>
                <a:latin typeface="Arial"/>
                <a:ea typeface="Arial"/>
                <a:cs typeface="Arial"/>
                <a:sym typeface="Arial"/>
              </a:rPr>
              <a:t> </a:t>
            </a:r>
            <a:endParaRPr sz="600" b="0" i="0" u="none" strike="noStrike" cap="none">
              <a:solidFill>
                <a:schemeClr val="dk1"/>
              </a:solidFill>
              <a:latin typeface="Arial"/>
              <a:ea typeface="Arial"/>
              <a:cs typeface="Arial"/>
              <a:sym typeface="Arial"/>
            </a:endParaRPr>
          </a:p>
        </p:txBody>
      </p:sp>
      <p:grpSp>
        <p:nvGrpSpPr>
          <p:cNvPr id="56" name="Google Shape;56;p13"/>
          <p:cNvGrpSpPr/>
          <p:nvPr/>
        </p:nvGrpSpPr>
        <p:grpSpPr>
          <a:xfrm rot="-5400000">
            <a:off x="-2029027" y="2702798"/>
            <a:ext cx="4419938" cy="165188"/>
            <a:chOff x="94992" y="152400"/>
            <a:chExt cx="7071900" cy="264300"/>
          </a:xfrm>
        </p:grpSpPr>
        <p:cxnSp>
          <p:nvCxnSpPr>
            <p:cNvPr id="57" name="Google Shape;57;p13"/>
            <p:cNvCxnSpPr>
              <a:stCxn id="58" idx="0"/>
            </p:cNvCxnSpPr>
            <p:nvPr/>
          </p:nvCxnSpPr>
          <p:spPr>
            <a:xfrm rot="-5400000">
              <a:off x="3783192" y="-3099150"/>
              <a:ext cx="600" cy="6766800"/>
            </a:xfrm>
            <a:prstGeom prst="straightConnector1">
              <a:avLst/>
            </a:prstGeom>
            <a:noFill/>
            <a:ln w="9525" cap="flat" cmpd="sng">
              <a:solidFill>
                <a:srgbClr val="D93954"/>
              </a:solidFill>
              <a:prstDash val="solid"/>
              <a:round/>
              <a:headEnd type="none" w="sm" len="sm"/>
              <a:tailEnd type="none" w="sm" len="sm"/>
            </a:ln>
          </p:spPr>
        </p:cxnSp>
        <p:sp>
          <p:nvSpPr>
            <p:cNvPr id="58" name="Google Shape;58;p13"/>
            <p:cNvSpPr/>
            <p:nvPr/>
          </p:nvSpPr>
          <p:spPr>
            <a:xfrm>
              <a:off x="94992" y="152400"/>
              <a:ext cx="305100" cy="264300"/>
            </a:xfrm>
            <a:prstGeom prst="hexagon">
              <a:avLst>
                <a:gd name="adj" fmla="val 25000"/>
                <a:gd name="vf" fmla="val 115470"/>
              </a:avLst>
            </a:prstGeom>
            <a:solidFill>
              <a:srgbClr val="EA8C09"/>
            </a:solidFill>
            <a:ln w="127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grpSp>
      <p:grpSp>
        <p:nvGrpSpPr>
          <p:cNvPr id="59" name="Google Shape;59;p13"/>
          <p:cNvGrpSpPr/>
          <p:nvPr/>
        </p:nvGrpSpPr>
        <p:grpSpPr>
          <a:xfrm>
            <a:off x="0" y="224057"/>
            <a:ext cx="218398" cy="617220"/>
            <a:chOff x="4552950" y="755650"/>
            <a:chExt cx="309944" cy="875940"/>
          </a:xfrm>
        </p:grpSpPr>
        <p:sp>
          <p:nvSpPr>
            <p:cNvPr id="60" name="Google Shape;60;p13"/>
            <p:cNvSpPr/>
            <p:nvPr/>
          </p:nvSpPr>
          <p:spPr>
            <a:xfrm>
              <a:off x="4552950" y="755650"/>
              <a:ext cx="224866" cy="350200"/>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1" name="Google Shape;61;p13"/>
            <p:cNvSpPr/>
            <p:nvPr/>
          </p:nvSpPr>
          <p:spPr>
            <a:xfrm>
              <a:off x="4601165" y="1105850"/>
              <a:ext cx="261729" cy="261729"/>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 name="Google Shape;62;p13"/>
            <p:cNvSpPr/>
            <p:nvPr/>
          </p:nvSpPr>
          <p:spPr>
            <a:xfrm>
              <a:off x="4641288" y="1366175"/>
              <a:ext cx="116422" cy="265415"/>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cxnSp>
        <p:nvCxnSpPr>
          <p:cNvPr id="63" name="Google Shape;63;p13"/>
          <p:cNvCxnSpPr/>
          <p:nvPr/>
        </p:nvCxnSpPr>
        <p:spPr>
          <a:xfrm>
            <a:off x="191531" y="-36431"/>
            <a:ext cx="0" cy="383063"/>
          </a:xfrm>
          <a:prstGeom prst="straightConnector1">
            <a:avLst/>
          </a:prstGeom>
          <a:noFill/>
          <a:ln w="9525" cap="flat" cmpd="sng">
            <a:solidFill>
              <a:srgbClr val="CF4C16"/>
            </a:solidFill>
            <a:prstDash val="solid"/>
            <a:round/>
            <a:headEnd type="none" w="sm" len="sm"/>
            <a:tailEnd type="none" w="sm" len="sm"/>
          </a:ln>
        </p:spPr>
      </p:cxnSp>
      <p:cxnSp>
        <p:nvCxnSpPr>
          <p:cNvPr id="64" name="Google Shape;64;p13"/>
          <p:cNvCxnSpPr/>
          <p:nvPr/>
        </p:nvCxnSpPr>
        <p:spPr>
          <a:xfrm>
            <a:off x="8952469" y="-36431"/>
            <a:ext cx="0" cy="383063"/>
          </a:xfrm>
          <a:prstGeom prst="straightConnector1">
            <a:avLst/>
          </a:prstGeom>
          <a:noFill/>
          <a:ln w="9525" cap="flat" cmpd="sng">
            <a:solidFill>
              <a:srgbClr val="CF4C16"/>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51"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56">
          <p15:clr>
            <a:srgbClr val="F26B43"/>
          </p15:clr>
        </p15:guide>
        <p15:guide id="2" pos="251">
          <p15:clr>
            <a:srgbClr val="F26B43"/>
          </p15:clr>
        </p15:guide>
        <p15:guide id="3" pos="6661">
          <p15:clr>
            <a:srgbClr val="F26B43"/>
          </p15:clr>
        </p15:guide>
        <p15:guide id="4" pos="3558">
          <p15:clr>
            <a:srgbClr val="F26B43"/>
          </p15:clr>
        </p15:guide>
        <p15:guide id="5" pos="3354">
          <p15:clr>
            <a:srgbClr val="F26B43"/>
          </p15:clr>
        </p15:guide>
        <p15:guide id="6" orient="horz" pos="3499">
          <p15:clr>
            <a:srgbClr val="F26B43"/>
          </p15:clr>
        </p15:guide>
        <p15:guide id="7" pos="2453">
          <p15:clr>
            <a:srgbClr val="F26B43"/>
          </p15:clr>
        </p15:guide>
        <p15:guide id="8" pos="2251">
          <p15:clr>
            <a:srgbClr val="F26B43"/>
          </p15:clr>
        </p15:guide>
        <p15:guide id="9" pos="4457">
          <p15:clr>
            <a:srgbClr val="F26B43"/>
          </p15:clr>
        </p15:guide>
        <p15:guide id="10" pos="4659">
          <p15:clr>
            <a:srgbClr val="F26B43"/>
          </p15:clr>
        </p15:guide>
        <p15:guide id="11" orient="horz" pos="1944">
          <p15:clr>
            <a:srgbClr val="F26B43"/>
          </p15:clr>
        </p15:guide>
        <p15:guide id="12" orient="horz" pos="996">
          <p15:clr>
            <a:srgbClr val="F26B43"/>
          </p15:clr>
        </p15:guide>
        <p15:guide id="13" orient="horz" pos="810">
          <p15:clr>
            <a:srgbClr val="F26B43"/>
          </p15:clr>
        </p15:guide>
        <p15:guide id="14" orient="horz" pos="2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7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900"/>
              <a:buFont typeface="Georgia"/>
              <a:buNone/>
              <a:defRPr sz="1900"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5" name="Google Shape;545;p7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700"/>
              <a:buFont typeface="Noto Sans Symbols"/>
              <a:buNone/>
              <a:defRPr sz="700" b="0" i="0" u="none" strike="noStrike" cap="none">
                <a:solidFill>
                  <a:schemeClr val="dk1"/>
                </a:solidFill>
                <a:latin typeface="Arial"/>
                <a:ea typeface="Arial"/>
                <a:cs typeface="Arial"/>
                <a:sym typeface="Arial"/>
              </a:defRPr>
            </a:lvl1pPr>
            <a:lvl2pPr marL="914400" marR="0" lvl="1" indent="-273050" algn="l" rtl="0">
              <a:lnSpc>
                <a:spcPct val="100000"/>
              </a:lnSpc>
              <a:spcBef>
                <a:spcPts val="400"/>
              </a:spcBef>
              <a:spcAft>
                <a:spcPts val="0"/>
              </a:spcAft>
              <a:buClr>
                <a:srgbClr val="000000"/>
              </a:buClr>
              <a:buSzPts val="700"/>
              <a:buFont typeface="Times New Roman"/>
              <a:buChar char="•"/>
              <a:defRPr sz="700" b="0" i="0" u="none" strike="noStrike" cap="none">
                <a:solidFill>
                  <a:schemeClr val="dk1"/>
                </a:solidFill>
                <a:latin typeface="Arial"/>
                <a:ea typeface="Arial"/>
                <a:cs typeface="Arial"/>
                <a:sym typeface="Arial"/>
              </a:defRPr>
            </a:lvl2pPr>
            <a:lvl3pPr marL="1371600" marR="0" lvl="2" indent="-273050" algn="l" rtl="0">
              <a:lnSpc>
                <a:spcPct val="100000"/>
              </a:lnSpc>
              <a:spcBef>
                <a:spcPts val="400"/>
              </a:spcBef>
              <a:spcAft>
                <a:spcPts val="0"/>
              </a:spcAft>
              <a:buClr>
                <a:srgbClr val="000000"/>
              </a:buClr>
              <a:buSzPts val="700"/>
              <a:buFont typeface="Arial"/>
              <a:buChar char="-"/>
              <a:defRPr sz="700" b="0" i="0" u="none" strike="noStrike" cap="none">
                <a:solidFill>
                  <a:schemeClr val="dk1"/>
                </a:solidFill>
                <a:latin typeface="Arial"/>
                <a:ea typeface="Arial"/>
                <a:cs typeface="Arial"/>
                <a:sym typeface="Arial"/>
              </a:defRPr>
            </a:lvl3pPr>
            <a:lvl4pPr marL="1828800" marR="0" lvl="3"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4pPr>
            <a:lvl5pPr marL="2286000" marR="0" lvl="4"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5pPr>
            <a:lvl6pPr marL="2743200" marR="0" lvl="5" indent="-273050" algn="l" rtl="0">
              <a:lnSpc>
                <a:spcPct val="100000"/>
              </a:lnSpc>
              <a:spcBef>
                <a:spcPts val="400"/>
              </a:spcBef>
              <a:spcAft>
                <a:spcPts val="0"/>
              </a:spcAft>
              <a:buClr>
                <a:schemeClr val="dk1"/>
              </a:buClr>
              <a:buSzPts val="700"/>
              <a:buFont typeface="Georgia"/>
              <a:buAutoNum type="arabicPeriod"/>
              <a:defRPr sz="700" b="0" i="0" u="none" strike="noStrike" cap="none">
                <a:solidFill>
                  <a:schemeClr val="dk1"/>
                </a:solidFill>
                <a:latin typeface="Arial"/>
                <a:ea typeface="Arial"/>
                <a:cs typeface="Arial"/>
                <a:sym typeface="Arial"/>
              </a:defRPr>
            </a:lvl6pPr>
            <a:lvl7pPr marL="3200400" marR="0" lvl="6" indent="-273050" algn="l" rtl="0">
              <a:lnSpc>
                <a:spcPct val="100000"/>
              </a:lnSpc>
              <a:spcBef>
                <a:spcPts val="400"/>
              </a:spcBef>
              <a:spcAft>
                <a:spcPts val="0"/>
              </a:spcAft>
              <a:buClr>
                <a:schemeClr val="dk1"/>
              </a:buClr>
              <a:buSzPts val="700"/>
              <a:buFont typeface="Georgia"/>
              <a:buAutoNum type="alphaLcPeriod"/>
              <a:defRPr sz="700" b="0" i="0" u="none" strike="noStrike" cap="none">
                <a:solidFill>
                  <a:schemeClr val="dk1"/>
                </a:solidFill>
                <a:latin typeface="Arial"/>
                <a:ea typeface="Arial"/>
                <a:cs typeface="Arial"/>
                <a:sym typeface="Arial"/>
              </a:defRPr>
            </a:lvl7pPr>
            <a:lvl8pPr marL="3657600" marR="0" lvl="7" indent="-273050" algn="l" rtl="0">
              <a:lnSpc>
                <a:spcPct val="100000"/>
              </a:lnSpc>
              <a:spcBef>
                <a:spcPts val="400"/>
              </a:spcBef>
              <a:spcAft>
                <a:spcPts val="0"/>
              </a:spcAft>
              <a:buClr>
                <a:schemeClr val="dk1"/>
              </a:buClr>
              <a:buSzPts val="700"/>
              <a:buFont typeface="Georgia"/>
              <a:buAutoNum type="romanLcPeriod"/>
              <a:defRPr sz="700" b="0" i="0" u="none" strike="noStrike" cap="none">
                <a:solidFill>
                  <a:schemeClr val="dk1"/>
                </a:solidFill>
                <a:latin typeface="Arial"/>
                <a:ea typeface="Arial"/>
                <a:cs typeface="Arial"/>
                <a:sym typeface="Arial"/>
              </a:defRPr>
            </a:lvl8pPr>
            <a:lvl9pPr marL="4114800" marR="0" lvl="8" indent="-228600" algn="l" rtl="0">
              <a:lnSpc>
                <a:spcPct val="100000"/>
              </a:lnSpc>
              <a:spcBef>
                <a:spcPts val="400"/>
              </a:spcBef>
              <a:spcAft>
                <a:spcPts val="400"/>
              </a:spcAft>
              <a:buClr>
                <a:schemeClr val="dk2"/>
              </a:buClr>
              <a:buSzPts val="700"/>
              <a:buFont typeface="Arial"/>
              <a:buNone/>
              <a:defRPr sz="700" b="1" i="0" u="none" strike="noStrike" cap="none">
                <a:solidFill>
                  <a:schemeClr val="dk2"/>
                </a:solidFill>
                <a:latin typeface="Arial"/>
                <a:ea typeface="Arial"/>
                <a:cs typeface="Arial"/>
                <a:sym typeface="Arial"/>
              </a:defRPr>
            </a:lvl9pPr>
          </a:lstStyle>
          <a:p>
            <a:endParaRPr/>
          </a:p>
        </p:txBody>
      </p:sp>
      <p:sp>
        <p:nvSpPr>
          <p:cNvPr id="546" name="Google Shape;546;p73"/>
          <p:cNvSpPr txBox="1">
            <a:spLocks noGrp="1"/>
          </p:cNvSpPr>
          <p:nvPr>
            <p:ph type="dt" idx="10"/>
          </p:nvPr>
        </p:nvSpPr>
        <p:spPr>
          <a:xfrm>
            <a:off x="7132320" y="4689662"/>
            <a:ext cx="1521229" cy="102870"/>
          </a:xfrm>
          <a:prstGeom prst="rect">
            <a:avLst/>
          </a:prstGeom>
          <a:noFill/>
          <a:ln>
            <a:noFill/>
          </a:ln>
        </p:spPr>
        <p:txBody>
          <a:bodyPr spcFirstLastPara="1" wrap="square" lIns="76400" tIns="38200" rIns="76400" bIns="38200" anchor="ctr" anchorCtr="0">
            <a:noAutofit/>
          </a:bodyPr>
          <a:lstStyle>
            <a:lvl1pPr marR="0" lvl="0" algn="r"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7" name="Google Shape;547;p73"/>
          <p:cNvSpPr txBox="1">
            <a:spLocks noGrp="1"/>
          </p:cNvSpPr>
          <p:nvPr>
            <p:ph type="ftr" idx="11"/>
          </p:nvPr>
        </p:nvSpPr>
        <p:spPr>
          <a:xfrm>
            <a:off x="482138" y="4689662"/>
            <a:ext cx="5253644" cy="102870"/>
          </a:xfrm>
          <a:prstGeom prst="rect">
            <a:avLst/>
          </a:prstGeom>
          <a:noFill/>
          <a:ln>
            <a:noFill/>
          </a:ln>
        </p:spPr>
        <p:txBody>
          <a:bodyPr spcFirstLastPara="1" wrap="square" lIns="76400" tIns="38200" rIns="76400" bIns="38200" anchor="ctr" anchorCtr="0">
            <a:noAutofit/>
          </a:bodyPr>
          <a:lstStyle>
            <a:lvl1pPr marR="0" lvl="0" algn="l"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8" name="Google Shape;548;p73"/>
          <p:cNvSpPr txBox="1">
            <a:spLocks noGrp="1"/>
          </p:cNvSpPr>
          <p:nvPr>
            <p:ph type="sldNum" idx="12"/>
          </p:nvPr>
        </p:nvSpPr>
        <p:spPr>
          <a:xfrm>
            <a:off x="7132320" y="4792532"/>
            <a:ext cx="1521229" cy="102870"/>
          </a:xfrm>
          <a:prstGeom prst="rect">
            <a:avLst/>
          </a:prstGeom>
          <a:noFill/>
          <a:ln>
            <a:noFill/>
          </a:ln>
        </p:spPr>
        <p:txBody>
          <a:bodyPr spcFirstLastPara="1" wrap="square" lIns="76400" tIns="38200" rIns="76400" bIns="38200" anchor="ctr" anchorCtr="0">
            <a:noAutofit/>
          </a:bodyPr>
          <a:lstStyle>
            <a:lvl1pPr marL="2540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1pPr>
            <a:lvl2pPr marL="2540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2pPr>
            <a:lvl3pPr marL="2540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3pPr>
            <a:lvl4pPr marL="2540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4pPr>
            <a:lvl5pPr marL="2540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5pPr>
            <a:lvl6pPr marL="2540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6pPr>
            <a:lvl7pPr marL="2540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7pPr>
            <a:lvl8pPr marL="2540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8pPr>
            <a:lvl9pPr marL="2540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52" r:id="rId30"/>
    <p:sldLayoutId id="2147483753" r:id="rId31"/>
    <p:sldLayoutId id="2147483754" r:id="rId32"/>
    <p:sldLayoutId id="2147483755"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fr-FR"/>
              <a:t>{{REPORT_DATE}}</a:t>
            </a:r>
            <a:endParaRPr lang="fr-FR" noProof="0" dirty="0"/>
          </a:p>
        </p:txBody>
      </p:sp>
      <p:pic>
        <p:nvPicPr>
          <p:cNvPr id="38" name="Graphic 37">
            <a:extLst>
              <a:ext uri="{FF2B5EF4-FFF2-40B4-BE49-F238E27FC236}">
                <a16:creationId xmlns:a16="http://schemas.microsoft.com/office/drawing/2014/main" id="{8BA1E75A-D246-CA7E-BB5D-004AE9815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
        <p:nvSpPr>
          <p:cNvPr id="5" name="Google Shape;830;p104">
            <a:extLst>
              <a:ext uri="{FF2B5EF4-FFF2-40B4-BE49-F238E27FC236}">
                <a16:creationId xmlns:a16="http://schemas.microsoft.com/office/drawing/2014/main" id="{71938D77-C48A-0DD4-E7B1-178A622B3C6C}"/>
              </a:ext>
            </a:extLst>
          </p:cNvPr>
          <p:cNvSpPr txBox="1">
            <a:spLocks noGrp="1"/>
          </p:cNvSpPr>
          <p:nvPr>
            <p:ph type="ctrTitle"/>
          </p:nvPr>
        </p:nvSpPr>
        <p:spPr>
          <a:xfrm>
            <a:off x="701546" y="793600"/>
            <a:ext cx="4446187" cy="1814813"/>
          </a:xfrm>
          <a:prstGeom prst="rect">
            <a:avLst/>
          </a:prstGeom>
          <a:noFill/>
          <a:ln>
            <a:noFill/>
          </a:ln>
        </p:spPr>
        <p:txBody>
          <a:bodyPr spcFirstLastPara="1" wrap="square" lIns="0" tIns="0" rIns="0" bIns="0" anchor="b" anchorCtr="0">
            <a:noAutofit/>
          </a:bodyPr>
          <a:lstStyle/>
          <a:p>
            <a:pPr lvl="0">
              <a:lnSpc>
                <a:spcPct val="85000"/>
              </a:lnSpc>
              <a:spcBef>
                <a:spcPts val="0"/>
              </a:spcBef>
              <a:buClr>
                <a:schemeClr val="lt1"/>
              </a:buClr>
              <a:buSzPts val="4500"/>
            </a:pPr>
            <a:r>
              <a:rPr lang="fr-FR" sz="1800"/>
              <a:t>{{CLIENT_NAME}}</a:t>
            </a:r>
            <a:br>
              <a:rPr lang="fr-FR" sz="1800"/>
            </a:br>
            <a:br>
              <a:rPr lang="fr-FR" sz="1800"/>
            </a:br>
            <a:r>
              <a:rPr lang="fr-FR" sz="1800"/>
              <a:t>{{REPORT_TITLE}}</a:t>
            </a:r>
            <a:endParaRPr lang="fr-FR" sz="1800" noProof="0" dirty="0"/>
          </a:p>
        </p:txBody>
      </p:sp>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AC7D3FB-B7E1-9616-6D61-E49931E06BF3}"/>
              </a:ext>
            </a:extLst>
          </p:cNvPr>
          <p:cNvSpPr>
            <a:spLocks noGrp="1"/>
          </p:cNvSpPr>
          <p:nvPr>
            <p:ph type="title"/>
          </p:nvPr>
        </p:nvSpPr>
        <p:spPr>
          <a:xfrm>
            <a:off x="298329" y="2594969"/>
            <a:ext cx="4234381" cy="1944956"/>
          </a:xfrm>
        </p:spPr>
        <p:txBody>
          <a:bodyPr/>
          <a:lstStyle/>
          <a:p>
            <a:br>
              <a:rPr lang="fr-FR" noProof="0"/>
            </a:br>
            <a:br>
              <a:rPr lang="fr-FR" noProof="0"/>
            </a:br>
            <a:r>
              <a:rPr lang="fr-FR" sz="4500" noProof="0"/>
              <a:t>Sommaire</a:t>
            </a:r>
            <a:br>
              <a:rPr lang="fr-FR" noProof="0"/>
            </a:br>
            <a:endParaRPr lang="fr-FR" noProof="0"/>
          </a:p>
        </p:txBody>
      </p:sp>
      <p:sp>
        <p:nvSpPr>
          <p:cNvPr id="2" name="Footer Placeholder 1">
            <a:extLst>
              <a:ext uri="{FF2B5EF4-FFF2-40B4-BE49-F238E27FC236}">
                <a16:creationId xmlns:a16="http://schemas.microsoft.com/office/drawing/2014/main" id="{EDA90BE5-06D4-CB53-B923-683524E3E5B2}"/>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3" name="Slide Number Placeholder 2">
            <a:extLst>
              <a:ext uri="{FF2B5EF4-FFF2-40B4-BE49-F238E27FC236}">
                <a16:creationId xmlns:a16="http://schemas.microsoft.com/office/drawing/2014/main" id="{1ADB6433-10C5-42DA-56FD-E9965A5966D6}"/>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a:t>
            </a:fld>
            <a:endParaRPr lang="fr-FR" noProof="0"/>
          </a:p>
        </p:txBody>
      </p:sp>
      <p:sp>
        <p:nvSpPr>
          <p:cNvPr id="7" name="Text Placeholder 44">
            <a:extLst>
              <a:ext uri="{FF2B5EF4-FFF2-40B4-BE49-F238E27FC236}">
                <a16:creationId xmlns:a16="http://schemas.microsoft.com/office/drawing/2014/main" id="{EFDB2BAB-F1E3-5E11-CF30-F85B03F8E3AF}"/>
              </a:ext>
            </a:extLst>
          </p:cNvPr>
          <p:cNvSpPr txBox="1">
            <a:spLocks/>
          </p:cNvSpPr>
          <p:nvPr/>
        </p:nvSpPr>
        <p:spPr>
          <a:xfrm>
            <a:off x="3213308" y="603575"/>
            <a:ext cx="6085813" cy="2396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800" b="1" noProof="0">
                <a:solidFill>
                  <a:srgbClr val="FF0000"/>
                </a:solidFill>
                <a:latin typeface="+mn-lt"/>
              </a:rPr>
              <a:t>1 Introduction</a:t>
            </a:r>
          </a:p>
          <a:p>
            <a:r>
              <a:rPr lang="fr-FR" sz="2800" b="1" noProof="0">
                <a:solidFill>
                  <a:srgbClr val="FF0000"/>
                </a:solidFill>
                <a:latin typeface="+mn-lt"/>
              </a:rPr>
              <a:t>2 Approche des travaux d'audit informatique</a:t>
            </a:r>
          </a:p>
          <a:p>
            <a:r>
              <a:rPr lang="fr-FR" sz="2800" b="1" noProof="0">
                <a:solidFill>
                  <a:srgbClr val="FF0000"/>
                </a:solidFill>
                <a:latin typeface="+mn-lt"/>
              </a:rPr>
              <a:t>3 Points releves</a:t>
            </a:r>
          </a:p>
          <a:p>
            <a:pPr marL="71437"/>
            <a:endParaRPr lang="fr-FR" noProof="0" dirty="0"/>
          </a:p>
        </p:txBody>
      </p:sp>
    </p:spTree>
    <p:extLst>
      <p:ext uri="{BB962C8B-B14F-4D97-AF65-F5344CB8AC3E}">
        <p14:creationId xmlns:p14="http://schemas.microsoft.com/office/powerpoint/2010/main" val="355137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0C69BB14-A37E-2BEE-818F-049729C78A20}"/>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D999F387-E2D3-0BA1-371E-61591D08AEF6}"/>
              </a:ext>
            </a:extLst>
          </p:cNvPr>
          <p:cNvSpPr>
            <a:spLocks noGrp="1"/>
          </p:cNvSpPr>
          <p:nvPr>
            <p:ph type="title"/>
          </p:nvPr>
        </p:nvSpPr>
        <p:spPr>
          <a:xfrm>
            <a:off x="298329" y="2594969"/>
            <a:ext cx="4234381" cy="1944956"/>
          </a:xfrm>
        </p:spPr>
        <p:txBody>
          <a:bodyPr/>
          <a:lstStyle/>
          <a:p>
            <a:br>
              <a:rPr lang="fr-FR" noProof="0"/>
            </a:br>
            <a:br>
              <a:rPr lang="fr-FR" noProof="0"/>
            </a:br>
            <a:r>
              <a:rPr lang="fr-FR" noProof="0"/>
              <a:t>Introduction</a:t>
            </a:r>
            <a:br>
              <a:rPr lang="fr-FR" noProof="0"/>
            </a:br>
            <a:endParaRPr lang="fr-FR" noProof="0"/>
          </a:p>
        </p:txBody>
      </p:sp>
      <p:sp>
        <p:nvSpPr>
          <p:cNvPr id="13" name="Text Placeholder 12">
            <a:extLst>
              <a:ext uri="{FF2B5EF4-FFF2-40B4-BE49-F238E27FC236}">
                <a16:creationId xmlns:a16="http://schemas.microsoft.com/office/drawing/2014/main" id="{A823B3B7-C186-6E48-E2D4-FF3530161A11}"/>
              </a:ext>
            </a:extLst>
          </p:cNvPr>
          <p:cNvSpPr>
            <a:spLocks noGrp="1"/>
          </p:cNvSpPr>
          <p:nvPr>
            <p:ph type="body" idx="1"/>
          </p:nvPr>
        </p:nvSpPr>
        <p:spPr>
          <a:xfrm>
            <a:off x="6145368" y="429306"/>
            <a:ext cx="2596571" cy="3231654"/>
          </a:xfrm>
        </p:spPr>
        <p:txBody>
          <a:bodyPr/>
          <a:lstStyle/>
          <a:p>
            <a:r>
              <a:rPr lang="fr-FR" noProof="0"/>
              <a:t>1</a:t>
            </a:r>
          </a:p>
        </p:txBody>
      </p:sp>
      <p:sp>
        <p:nvSpPr>
          <p:cNvPr id="2" name="Footer Placeholder 1">
            <a:extLst>
              <a:ext uri="{FF2B5EF4-FFF2-40B4-BE49-F238E27FC236}">
                <a16:creationId xmlns:a16="http://schemas.microsoft.com/office/drawing/2014/main" id="{EB167F69-99FD-6869-CCA8-7214EF554D77}"/>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3" name="Slide Number Placeholder 2">
            <a:extLst>
              <a:ext uri="{FF2B5EF4-FFF2-40B4-BE49-F238E27FC236}">
                <a16:creationId xmlns:a16="http://schemas.microsoft.com/office/drawing/2014/main" id="{3DB6DCC4-D6BC-B438-8DB3-EE864371510D}"/>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3</a:t>
            </a:fld>
            <a:endParaRPr lang="fr-FR" noProof="0"/>
          </a:p>
        </p:txBody>
      </p:sp>
    </p:spTree>
    <p:extLst>
      <p:ext uri="{BB962C8B-B14F-4D97-AF65-F5344CB8AC3E}">
        <p14:creationId xmlns:p14="http://schemas.microsoft.com/office/powerpoint/2010/main" val="20184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C7F6D3-0ADB-375E-F739-CBD7B9EF4F62}"/>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E2362C9A-06E6-C4D9-CC87-714B4C76DBC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4</a:t>
            </a:fld>
            <a:endParaRPr lang="fr-FR" noProof="0"/>
          </a:p>
        </p:txBody>
      </p:sp>
      <p:sp>
        <p:nvSpPr>
          <p:cNvPr id="13" name="Google Shape;862;p107">
            <a:extLst>
              <a:ext uri="{FF2B5EF4-FFF2-40B4-BE49-F238E27FC236}">
                <a16:creationId xmlns:a16="http://schemas.microsoft.com/office/drawing/2014/main" id="{FA09DFE5-689F-08A9-810A-E7FAD4F2C3DA}"/>
              </a:ext>
            </a:extLst>
          </p:cNvPr>
          <p:cNvSpPr txBox="1"/>
          <p:nvPr/>
        </p:nvSpPr>
        <p:spPr>
          <a:xfrm>
            <a:off x="433604" y="840507"/>
            <a:ext cx="8276700" cy="284663"/>
          </a:xfrm>
          <a:prstGeom prst="rect">
            <a:avLst/>
          </a:prstGeom>
          <a:noFill/>
          <a:ln>
            <a:noFill/>
          </a:ln>
        </p:spPr>
        <p:txBody>
          <a:bodyPr spcFirstLastPara="1" wrap="square" lIns="68575" tIns="34275" rIns="68575" bIns="34275" anchor="t" anchorCtr="0">
            <a:spAutoFit/>
          </a:bodyPr>
          <a:lstStyle/>
          <a:p>
            <a:pPr lvl="0" indent="-69850" algn="just">
              <a:buClr>
                <a:schemeClr val="accent1"/>
              </a:buClr>
              <a:buSzPts val="1100"/>
              <a:buFont typeface="Noto Sans Symbols"/>
              <a:buChar char="❑"/>
            </a:pPr>
            <a:r>
              <a:rPr lang="fr-FR"/>
              <a:t>{{PREAMBLE_TEXT}}</a:t>
            </a:r>
            <a:endParaRPr lang="fr-FR" sz="1100" b="1" i="0" u="none" strike="noStrike" cap="none" noProof="0" dirty="0">
              <a:solidFill>
                <a:schemeClr val="dk1"/>
              </a:solidFill>
              <a:latin typeface="Arial"/>
              <a:ea typeface="Arial"/>
              <a:cs typeface="Arial"/>
              <a:sym typeface="Arial"/>
            </a:endParaRPr>
          </a:p>
        </p:txBody>
      </p:sp>
      <p:sp>
        <p:nvSpPr>
          <p:cNvPr id="14" name="Google Shape;861;p107">
            <a:extLst>
              <a:ext uri="{FF2B5EF4-FFF2-40B4-BE49-F238E27FC236}">
                <a16:creationId xmlns:a16="http://schemas.microsoft.com/office/drawing/2014/main" id="{D50B6FB9-9748-2781-9C31-5677E75F30C8}"/>
              </a:ext>
            </a:extLst>
          </p:cNvPr>
          <p:cNvSpPr txBox="1"/>
          <p:nvPr/>
        </p:nvSpPr>
        <p:spPr>
          <a:xfrm>
            <a:off x="433604" y="142189"/>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Préambule</a:t>
            </a:r>
          </a:p>
        </p:txBody>
      </p:sp>
    </p:spTree>
    <p:extLst>
      <p:ext uri="{BB962C8B-B14F-4D97-AF65-F5344CB8AC3E}">
        <p14:creationId xmlns:p14="http://schemas.microsoft.com/office/powerpoint/2010/main" val="110681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4729-3473-1C00-0926-B740196EA6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A6C4D9-0F7D-7C4E-E024-82FF7A96935E}"/>
              </a:ext>
              <a:ext uri="{C183D7F6-B498-43B3-948B-1728B52AA6E4}">
                <adec:decorative xmlns:adec="http://schemas.microsoft.com/office/drawing/2017/decorative" val="0"/>
              </a:ext>
            </a:extLst>
          </p:cNvPr>
          <p:cNvSpPr>
            <a:spLocks noGrp="1"/>
          </p:cNvSpPr>
          <p:nvPr>
            <p:ph type="ftr" sz="quarter" idx="3"/>
          </p:nvPr>
        </p:nvSpPr>
        <p:spPr>
          <a:xfrm>
            <a:off x="833967" y="4876039"/>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9EF2D55C-55CA-F4FF-EB83-EB68E546353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5</a:t>
            </a:fld>
            <a:endParaRPr lang="fr-FR" noProof="0"/>
          </a:p>
        </p:txBody>
      </p:sp>
      <p:sp>
        <p:nvSpPr>
          <p:cNvPr id="14" name="Google Shape;861;p107">
            <a:extLst>
              <a:ext uri="{FF2B5EF4-FFF2-40B4-BE49-F238E27FC236}">
                <a16:creationId xmlns:a16="http://schemas.microsoft.com/office/drawing/2014/main" id="{BB46A7B9-0979-C720-FCE0-3621926974F1}"/>
              </a:ext>
            </a:extLst>
          </p:cNvPr>
          <p:cNvSpPr txBox="1"/>
          <p:nvPr/>
        </p:nvSpPr>
        <p:spPr>
          <a:xfrm>
            <a:off x="433604" y="150432"/>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Objectif</a:t>
            </a:r>
          </a:p>
        </p:txBody>
      </p:sp>
      <p:sp>
        <p:nvSpPr>
          <p:cNvPr id="9" name="Google Shape;884;p109">
            <a:extLst>
              <a:ext uri="{FF2B5EF4-FFF2-40B4-BE49-F238E27FC236}">
                <a16:creationId xmlns:a16="http://schemas.microsoft.com/office/drawing/2014/main" id="{DBB8353A-82B4-6C56-8252-2FB224E9D9B1}"/>
              </a:ext>
            </a:extLst>
          </p:cNvPr>
          <p:cNvSpPr txBox="1"/>
          <p:nvPr/>
        </p:nvSpPr>
        <p:spPr>
          <a:xfrm>
            <a:off x="433604" y="840507"/>
            <a:ext cx="8276700" cy="470868"/>
          </a:xfrm>
          <a:prstGeom prst="rect">
            <a:avLst/>
          </a:prstGeom>
          <a:noFill/>
          <a:ln>
            <a:noFill/>
          </a:ln>
        </p:spPr>
        <p:txBody>
          <a:bodyPr spcFirstLastPara="1" wrap="square" lIns="68575" tIns="34275" rIns="68575" bIns="34275" anchor="t" anchorCtr="0">
            <a:spAutoFit/>
          </a:bodyPr>
          <a:lstStyle/>
          <a:p>
            <a:pPr lvl="0" algn="just">
              <a:lnSpc>
                <a:spcPct val="115000"/>
              </a:lnSpc>
              <a:spcBef>
                <a:spcPts val="1200"/>
              </a:spcBef>
            </a:pPr>
            <a:r>
              <a:rPr lang="fr-FR"/>
              <a:t>{{OBJECTIVE_TEXT}}</a:t>
            </a:r>
            <a:endParaRPr lang="fr-FR" sz="1100" noProof="0" dirty="0">
              <a:solidFill>
                <a:schemeClr val="dk1"/>
              </a:solidFill>
            </a:endParaRPr>
          </a:p>
        </p:txBody>
      </p:sp>
    </p:spTree>
    <p:extLst>
      <p:ext uri="{BB962C8B-B14F-4D97-AF65-F5344CB8AC3E}">
        <p14:creationId xmlns:p14="http://schemas.microsoft.com/office/powerpoint/2010/main" val="110348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5DF8-99EE-4F4F-C8BD-B1CA90D835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E79C50-09C3-BBF5-9D7E-EB3156CC73FB}"/>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87943D9B-94CE-BBD0-9FCF-831FFD4BC1F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6</a:t>
            </a:fld>
            <a:endParaRPr lang="fr-FR" noProof="0"/>
          </a:p>
        </p:txBody>
      </p:sp>
      <p:sp>
        <p:nvSpPr>
          <p:cNvPr id="14" name="Google Shape;861;p107">
            <a:extLst>
              <a:ext uri="{FF2B5EF4-FFF2-40B4-BE49-F238E27FC236}">
                <a16:creationId xmlns:a16="http://schemas.microsoft.com/office/drawing/2014/main" id="{7C80CD78-0DB0-D7F4-3573-3E034250F2B1}"/>
              </a:ext>
            </a:extLst>
          </p:cNvPr>
          <p:cNvSpPr txBox="1"/>
          <p:nvPr/>
        </p:nvSpPr>
        <p:spPr>
          <a:xfrm>
            <a:off x="433600"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Modalité</a:t>
            </a:r>
          </a:p>
        </p:txBody>
      </p:sp>
      <p:sp>
        <p:nvSpPr>
          <p:cNvPr id="3" name="Google Shape;871;p108">
            <a:extLst>
              <a:ext uri="{FF2B5EF4-FFF2-40B4-BE49-F238E27FC236}">
                <a16:creationId xmlns:a16="http://schemas.microsoft.com/office/drawing/2014/main" id="{E7EDC0F0-1BC3-490A-053B-9F82CC27FA38}"/>
              </a:ext>
            </a:extLst>
          </p:cNvPr>
          <p:cNvSpPr txBox="1"/>
          <p:nvPr/>
        </p:nvSpPr>
        <p:spPr>
          <a:xfrm>
            <a:off x="433600" y="840501"/>
            <a:ext cx="8276700" cy="404248"/>
          </a:xfrm>
          <a:prstGeom prst="rect">
            <a:avLst/>
          </a:prstGeom>
          <a:noFill/>
          <a:ln>
            <a:noFill/>
          </a:ln>
        </p:spPr>
        <p:txBody>
          <a:bodyPr spcFirstLastPara="1" wrap="square" lIns="68575" tIns="34275" rIns="68575" bIns="34275" anchor="t" anchorCtr="0">
            <a:spAutoFit/>
          </a:bodyPr>
          <a:lstStyle/>
          <a:p>
            <a:pPr marL="171450" lvl="0" indent="-171450">
              <a:lnSpc>
                <a:spcPct val="107000"/>
              </a:lnSpc>
              <a:spcBef>
                <a:spcPts val="1200"/>
              </a:spcBef>
              <a:buClr>
                <a:schemeClr val="accent4"/>
              </a:buClr>
              <a:buFont typeface="Wingdings" panose="05000000000000000000" pitchFamily="2" charset="2"/>
              <a:buChar char="q"/>
            </a:pPr>
            <a:r>
              <a:rPr lang="fr-FR" sz="1100" noProof="0">
                <a:solidFill>
                  <a:schemeClr val="dk1"/>
                </a:solidFill>
              </a:rPr>
              <a:t>{{FIELDWORK_TEXT}}</a:t>
            </a:r>
            <a:endParaRPr lang="fr-FR" sz="1100" noProof="0" dirty="0">
              <a:solidFill>
                <a:schemeClr val="dk1"/>
              </a:solidFill>
            </a:endParaRPr>
          </a:p>
        </p:txBody>
      </p:sp>
      <p:sp>
        <p:nvSpPr>
          <p:cNvPr id="4" name="Google Shape;872;p108">
            <a:extLst>
              <a:ext uri="{FF2B5EF4-FFF2-40B4-BE49-F238E27FC236}">
                <a16:creationId xmlns:a16="http://schemas.microsoft.com/office/drawing/2014/main" id="{ECC8D293-318A-609C-1B00-F157E8D7A575}"/>
              </a:ext>
            </a:extLst>
          </p:cNvPr>
          <p:cNvSpPr txBox="1"/>
          <p:nvPr/>
        </p:nvSpPr>
        <p:spPr>
          <a:xfrm>
            <a:off x="4752829" y="2055264"/>
            <a:ext cx="3762520" cy="381821"/>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None/>
            </a:pPr>
            <a:r>
              <a:rPr lang="fr-FR" sz="1100" b="1" noProof="0">
                <a:solidFill>
                  <a:schemeClr val="bg1"/>
                </a:solidFill>
              </a:rPr>
              <a:t>Fonctions</a:t>
            </a:r>
            <a:endParaRPr lang="fr-FR" sz="1100" b="1" i="0" u="none" strike="noStrike" cap="none" noProof="0">
              <a:solidFill>
                <a:schemeClr val="tx1"/>
              </a:solidFill>
              <a:latin typeface="Arial"/>
              <a:ea typeface="Arial"/>
              <a:cs typeface="Arial"/>
              <a:sym typeface="Arial"/>
            </a:endParaRPr>
          </a:p>
        </p:txBody>
      </p:sp>
      <p:sp>
        <p:nvSpPr>
          <p:cNvPr id="6" name="Google Shape;873;p108">
            <a:extLst>
              <a:ext uri="{FF2B5EF4-FFF2-40B4-BE49-F238E27FC236}">
                <a16:creationId xmlns:a16="http://schemas.microsoft.com/office/drawing/2014/main" id="{698ED727-E867-51AB-3449-B616E397023E}"/>
              </a:ext>
            </a:extLst>
          </p:cNvPr>
          <p:cNvSpPr txBox="1"/>
          <p:nvPr/>
        </p:nvSpPr>
        <p:spPr>
          <a:xfrm>
            <a:off x="4752828" y="2495379"/>
            <a:ext cx="3762521"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spcBef>
                <a:spcPts val="500"/>
              </a:spcBef>
              <a:buSzPts val="1100"/>
              <a:buChar char="•"/>
            </a:pPr>
            <a:r>
              <a:rPr lang="fr-FR"/>
              <a:t>{{STAKEHOLDER_ROLES}}</a:t>
            </a:r>
            <a:endParaRPr lang="fr-FR" sz="1100" noProof="0" dirty="0"/>
          </a:p>
        </p:txBody>
      </p:sp>
      <p:sp>
        <p:nvSpPr>
          <p:cNvPr id="7" name="Google Shape;874;p108">
            <a:extLst>
              <a:ext uri="{FF2B5EF4-FFF2-40B4-BE49-F238E27FC236}">
                <a16:creationId xmlns:a16="http://schemas.microsoft.com/office/drawing/2014/main" id="{1C668651-3848-38F2-90CD-EE420A43C8FB}"/>
              </a:ext>
            </a:extLst>
          </p:cNvPr>
          <p:cNvSpPr txBox="1"/>
          <p:nvPr/>
        </p:nvSpPr>
        <p:spPr>
          <a:xfrm>
            <a:off x="1456275" y="2055264"/>
            <a:ext cx="3159000" cy="396565"/>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Clr>
                <a:srgbClr val="000000"/>
              </a:buClr>
              <a:buSzPts val="1000"/>
              <a:buFont typeface="Noto Sans Symbols"/>
              <a:buNone/>
            </a:pPr>
            <a:r>
              <a:rPr lang="fr-FR" sz="1100" b="1" noProof="0">
                <a:solidFill>
                  <a:schemeClr val="bg1"/>
                </a:solidFill>
              </a:rPr>
              <a:t>Interlocuteurs</a:t>
            </a:r>
            <a:endParaRPr lang="fr-FR" sz="1100" b="0" i="0" u="none" strike="noStrike" cap="none" noProof="0">
              <a:solidFill>
                <a:schemeClr val="tx1"/>
              </a:solidFill>
              <a:latin typeface="Arial"/>
              <a:ea typeface="Arial"/>
              <a:cs typeface="Arial"/>
              <a:sym typeface="Arial"/>
            </a:endParaRPr>
          </a:p>
        </p:txBody>
      </p:sp>
      <p:sp>
        <p:nvSpPr>
          <p:cNvPr id="8" name="Google Shape;875;p108">
            <a:extLst>
              <a:ext uri="{FF2B5EF4-FFF2-40B4-BE49-F238E27FC236}">
                <a16:creationId xmlns:a16="http://schemas.microsoft.com/office/drawing/2014/main" id="{4110668C-BDE6-2FD4-9CC3-B1297DDD6402}"/>
              </a:ext>
            </a:extLst>
          </p:cNvPr>
          <p:cNvSpPr txBox="1"/>
          <p:nvPr/>
        </p:nvSpPr>
        <p:spPr>
          <a:xfrm>
            <a:off x="1456275" y="2495379"/>
            <a:ext cx="3159000"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lgn="just">
              <a:spcBef>
                <a:spcPts val="500"/>
              </a:spcBef>
              <a:buSzPts val="1100"/>
              <a:buFont typeface="Arial"/>
              <a:buChar char="•"/>
            </a:pPr>
            <a:r>
              <a:rPr lang="fr-FR"/>
              <a:t>{{STAKEHOLDER_NAMES}}</a:t>
            </a:r>
            <a:endParaRPr lang="fr-FR" sz="1000" noProof="0" dirty="0"/>
          </a:p>
        </p:txBody>
      </p:sp>
    </p:spTree>
    <p:extLst>
      <p:ext uri="{BB962C8B-B14F-4D97-AF65-F5344CB8AC3E}">
        <p14:creationId xmlns:p14="http://schemas.microsoft.com/office/powerpoint/2010/main" val="339412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1F47-84FE-29FB-70DC-0B049D2B763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DA48A7-ED61-78B4-DDAD-F13844366BD4}"/>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{{FOOTER_LABEL}}</a:t>
            </a:r>
          </a:p>
        </p:txBody>
      </p:sp>
      <p:sp>
        <p:nvSpPr>
          <p:cNvPr id="5" name="Slide Number Placeholder 4">
            <a:extLst>
              <a:ext uri="{FF2B5EF4-FFF2-40B4-BE49-F238E27FC236}">
                <a16:creationId xmlns:a16="http://schemas.microsoft.com/office/drawing/2014/main" id="{89433FD6-9F01-3631-8C61-2AB538D84B3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7</a:t>
            </a:fld>
            <a:endParaRPr lang="fr-FR" noProof="0"/>
          </a:p>
        </p:txBody>
      </p:sp>
      <p:sp>
        <p:nvSpPr>
          <p:cNvPr id="14" name="Google Shape;861;p107">
            <a:extLst>
              <a:ext uri="{FF2B5EF4-FFF2-40B4-BE49-F238E27FC236}">
                <a16:creationId xmlns:a16="http://schemas.microsoft.com/office/drawing/2014/main" id="{C845AC01-2E24-E88B-343B-4EB6CAD4292E}"/>
              </a:ext>
            </a:extLst>
          </p:cNvPr>
          <p:cNvSpPr txBox="1"/>
          <p:nvPr/>
        </p:nvSpPr>
        <p:spPr>
          <a:xfrm>
            <a:off x="457200" y="7246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Périmètre d’intervention</a:t>
            </a:r>
          </a:p>
        </p:txBody>
      </p:sp>
      <p:sp>
        <p:nvSpPr>
          <p:cNvPr id="12" name="Espace réservé du contenu 5">
            <a:extLst>
              <a:ext uri="{FF2B5EF4-FFF2-40B4-BE49-F238E27FC236}">
                <a16:creationId xmlns:a16="http://schemas.microsoft.com/office/drawing/2014/main" id="{94A481EA-2DF4-3022-347B-603CB4548B1A}"/>
              </a:ext>
            </a:extLst>
          </p:cNvPr>
          <p:cNvSpPr>
            <a:spLocks noGrp="1"/>
          </p:cNvSpPr>
          <p:nvPr>
            <p:ph idx="1"/>
          </p:nvPr>
        </p:nvSpPr>
        <p:spPr>
          <a:xfrm>
            <a:off x="457200" y="521497"/>
            <a:ext cx="8327268" cy="4187281"/>
          </a:xfrm>
        </p:spPr>
        <p:txBody>
          <a:bodyPr/>
          <a:lstStyle/>
          <a:p>
            <a:pPr marL="228600" lvl="1" indent="-228600" algn="just">
              <a:buClr>
                <a:schemeClr val="accent1"/>
              </a:buClr>
              <a:buSzPct val="100000"/>
              <a:buFont typeface="+mj-lt"/>
              <a:buAutoNum type="arabicPeriod"/>
            </a:pPr>
            <a:r>
              <a:rPr lang="fr-FR" sz="1100" noProof="0"/>
              <a:t>{{SCOPE_TEXT}}</a:t>
            </a:r>
            <a:endParaRPr lang="fr-FR" sz="900" noProof="0" dirty="0"/>
          </a:p>
        </p:txBody>
      </p:sp>
      <p:graphicFrame>
        <p:nvGraphicFramePr>
          <p:cNvPr id="13" name="Google Shape;438;p5">
            <a:extLst>
              <a:ext uri="{FF2B5EF4-FFF2-40B4-BE49-F238E27FC236}">
                <a16:creationId xmlns:a16="http://schemas.microsoft.com/office/drawing/2014/main" id="{76D587CA-2A0D-B380-2C59-F2245D49CC89}"/>
              </a:ext>
            </a:extLst>
          </p:cNvPr>
          <p:cNvGraphicFramePr/>
          <p:nvPr>
            <p:extLst>
              <p:ext uri="{D42A27DB-BD31-4B8C-83A1-F6EECF244321}">
                <p14:modId xmlns:p14="http://schemas.microsoft.com/office/powerpoint/2010/main" val="1826385972"/>
              </p:ext>
            </p:extLst>
          </p:nvPr>
        </p:nvGraphicFramePr>
        <p:xfrm>
          <a:off x="2168078" y="1967478"/>
          <a:ext cx="4559488" cy="2292287"/>
        </p:xfrm>
        <a:graphic>
          <a:graphicData uri="http://schemas.openxmlformats.org/drawingml/2006/table">
            <a:tbl>
              <a:tblPr firstRow="1" bandRow="1">
                <a:noFill/>
              </a:tblPr>
              <a:tblGrid>
                <a:gridCol w="887866">
                  <a:extLst>
                    <a:ext uri="{9D8B030D-6E8A-4147-A177-3AD203B41FA5}">
                      <a16:colId xmlns:a16="http://schemas.microsoft.com/office/drawing/2014/main" val="20001"/>
                    </a:ext>
                  </a:extLst>
                </a:gridCol>
                <a:gridCol w="1530801">
                  <a:extLst>
                    <a:ext uri="{9D8B030D-6E8A-4147-A177-3AD203B41FA5}">
                      <a16:colId xmlns:a16="http://schemas.microsoft.com/office/drawing/2014/main" val="20002"/>
                    </a:ext>
                  </a:extLst>
                </a:gridCol>
                <a:gridCol w="1271178">
                  <a:extLst>
                    <a:ext uri="{9D8B030D-6E8A-4147-A177-3AD203B41FA5}">
                      <a16:colId xmlns:a16="http://schemas.microsoft.com/office/drawing/2014/main" val="20003"/>
                    </a:ext>
                  </a:extLst>
                </a:gridCol>
                <a:gridCol w="869643">
                  <a:extLst>
                    <a:ext uri="{9D8B030D-6E8A-4147-A177-3AD203B41FA5}">
                      <a16:colId xmlns:a16="http://schemas.microsoft.com/office/drawing/2014/main" val="840386284"/>
                    </a:ext>
                  </a:extLst>
                </a:gridCol>
              </a:tblGrid>
              <a:tr h="311087">
                <a:tc>
                  <a:txBody>
                    <a:bodyPr/>
                    <a:lstStyle/>
                    <a:p>
                      <a:pPr marL="0" lvl="0" indent="0" algn="ctr" rtl="0">
                        <a:spcBef>
                          <a:spcPts val="0"/>
                        </a:spcBef>
                        <a:spcAft>
                          <a:spcPts val="0"/>
                        </a:spcAft>
                        <a:buNone/>
                      </a:pPr>
                      <a:r>
                        <a:rPr lang="fr-FR" sz="700" b="1" noProof="0">
                          <a:solidFill>
                            <a:schemeClr val="lt1"/>
                          </a:solidFill>
                        </a:rPr>
                        <a:t>Application</a:t>
                      </a:r>
                      <a:endParaRPr lang="fr-FR" sz="700" noProof="0">
                        <a:solidFill>
                          <a:schemeClr val="lt1"/>
                        </a:solidFill>
                      </a:endParaRPr>
                    </a:p>
                  </a:txBody>
                  <a:tcPr marL="49856" marR="49856" marT="24919" marB="24919" anchor="ctr">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Description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Systeme / OS</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algn="ctr"/>
                      <a:r>
                        <a:rPr lang="fr-FR" sz="700" b="1" noProof="0">
                          <a:solidFill>
                            <a:schemeClr val="lt1"/>
                          </a:solidFill>
                        </a:rPr>
                        <a:t>Donnees / Base</a:t>
                      </a:r>
                      <a:endParaRPr lang="fr-F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435026">
                <a:tc>
                  <a:txBody>
                    <a:bodyPr/>
                    <a:lstStyle/>
                    <a:p>
                      <a:pPr algn="ctr"/>
                      <a:r>
                        <a:rPr lang="fr-FR" sz="1100" b="0" i="0" u="none" strike="noStrike" cap="none">
                          <a:solidFill>
                            <a:schemeClr val="tx1"/>
                          </a:solidFill>
                          <a:effectLst/>
                          <a:latin typeface="+mn-lt"/>
                          <a:ea typeface="+mn-ea"/>
                          <a:cs typeface="+mn-cs"/>
                          <a:sym typeface="Arial"/>
                        </a:rPr>
                        <a:t>{{APP_1_NAME}}</a:t>
                      </a:r>
                      <a:endParaRPr lang="fr-FR" sz="5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1400" b="0" i="0" u="none" strike="noStrike" cap="none">
                          <a:solidFill>
                            <a:schemeClr val="tx1"/>
                          </a:solidFill>
                          <a:effectLst/>
                          <a:latin typeface="+mn-lt"/>
                          <a:ea typeface="+mn-ea"/>
                          <a:cs typeface="+mn-cs"/>
                          <a:sym typeface="Arial"/>
                        </a:rPr>
                        <a:t>{{APP_1_DESC}}</a:t>
                      </a:r>
                      <a:endParaRPr lang="fr-FR" sz="8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{{APP_1_OS}}</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{{APP_1_DB}}</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75911131"/>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{{APP_2_NAME}}</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{{APP_2_DESC}}</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{{APP_2_OS}}</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{{APP_2_DB}}</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784508143"/>
                  </a:ext>
                </a:extLst>
              </a:tr>
              <a:tr h="435026">
                <a:tc>
                  <a:txBody>
                    <a:bodyPr/>
                    <a:lstStyle/>
                    <a:p>
                      <a:pPr algn="ctr"/>
                      <a:r>
                        <a:rPr lang="fr-FR" sz="800" b="0" i="0" u="none" strike="noStrike" cap="none">
                          <a:solidFill>
                            <a:schemeClr val="tx1"/>
                          </a:solidFill>
                          <a:effectLst/>
                          <a:latin typeface="+mn-lt"/>
                          <a:ea typeface="+mn-ea"/>
                          <a:cs typeface="+mn-cs"/>
                          <a:sym typeface="Arial"/>
                        </a:rPr>
                        <a:t>{{APP_3_NAME}}</a:t>
                      </a:r>
                      <a:endParaRPr lang="fr-FR" sz="1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{{APP_3_DESC}}</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{{APP_3_OS}}</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{{APP_3_DB}}</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10658988"/>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{{APP_4_NAME}}</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{{APP_4_DESC}}</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{{APP_4_OS}}</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{{APP_4_DB}}</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031250325"/>
                  </a:ext>
                </a:extLst>
              </a:tr>
            </a:tbl>
          </a:graphicData>
        </a:graphic>
      </p:graphicFrame>
    </p:spTree>
    <p:extLst>
      <p:ext uri="{BB962C8B-B14F-4D97-AF65-F5344CB8AC3E}">
        <p14:creationId xmlns:p14="http://schemas.microsoft.com/office/powerpoint/2010/main" val="328190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876C-7836-00EF-1C90-410A70A01FC1}"/>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5FB9B40F-D26E-E51F-6424-F58B0B66EFEF}"/>
              </a:ext>
            </a:extLst>
          </p:cNvPr>
          <p:cNvSpPr>
            <a:spLocks noGrp="1"/>
          </p:cNvSpPr>
          <p:nvPr>
            <p:ph type="title"/>
          </p:nvPr>
        </p:nvSpPr>
        <p:spPr>
          <a:xfrm>
            <a:off x="298329" y="2594969"/>
            <a:ext cx="4940733" cy="1944956"/>
          </a:xfrm>
        </p:spPr>
        <p:txBody>
          <a:bodyPr/>
          <a:lstStyle/>
          <a:p>
            <a:r>
              <a:rPr lang="fr-FR" noProof="0"/>
              <a:t>Approche des travaux d’audit informatique</a:t>
            </a:r>
            <a:br>
              <a:rPr lang="fr-FR" noProof="0"/>
            </a:br>
            <a:endParaRPr lang="fr-FR" noProof="0"/>
          </a:p>
        </p:txBody>
      </p:sp>
      <p:sp>
        <p:nvSpPr>
          <p:cNvPr id="13" name="Text Placeholder 12">
            <a:extLst>
              <a:ext uri="{FF2B5EF4-FFF2-40B4-BE49-F238E27FC236}">
                <a16:creationId xmlns:a16="http://schemas.microsoft.com/office/drawing/2014/main" id="{7AD8FDD1-9470-07A1-FB26-0A3B42EB15E7}"/>
              </a:ext>
            </a:extLst>
          </p:cNvPr>
          <p:cNvSpPr>
            <a:spLocks noGrp="1"/>
          </p:cNvSpPr>
          <p:nvPr>
            <p:ph type="body" idx="1"/>
          </p:nvPr>
        </p:nvSpPr>
        <p:spPr>
          <a:xfrm>
            <a:off x="6145368" y="432054"/>
            <a:ext cx="2596571" cy="3231654"/>
          </a:xfrm>
        </p:spPr>
        <p:txBody>
          <a:bodyPr/>
          <a:lstStyle/>
          <a:p>
            <a:r>
              <a:rPr lang="fr-FR" noProof="0"/>
              <a:t>2</a:t>
            </a:r>
          </a:p>
        </p:txBody>
      </p:sp>
      <p:sp>
        <p:nvSpPr>
          <p:cNvPr id="2" name="Footer Placeholder 1">
            <a:extLst>
              <a:ext uri="{FF2B5EF4-FFF2-40B4-BE49-F238E27FC236}">
                <a16:creationId xmlns:a16="http://schemas.microsoft.com/office/drawing/2014/main" id="{4AD5B976-E5D3-1B8D-BFB8-00695AD77164}"/>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3" name="Slide Number Placeholder 2">
            <a:extLst>
              <a:ext uri="{FF2B5EF4-FFF2-40B4-BE49-F238E27FC236}">
                <a16:creationId xmlns:a16="http://schemas.microsoft.com/office/drawing/2014/main" id="{646CF0DD-232B-97F1-8F8B-40CF7CDFEA0A}"/>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8</a:t>
            </a:fld>
            <a:endParaRPr lang="fr-FR" noProof="0"/>
          </a:p>
        </p:txBody>
      </p:sp>
    </p:spTree>
    <p:extLst>
      <p:ext uri="{BB962C8B-B14F-4D97-AF65-F5344CB8AC3E}">
        <p14:creationId xmlns:p14="http://schemas.microsoft.com/office/powerpoint/2010/main" val="34373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AE79-E4DB-2CB7-78BE-AB98F24AD0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456EF2-501B-B6EF-D204-AE1DC7020C5C}"/>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BDBAE791-F57D-10BB-27C2-9B0431065E7A}"/>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9</a:t>
            </a:fld>
            <a:endParaRPr lang="fr-FR" noProof="0"/>
          </a:p>
        </p:txBody>
      </p:sp>
      <p:sp>
        <p:nvSpPr>
          <p:cNvPr id="14" name="Google Shape;861;p107">
            <a:extLst>
              <a:ext uri="{FF2B5EF4-FFF2-40B4-BE49-F238E27FC236}">
                <a16:creationId xmlns:a16="http://schemas.microsoft.com/office/drawing/2014/main" id="{260695D0-9DDD-AD7E-2B62-6FF9D53BEE52}"/>
              </a:ext>
            </a:extLst>
          </p:cNvPr>
          <p:cNvSpPr txBox="1"/>
          <p:nvPr/>
        </p:nvSpPr>
        <p:spPr>
          <a:xfrm>
            <a:off x="433604"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9" name="Google Shape;914;p112">
            <a:extLst>
              <a:ext uri="{FF2B5EF4-FFF2-40B4-BE49-F238E27FC236}">
                <a16:creationId xmlns:a16="http://schemas.microsoft.com/office/drawing/2014/main" id="{F869FBEF-A987-E8B9-1FD6-99CCCDA992B8}"/>
              </a:ext>
            </a:extLst>
          </p:cNvPr>
          <p:cNvSpPr txBox="1"/>
          <p:nvPr/>
        </p:nvSpPr>
        <p:spPr>
          <a:xfrm>
            <a:off x="433604" y="840507"/>
            <a:ext cx="8276700" cy="253885"/>
          </a:xfrm>
          <a:prstGeom prst="rect">
            <a:avLst/>
          </a:prstGeom>
          <a:noFill/>
          <a:ln>
            <a:noFill/>
          </a:ln>
        </p:spPr>
        <p:txBody>
          <a:bodyPr spcFirstLastPara="1" wrap="square" lIns="68575" tIns="34275" rIns="68575" bIns="34275" anchor="t" anchorCtr="0">
            <a:spAutoFit/>
          </a:bodyPr>
          <a:lstStyle/>
          <a:p>
            <a:r>
              <a:rPr lang="fr-FR" sz="1200"/>
              <a:t>{{APPROACH_TEXT}}</a:t>
            </a:r>
            <a:endParaRPr lang="fr-FR"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6163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5AE1-E5DB-8E69-3096-92C05AA4BF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B09BE1-A917-1F7F-BB44-89AA694C69CD}"/>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EAFB8C43-BDF1-C266-0AB2-D2A379DA735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10</a:t>
            </a:fld>
            <a:endParaRPr lang="fr-FR" noProof="0"/>
          </a:p>
        </p:txBody>
      </p:sp>
      <p:sp>
        <p:nvSpPr>
          <p:cNvPr id="14" name="Google Shape;861;p107">
            <a:extLst>
              <a:ext uri="{FF2B5EF4-FFF2-40B4-BE49-F238E27FC236}">
                <a16:creationId xmlns:a16="http://schemas.microsoft.com/office/drawing/2014/main" id="{024E7028-3F65-05CA-9C07-D19270FB15A1}"/>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3" name="Tableau 2">
            <a:extLst>
              <a:ext uri="{FF2B5EF4-FFF2-40B4-BE49-F238E27FC236}">
                <a16:creationId xmlns:a16="http://schemas.microsoft.com/office/drawing/2014/main" id="{4ED7BA9E-2DC0-D933-50A3-A66CEEF679F1}"/>
              </a:ext>
            </a:extLst>
          </p:cNvPr>
          <p:cNvGraphicFramePr>
            <a:graphicFrameLocks noGrp="1"/>
          </p:cNvGraphicFramePr>
          <p:nvPr>
            <p:custDataLst>
              <p:tags r:id="rId1"/>
            </p:custDataLst>
            <p:extLst>
              <p:ext uri="{D42A27DB-BD31-4B8C-83A1-F6EECF244321}">
                <p14:modId xmlns:p14="http://schemas.microsoft.com/office/powerpoint/2010/main" val="988441997"/>
              </p:ext>
            </p:extLst>
          </p:nvPr>
        </p:nvGraphicFramePr>
        <p:xfrm>
          <a:off x="180204" y="660986"/>
          <a:ext cx="8702600" cy="3523962"/>
        </p:xfrm>
        <a:graphic>
          <a:graphicData uri="http://schemas.openxmlformats.org/drawingml/2006/table">
            <a:tbl>
              <a:tblPr firstRow="1" firstCol="1" bandRow="1"/>
              <a:tblGrid>
                <a:gridCol w="830243">
                  <a:extLst>
                    <a:ext uri="{9D8B030D-6E8A-4147-A177-3AD203B41FA5}">
                      <a16:colId xmlns:a16="http://schemas.microsoft.com/office/drawing/2014/main" val="20000"/>
                    </a:ext>
                  </a:extLst>
                </a:gridCol>
                <a:gridCol w="3526160">
                  <a:extLst>
                    <a:ext uri="{9D8B030D-6E8A-4147-A177-3AD203B41FA5}">
                      <a16:colId xmlns:a16="http://schemas.microsoft.com/office/drawing/2014/main" val="20001"/>
                    </a:ext>
                  </a:extLst>
                </a:gridCol>
                <a:gridCol w="4346197">
                  <a:extLst>
                    <a:ext uri="{9D8B030D-6E8A-4147-A177-3AD203B41FA5}">
                      <a16:colId xmlns:a16="http://schemas.microsoft.com/office/drawing/2014/main" val="20002"/>
                    </a:ext>
                  </a:extLst>
                </a:gridCol>
              </a:tblGrid>
              <a:tr h="17175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Ref.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 du controle</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Procedure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71751">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
                      </a:r>
                      <a:endParaRPr lang="fr-FR" sz="800" noProof="0" dirty="0">
                        <a:solidFill>
                          <a:schemeClr val="bg1"/>
                        </a:solidFill>
                        <a:latin typeface="+mn-lt"/>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807230">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noProof="0" dirty="0">
                        <a:solidFill>
                          <a:srgbClr val="FF0000"/>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
                      </a:r>
                      <a:endParaRPr lang="fr-FR" sz="800" b="0" noProof="0" dirty="0">
                        <a:solidFill>
                          <a:schemeClr val="tx1"/>
                        </a:solidFill>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
                      </a:r>
                      <a:endParaRPr lang="fr-FR" sz="800" dirty="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5147091"/>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dirty="0"/>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
                      </a:r>
                      <a:endParaRPr lang="fr-FR" sz="800" noProof="0" dirty="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2374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2412-78E5-C009-3D05-D455894F175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1D224D-25EA-4535-C106-663FD7109010}"/>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5" name="Slide Number Placeholder 4">
            <a:extLst>
              <a:ext uri="{FF2B5EF4-FFF2-40B4-BE49-F238E27FC236}">
                <a16:creationId xmlns:a16="http://schemas.microsoft.com/office/drawing/2014/main" id="{4F4E4413-BDD1-F656-69F6-D50DF5A95CA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12</a:t>
            </a:fld>
            <a:endParaRPr lang="fr-FR" noProof="0"/>
          </a:p>
        </p:txBody>
      </p:sp>
      <p:sp>
        <p:nvSpPr>
          <p:cNvPr id="14" name="Google Shape;861;p107">
            <a:extLst>
              <a:ext uri="{FF2B5EF4-FFF2-40B4-BE49-F238E27FC236}">
                <a16:creationId xmlns:a16="http://schemas.microsoft.com/office/drawing/2014/main" id="{1A193787-E8ED-8E96-97E3-5AC568B6E56C}"/>
              </a:ext>
            </a:extLst>
          </p:cNvPr>
          <p:cNvSpPr txBox="1"/>
          <p:nvPr/>
        </p:nvSpPr>
        <p:spPr>
          <a:xfrm>
            <a:off x="433604" y="12909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Niveau de priorite</a:t>
            </a:r>
          </a:p>
        </p:txBody>
      </p:sp>
      <p:sp>
        <p:nvSpPr>
          <p:cNvPr id="3" name="Google Shape;923;p113">
            <a:extLst>
              <a:ext uri="{FF2B5EF4-FFF2-40B4-BE49-F238E27FC236}">
                <a16:creationId xmlns:a16="http://schemas.microsoft.com/office/drawing/2014/main" id="{A1D5F25F-5140-61F0-B619-69DEFA85569B}"/>
              </a:ext>
            </a:extLst>
          </p:cNvPr>
          <p:cNvSpPr txBox="1"/>
          <p:nvPr/>
        </p:nvSpPr>
        <p:spPr>
          <a:xfrm>
            <a:off x="433604" y="629487"/>
            <a:ext cx="8276792" cy="238497"/>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Clr>
                <a:srgbClr val="000000"/>
              </a:buClr>
              <a:buSzPts val="1000"/>
              <a:buFont typeface="Arial"/>
              <a:buNone/>
            </a:pPr>
            <a:r>
              <a:rPr lang="fr-FR" sz="1100" b="0" i="0" u="none" strike="noStrike" cap="none" noProof="0">
                <a:solidFill>
                  <a:srgbClr val="000000"/>
                </a:solidFill>
                <a:latin typeface="Arial"/>
                <a:ea typeface="Arial"/>
                <a:cs typeface="Arial"/>
                <a:sym typeface="Arial"/>
              </a:rPr>
              <a:t>Niveau de priorité :</a:t>
            </a:r>
          </a:p>
        </p:txBody>
      </p:sp>
      <p:graphicFrame>
        <p:nvGraphicFramePr>
          <p:cNvPr id="6" name="Google Shape;971;p114">
            <a:extLst>
              <a:ext uri="{FF2B5EF4-FFF2-40B4-BE49-F238E27FC236}">
                <a16:creationId xmlns:a16="http://schemas.microsoft.com/office/drawing/2014/main" id="{CA1EAC7D-01B0-B2EA-0648-8B813DBC62F0}"/>
              </a:ext>
            </a:extLst>
          </p:cNvPr>
          <p:cNvGraphicFramePr/>
          <p:nvPr>
            <p:extLst>
              <p:ext uri="{D42A27DB-BD31-4B8C-83A1-F6EECF244321}">
                <p14:modId xmlns:p14="http://schemas.microsoft.com/office/powerpoint/2010/main" val="3496407001"/>
              </p:ext>
            </p:extLst>
          </p:nvPr>
        </p:nvGraphicFramePr>
        <p:xfrm>
          <a:off x="1060511" y="1088170"/>
          <a:ext cx="6646000" cy="3332755"/>
        </p:xfrm>
        <a:graphic>
          <a:graphicData uri="http://schemas.openxmlformats.org/drawingml/2006/table">
            <a:tbl>
              <a:tblPr>
                <a:noFill/>
                <a:tableStyleId>{73734612-505C-44F7-90CF-F3AAC29208FF}</a:tableStyleId>
              </a:tblPr>
              <a:tblGrid>
                <a:gridCol w="1800550">
                  <a:extLst>
                    <a:ext uri="{9D8B030D-6E8A-4147-A177-3AD203B41FA5}">
                      <a16:colId xmlns:a16="http://schemas.microsoft.com/office/drawing/2014/main" val="20000"/>
                    </a:ext>
                  </a:extLst>
                </a:gridCol>
                <a:gridCol w="4845450">
                  <a:extLst>
                    <a:ext uri="{9D8B030D-6E8A-4147-A177-3AD203B41FA5}">
                      <a16:colId xmlns:a16="http://schemas.microsoft.com/office/drawing/2014/main" val="20001"/>
                    </a:ext>
                  </a:extLst>
                </a:gridCol>
              </a:tblGrid>
              <a:tr h="275850">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Notation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Description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1104900">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solidFill>
                          <a:schemeClr val="dk1"/>
                        </a:solidFill>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Faible</a:t>
                      </a:r>
                      <a:endParaRPr lang="fr-FR" sz="1000" b="1" u="none" strike="noStrike" cap="none" noProof="0">
                        <a:solidFill>
                          <a:schemeClr val="tx1"/>
                        </a:solidFill>
                        <a:latin typeface="Arial"/>
                        <a:ea typeface="Arial"/>
                        <a:cs typeface="Arial"/>
                        <a:sym typeface="Arial"/>
                      </a:endParaRPr>
                    </a:p>
                    <a:p>
                      <a:pPr marL="0" marR="0" lvl="0" indent="0" algn="just" rtl="0">
                        <a:lnSpc>
                          <a:spcPct val="145454"/>
                        </a:lnSpc>
                        <a:spcBef>
                          <a:spcPts val="0"/>
                        </a:spcBef>
                        <a:spcAft>
                          <a:spcPts val="0"/>
                        </a:spcAft>
                        <a:buClr>
                          <a:srgbClr val="000000"/>
                        </a:buClr>
                        <a:buSzPts val="900"/>
                        <a:buFont typeface="Arial"/>
                        <a:buNone/>
                      </a:pPr>
                      <a:r>
                        <a:rPr lang="fr-FR" sz="900" u="none" strike="noStrike" cap="none" noProof="0">
                          <a:solidFill>
                            <a:schemeClr val="dk1"/>
                          </a:solidFill>
                          <a:latin typeface="Arial"/>
                          <a:ea typeface="Arial"/>
                          <a:cs typeface="Arial"/>
                          <a:sym typeface="Arial"/>
                        </a:rPr>
                        <a:t>Recommandation ayant pour objectif l’amélioration de l’efficacité du système actuel. Cela implique que le système atteint ses objectifs mais d’une manière non satisfaisante. Le but de la recommandation étant d’optimiser les moyens utilisés.</a:t>
                      </a:r>
                      <a:endParaRPr lang="fr-FR" sz="900" u="none" strike="noStrike" cap="none" noProof="0">
                        <a:latin typeface="Arial"/>
                        <a:ea typeface="Arial"/>
                        <a:cs typeface="Arial"/>
                        <a:sym typeface="Arial"/>
                      </a:endParaRPr>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Moyen</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observées ou potentielles du système de contrôle interne.</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Élevé</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sérieuses pouvant avoir un impact sur l’activité de la société.</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50" name="Groupe 49">
            <a:extLst>
              <a:ext uri="{FF2B5EF4-FFF2-40B4-BE49-F238E27FC236}">
                <a16:creationId xmlns:a16="http://schemas.microsoft.com/office/drawing/2014/main" id="{18220ECB-E862-63BB-B257-A19F6E6035CB}"/>
              </a:ext>
            </a:extLst>
          </p:cNvPr>
          <p:cNvGrpSpPr/>
          <p:nvPr/>
        </p:nvGrpSpPr>
        <p:grpSpPr>
          <a:xfrm>
            <a:off x="1105481" y="3743236"/>
            <a:ext cx="1537189" cy="449502"/>
            <a:chOff x="1105481" y="3743236"/>
            <a:chExt cx="1537189" cy="449502"/>
          </a:xfrm>
        </p:grpSpPr>
        <p:grpSp>
          <p:nvGrpSpPr>
            <p:cNvPr id="8" name="Google Shape;933;p114">
              <a:extLst>
                <a:ext uri="{FF2B5EF4-FFF2-40B4-BE49-F238E27FC236}">
                  <a16:creationId xmlns:a16="http://schemas.microsoft.com/office/drawing/2014/main" id="{9E15B593-E34D-78B2-21E5-CD702FEB9C81}"/>
                </a:ext>
              </a:extLst>
            </p:cNvPr>
            <p:cNvGrpSpPr/>
            <p:nvPr/>
          </p:nvGrpSpPr>
          <p:grpSpPr>
            <a:xfrm>
              <a:off x="1105481" y="3797094"/>
              <a:ext cx="1535914" cy="216242"/>
              <a:chOff x="7492226" y="4261382"/>
              <a:chExt cx="2484000" cy="341878"/>
            </a:xfrm>
          </p:grpSpPr>
          <p:sp>
            <p:nvSpPr>
              <p:cNvPr id="9" name="Google Shape;934;p114">
                <a:extLst>
                  <a:ext uri="{FF2B5EF4-FFF2-40B4-BE49-F238E27FC236}">
                    <a16:creationId xmlns:a16="http://schemas.microsoft.com/office/drawing/2014/main" id="{9B804FE5-9FDD-BF96-A1D4-16B6576B74FB}"/>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0" name="Google Shape;935;p114">
                <a:extLst>
                  <a:ext uri="{FF2B5EF4-FFF2-40B4-BE49-F238E27FC236}">
                    <a16:creationId xmlns:a16="http://schemas.microsoft.com/office/drawing/2014/main" id="{5835407E-2EBB-6702-BDFC-C812A02BA7AF}"/>
                  </a:ext>
                </a:extLst>
              </p:cNvPr>
              <p:cNvGrpSpPr/>
              <p:nvPr/>
            </p:nvGrpSpPr>
            <p:grpSpPr>
              <a:xfrm>
                <a:off x="8314794" y="4480199"/>
                <a:ext cx="828918" cy="123061"/>
                <a:chOff x="1493828" y="2467991"/>
                <a:chExt cx="828918" cy="144016"/>
              </a:xfrm>
            </p:grpSpPr>
            <p:cxnSp>
              <p:nvCxnSpPr>
                <p:cNvPr id="11" name="Google Shape;936;p114">
                  <a:extLst>
                    <a:ext uri="{FF2B5EF4-FFF2-40B4-BE49-F238E27FC236}">
                      <a16:creationId xmlns:a16="http://schemas.microsoft.com/office/drawing/2014/main" id="{57B7986A-C5DF-B7EE-6E2B-F1E18F89169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2" name="Google Shape;937;p114">
                  <a:extLst>
                    <a:ext uri="{FF2B5EF4-FFF2-40B4-BE49-F238E27FC236}">
                      <a16:creationId xmlns:a16="http://schemas.microsoft.com/office/drawing/2014/main" id="{1EE24740-B151-31F6-B84E-95664821DC04}"/>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13" name="Google Shape;938;p114">
              <a:extLst>
                <a:ext uri="{FF2B5EF4-FFF2-40B4-BE49-F238E27FC236}">
                  <a16:creationId xmlns:a16="http://schemas.microsoft.com/office/drawing/2014/main" id="{64D4AAD6-ACBA-FDFC-9D07-B687FAE61628}"/>
                </a:ext>
              </a:extLst>
            </p:cNvPr>
            <p:cNvGrpSpPr/>
            <p:nvPr/>
          </p:nvGrpSpPr>
          <p:grpSpPr>
            <a:xfrm>
              <a:off x="2111649" y="3743236"/>
              <a:ext cx="531021" cy="230906"/>
              <a:chOff x="9141172" y="4177369"/>
              <a:chExt cx="828000" cy="360040"/>
            </a:xfrm>
          </p:grpSpPr>
          <p:sp>
            <p:nvSpPr>
              <p:cNvPr id="15" name="Google Shape;939;p114">
                <a:extLst>
                  <a:ext uri="{FF2B5EF4-FFF2-40B4-BE49-F238E27FC236}">
                    <a16:creationId xmlns:a16="http://schemas.microsoft.com/office/drawing/2014/main" id="{3C104E24-D185-2ACD-42EE-167EB4898C24}"/>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6" name="Google Shape;940;p114">
                <a:extLst>
                  <a:ext uri="{FF2B5EF4-FFF2-40B4-BE49-F238E27FC236}">
                    <a16:creationId xmlns:a16="http://schemas.microsoft.com/office/drawing/2014/main" id="{40BD97AA-FE2E-624A-84FF-9E1E09C50C1B}"/>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7" name="Google Shape;941;p114">
                <a:extLst>
                  <a:ext uri="{FF2B5EF4-FFF2-40B4-BE49-F238E27FC236}">
                    <a16:creationId xmlns:a16="http://schemas.microsoft.com/office/drawing/2014/main" id="{3CDD232D-2FCC-5DD4-7828-C70BD90954C1}"/>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18" name="Google Shape;942;p114">
              <a:extLst>
                <a:ext uri="{FF2B5EF4-FFF2-40B4-BE49-F238E27FC236}">
                  <a16:creationId xmlns:a16="http://schemas.microsoft.com/office/drawing/2014/main" id="{CFBD884D-4ADE-E6C3-5077-90C68C1B6D55}"/>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19" name="Google Shape;943;p114">
              <a:extLst>
                <a:ext uri="{FF2B5EF4-FFF2-40B4-BE49-F238E27FC236}">
                  <a16:creationId xmlns:a16="http://schemas.microsoft.com/office/drawing/2014/main" id="{12B9C988-B362-D0AF-6C43-4676094D9B53}"/>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0" name="Google Shape;944;p114">
              <a:extLst>
                <a:ext uri="{FF2B5EF4-FFF2-40B4-BE49-F238E27FC236}">
                  <a16:creationId xmlns:a16="http://schemas.microsoft.com/office/drawing/2014/main" id="{8199C7A0-3C4B-A86D-1CCA-35E023C23F77}"/>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9" name="Groupe 48">
            <a:extLst>
              <a:ext uri="{FF2B5EF4-FFF2-40B4-BE49-F238E27FC236}">
                <a16:creationId xmlns:a16="http://schemas.microsoft.com/office/drawing/2014/main" id="{941AE4FF-8DD2-1E31-52A0-DA846C10D281}"/>
              </a:ext>
            </a:extLst>
          </p:cNvPr>
          <p:cNvGrpSpPr/>
          <p:nvPr/>
        </p:nvGrpSpPr>
        <p:grpSpPr>
          <a:xfrm>
            <a:off x="1105481" y="2796059"/>
            <a:ext cx="1593064" cy="442679"/>
            <a:chOff x="1105481" y="2796059"/>
            <a:chExt cx="1593064" cy="442679"/>
          </a:xfrm>
        </p:grpSpPr>
        <p:grpSp>
          <p:nvGrpSpPr>
            <p:cNvPr id="21" name="Google Shape;945;p114">
              <a:extLst>
                <a:ext uri="{FF2B5EF4-FFF2-40B4-BE49-F238E27FC236}">
                  <a16:creationId xmlns:a16="http://schemas.microsoft.com/office/drawing/2014/main" id="{88D7F697-3AAA-B671-8F47-1CFCD46EC971}"/>
                </a:ext>
              </a:extLst>
            </p:cNvPr>
            <p:cNvGrpSpPr/>
            <p:nvPr/>
          </p:nvGrpSpPr>
          <p:grpSpPr>
            <a:xfrm>
              <a:off x="1105481" y="2849940"/>
              <a:ext cx="1593064" cy="216651"/>
              <a:chOff x="671260" y="2273543"/>
              <a:chExt cx="2484000" cy="337814"/>
            </a:xfrm>
          </p:grpSpPr>
          <p:sp>
            <p:nvSpPr>
              <p:cNvPr id="22" name="Google Shape;946;p114">
                <a:extLst>
                  <a:ext uri="{FF2B5EF4-FFF2-40B4-BE49-F238E27FC236}">
                    <a16:creationId xmlns:a16="http://schemas.microsoft.com/office/drawing/2014/main" id="{64CF914D-680E-EC22-2B09-993892B9A761}"/>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3" name="Google Shape;947;p114">
                <a:extLst>
                  <a:ext uri="{FF2B5EF4-FFF2-40B4-BE49-F238E27FC236}">
                    <a16:creationId xmlns:a16="http://schemas.microsoft.com/office/drawing/2014/main" id="{85A3539D-8E2B-8F8E-65E5-D0D40D89FDF5}"/>
                  </a:ext>
                </a:extLst>
              </p:cNvPr>
              <p:cNvGrpSpPr/>
              <p:nvPr/>
            </p:nvGrpSpPr>
            <p:grpSpPr>
              <a:xfrm>
                <a:off x="1493828" y="2488296"/>
                <a:ext cx="828918" cy="123061"/>
                <a:chOff x="1493828" y="2467991"/>
                <a:chExt cx="828918" cy="144016"/>
              </a:xfrm>
            </p:grpSpPr>
            <p:cxnSp>
              <p:nvCxnSpPr>
                <p:cNvPr id="24" name="Google Shape;948;p114">
                  <a:extLst>
                    <a:ext uri="{FF2B5EF4-FFF2-40B4-BE49-F238E27FC236}">
                      <a16:creationId xmlns:a16="http://schemas.microsoft.com/office/drawing/2014/main" id="{27287D0F-FB23-9517-B01F-CAF6C9FAE768}"/>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25" name="Google Shape;949;p114">
                  <a:extLst>
                    <a:ext uri="{FF2B5EF4-FFF2-40B4-BE49-F238E27FC236}">
                      <a16:creationId xmlns:a16="http://schemas.microsoft.com/office/drawing/2014/main" id="{99D34E67-7D1E-53F3-ED13-4C5441F39E75}"/>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6" name="Google Shape;950;p114">
              <a:extLst>
                <a:ext uri="{FF2B5EF4-FFF2-40B4-BE49-F238E27FC236}">
                  <a16:creationId xmlns:a16="http://schemas.microsoft.com/office/drawing/2014/main" id="{FCEF4829-0513-1005-A9C5-9FB7F308B8FB}"/>
                </a:ext>
              </a:extLst>
            </p:cNvPr>
            <p:cNvGrpSpPr/>
            <p:nvPr/>
          </p:nvGrpSpPr>
          <p:grpSpPr>
            <a:xfrm>
              <a:off x="1630238" y="2796059"/>
              <a:ext cx="531021" cy="230906"/>
              <a:chOff x="8310457" y="3280644"/>
              <a:chExt cx="828000" cy="360040"/>
            </a:xfrm>
          </p:grpSpPr>
          <p:sp>
            <p:nvSpPr>
              <p:cNvPr id="27" name="Google Shape;951;p114">
                <a:extLst>
                  <a:ext uri="{FF2B5EF4-FFF2-40B4-BE49-F238E27FC236}">
                    <a16:creationId xmlns:a16="http://schemas.microsoft.com/office/drawing/2014/main" id="{C9772301-0C1B-6B5B-D028-E9A219F44805}"/>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8" name="Google Shape;952;p114">
                <a:extLst>
                  <a:ext uri="{FF2B5EF4-FFF2-40B4-BE49-F238E27FC236}">
                    <a16:creationId xmlns:a16="http://schemas.microsoft.com/office/drawing/2014/main" id="{6DBCEBF6-CA65-E6B2-74EC-DF0CCE04EC2F}"/>
                  </a:ext>
                </a:extLst>
              </p:cNvPr>
              <p:cNvGrpSpPr/>
              <p:nvPr/>
            </p:nvGrpSpPr>
            <p:grpSpPr>
              <a:xfrm>
                <a:off x="8544437" y="3280644"/>
                <a:ext cx="360040" cy="360040"/>
                <a:chOff x="-629964" y="1476375"/>
                <a:chExt cx="360040" cy="360040"/>
              </a:xfrm>
            </p:grpSpPr>
            <p:sp>
              <p:nvSpPr>
                <p:cNvPr id="29" name="Google Shape;953;p114">
                  <a:extLst>
                    <a:ext uri="{FF2B5EF4-FFF2-40B4-BE49-F238E27FC236}">
                      <a16:creationId xmlns:a16="http://schemas.microsoft.com/office/drawing/2014/main" id="{D712F54F-9FC7-0FC5-FB36-7FF7614B9E8A}"/>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0" name="Google Shape;954;p114">
                  <a:extLst>
                    <a:ext uri="{FF2B5EF4-FFF2-40B4-BE49-F238E27FC236}">
                      <a16:creationId xmlns:a16="http://schemas.microsoft.com/office/drawing/2014/main" id="{DB608DC2-6207-7764-5B45-0009A8B7E23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31" name="Google Shape;955;p114">
              <a:extLst>
                <a:ext uri="{FF2B5EF4-FFF2-40B4-BE49-F238E27FC236}">
                  <a16:creationId xmlns:a16="http://schemas.microsoft.com/office/drawing/2014/main" id="{013807BC-97D9-8F40-15D0-4DFF2DCD6F8E}"/>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32" name="Google Shape;956;p114">
              <a:extLst>
                <a:ext uri="{FF2B5EF4-FFF2-40B4-BE49-F238E27FC236}">
                  <a16:creationId xmlns:a16="http://schemas.microsoft.com/office/drawing/2014/main" id="{3D3C3A6D-F34A-8E4E-DEC4-A7BE0C9ACCD5}"/>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33" name="Google Shape;957;p114">
              <a:extLst>
                <a:ext uri="{FF2B5EF4-FFF2-40B4-BE49-F238E27FC236}">
                  <a16:creationId xmlns:a16="http://schemas.microsoft.com/office/drawing/2014/main" id="{40B57A50-CC78-5B18-A325-B0CCF9760BF3}"/>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8" name="Groupe 47">
            <a:extLst>
              <a:ext uri="{FF2B5EF4-FFF2-40B4-BE49-F238E27FC236}">
                <a16:creationId xmlns:a16="http://schemas.microsoft.com/office/drawing/2014/main" id="{A7C12FF0-5DB9-9276-259B-B552EDE6B296}"/>
              </a:ext>
            </a:extLst>
          </p:cNvPr>
          <p:cNvGrpSpPr/>
          <p:nvPr/>
        </p:nvGrpSpPr>
        <p:grpSpPr>
          <a:xfrm>
            <a:off x="1126912" y="1687668"/>
            <a:ext cx="1593064" cy="442370"/>
            <a:chOff x="1126912" y="1687668"/>
            <a:chExt cx="1593064" cy="442370"/>
          </a:xfrm>
        </p:grpSpPr>
        <p:grpSp>
          <p:nvGrpSpPr>
            <p:cNvPr id="34" name="Google Shape;958;p114">
              <a:extLst>
                <a:ext uri="{FF2B5EF4-FFF2-40B4-BE49-F238E27FC236}">
                  <a16:creationId xmlns:a16="http://schemas.microsoft.com/office/drawing/2014/main" id="{7D93B022-3FEF-A396-96E7-FC6DFE5347AC}"/>
                </a:ext>
              </a:extLst>
            </p:cNvPr>
            <p:cNvGrpSpPr/>
            <p:nvPr/>
          </p:nvGrpSpPr>
          <p:grpSpPr>
            <a:xfrm>
              <a:off x="1126912" y="1741550"/>
              <a:ext cx="1593064" cy="216651"/>
              <a:chOff x="671260" y="2273543"/>
              <a:chExt cx="2484000" cy="337814"/>
            </a:xfrm>
          </p:grpSpPr>
          <p:sp>
            <p:nvSpPr>
              <p:cNvPr id="35" name="Google Shape;959;p114">
                <a:extLst>
                  <a:ext uri="{FF2B5EF4-FFF2-40B4-BE49-F238E27FC236}">
                    <a16:creationId xmlns:a16="http://schemas.microsoft.com/office/drawing/2014/main" id="{E5FEFEC6-1DF9-D409-D82F-E4A87197624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36" name="Google Shape;960;p114">
                <a:extLst>
                  <a:ext uri="{FF2B5EF4-FFF2-40B4-BE49-F238E27FC236}">
                    <a16:creationId xmlns:a16="http://schemas.microsoft.com/office/drawing/2014/main" id="{EB8DA24E-DCA7-F201-384B-9691EFCC10F9}"/>
                  </a:ext>
                </a:extLst>
              </p:cNvPr>
              <p:cNvGrpSpPr/>
              <p:nvPr/>
            </p:nvGrpSpPr>
            <p:grpSpPr>
              <a:xfrm>
                <a:off x="1493828" y="2488296"/>
                <a:ext cx="828918" cy="123061"/>
                <a:chOff x="1493828" y="2467991"/>
                <a:chExt cx="828918" cy="144016"/>
              </a:xfrm>
            </p:grpSpPr>
            <p:cxnSp>
              <p:nvCxnSpPr>
                <p:cNvPr id="37" name="Google Shape;961;p114">
                  <a:extLst>
                    <a:ext uri="{FF2B5EF4-FFF2-40B4-BE49-F238E27FC236}">
                      <a16:creationId xmlns:a16="http://schemas.microsoft.com/office/drawing/2014/main" id="{F57952A6-F7BE-D68B-81EA-9B227654435B}"/>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8" name="Google Shape;962;p114">
                  <a:extLst>
                    <a:ext uri="{FF2B5EF4-FFF2-40B4-BE49-F238E27FC236}">
                      <a16:creationId xmlns:a16="http://schemas.microsoft.com/office/drawing/2014/main" id="{7BED8F39-6270-323F-CBC5-56E86250C23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9" name="Google Shape;963;p114">
              <a:extLst>
                <a:ext uri="{FF2B5EF4-FFF2-40B4-BE49-F238E27FC236}">
                  <a16:creationId xmlns:a16="http://schemas.microsoft.com/office/drawing/2014/main" id="{86FD8E39-903A-EC9E-0EF6-28A173C9278A}"/>
                </a:ext>
              </a:extLst>
            </p:cNvPr>
            <p:cNvGrpSpPr/>
            <p:nvPr/>
          </p:nvGrpSpPr>
          <p:grpSpPr>
            <a:xfrm>
              <a:off x="1133428" y="1687668"/>
              <a:ext cx="531021" cy="230906"/>
              <a:chOff x="7502386" y="2233439"/>
              <a:chExt cx="828000" cy="360040"/>
            </a:xfrm>
          </p:grpSpPr>
          <p:sp>
            <p:nvSpPr>
              <p:cNvPr id="40" name="Google Shape;964;p114">
                <a:extLst>
                  <a:ext uri="{FF2B5EF4-FFF2-40B4-BE49-F238E27FC236}">
                    <a16:creationId xmlns:a16="http://schemas.microsoft.com/office/drawing/2014/main" id="{920EDD62-1684-86AB-DFFB-BDB89CF9CB89}"/>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1" name="Google Shape;965;p114">
                <a:extLst>
                  <a:ext uri="{FF2B5EF4-FFF2-40B4-BE49-F238E27FC236}">
                    <a16:creationId xmlns:a16="http://schemas.microsoft.com/office/drawing/2014/main" id="{6A5425AF-10DA-CE1B-0902-EEC1AA78435E}"/>
                  </a:ext>
                </a:extLst>
              </p:cNvPr>
              <p:cNvGrpSpPr/>
              <p:nvPr/>
            </p:nvGrpSpPr>
            <p:grpSpPr>
              <a:xfrm>
                <a:off x="7736366" y="2233439"/>
                <a:ext cx="360040" cy="360040"/>
                <a:chOff x="-629964" y="1476375"/>
                <a:chExt cx="360040" cy="360040"/>
              </a:xfrm>
            </p:grpSpPr>
            <p:sp>
              <p:nvSpPr>
                <p:cNvPr id="42" name="Google Shape;966;p114">
                  <a:extLst>
                    <a:ext uri="{FF2B5EF4-FFF2-40B4-BE49-F238E27FC236}">
                      <a16:creationId xmlns:a16="http://schemas.microsoft.com/office/drawing/2014/main" id="{C3D70B53-537C-BF3D-359E-AF28AC84C222}"/>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3" name="Google Shape;967;p114">
                  <a:extLst>
                    <a:ext uri="{FF2B5EF4-FFF2-40B4-BE49-F238E27FC236}">
                      <a16:creationId xmlns:a16="http://schemas.microsoft.com/office/drawing/2014/main" id="{181B1D44-86AD-20AE-E0D4-5496A01BD0AA}"/>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4" name="Google Shape;968;p114">
              <a:extLst>
                <a:ext uri="{FF2B5EF4-FFF2-40B4-BE49-F238E27FC236}">
                  <a16:creationId xmlns:a16="http://schemas.microsoft.com/office/drawing/2014/main" id="{163CDE29-681F-8DC2-61D8-1ADCACA33FE2}"/>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45" name="Google Shape;969;p114">
              <a:extLst>
                <a:ext uri="{FF2B5EF4-FFF2-40B4-BE49-F238E27FC236}">
                  <a16:creationId xmlns:a16="http://schemas.microsoft.com/office/drawing/2014/main" id="{CC07BF23-B4C9-980A-51CC-E3A294E5E39F}"/>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46" name="Google Shape;970;p114">
              <a:extLst>
                <a:ext uri="{FF2B5EF4-FFF2-40B4-BE49-F238E27FC236}">
                  <a16:creationId xmlns:a16="http://schemas.microsoft.com/office/drawing/2014/main" id="{BC86BA8F-6DC1-4863-E54B-13BAB5228CF5}"/>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23257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p:txBody>
          <a:bodyPr/>
          <a:lstStyle/>
          <a:p>
            <a:fld id="{7870704B-CE94-48CC-AF30-84932A1262A7}" type="slidenum">
              <a:rPr lang="fr-FR" noProof="0" smtClean="0"/>
              <a:pPr/>
              <a:t>13</a:t>
            </a:fld>
            <a:endParaRPr lang="fr-FR" noProof="0"/>
          </a:p>
        </p:txBody>
      </p:sp>
      <p:graphicFrame>
        <p:nvGraphicFramePr>
          <p:cNvPr id="8" name="Tableau 7">
            <a:extLst>
              <a:ext uri="{FF2B5EF4-FFF2-40B4-BE49-F238E27FC236}">
                <a16:creationId xmlns:a16="http://schemas.microsoft.com/office/drawing/2014/main" id="{420B27DE-84C5-4FE1-98E3-DEC4580A8FC9}"/>
              </a:ext>
            </a:extLst>
          </p:cNvPr>
          <p:cNvGraphicFramePr>
            <a:graphicFrameLocks noGrp="1"/>
          </p:cNvGraphicFramePr>
          <p:nvPr>
            <p:extLst>
              <p:ext uri="{D42A27DB-BD31-4B8C-83A1-F6EECF244321}">
                <p14:modId xmlns:p14="http://schemas.microsoft.com/office/powerpoint/2010/main" val="287575818"/>
              </p:ext>
            </p:extLst>
          </p:nvPr>
        </p:nvGraphicFramePr>
        <p:xfrm>
          <a:off x="103340" y="514001"/>
          <a:ext cx="8774487" cy="4359822"/>
        </p:xfrm>
        <a:graphic>
          <a:graphicData uri="http://schemas.openxmlformats.org/drawingml/2006/table">
            <a:tbl>
              <a:tblPr firstRow="1" bandRow="1"/>
              <a:tblGrid>
                <a:gridCol w="353194">
                  <a:extLst>
                    <a:ext uri="{9D8B030D-6E8A-4147-A177-3AD203B41FA5}">
                      <a16:colId xmlns:a16="http://schemas.microsoft.com/office/drawing/2014/main" val="2571681979"/>
                    </a:ext>
                  </a:extLst>
                </a:gridCol>
                <a:gridCol w="3418411">
                  <a:extLst>
                    <a:ext uri="{9D8B030D-6E8A-4147-A177-3AD203B41FA5}">
                      <a16:colId xmlns:a16="http://schemas.microsoft.com/office/drawing/2014/main" val="142206567"/>
                    </a:ext>
                  </a:extLst>
                </a:gridCol>
                <a:gridCol w="830406">
                  <a:extLst>
                    <a:ext uri="{9D8B030D-6E8A-4147-A177-3AD203B41FA5}">
                      <a16:colId xmlns:a16="http://schemas.microsoft.com/office/drawing/2014/main" val="1387322598"/>
                    </a:ext>
                  </a:extLst>
                </a:gridCol>
                <a:gridCol w="857250">
                  <a:extLst>
                    <a:ext uri="{9D8B030D-6E8A-4147-A177-3AD203B41FA5}">
                      <a16:colId xmlns:a16="http://schemas.microsoft.com/office/drawing/2014/main" val="1642324202"/>
                    </a:ext>
                  </a:extLst>
                </a:gridCol>
                <a:gridCol w="1076326">
                  <a:extLst>
                    <a:ext uri="{9D8B030D-6E8A-4147-A177-3AD203B41FA5}">
                      <a16:colId xmlns:a16="http://schemas.microsoft.com/office/drawing/2014/main" val="697296393"/>
                    </a:ext>
                  </a:extLst>
                </a:gridCol>
                <a:gridCol w="952500">
                  <a:extLst>
                    <a:ext uri="{9D8B030D-6E8A-4147-A177-3AD203B41FA5}">
                      <a16:colId xmlns:a16="http://schemas.microsoft.com/office/drawing/2014/main" val="451301992"/>
                    </a:ext>
                  </a:extLst>
                </a:gridCol>
                <a:gridCol w="1286400">
                  <a:extLst>
                    <a:ext uri="{9D8B030D-6E8A-4147-A177-3AD203B41FA5}">
                      <a16:colId xmlns:a16="http://schemas.microsoft.com/office/drawing/2014/main" val="2529955503"/>
                    </a:ext>
                  </a:extLst>
                </a:gridCol>
              </a:tblGrid>
              <a:tr h="156870">
                <a:tc gridSpan="2">
                  <a:txBody>
                    <a:bodyPr/>
                    <a:lstStyle/>
                    <a:p>
                      <a:pPr algn="ctr">
                        <a:buClr>
                          <a:schemeClr val="tx2"/>
                        </a:buClr>
                      </a:pPr>
                      <a:r>
                        <a:rPr lang="fr-FR" sz="700" b="1" kern="1200" noProof="0">
                          <a:solidFill>
                            <a:schemeClr val="bg1"/>
                          </a:solidFill>
                          <a:latin typeface="+mn-lt"/>
                          <a:ea typeface="+mn-ea"/>
                          <a:cs typeface="Calibri"/>
                        </a:rPr>
                        <a:t>Description du controle</a:t>
                      </a:r>
                    </a:p>
                  </a:txBody>
                  <a:tcPr marL="27000" marR="27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 typeface="Arial"/>
                        <a:buNone/>
                        <a:tabLst/>
                        <a:defRPr/>
                      </a:pPr>
                      <a:r>
                        <a:rPr lang="fr-FR" sz="800" b="1">
                          <a:solidFill>
                            <a:schemeClr val="bg1"/>
                          </a:solidFill>
                        </a:rPr>
                        <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1">
                          <a:solidFill>
                            <a:schemeClr val="bg1"/>
                          </a:solidFill>
                        </a:rPr>
                        <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Priorite</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86601291"/>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732199141"/>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solidFill>
                            <a:schemeClr val="tx1"/>
                          </a:solidFill>
                          <a:effectLst/>
                          <a:latin typeface="+mn-lt"/>
                          <a:ea typeface="Times New Roman" panose="02020603050405020304" pitchFamily="18" charset="0"/>
                        </a:rPr>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
                      </a:r>
                      <a:endParaRPr lang="fr-FR" sz="700" b="1" noProof="0" dirty="0">
                        <a:solidFill>
                          <a:srgbClr val="00B050"/>
                        </a:solidFill>
                        <a:effectLst/>
                        <a:latin typeface="Arial"/>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
                      </a:r>
                      <a:endParaRPr kumimoji="0" lang="fr-FR" sz="700" b="1" i="0" u="none" strike="noStrike" kern="1200" cap="none" spc="0" normalizeH="0" baseline="0" noProof="0" dirty="0">
                        <a:ln>
                          <a:noFill/>
                        </a:ln>
                        <a:solidFill>
                          <a:srgbClr val="00B050"/>
                        </a:solidFill>
                        <a:effectLst/>
                        <a:uLnTx/>
                        <a:uFillTx/>
                        <a:latin typeface="Arial"/>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0714359"/>
                  </a:ext>
                </a:extLst>
              </a:tr>
              <a:tr h="341942">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FF0000"/>
                          </a:solidFill>
                          <a:effectLst/>
                          <a:uLnTx/>
                          <a:uFillTx/>
                          <a:latin typeface="+mn-lt"/>
                          <a:ea typeface="+mn-ea"/>
                          <a:cs typeface="+mn-cs"/>
                        </a:rPr>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2969740"/>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endParaRPr kumimoji="0" lang="fr-FR" sz="7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2470150"/>
                  </a:ext>
                </a:extLst>
              </a:tr>
              <a:tr h="554241">
                <a:tc>
                  <a:txBody>
                    <a:bodyPr/>
                    <a:lstStyle/>
                    <a:p>
                      <a:pPr algn="ctr"/>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fr-FR" sz="700" noProof="0">
                          <a:effectLst/>
                          <a:latin typeface="+mn-lt"/>
                          <a:ea typeface="Times New Roman" panose="02020603050405020304" pitchFamily="18" charset="0"/>
                        </a:rPr>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567868"/>
                  </a:ext>
                </a:extLst>
              </a:tr>
              <a:tr h="465480">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4853573"/>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805578786"/>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5096274"/>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a:t/>
                      </a:r>
                      <a:endParaRPr lang="en-US" sz="11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8541624"/>
                  </a:ext>
                </a:extLst>
              </a:tr>
              <a:tr h="17820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
                      </a:r>
                      <a:endParaRPr kumimoji="0" lang="fr-FR" sz="700" b="1" i="0" u="none" strike="noStrike" kern="1200" cap="none" spc="0" normalizeH="0" baseline="0" noProof="0" dirty="0">
                        <a:ln>
                          <a:noFill/>
                        </a:ln>
                        <a:solidFill>
                          <a:srgbClr val="FFFFFF"/>
                        </a:solidFill>
                        <a:effectLst/>
                        <a:uLnTx/>
                        <a:uFillTx/>
                        <a:latin typeface="+mn-lt"/>
                        <a:ea typeface="+mn-ea"/>
                        <a:cs typeface="Calibri"/>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593670548"/>
                  </a:ext>
                </a:extLst>
              </a:tr>
              <a:tr h="494055">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685800" rtl="0" eaLnBrk="1" latinLnBrk="0" hangingPunct="1">
                        <a:lnSpc>
                          <a:spcPct val="100000"/>
                        </a:lnSpc>
                        <a:spcAft>
                          <a:spcPts val="300"/>
                        </a:spcAft>
                        <a:buFont typeface="+mj-lt"/>
                        <a:buNone/>
                      </a:pPr>
                      <a:r>
                        <a:rPr lang="fr-FR" sz="700" b="0" kern="1200" noProof="0">
                          <a:solidFill>
                            <a:schemeClr val="tx1"/>
                          </a:solidFill>
                          <a:effectLst/>
                          <a:latin typeface="+mn-lt"/>
                          <a:ea typeface="Times New Roman" panose="02020603050405020304" pitchFamily="18" charset="0"/>
                          <a:cs typeface="Arial"/>
                        </a:rPr>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en-US" sz="800"/>
                        <a:t/>
                      </a:r>
                      <a:endParaRPr lang="fr-FR" sz="700" b="1" kern="1200" noProof="0" dirty="0">
                        <a:solidFill>
                          <a:srgbClr val="00B050"/>
                        </a:solidFill>
                        <a:effectLst/>
                        <a:latin typeface="+mn-lt"/>
                        <a:ea typeface="Times New Roman" panose="02020603050405020304" pitchFamily="18" charset="0"/>
                        <a:cs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
                      </a:r>
                      <a:endParaRPr kumimoji="0" lang="fr-FR" sz="700" b="1" i="0" u="none" strike="noStrike" kern="1200" cap="none" spc="0" normalizeH="0" baseline="0" noProof="0" dirty="0">
                        <a:ln>
                          <a:noFill/>
                        </a:ln>
                        <a:solidFill>
                          <a:srgbClr val="00B050"/>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3323472"/>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{{MATRIX_9_REF}}</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kern="1200" noProof="0">
                          <a:solidFill>
                            <a:schemeClr val="tx1"/>
                          </a:solidFill>
                          <a:effectLst/>
                          <a:latin typeface="+mn-lt"/>
                          <a:ea typeface="Times New Roman" panose="02020603050405020304" pitchFamily="18" charset="0"/>
                          <a:cs typeface="Arial"/>
                        </a:rPr>
                        <a:t>{{MATRIX_9_DESC}}</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en-US" sz="700" b="1" i="0" u="none" strike="noStrike" kern="1200" cap="none" spc="0" normalizeH="0" baseline="0" noProof="0">
                          <a:ln>
                            <a:noFill/>
                          </a:ln>
                          <a:solidFill>
                            <a:schemeClr val="tx1"/>
                          </a:solidFill>
                          <a:effectLst/>
                          <a:uLnTx/>
                          <a:uFillTx/>
                          <a:latin typeface="+mn-lt"/>
                          <a:ea typeface="+mn-ea"/>
                          <a:cs typeface="+mn-cs"/>
                        </a:rPr>
                        <a:t>{{APP_4_CONTROL_9_STATUS}}</a:t>
                      </a:r>
                      <a:endParaRPr kumimoji="0" lang="fr-FR" sz="700" b="1" i="0" u="none" strike="noStrike" kern="1200" cap="none" spc="0" normalizeH="0" baseline="0" noProof="0" dirty="0">
                        <a:ln>
                          <a:noFill/>
                        </a:ln>
                        <a:solidFill>
                          <a:schemeClr val="tx1"/>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800"/>
                        <a:t>{{CONTROL_9_PRIORITY}}</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352726"/>
                  </a:ext>
                </a:extLst>
              </a:tr>
            </a:tbl>
          </a:graphicData>
        </a:graphic>
      </p:graphicFrame>
      <p:sp>
        <p:nvSpPr>
          <p:cNvPr id="2" name="ZoneTexte 1">
            <a:extLst>
              <a:ext uri="{FF2B5EF4-FFF2-40B4-BE49-F238E27FC236}">
                <a16:creationId xmlns:a16="http://schemas.microsoft.com/office/drawing/2014/main" id="{AFBB2428-47EF-C203-6702-DD72F1ED91C6}"/>
              </a:ext>
            </a:extLst>
          </p:cNvPr>
          <p:cNvSpPr txBox="1"/>
          <p:nvPr/>
        </p:nvSpPr>
        <p:spPr>
          <a:xfrm>
            <a:off x="6928423" y="33334"/>
            <a:ext cx="2838450" cy="170096"/>
          </a:xfrm>
          <a:prstGeom prst="rect">
            <a:avLst/>
          </a:prstGeom>
          <a:noFill/>
        </p:spPr>
        <p:txBody>
          <a:bodyPr wrap="square" rtlCol="0">
            <a:noAutofit/>
          </a:bodyPr>
          <a:lstStyle/>
          <a:p>
            <a:pPr algn="just"/>
            <a:r>
              <a:rPr lang="fr-FR" sz="600" noProof="0">
                <a:ea typeface="Times New Roman" panose="02020603050405020304" pitchFamily="18" charset="0"/>
              </a:rPr>
              <a:t/>
            </a:r>
            <a:endParaRPr lang="fr-FR" sz="600" noProof="0"/>
          </a:p>
        </p:txBody>
      </p:sp>
      <p:sp>
        <p:nvSpPr>
          <p:cNvPr id="9" name="Google Shape;478;p3">
            <a:extLst>
              <a:ext uri="{FF2B5EF4-FFF2-40B4-BE49-F238E27FC236}">
                <a16:creationId xmlns:a16="http://schemas.microsoft.com/office/drawing/2014/main" id="{BD82F423-D1D6-5456-1E63-1C42F5CFE20C}"/>
              </a:ext>
            </a:extLst>
          </p:cNvPr>
          <p:cNvSpPr txBox="1">
            <a:spLocks/>
          </p:cNvSpPr>
          <p:nvPr/>
        </p:nvSpPr>
        <p:spPr>
          <a:xfrm>
            <a:off x="226559" y="118383"/>
            <a:ext cx="6172200" cy="310243"/>
          </a:xfrm>
          <a:prstGeom prst="rect">
            <a:avLst/>
          </a:prstGeom>
          <a:noFill/>
          <a:ln>
            <a:noFill/>
          </a:ln>
        </p:spPr>
        <p:txBody>
          <a:bodyPr spcFirstLastPara="1" vert="horz" wrap="square" lIns="0" tIns="0" rIns="0" bIns="0" rtlCol="0" anchor="t" anchorCtr="0">
            <a:normAutofit/>
          </a:bodyPr>
          <a:lstStyle>
            <a:lvl1pPr algn="l" defTabSz="685800" rtl="0" eaLnBrk="1" latinLnBrk="0" hangingPunct="1">
              <a:lnSpc>
                <a:spcPct val="85000"/>
              </a:lnSpc>
              <a:spcBef>
                <a:spcPct val="0"/>
              </a:spcBef>
              <a:buNone/>
              <a:defRPr sz="2800" kern="1200">
                <a:solidFill>
                  <a:schemeClr val="tx1"/>
                </a:solidFill>
                <a:latin typeface="+mj-lt"/>
                <a:ea typeface="+mj-ea"/>
                <a:cs typeface="+mj-cs"/>
              </a:defRPr>
            </a:lvl1pPr>
          </a:lstStyle>
          <a:p>
            <a:r>
              <a:rPr lang="fr-FR" sz="2250" noProof="0">
                <a:latin typeface="Georgia" panose="02040502050405020303" pitchFamily="18" charset="0"/>
              </a:rPr>
              <a:t>Synthese par controle et par application</a:t>
            </a:r>
          </a:p>
        </p:txBody>
      </p:sp>
      <p:graphicFrame>
        <p:nvGraphicFramePr>
          <p:cNvPr id="4" name="Tableau 3">
            <a:extLst>
              <a:ext uri="{FF2B5EF4-FFF2-40B4-BE49-F238E27FC236}">
                <a16:creationId xmlns:a16="http://schemas.microsoft.com/office/drawing/2014/main" id="{B079A30B-0F97-AF7E-F88B-C7906364BD89}"/>
              </a:ext>
            </a:extLst>
          </p:cNvPr>
          <p:cNvGraphicFramePr>
            <a:graphicFrameLocks noGrp="1"/>
          </p:cNvGraphicFramePr>
          <p:nvPr>
            <p:extLst>
              <p:ext uri="{D42A27DB-BD31-4B8C-83A1-F6EECF244321}">
                <p14:modId xmlns:p14="http://schemas.microsoft.com/office/powerpoint/2010/main" val="2905092545"/>
              </p:ext>
            </p:extLst>
          </p:nvPr>
        </p:nvGraphicFramePr>
        <p:xfrm>
          <a:off x="11001375" y="1895475"/>
          <a:ext cx="208280" cy="609600"/>
        </p:xfrm>
        <a:graphic>
          <a:graphicData uri="http://schemas.openxmlformats.org/drawingml/2006/table">
            <a:tbl>
              <a:tblPr/>
              <a:tblGrid>
                <a:gridCol w="208280">
                  <a:extLst>
                    <a:ext uri="{9D8B030D-6E8A-4147-A177-3AD203B41FA5}">
                      <a16:colId xmlns:a16="http://schemas.microsoft.com/office/drawing/2014/main" val="123945118"/>
                    </a:ext>
                  </a:extLst>
                </a:gridCol>
              </a:tblGrid>
              <a:tr h="0">
                <a:tc>
                  <a:txBody>
                    <a:bodyPr/>
                    <a:lstStyle/>
                    <a:p>
                      <a:pPr lvl="0">
                        <a:buNone/>
                      </a:pPr>
                      <a:endParaRPr lang="fr-FR"/>
                    </a:p>
                  </a:txBody>
                  <a:tcPr>
                    <a:lnL w="3174">
                      <a:solidFill>
                        <a:schemeClr val="bg1"/>
                      </a:solidFill>
                    </a:lnL>
                    <a:lnR w="3174">
                      <a:solidFill>
                        <a:schemeClr val="bg1"/>
                      </a:solidFill>
                    </a:lnR>
                    <a:lnT w="3174">
                      <a:solidFill>
                        <a:schemeClr val="bg1"/>
                      </a:solidFill>
                    </a:lnT>
                    <a:lnB w="3174">
                      <a:solidFill>
                        <a:schemeClr val="bg1"/>
                      </a:solidFill>
                    </a:lnB>
                  </a:tcPr>
                </a:tc>
                <a:extLst>
                  <a:ext uri="{0D108BD9-81ED-4DB2-BD59-A6C34878D82A}">
                    <a16:rowId xmlns:a16="http://schemas.microsoft.com/office/drawing/2014/main" val="128838349"/>
                  </a:ext>
                </a:extLst>
              </a:tr>
              <a:tr h="0">
                <a:tc>
                  <a:txBody>
                    <a:bodyPr/>
                    <a:lstStyle/>
                    <a:p>
                      <a:endParaRPr lang="fr-FR"/>
                    </a:p>
                  </a:txBody>
                  <a:tcPr>
                    <a:lnL w="3175" cmpd="sng">
                      <a:solidFill>
                        <a:schemeClr val="bg1"/>
                      </a:solidFill>
                      <a:prstDash val="solid"/>
                    </a:lnL>
                    <a:lnR w="3175" cmpd="sng">
                      <a:solidFill>
                        <a:schemeClr val="bg1"/>
                      </a:solidFill>
                      <a:prstDash val="solid"/>
                    </a:lnR>
                    <a:lnT w="3174" cap="flat" cmpd="sng" algn="ctr">
                      <a:solidFill>
                        <a:schemeClr val="bg1"/>
                      </a:solidFill>
                      <a:prstDash val="solid"/>
                      <a:round/>
                      <a:headEnd type="none" w="med" len="med"/>
                      <a:tailEnd type="none" w="med" len="med"/>
                    </a:lnT>
                    <a:lnB w="3175" cmpd="sng">
                      <a:solidFill>
                        <a:schemeClr val="bg1"/>
                      </a:solidFill>
                      <a:prstDash val="solid"/>
                    </a:lnB>
                  </a:tcPr>
                </a:tc>
                <a:extLst>
                  <a:ext uri="{0D108BD9-81ED-4DB2-BD59-A6C34878D82A}">
                    <a16:rowId xmlns:a16="http://schemas.microsoft.com/office/drawing/2014/main" val="740852747"/>
                  </a:ext>
                </a:extLst>
              </a:tr>
            </a:tbl>
          </a:graphicData>
        </a:graphic>
      </p:graphicFrame>
    </p:spTree>
    <p:extLst>
      <p:ext uri="{BB962C8B-B14F-4D97-AF65-F5344CB8AC3E}">
        <p14:creationId xmlns:p14="http://schemas.microsoft.com/office/powerpoint/2010/main" val="4128155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9CFB5FBD-960C-4E6B-BD02-2A7319345209}"/>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C258AF33-8260-9FE7-96D3-9D295D4D5FF0}"/>
              </a:ext>
            </a:extLst>
          </p:cNvPr>
          <p:cNvSpPr>
            <a:spLocks noGrp="1"/>
          </p:cNvSpPr>
          <p:nvPr>
            <p:ph type="title"/>
          </p:nvPr>
        </p:nvSpPr>
        <p:spPr>
          <a:xfrm>
            <a:off x="298329" y="2594969"/>
            <a:ext cx="4940733" cy="1944956"/>
          </a:xfrm>
        </p:spPr>
        <p:txBody>
          <a:bodyPr/>
          <a:lstStyle/>
          <a:p>
            <a:r>
              <a:rPr lang="fr-FR" noProof="0"/>
              <a:t>Points releves</a:t>
            </a:r>
            <a:endParaRPr lang="fr-FR" noProof="0" dirty="0"/>
          </a:p>
        </p:txBody>
      </p:sp>
      <p:sp>
        <p:nvSpPr>
          <p:cNvPr id="13" name="Text Placeholder 12">
            <a:extLst>
              <a:ext uri="{FF2B5EF4-FFF2-40B4-BE49-F238E27FC236}">
                <a16:creationId xmlns:a16="http://schemas.microsoft.com/office/drawing/2014/main" id="{628FCE1D-532A-7D44-E95B-913D1158F8D1}"/>
              </a:ext>
            </a:extLst>
          </p:cNvPr>
          <p:cNvSpPr>
            <a:spLocks noGrp="1"/>
          </p:cNvSpPr>
          <p:nvPr>
            <p:ph type="body" idx="1"/>
          </p:nvPr>
        </p:nvSpPr>
        <p:spPr>
          <a:xfrm>
            <a:off x="6145368" y="432054"/>
            <a:ext cx="2596571" cy="3231654"/>
          </a:xfrm>
        </p:spPr>
        <p:txBody>
          <a:bodyPr/>
          <a:lstStyle/>
          <a:p>
            <a:r>
              <a:rPr lang="fr-FR" noProof="0"/>
              <a:t/>
            </a:r>
          </a:p>
        </p:txBody>
      </p:sp>
      <p:sp>
        <p:nvSpPr>
          <p:cNvPr id="2" name="Footer Placeholder 1">
            <a:extLst>
              <a:ext uri="{FF2B5EF4-FFF2-40B4-BE49-F238E27FC236}">
                <a16:creationId xmlns:a16="http://schemas.microsoft.com/office/drawing/2014/main" id="{1BADF384-6BED-3D03-7146-09514CB9897B}"/>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3" name="Slide Number Placeholder 2">
            <a:extLst>
              <a:ext uri="{FF2B5EF4-FFF2-40B4-BE49-F238E27FC236}">
                <a16:creationId xmlns:a16="http://schemas.microsoft.com/office/drawing/2014/main" id="{B226AB99-34BC-4E83-F026-1FAF5E9A9ADF}"/>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14</a:t>
            </a:fld>
            <a:endParaRPr lang="fr-FR" noProof="0"/>
          </a:p>
        </p:txBody>
      </p:sp>
    </p:spTree>
    <p:extLst>
      <p:ext uri="{BB962C8B-B14F-4D97-AF65-F5344CB8AC3E}">
        <p14:creationId xmlns:p14="http://schemas.microsoft.com/office/powerpoint/2010/main" val="1350876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15</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2049940369"/>
              </p:ext>
            </p:extLst>
          </p:nvPr>
        </p:nvGraphicFramePr>
        <p:xfrm>
          <a:off x="0" y="503347"/>
          <a:ext cx="9144000" cy="3485223"/>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Ref.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 du controle</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{{FINDING_DOMAIN}}</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{{FINDING_REF}}</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{{CONTROL_DESCRIPTION}}</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{{FINDING_TEXT}}</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{{RECOMMENDATION_TEXT}}</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{{RISK_TEXT}}</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Priorite de traitement : {{PRIORITY_RANK}}</a:t>
                      </a:r>
                      <a:endParaRPr lang="fr-FR" sz="900" b="1" u="none" kern="1200" baseline="0" noProof="0" dirty="0">
                        <a:solidFill>
                          <a:schemeClr val="accent4">
                            <a:lumMod val="75000"/>
                          </a:schemeClr>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dirty="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Points releves</a:t>
            </a:r>
          </a:p>
        </p:txBody>
      </p:sp>
    </p:spTree>
    <p:extLst>
      <p:ext uri="{BB962C8B-B14F-4D97-AF65-F5344CB8AC3E}">
        <p14:creationId xmlns:p14="http://schemas.microsoft.com/office/powerpoint/2010/main" val="1917361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8B54722A-34EF-265A-0850-17ABB378F827}"/>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F86AB607-7698-B74A-B727-54B38D7E3705}"/>
              </a:ext>
            </a:extLst>
          </p:cNvPr>
          <p:cNvSpPr>
            <a:spLocks noGrp="1"/>
          </p:cNvSpPr>
          <p:nvPr>
            <p:ph type="title"/>
          </p:nvPr>
        </p:nvSpPr>
        <p:spPr>
          <a:xfrm>
            <a:off x="510601" y="2334985"/>
            <a:ext cx="4234381" cy="1012954"/>
          </a:xfrm>
        </p:spPr>
        <p:txBody>
          <a:bodyPr/>
          <a:lstStyle/>
          <a:p>
            <a:r>
              <a:rPr lang="fr-FR" noProof="0"/>
              <a:t>Fin du rapport</a:t>
            </a:r>
          </a:p>
        </p:txBody>
      </p:sp>
      <p:sp>
        <p:nvSpPr>
          <p:cNvPr id="2" name="Footer Placeholder 1">
            <a:extLst>
              <a:ext uri="{FF2B5EF4-FFF2-40B4-BE49-F238E27FC236}">
                <a16:creationId xmlns:a16="http://schemas.microsoft.com/office/drawing/2014/main" id="{9D0383CF-BEDC-8E17-AC8F-23DB13F7E767}"/>
              </a:ext>
            </a:extLst>
          </p:cNvPr>
          <p:cNvSpPr>
            <a:spLocks noGrp="1"/>
          </p:cNvSpPr>
          <p:nvPr>
            <p:ph type="ftr" sz="quarter" idx="3"/>
          </p:nvPr>
        </p:nvSpPr>
        <p:spPr>
          <a:xfrm>
            <a:off x="800100" y="4873081"/>
            <a:ext cx="6611112" cy="121187"/>
          </a:xfrm>
        </p:spPr>
        <p:txBody>
          <a:bodyPr/>
          <a:lstStyle/>
          <a:p>
            <a:r>
              <a:rPr lang="fr-FR"/>
              <a:t>{{FOOTER_LABEL}}</a:t>
            </a:r>
            <a:endParaRPr lang="fr-FR" noProof="0" dirty="0"/>
          </a:p>
        </p:txBody>
      </p:sp>
      <p:sp>
        <p:nvSpPr>
          <p:cNvPr id="3" name="Slide Number Placeholder 2">
            <a:extLst>
              <a:ext uri="{FF2B5EF4-FFF2-40B4-BE49-F238E27FC236}">
                <a16:creationId xmlns:a16="http://schemas.microsoft.com/office/drawing/2014/main" id="{06B9B953-7EDA-25A4-BCFA-BB7CF04E7F48}"/>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16</a:t>
            </a:fld>
            <a:endParaRPr lang="fr-FR" noProof="0"/>
          </a:p>
        </p:txBody>
      </p:sp>
      <p:sp>
        <p:nvSpPr>
          <p:cNvPr id="10" name="Text Placeholder 12">
            <a:extLst>
              <a:ext uri="{FF2B5EF4-FFF2-40B4-BE49-F238E27FC236}">
                <a16:creationId xmlns:a16="http://schemas.microsoft.com/office/drawing/2014/main" id="{CF95C683-2E06-B3C7-2BFC-47CAC9784AAD}"/>
              </a:ext>
            </a:extLst>
          </p:cNvPr>
          <p:cNvSpPr>
            <a:spLocks noGrp="1"/>
          </p:cNvSpPr>
          <p:nvPr>
            <p:ph type="body" idx="1"/>
          </p:nvPr>
        </p:nvSpPr>
        <p:spPr>
          <a:xfrm>
            <a:off x="6145368" y="432054"/>
            <a:ext cx="2596571" cy="3231654"/>
          </a:xfrm>
        </p:spPr>
        <p:txBody>
          <a:bodyPr/>
          <a:lstStyle/>
          <a:p>
            <a:r>
              <a:rPr lang="fr-FR" noProof="0"/>
              <a:t/>
            </a:r>
          </a:p>
        </p:txBody>
      </p:sp>
    </p:spTree>
    <p:extLst>
      <p:ext uri="{BB962C8B-B14F-4D97-AF65-F5344CB8AC3E}">
        <p14:creationId xmlns:p14="http://schemas.microsoft.com/office/powerpoint/2010/main" val="1888606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86,1,Mai 20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MARTSHAPETYPE" val="Table"/>
  <p:tag name="TABLEID" val="c044b689-16b8-4915-8d96-d8112e67f337"/>
</p:tagLst>
</file>

<file path=ppt/tags/tag4.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5.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6.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heme/theme1.xml><?xml version="1.0" encoding="utf-8"?>
<a:theme xmlns:a="http://schemas.openxmlformats.org/drawingml/2006/main" name="1_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wC Smart">
  <a:themeElements>
    <a:clrScheme name="PwC">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a9f8ba1-a861-4a24-83bd-4005ac11411f" xsi:nil="true"/>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3CB04E68AAEA50438F2687E242B459A6" ma:contentTypeVersion="15" ma:contentTypeDescription="Create a new document." ma:contentTypeScope="" ma:versionID="5452b29c6f12039eed28a02ef56060ff">
  <xsd:schema xmlns:xsd="http://www.w3.org/2001/XMLSchema" xmlns:xs="http://www.w3.org/2001/XMLSchema" xmlns:p="http://schemas.microsoft.com/office/2006/metadata/properties" xmlns:ns3="5a9f8ba1-a861-4a24-83bd-4005ac11411f" xmlns:ns4="3e5771bd-c484-46b7-a193-6245f74fe2a8" targetNamespace="http://schemas.microsoft.com/office/2006/metadata/properties" ma:root="true" ma:fieldsID="9c1a447aa8531d2ae456163da3fbf617" ns3:_="" ns4:_="">
    <xsd:import namespace="5a9f8ba1-a861-4a24-83bd-4005ac11411f"/>
    <xsd:import namespace="3e5771bd-c484-46b7-a193-6245f74fe2a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ServiceSearchProperties" minOccurs="0"/>
                <xsd:element ref="ns4:_dlc_DocId" minOccurs="0"/>
                <xsd:element ref="ns4:_dlc_DocIdUrl" minOccurs="0"/>
                <xsd:element ref="ns4:_dlc_DocIdPersistId"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f8ba1-a861-4a24-83bd-4005ac11411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5771bd-c484-46b7-a193-6245f74fe2a8"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element name="_dlc_DocId" ma:index="22" nillable="true" ma:displayName="Document ID Value" ma:description="The value of the document ID assigned to this item." ma:indexed="true" ma:internalName="_dlc_DocId" ma:readOnly="true">
      <xsd:simpleType>
        <xsd:restriction base="dms:Text"/>
      </xsd:simpleType>
    </xsd:element>
    <xsd:element name="_dlc_DocIdUrl" ma:index="2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17216-8001-49C3-AE70-32D9AD8F582C}">
  <ds:schemaRefs>
    <ds:schemaRef ds:uri="http://schemas.microsoft.com/sharepoint/v3/contenttype/forms"/>
  </ds:schemaRefs>
</ds:datastoreItem>
</file>

<file path=customXml/itemProps2.xml><?xml version="1.0" encoding="utf-8"?>
<ds:datastoreItem xmlns:ds="http://schemas.openxmlformats.org/officeDocument/2006/customXml" ds:itemID="{040F275D-4AE7-4059-85D8-E2495FE005D2}">
  <ds:schemaRefs>
    <ds:schemaRef ds:uri="http://schemas.microsoft.com/office/2006/metadata/properties"/>
    <ds:schemaRef ds:uri="http://purl.org/dc/terms/"/>
    <ds:schemaRef ds:uri="http://www.w3.org/XML/1998/namespace"/>
    <ds:schemaRef ds:uri="5a9f8ba1-a861-4a24-83bd-4005ac11411f"/>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e5771bd-c484-46b7-a193-6245f74fe2a8"/>
  </ds:schemaRefs>
</ds:datastoreItem>
</file>

<file path=customXml/itemProps3.xml><?xml version="1.0" encoding="utf-8"?>
<ds:datastoreItem xmlns:ds="http://schemas.openxmlformats.org/officeDocument/2006/customXml" ds:itemID="{2D58AB86-E648-4BAB-8549-9872F0703769}">
  <ds:schemaRefs>
    <ds:schemaRef ds:uri="http://schemas.microsoft.com/sharepoint/events"/>
  </ds:schemaRefs>
</ds:datastoreItem>
</file>

<file path=customXml/itemProps4.xml><?xml version="1.0" encoding="utf-8"?>
<ds:datastoreItem xmlns:ds="http://schemas.openxmlformats.org/officeDocument/2006/customXml" ds:itemID="{12D252D9-4049-48C1-9F4B-EEE47F2724F9}">
  <ds:schemaRefs>
    <ds:schemaRef ds:uri="3e5771bd-c484-46b7-a193-6245f74fe2a8"/>
    <ds:schemaRef ds:uri="5a9f8ba1-a861-4a24-83bd-4005ac1141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31</TotalTime>
  <Words>1275</Words>
  <Application>Microsoft Office PowerPoint</Application>
  <PresentationFormat>Affichage à l'écran (16:9)</PresentationFormat>
  <Paragraphs>221</Paragraphs>
  <Slides>16</Slides>
  <Notes>1</Notes>
  <HiddenSlides>0</HiddenSlides>
  <MMClips>0</MMClips>
  <ScaleCrop>false</ScaleCrop>
  <HeadingPairs>
    <vt:vector size="8" baseType="variant">
      <vt:variant>
        <vt:lpstr>Polices utilisées</vt:lpstr>
      </vt:variant>
      <vt:variant>
        <vt:i4>8</vt:i4>
      </vt:variant>
      <vt:variant>
        <vt:lpstr>Thème</vt:lpstr>
      </vt:variant>
      <vt:variant>
        <vt:i4>2</vt:i4>
      </vt:variant>
      <vt:variant>
        <vt:lpstr>Serveurs OLE incorporés</vt:lpstr>
      </vt:variant>
      <vt:variant>
        <vt:i4>1</vt:i4>
      </vt:variant>
      <vt:variant>
        <vt:lpstr>Titres des diapositives</vt:lpstr>
      </vt:variant>
      <vt:variant>
        <vt:i4>16</vt:i4>
      </vt:variant>
    </vt:vector>
  </HeadingPairs>
  <TitlesOfParts>
    <vt:vector size="27" baseType="lpstr">
      <vt:lpstr>Noto Sans Symbols</vt:lpstr>
      <vt:lpstr>Helvetica Neue</vt:lpstr>
      <vt:lpstr>Wingdings</vt:lpstr>
      <vt:lpstr>Helvetica Neue Light</vt:lpstr>
      <vt:lpstr>Georgia</vt:lpstr>
      <vt:lpstr>Arial</vt:lpstr>
      <vt:lpstr>Times New Roman</vt:lpstr>
      <vt:lpstr>Arial (Corps)</vt:lpstr>
      <vt:lpstr>1_PwC</vt:lpstr>
      <vt:lpstr>1_PwC Smart</vt:lpstr>
      <vt:lpstr>Diapositive think-cell</vt:lpstr>
      <vt:lpstr>{{CLIENT_NAME}}  {{REPORT_TITLE}}</vt:lpstr>
      <vt:lpstr>  Sommaire </vt:lpstr>
      <vt:lpstr>  Introduction </vt:lpstr>
      <vt:lpstr>Présentation PowerPoint</vt:lpstr>
      <vt:lpstr>Présentation PowerPoint</vt:lpstr>
      <vt:lpstr>Présentation PowerPoint</vt:lpstr>
      <vt:lpstr>Présentation PowerPoint</vt:lpstr>
      <vt:lpstr>Approche des travaux d’audit informatique </vt:lpstr>
      <vt:lpstr>Présentation PowerPoint</vt:lpstr>
      <vt:lpstr>Présentation PowerPoint</vt:lpstr>
      <vt:lpstr>Présentation PowerPoint</vt:lpstr>
      <vt:lpstr>Présentation PowerPoint</vt:lpstr>
      <vt:lpstr>Présentation PowerPoint</vt:lpstr>
      <vt:lpstr>Points releves</vt:lpstr>
      <vt:lpstr>Présentation PowerPoint</vt:lpstr>
      <vt:lpstr>Fin du rapport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STIAL  Rapports de revue de contrôles généraux informatiques FY22</dc:title>
  <dc:creator>Emna Behi</dc:creator>
  <cp:lastModifiedBy>Ahlem BOUCHAHOUA</cp:lastModifiedBy>
  <cp:revision>6</cp:revision>
  <dcterms:modified xsi:type="dcterms:W3CDTF">2026-04-07T11:11:28Z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0x0101003CB04E68AAEA50438F2687E242B459A6</vt:lpwstr>
  </property>
</Properties>
</file>